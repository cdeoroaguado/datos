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7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</p:sldIdLst>
  <p:sldSz cx="12192000" cy="6858000"/>
  <p:notesSz cx="6858000" cy="9144000"/>
  <p:embeddedFontLst>
    <p:embeddedFont>
      <p:font typeface="Montserrat" panose="00000500000000000000" pitchFamily="2" charset="0"/>
      <p:regular r:id="rId35"/>
      <p:bold r:id="rId36"/>
      <p:italic r:id="rId37"/>
      <p:boldItalic r:id="rId38"/>
    </p:embeddedFont>
    <p:embeddedFont>
      <p:font typeface="Open Sans" panose="020B0606030504020204" pitchFamily="34" charset="0"/>
      <p:regular r:id="rId39"/>
      <p:bold r:id="rId40"/>
      <p:italic r:id="rId41"/>
      <p:boldItalic r:id="rId42"/>
    </p:embeddedFont>
    <p:embeddedFont>
      <p:font typeface="Open Sans SemiBold" panose="020B0706030804020204" pitchFamily="34" charset="0"/>
      <p:regular r:id="rId43"/>
      <p:bold r:id="rId44"/>
      <p:italic r:id="rId45"/>
      <p:boldItalic r:id="rId46"/>
    </p:embeddedFont>
    <p:embeddedFont>
      <p:font typeface="Open Sans SemiBold" panose="020B0706030804020204" pitchFamily="34" charset="0"/>
      <p:regular r:id="rId43"/>
      <p:bold r:id="rId44"/>
      <p:italic r:id="rId45"/>
      <p:boldItalic r:id="rId46"/>
    </p:embeddedFont>
    <p:embeddedFont>
      <p:font typeface="PT Sans" panose="020B0503020203020204" pitchFamily="34" charset="0"/>
      <p:regular r:id="rId47"/>
      <p:bold r:id="rId48"/>
      <p:italic r:id="rId49"/>
      <p:boldItalic r:id="rId5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7" d="100"/>
          <a:sy n="117" d="100"/>
        </p:scale>
        <p:origin x="318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dier Atehortua" userId="ad6c1b6c-8055-4641-b1c1-438caaecfe4e" providerId="ADAL" clId="{DCED279C-FE9D-442E-BF58-619ED4B06A75}"/>
    <pc:docChg chg="undo custSel modSld">
      <pc:chgData name="Didier Atehortua" userId="ad6c1b6c-8055-4641-b1c1-438caaecfe4e" providerId="ADAL" clId="{DCED279C-FE9D-442E-BF58-619ED4B06A75}" dt="2025-10-28T14:58:23.846" v="6" actId="1076"/>
      <pc:docMkLst>
        <pc:docMk/>
      </pc:docMkLst>
      <pc:sldChg chg="modSp mod">
        <pc:chgData name="Didier Atehortua" userId="ad6c1b6c-8055-4641-b1c1-438caaecfe4e" providerId="ADAL" clId="{DCED279C-FE9D-442E-BF58-619ED4B06A75}" dt="2025-10-28T14:58:23.846" v="6" actId="1076"/>
        <pc:sldMkLst>
          <pc:docMk/>
          <pc:sldMk cId="0" sldId="258"/>
        </pc:sldMkLst>
        <pc:spChg chg="mod">
          <ac:chgData name="Didier Atehortua" userId="ad6c1b6c-8055-4641-b1c1-438caaecfe4e" providerId="ADAL" clId="{DCED279C-FE9D-442E-BF58-619ED4B06A75}" dt="2025-10-28T14:58:23.846" v="6" actId="1076"/>
          <ac:spMkLst>
            <pc:docMk/>
            <pc:sldMk cId="0" sldId="258"/>
            <ac:spMk id="178" creationId="{00000000-0000-0000-0000-000000000000}"/>
          </ac:spMkLst>
        </pc:spChg>
        <pc:picChg chg="mod">
          <ac:chgData name="Didier Atehortua" userId="ad6c1b6c-8055-4641-b1c1-438caaecfe4e" providerId="ADAL" clId="{DCED279C-FE9D-442E-BF58-619ED4B06A75}" dt="2025-10-28T14:58:09.648" v="0" actId="1076"/>
          <ac:picMkLst>
            <pc:docMk/>
            <pc:sldMk cId="0" sldId="258"/>
            <ac:picMk id="179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 rot="5400000">
            <a:off x="3920332" y="-1256506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3659187" y="750887"/>
            <a:ext cx="4870450" cy="5157787"/>
            <a:chOff x="3659188" y="750888"/>
            <a:chExt cx="4870450" cy="5157788"/>
          </a:xfrm>
        </p:grpSpPr>
        <p:sp>
          <p:nvSpPr>
            <p:cNvPr id="85" name="Google Shape;85;p13"/>
            <p:cNvSpPr/>
            <p:nvPr/>
          </p:nvSpPr>
          <p:spPr>
            <a:xfrm>
              <a:off x="3659188" y="1179513"/>
              <a:ext cx="4870450" cy="982663"/>
            </a:xfrm>
            <a:prstGeom prst="ellipse">
              <a:avLst/>
            </a:prstGeom>
            <a:solidFill>
              <a:srgbClr val="C7E8E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4297363" y="3176588"/>
              <a:ext cx="3611562" cy="1485900"/>
            </a:xfrm>
            <a:custGeom>
              <a:avLst/>
              <a:gdLst/>
              <a:ahLst/>
              <a:cxnLst/>
              <a:rect l="l" t="t" r="r" b="b"/>
              <a:pathLst>
                <a:path w="791" h="325" extrusionOk="0">
                  <a:moveTo>
                    <a:pt x="0" y="0"/>
                  </a:move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00" y="218"/>
                    <a:pt x="100" y="218"/>
                    <a:pt x="100" y="218"/>
                  </a:cubicBezTo>
                  <a:cubicBezTo>
                    <a:pt x="115" y="251"/>
                    <a:pt x="115" y="251"/>
                    <a:pt x="115" y="251"/>
                  </a:cubicBezTo>
                  <a:cubicBezTo>
                    <a:pt x="155" y="294"/>
                    <a:pt x="267" y="325"/>
                    <a:pt x="395" y="325"/>
                  </a:cubicBezTo>
                  <a:cubicBezTo>
                    <a:pt x="524" y="325"/>
                    <a:pt x="636" y="294"/>
                    <a:pt x="676" y="251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691" y="218"/>
                    <a:pt x="691" y="218"/>
                    <a:pt x="691" y="218"/>
                  </a:cubicBezTo>
                  <a:cubicBezTo>
                    <a:pt x="791" y="0"/>
                    <a:pt x="791" y="0"/>
                    <a:pt x="791" y="0"/>
                  </a:cubicBezTo>
                  <a:cubicBezTo>
                    <a:pt x="715" y="44"/>
                    <a:pt x="553" y="68"/>
                    <a:pt x="395" y="68"/>
                  </a:cubicBezTo>
                  <a:cubicBezTo>
                    <a:pt x="237" y="68"/>
                    <a:pt x="75" y="44"/>
                    <a:pt x="0" y="0"/>
                  </a:cubicBezTo>
                  <a:close/>
                </a:path>
              </a:pathLst>
            </a:custGeom>
            <a:solidFill>
              <a:srgbClr val="2EB0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3"/>
            <p:cNvSpPr/>
            <p:nvPr/>
          </p:nvSpPr>
          <p:spPr>
            <a:xfrm>
              <a:off x="3705225" y="1884363"/>
              <a:ext cx="4797425" cy="1535113"/>
            </a:xfrm>
            <a:custGeom>
              <a:avLst/>
              <a:gdLst/>
              <a:ahLst/>
              <a:cxnLst/>
              <a:rect l="l" t="t" r="r" b="b"/>
              <a:pathLst>
                <a:path w="1051" h="336" extrusionOk="0">
                  <a:moveTo>
                    <a:pt x="917" y="45"/>
                  </a:moveTo>
                  <a:cubicBezTo>
                    <a:pt x="812" y="67"/>
                    <a:pt x="673" y="79"/>
                    <a:pt x="525" y="79"/>
                  </a:cubicBezTo>
                  <a:cubicBezTo>
                    <a:pt x="378" y="79"/>
                    <a:pt x="239" y="67"/>
                    <a:pt x="134" y="45"/>
                  </a:cubicBezTo>
                  <a:cubicBezTo>
                    <a:pt x="87" y="35"/>
                    <a:pt x="34" y="20"/>
                    <a:pt x="0" y="0"/>
                  </a:cubicBezTo>
                  <a:cubicBezTo>
                    <a:pt x="116" y="253"/>
                    <a:pt x="116" y="253"/>
                    <a:pt x="116" y="253"/>
                  </a:cubicBezTo>
                  <a:cubicBezTo>
                    <a:pt x="160" y="296"/>
                    <a:pt x="313" y="336"/>
                    <a:pt x="525" y="336"/>
                  </a:cubicBezTo>
                  <a:cubicBezTo>
                    <a:pt x="738" y="336"/>
                    <a:pt x="891" y="296"/>
                    <a:pt x="934" y="253"/>
                  </a:cubicBezTo>
                  <a:cubicBezTo>
                    <a:pt x="1051" y="0"/>
                    <a:pt x="1051" y="0"/>
                    <a:pt x="1051" y="0"/>
                  </a:cubicBezTo>
                  <a:cubicBezTo>
                    <a:pt x="1017" y="20"/>
                    <a:pt x="964" y="35"/>
                    <a:pt x="917" y="45"/>
                  </a:cubicBezTo>
                  <a:close/>
                </a:path>
              </a:pathLst>
            </a:custGeom>
            <a:solidFill>
              <a:srgbClr val="64D0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4891088" y="4475163"/>
              <a:ext cx="2420937" cy="1433513"/>
            </a:xfrm>
            <a:custGeom>
              <a:avLst/>
              <a:gdLst/>
              <a:ahLst/>
              <a:cxnLst/>
              <a:rect l="l" t="t" r="r" b="b"/>
              <a:pathLst>
                <a:path w="530" h="314" extrusionOk="0">
                  <a:moveTo>
                    <a:pt x="0" y="0"/>
                  </a:move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95" y="207"/>
                    <a:pt x="95" y="207"/>
                    <a:pt x="95" y="207"/>
                  </a:cubicBezTo>
                  <a:cubicBezTo>
                    <a:pt x="121" y="263"/>
                    <a:pt x="121" y="263"/>
                    <a:pt x="121" y="263"/>
                  </a:cubicBezTo>
                  <a:cubicBezTo>
                    <a:pt x="151" y="293"/>
                    <a:pt x="204" y="314"/>
                    <a:pt x="265" y="314"/>
                  </a:cubicBezTo>
                  <a:cubicBezTo>
                    <a:pt x="326" y="314"/>
                    <a:pt x="380" y="293"/>
                    <a:pt x="410" y="263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5" y="207"/>
                    <a:pt x="435" y="207"/>
                    <a:pt x="435" y="207"/>
                  </a:cubicBezTo>
                  <a:cubicBezTo>
                    <a:pt x="436" y="207"/>
                    <a:pt x="436" y="207"/>
                    <a:pt x="436" y="207"/>
                  </a:cubicBezTo>
                  <a:cubicBezTo>
                    <a:pt x="530" y="0"/>
                    <a:pt x="530" y="0"/>
                    <a:pt x="530" y="0"/>
                  </a:cubicBezTo>
                  <a:cubicBezTo>
                    <a:pt x="476" y="35"/>
                    <a:pt x="378" y="57"/>
                    <a:pt x="265" y="57"/>
                  </a:cubicBezTo>
                  <a:cubicBezTo>
                    <a:pt x="152" y="57"/>
                    <a:pt x="55" y="35"/>
                    <a:pt x="0" y="0"/>
                  </a:cubicBezTo>
                  <a:close/>
                </a:path>
              </a:pathLst>
            </a:custGeom>
            <a:solidFill>
              <a:srgbClr val="06538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13"/>
            <p:cNvSpPr/>
            <p:nvPr/>
          </p:nvSpPr>
          <p:spPr>
            <a:xfrm>
              <a:off x="7165975" y="750888"/>
              <a:ext cx="762000" cy="1109663"/>
            </a:xfrm>
            <a:custGeom>
              <a:avLst/>
              <a:gdLst/>
              <a:ahLst/>
              <a:cxnLst/>
              <a:rect l="l" t="t" r="r" b="b"/>
              <a:pathLst>
                <a:path w="167" h="243" extrusionOk="0">
                  <a:moveTo>
                    <a:pt x="162" y="173"/>
                  </a:moveTo>
                  <a:cubicBezTo>
                    <a:pt x="114" y="173"/>
                    <a:pt x="114" y="173"/>
                    <a:pt x="114" y="173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173"/>
                    <a:pt x="52" y="173"/>
                    <a:pt x="52" y="173"/>
                  </a:cubicBezTo>
                  <a:cubicBezTo>
                    <a:pt x="4" y="173"/>
                    <a:pt x="4" y="173"/>
                    <a:pt x="4" y="173"/>
                  </a:cubicBezTo>
                  <a:cubicBezTo>
                    <a:pt x="1" y="173"/>
                    <a:pt x="0" y="177"/>
                    <a:pt x="2" y="179"/>
                  </a:cubicBezTo>
                  <a:cubicBezTo>
                    <a:pt x="39" y="208"/>
                    <a:pt x="39" y="208"/>
                    <a:pt x="39" y="208"/>
                  </a:cubicBezTo>
                  <a:cubicBezTo>
                    <a:pt x="81" y="242"/>
                    <a:pt x="81" y="242"/>
                    <a:pt x="81" y="242"/>
                  </a:cubicBezTo>
                  <a:cubicBezTo>
                    <a:pt x="82" y="243"/>
                    <a:pt x="84" y="243"/>
                    <a:pt x="85" y="242"/>
                  </a:cubicBezTo>
                  <a:cubicBezTo>
                    <a:pt x="127" y="208"/>
                    <a:pt x="127" y="208"/>
                    <a:pt x="127" y="208"/>
                  </a:cubicBezTo>
                  <a:cubicBezTo>
                    <a:pt x="164" y="179"/>
                    <a:pt x="164" y="179"/>
                    <a:pt x="164" y="179"/>
                  </a:cubicBezTo>
                  <a:cubicBezTo>
                    <a:pt x="167" y="177"/>
                    <a:pt x="165" y="173"/>
                    <a:pt x="162" y="173"/>
                  </a:cubicBezTo>
                  <a:close/>
                </a:path>
              </a:pathLst>
            </a:custGeom>
            <a:solidFill>
              <a:srgbClr val="9DBFC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3"/>
            <p:cNvSpPr/>
            <p:nvPr/>
          </p:nvSpPr>
          <p:spPr>
            <a:xfrm>
              <a:off x="5713413" y="750888"/>
              <a:ext cx="762000" cy="1109663"/>
            </a:xfrm>
            <a:custGeom>
              <a:avLst/>
              <a:gdLst/>
              <a:ahLst/>
              <a:cxnLst/>
              <a:rect l="l" t="t" r="r" b="b"/>
              <a:pathLst>
                <a:path w="167" h="243" extrusionOk="0">
                  <a:moveTo>
                    <a:pt x="162" y="173"/>
                  </a:moveTo>
                  <a:cubicBezTo>
                    <a:pt x="115" y="173"/>
                    <a:pt x="115" y="173"/>
                    <a:pt x="115" y="173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5" y="173"/>
                    <a:pt x="5" y="173"/>
                    <a:pt x="5" y="173"/>
                  </a:cubicBezTo>
                  <a:cubicBezTo>
                    <a:pt x="2" y="173"/>
                    <a:pt x="0" y="177"/>
                    <a:pt x="3" y="179"/>
                  </a:cubicBezTo>
                  <a:cubicBezTo>
                    <a:pt x="40" y="208"/>
                    <a:pt x="40" y="208"/>
                    <a:pt x="40" y="208"/>
                  </a:cubicBezTo>
                  <a:cubicBezTo>
                    <a:pt x="81" y="242"/>
                    <a:pt x="81" y="242"/>
                    <a:pt x="81" y="242"/>
                  </a:cubicBezTo>
                  <a:cubicBezTo>
                    <a:pt x="83" y="243"/>
                    <a:pt x="85" y="243"/>
                    <a:pt x="86" y="242"/>
                  </a:cubicBezTo>
                  <a:cubicBezTo>
                    <a:pt x="128" y="208"/>
                    <a:pt x="128" y="208"/>
                    <a:pt x="128" y="208"/>
                  </a:cubicBezTo>
                  <a:cubicBezTo>
                    <a:pt x="165" y="179"/>
                    <a:pt x="165" y="179"/>
                    <a:pt x="165" y="179"/>
                  </a:cubicBezTo>
                  <a:cubicBezTo>
                    <a:pt x="167" y="177"/>
                    <a:pt x="166" y="173"/>
                    <a:pt x="162" y="173"/>
                  </a:cubicBezTo>
                  <a:close/>
                </a:path>
              </a:pathLst>
            </a:custGeom>
            <a:solidFill>
              <a:srgbClr val="9DBFC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13"/>
            <p:cNvSpPr/>
            <p:nvPr/>
          </p:nvSpPr>
          <p:spPr>
            <a:xfrm>
              <a:off x="4265613" y="750888"/>
              <a:ext cx="758825" cy="1109663"/>
            </a:xfrm>
            <a:custGeom>
              <a:avLst/>
              <a:gdLst/>
              <a:ahLst/>
              <a:cxnLst/>
              <a:rect l="l" t="t" r="r" b="b"/>
              <a:pathLst>
                <a:path w="166" h="243" extrusionOk="0">
                  <a:moveTo>
                    <a:pt x="162" y="173"/>
                  </a:moveTo>
                  <a:cubicBezTo>
                    <a:pt x="114" y="173"/>
                    <a:pt x="114" y="173"/>
                    <a:pt x="114" y="173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2" y="173"/>
                    <a:pt x="52" y="173"/>
                    <a:pt x="52" y="173"/>
                  </a:cubicBezTo>
                  <a:cubicBezTo>
                    <a:pt x="4" y="173"/>
                    <a:pt x="4" y="173"/>
                    <a:pt x="4" y="173"/>
                  </a:cubicBezTo>
                  <a:cubicBezTo>
                    <a:pt x="1" y="173"/>
                    <a:pt x="0" y="177"/>
                    <a:pt x="2" y="179"/>
                  </a:cubicBezTo>
                  <a:cubicBezTo>
                    <a:pt x="39" y="208"/>
                    <a:pt x="39" y="208"/>
                    <a:pt x="39" y="208"/>
                  </a:cubicBezTo>
                  <a:cubicBezTo>
                    <a:pt x="81" y="242"/>
                    <a:pt x="81" y="242"/>
                    <a:pt x="81" y="242"/>
                  </a:cubicBezTo>
                  <a:cubicBezTo>
                    <a:pt x="82" y="243"/>
                    <a:pt x="84" y="243"/>
                    <a:pt x="85" y="242"/>
                  </a:cubicBezTo>
                  <a:cubicBezTo>
                    <a:pt x="127" y="208"/>
                    <a:pt x="127" y="208"/>
                    <a:pt x="127" y="208"/>
                  </a:cubicBezTo>
                  <a:cubicBezTo>
                    <a:pt x="164" y="179"/>
                    <a:pt x="164" y="179"/>
                    <a:pt x="164" y="179"/>
                  </a:cubicBezTo>
                  <a:cubicBezTo>
                    <a:pt x="166" y="177"/>
                    <a:pt x="165" y="173"/>
                    <a:pt x="162" y="173"/>
                  </a:cubicBezTo>
                  <a:close/>
                </a:path>
              </a:pathLst>
            </a:custGeom>
            <a:solidFill>
              <a:srgbClr val="9DBFC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3"/>
          <p:cNvSpPr txBox="1"/>
          <p:nvPr/>
        </p:nvSpPr>
        <p:spPr>
          <a:xfrm>
            <a:off x="1587" y="6350"/>
            <a:ext cx="12185650" cy="685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14762" y="6142037"/>
            <a:ext cx="4560887" cy="63023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3"/>
          <p:cNvSpPr txBox="1"/>
          <p:nvPr/>
        </p:nvSpPr>
        <p:spPr>
          <a:xfrm>
            <a:off x="5589587" y="5064125"/>
            <a:ext cx="1093787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BoFu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394325" y="3743325"/>
            <a:ext cx="1522412" cy="61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Open Sans"/>
              <a:buNone/>
            </a:pPr>
            <a:r>
              <a:rPr lang="en-US" sz="4000" b="1" i="0" u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MoFu</a:t>
            </a:r>
            <a:endParaRPr dirty="0"/>
          </a:p>
        </p:txBody>
      </p:sp>
      <p:sp>
        <p:nvSpPr>
          <p:cNvPr id="96" name="Google Shape;96;p13"/>
          <p:cNvSpPr txBox="1"/>
          <p:nvPr/>
        </p:nvSpPr>
        <p:spPr>
          <a:xfrm>
            <a:off x="5133975" y="2327275"/>
            <a:ext cx="2127250" cy="968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300"/>
              <a:buFont typeface="Open Sans"/>
              <a:buNone/>
            </a:pPr>
            <a:r>
              <a:rPr lang="en-US" sz="6300" b="1" i="0" u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ToFu</a:t>
            </a:r>
            <a:endParaRPr dirty="0"/>
          </a:p>
        </p:txBody>
      </p:sp>
      <p:sp>
        <p:nvSpPr>
          <p:cNvPr id="97" name="Google Shape;97;p13"/>
          <p:cNvSpPr txBox="1"/>
          <p:nvPr/>
        </p:nvSpPr>
        <p:spPr>
          <a:xfrm>
            <a:off x="9324975" y="1911350"/>
            <a:ext cx="1689100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C3CF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42C3CF"/>
                </a:solidFill>
                <a:latin typeface="Open Sans"/>
                <a:ea typeface="Open Sans"/>
                <a:cs typeface="Open Sans"/>
                <a:sym typeface="Open Sans"/>
              </a:rPr>
              <a:t>Conciencia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8699500" y="3217862"/>
            <a:ext cx="2049462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B0E4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2EB0E4"/>
                </a:solidFill>
                <a:latin typeface="Open Sans"/>
                <a:ea typeface="Open Sans"/>
                <a:cs typeface="Open Sans"/>
                <a:sym typeface="Open Sans"/>
              </a:rPr>
              <a:t>Compromiso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8101011" y="4521200"/>
            <a:ext cx="3211757" cy="377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381"/>
              </a:buClr>
              <a:buSzPts val="2400"/>
              <a:buFont typeface="Open Sans"/>
              <a:buNone/>
            </a:pPr>
            <a:r>
              <a:rPr lang="en-US" sz="2400" b="1" i="0" u="none" dirty="0">
                <a:solidFill>
                  <a:srgbClr val="065381"/>
                </a:solidFill>
                <a:latin typeface="Open Sans"/>
                <a:ea typeface="Open Sans"/>
                <a:cs typeface="Open Sans"/>
                <a:sym typeface="Open Sans"/>
              </a:rPr>
              <a:t>Ventas y </a:t>
            </a:r>
            <a:r>
              <a:rPr lang="en-US" sz="2400" b="1" i="0" u="none" dirty="0" err="1">
                <a:solidFill>
                  <a:srgbClr val="065381"/>
                </a:solidFill>
                <a:latin typeface="Open Sans"/>
                <a:ea typeface="Open Sans"/>
                <a:cs typeface="Open Sans"/>
                <a:sym typeface="Open Sans"/>
              </a:rPr>
              <a:t>fidelización</a:t>
            </a:r>
            <a:endParaRPr dirty="0"/>
          </a:p>
        </p:txBody>
      </p:sp>
      <p:grpSp>
        <p:nvGrpSpPr>
          <p:cNvPr id="100" name="Google Shape;100;p13"/>
          <p:cNvGrpSpPr/>
          <p:nvPr/>
        </p:nvGrpSpPr>
        <p:grpSpPr>
          <a:xfrm>
            <a:off x="841375" y="2692400"/>
            <a:ext cx="3516312" cy="2768600"/>
            <a:chOff x="841375" y="2692401"/>
            <a:chExt cx="3516312" cy="2768600"/>
          </a:xfrm>
        </p:grpSpPr>
        <p:sp>
          <p:nvSpPr>
            <p:cNvPr id="101" name="Google Shape;101;p13"/>
            <p:cNvSpPr/>
            <p:nvPr/>
          </p:nvSpPr>
          <p:spPr>
            <a:xfrm>
              <a:off x="841375" y="2692401"/>
              <a:ext cx="2324100" cy="160338"/>
            </a:xfrm>
            <a:custGeom>
              <a:avLst/>
              <a:gdLst/>
              <a:ahLst/>
              <a:cxnLst/>
              <a:rect l="l" t="t" r="r" b="b"/>
              <a:pathLst>
                <a:path w="509" h="35" extrusionOk="0">
                  <a:moveTo>
                    <a:pt x="17" y="35"/>
                  </a:moveTo>
                  <a:cubicBezTo>
                    <a:pt x="492" y="35"/>
                    <a:pt x="492" y="35"/>
                    <a:pt x="492" y="35"/>
                  </a:cubicBezTo>
                  <a:cubicBezTo>
                    <a:pt x="501" y="35"/>
                    <a:pt x="509" y="27"/>
                    <a:pt x="509" y="17"/>
                  </a:cubicBezTo>
                  <a:cubicBezTo>
                    <a:pt x="509" y="8"/>
                    <a:pt x="501" y="0"/>
                    <a:pt x="492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5"/>
                    <a:pt x="17" y="35"/>
                  </a:cubicBezTo>
                </a:path>
              </a:pathLst>
            </a:custGeom>
            <a:solidFill>
              <a:srgbClr val="D8EE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3"/>
            <p:cNvSpPr/>
            <p:nvPr/>
          </p:nvSpPr>
          <p:spPr>
            <a:xfrm>
              <a:off x="841375" y="2692401"/>
              <a:ext cx="2041525" cy="160338"/>
            </a:xfrm>
            <a:custGeom>
              <a:avLst/>
              <a:gdLst/>
              <a:ahLst/>
              <a:cxnLst/>
              <a:rect l="l" t="t" r="r" b="b"/>
              <a:pathLst>
                <a:path w="447" h="35" extrusionOk="0">
                  <a:moveTo>
                    <a:pt x="17" y="35"/>
                  </a:moveTo>
                  <a:cubicBezTo>
                    <a:pt x="430" y="35"/>
                    <a:pt x="430" y="35"/>
                    <a:pt x="430" y="35"/>
                  </a:cubicBezTo>
                  <a:cubicBezTo>
                    <a:pt x="440" y="35"/>
                    <a:pt x="447" y="27"/>
                    <a:pt x="447" y="17"/>
                  </a:cubicBezTo>
                  <a:cubicBezTo>
                    <a:pt x="447" y="8"/>
                    <a:pt x="440" y="0"/>
                    <a:pt x="430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5"/>
                    <a:pt x="17" y="35"/>
                  </a:cubicBezTo>
                </a:path>
              </a:pathLst>
            </a:custGeom>
            <a:solidFill>
              <a:srgbClr val="64D0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13"/>
            <p:cNvSpPr/>
            <p:nvPr/>
          </p:nvSpPr>
          <p:spPr>
            <a:xfrm>
              <a:off x="1425575" y="3990976"/>
              <a:ext cx="2324100" cy="153988"/>
            </a:xfrm>
            <a:custGeom>
              <a:avLst/>
              <a:gdLst/>
              <a:ahLst/>
              <a:cxnLst/>
              <a:rect l="l" t="t" r="r" b="b"/>
              <a:pathLst>
                <a:path w="509" h="34" extrusionOk="0">
                  <a:moveTo>
                    <a:pt x="18" y="34"/>
                  </a:moveTo>
                  <a:cubicBezTo>
                    <a:pt x="492" y="34"/>
                    <a:pt x="492" y="34"/>
                    <a:pt x="492" y="34"/>
                  </a:cubicBezTo>
                  <a:cubicBezTo>
                    <a:pt x="502" y="34"/>
                    <a:pt x="509" y="27"/>
                    <a:pt x="509" y="17"/>
                  </a:cubicBezTo>
                  <a:cubicBezTo>
                    <a:pt x="509" y="8"/>
                    <a:pt x="502" y="0"/>
                    <a:pt x="49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4"/>
                    <a:pt x="18" y="34"/>
                  </a:cubicBezTo>
                </a:path>
              </a:pathLst>
            </a:custGeom>
            <a:solidFill>
              <a:srgbClr val="C9E6F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13"/>
            <p:cNvSpPr/>
            <p:nvPr/>
          </p:nvSpPr>
          <p:spPr>
            <a:xfrm>
              <a:off x="1425575" y="3990976"/>
              <a:ext cx="1287462" cy="153988"/>
            </a:xfrm>
            <a:custGeom>
              <a:avLst/>
              <a:gdLst/>
              <a:ahLst/>
              <a:cxnLst/>
              <a:rect l="l" t="t" r="r" b="b"/>
              <a:pathLst>
                <a:path w="282" h="34" extrusionOk="0">
                  <a:moveTo>
                    <a:pt x="18" y="34"/>
                  </a:moveTo>
                  <a:cubicBezTo>
                    <a:pt x="264" y="34"/>
                    <a:pt x="264" y="34"/>
                    <a:pt x="264" y="34"/>
                  </a:cubicBezTo>
                  <a:cubicBezTo>
                    <a:pt x="274" y="34"/>
                    <a:pt x="282" y="27"/>
                    <a:pt x="282" y="17"/>
                  </a:cubicBezTo>
                  <a:cubicBezTo>
                    <a:pt x="282" y="8"/>
                    <a:pt x="274" y="0"/>
                    <a:pt x="264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4"/>
                    <a:pt x="18" y="34"/>
                  </a:cubicBezTo>
                </a:path>
              </a:pathLst>
            </a:custGeom>
            <a:solidFill>
              <a:srgbClr val="2EB0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3"/>
            <p:cNvSpPr/>
            <p:nvPr/>
          </p:nvSpPr>
          <p:spPr>
            <a:xfrm>
              <a:off x="2038350" y="5307013"/>
              <a:ext cx="2319337" cy="153988"/>
            </a:xfrm>
            <a:custGeom>
              <a:avLst/>
              <a:gdLst/>
              <a:ahLst/>
              <a:cxnLst/>
              <a:rect l="l" t="t" r="r" b="b"/>
              <a:pathLst>
                <a:path w="508" h="34" extrusionOk="0">
                  <a:moveTo>
                    <a:pt x="17" y="34"/>
                  </a:moveTo>
                  <a:cubicBezTo>
                    <a:pt x="491" y="34"/>
                    <a:pt x="491" y="34"/>
                    <a:pt x="491" y="34"/>
                  </a:cubicBezTo>
                  <a:cubicBezTo>
                    <a:pt x="501" y="34"/>
                    <a:pt x="508" y="27"/>
                    <a:pt x="508" y="17"/>
                  </a:cubicBezTo>
                  <a:cubicBezTo>
                    <a:pt x="508" y="8"/>
                    <a:pt x="501" y="0"/>
                    <a:pt x="491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27"/>
                    <a:pt x="7" y="34"/>
                    <a:pt x="17" y="34"/>
                  </a:cubicBezTo>
                </a:path>
              </a:pathLst>
            </a:custGeom>
            <a:solidFill>
              <a:srgbClr val="BEDBE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13"/>
            <p:cNvSpPr/>
            <p:nvPr/>
          </p:nvSpPr>
          <p:spPr>
            <a:xfrm>
              <a:off x="2033588" y="5307013"/>
              <a:ext cx="501650" cy="153988"/>
            </a:xfrm>
            <a:custGeom>
              <a:avLst/>
              <a:gdLst/>
              <a:ahLst/>
              <a:cxnLst/>
              <a:rect l="l" t="t" r="r" b="b"/>
              <a:pathLst>
                <a:path w="110" h="34" extrusionOk="0">
                  <a:moveTo>
                    <a:pt x="17" y="34"/>
                  </a:moveTo>
                  <a:cubicBezTo>
                    <a:pt x="93" y="34"/>
                    <a:pt x="93" y="34"/>
                    <a:pt x="93" y="34"/>
                  </a:cubicBezTo>
                  <a:cubicBezTo>
                    <a:pt x="102" y="34"/>
                    <a:pt x="110" y="27"/>
                    <a:pt x="110" y="17"/>
                  </a:cubicBezTo>
                  <a:cubicBezTo>
                    <a:pt x="110" y="8"/>
                    <a:pt x="102" y="0"/>
                    <a:pt x="93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7"/>
                    <a:pt x="8" y="34"/>
                    <a:pt x="17" y="34"/>
                  </a:cubicBezTo>
                </a:path>
              </a:pathLst>
            </a:custGeom>
            <a:solidFill>
              <a:srgbClr val="06538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3"/>
          <p:cNvSpPr txBox="1"/>
          <p:nvPr/>
        </p:nvSpPr>
        <p:spPr>
          <a:xfrm>
            <a:off x="1681162" y="2044700"/>
            <a:ext cx="871537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200"/>
              <a:buFont typeface="Open Sans"/>
              <a:buNone/>
            </a:pPr>
            <a:r>
              <a:rPr lang="en-US" sz="32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87%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2270125" y="3341687"/>
            <a:ext cx="871537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200"/>
              <a:buFont typeface="Open Sans"/>
              <a:buNone/>
            </a:pPr>
            <a:r>
              <a:rPr lang="en-US" sz="32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52%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2878137" y="4657725"/>
            <a:ext cx="871537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3200"/>
              <a:buFont typeface="Open Sans"/>
              <a:buNone/>
            </a:pPr>
            <a:r>
              <a:rPr lang="en-US" sz="32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15%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9215437" y="2251075"/>
            <a:ext cx="2339975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US" sz="16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8618537" y="3530600"/>
            <a:ext cx="2341562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US" sz="16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8010525" y="4884737"/>
            <a:ext cx="2341562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Open Sans"/>
              <a:buNone/>
            </a:pPr>
            <a:r>
              <a:rPr lang="en-US" sz="16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4"/>
          <p:cNvGrpSpPr/>
          <p:nvPr/>
        </p:nvGrpSpPr>
        <p:grpSpPr>
          <a:xfrm>
            <a:off x="3495675" y="723900"/>
            <a:ext cx="5183187" cy="5270500"/>
            <a:chOff x="3495676" y="723900"/>
            <a:chExt cx="5183188" cy="5270500"/>
          </a:xfrm>
        </p:grpSpPr>
        <p:sp>
          <p:nvSpPr>
            <p:cNvPr id="118" name="Google Shape;118;p14"/>
            <p:cNvSpPr/>
            <p:nvPr/>
          </p:nvSpPr>
          <p:spPr>
            <a:xfrm>
              <a:off x="3495676" y="1254125"/>
              <a:ext cx="5183188" cy="776287"/>
            </a:xfrm>
            <a:prstGeom prst="ellipse">
              <a:avLst/>
            </a:prstGeom>
            <a:solidFill>
              <a:srgbClr val="F7EE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14"/>
            <p:cNvSpPr/>
            <p:nvPr/>
          </p:nvSpPr>
          <p:spPr>
            <a:xfrm>
              <a:off x="5043488" y="4873625"/>
              <a:ext cx="2109788" cy="1120775"/>
            </a:xfrm>
            <a:custGeom>
              <a:avLst/>
              <a:gdLst/>
              <a:ahLst/>
              <a:cxnLst/>
              <a:rect l="l" t="t" r="r" b="b"/>
              <a:pathLst>
                <a:path w="462" h="245" extrusionOk="0">
                  <a:moveTo>
                    <a:pt x="0" y="0"/>
                  </a:moveTo>
                  <a:cubicBezTo>
                    <a:pt x="98" y="204"/>
                    <a:pt x="98" y="204"/>
                    <a:pt x="98" y="204"/>
                  </a:cubicBezTo>
                  <a:cubicBezTo>
                    <a:pt x="125" y="229"/>
                    <a:pt x="175" y="245"/>
                    <a:pt x="231" y="245"/>
                  </a:cubicBezTo>
                  <a:cubicBezTo>
                    <a:pt x="287" y="245"/>
                    <a:pt x="336" y="229"/>
                    <a:pt x="363" y="204"/>
                  </a:cubicBezTo>
                  <a:cubicBezTo>
                    <a:pt x="462" y="0"/>
                    <a:pt x="462" y="0"/>
                    <a:pt x="462" y="0"/>
                  </a:cubicBezTo>
                  <a:cubicBezTo>
                    <a:pt x="413" y="27"/>
                    <a:pt x="328" y="44"/>
                    <a:pt x="231" y="44"/>
                  </a:cubicBezTo>
                  <a:cubicBezTo>
                    <a:pt x="133" y="44"/>
                    <a:pt x="49" y="27"/>
                    <a:pt x="0" y="0"/>
                  </a:cubicBezTo>
                  <a:close/>
                </a:path>
              </a:pathLst>
            </a:custGeom>
            <a:solidFill>
              <a:srgbClr val="8B10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4"/>
            <p:cNvSpPr/>
            <p:nvPr/>
          </p:nvSpPr>
          <p:spPr>
            <a:xfrm>
              <a:off x="4540251" y="3841750"/>
              <a:ext cx="3109913" cy="1165225"/>
            </a:xfrm>
            <a:custGeom>
              <a:avLst/>
              <a:gdLst/>
              <a:ahLst/>
              <a:cxnLst/>
              <a:rect l="l" t="t" r="r" b="b"/>
              <a:pathLst>
                <a:path w="681" h="255" extrusionOk="0">
                  <a:moveTo>
                    <a:pt x="0" y="0"/>
                  </a:moveTo>
                  <a:cubicBezTo>
                    <a:pt x="55" y="112"/>
                    <a:pt x="55" y="112"/>
                    <a:pt x="55" y="112"/>
                  </a:cubicBezTo>
                  <a:cubicBezTo>
                    <a:pt x="95" y="195"/>
                    <a:pt x="95" y="195"/>
                    <a:pt x="95" y="195"/>
                  </a:cubicBezTo>
                  <a:cubicBezTo>
                    <a:pt x="126" y="227"/>
                    <a:pt x="217" y="255"/>
                    <a:pt x="341" y="255"/>
                  </a:cubicBezTo>
                  <a:cubicBezTo>
                    <a:pt x="464" y="255"/>
                    <a:pt x="555" y="227"/>
                    <a:pt x="587" y="195"/>
                  </a:cubicBezTo>
                  <a:cubicBezTo>
                    <a:pt x="627" y="112"/>
                    <a:pt x="627" y="112"/>
                    <a:pt x="627" y="112"/>
                  </a:cubicBezTo>
                  <a:cubicBezTo>
                    <a:pt x="681" y="0"/>
                    <a:pt x="681" y="0"/>
                    <a:pt x="681" y="0"/>
                  </a:cubicBezTo>
                  <a:cubicBezTo>
                    <a:pt x="624" y="30"/>
                    <a:pt x="508" y="54"/>
                    <a:pt x="341" y="54"/>
                  </a:cubicBezTo>
                  <a:cubicBezTo>
                    <a:pt x="173" y="54"/>
                    <a:pt x="58" y="30"/>
                    <a:pt x="0" y="0"/>
                  </a:cubicBezTo>
                  <a:close/>
                </a:path>
              </a:pathLst>
            </a:custGeom>
            <a:solidFill>
              <a:srgbClr val="E3425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4"/>
            <p:cNvSpPr/>
            <p:nvPr/>
          </p:nvSpPr>
          <p:spPr>
            <a:xfrm>
              <a:off x="3554413" y="1801813"/>
              <a:ext cx="5083175" cy="1220787"/>
            </a:xfrm>
            <a:custGeom>
              <a:avLst/>
              <a:gdLst/>
              <a:ahLst/>
              <a:cxnLst/>
              <a:rect l="l" t="t" r="r" b="b"/>
              <a:pathLst>
                <a:path w="1113" h="267" extrusionOk="0">
                  <a:moveTo>
                    <a:pt x="557" y="66"/>
                  </a:moveTo>
                  <a:cubicBezTo>
                    <a:pt x="326" y="66"/>
                    <a:pt x="84" y="43"/>
                    <a:pt x="0" y="0"/>
                  </a:cubicBezTo>
                  <a:cubicBezTo>
                    <a:pt x="96" y="198"/>
                    <a:pt x="96" y="198"/>
                    <a:pt x="96" y="198"/>
                  </a:cubicBezTo>
                  <a:cubicBezTo>
                    <a:pt x="135" y="230"/>
                    <a:pt x="295" y="267"/>
                    <a:pt x="557" y="267"/>
                  </a:cubicBezTo>
                  <a:cubicBezTo>
                    <a:pt x="819" y="267"/>
                    <a:pt x="979" y="230"/>
                    <a:pt x="1017" y="198"/>
                  </a:cubicBezTo>
                  <a:cubicBezTo>
                    <a:pt x="1113" y="0"/>
                    <a:pt x="1113" y="0"/>
                    <a:pt x="1113" y="0"/>
                  </a:cubicBezTo>
                  <a:cubicBezTo>
                    <a:pt x="1029" y="43"/>
                    <a:pt x="787" y="66"/>
                    <a:pt x="557" y="66"/>
                  </a:cubicBezTo>
                  <a:close/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4"/>
            <p:cNvSpPr/>
            <p:nvPr/>
          </p:nvSpPr>
          <p:spPr>
            <a:xfrm>
              <a:off x="4052888" y="2830513"/>
              <a:ext cx="4086225" cy="1184275"/>
            </a:xfrm>
            <a:custGeom>
              <a:avLst/>
              <a:gdLst/>
              <a:ahLst/>
              <a:cxnLst/>
              <a:rect l="l" t="t" r="r" b="b"/>
              <a:pathLst>
                <a:path w="895" h="259" extrusionOk="0">
                  <a:moveTo>
                    <a:pt x="0" y="0"/>
                  </a:moveTo>
                  <a:cubicBezTo>
                    <a:pt x="94" y="193"/>
                    <a:pt x="94" y="193"/>
                    <a:pt x="94" y="193"/>
                  </a:cubicBezTo>
                  <a:cubicBezTo>
                    <a:pt x="130" y="227"/>
                    <a:pt x="266" y="259"/>
                    <a:pt x="448" y="259"/>
                  </a:cubicBezTo>
                  <a:cubicBezTo>
                    <a:pt x="630" y="259"/>
                    <a:pt x="765" y="227"/>
                    <a:pt x="802" y="193"/>
                  </a:cubicBezTo>
                  <a:cubicBezTo>
                    <a:pt x="895" y="0"/>
                    <a:pt x="895" y="0"/>
                    <a:pt x="895" y="0"/>
                  </a:cubicBezTo>
                  <a:cubicBezTo>
                    <a:pt x="815" y="38"/>
                    <a:pt x="627" y="58"/>
                    <a:pt x="448" y="58"/>
                  </a:cubicBezTo>
                  <a:cubicBezTo>
                    <a:pt x="268" y="58"/>
                    <a:pt x="81" y="38"/>
                    <a:pt x="0" y="0"/>
                  </a:cubicBezTo>
                  <a:close/>
                </a:path>
              </a:pathLst>
            </a:custGeom>
            <a:solidFill>
              <a:srgbClr val="FE91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4"/>
            <p:cNvSpPr txBox="1"/>
            <p:nvPr/>
          </p:nvSpPr>
          <p:spPr>
            <a:xfrm>
              <a:off x="7394576" y="723900"/>
              <a:ext cx="284163" cy="919162"/>
            </a:xfrm>
            <a:prstGeom prst="rect">
              <a:avLst/>
            </a:prstGeom>
            <a:solidFill>
              <a:srgbClr val="C7BFA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4"/>
            <p:cNvSpPr txBox="1"/>
            <p:nvPr/>
          </p:nvSpPr>
          <p:spPr>
            <a:xfrm>
              <a:off x="5946776" y="723900"/>
              <a:ext cx="284163" cy="919162"/>
            </a:xfrm>
            <a:prstGeom prst="rect">
              <a:avLst/>
            </a:prstGeom>
            <a:solidFill>
              <a:srgbClr val="C7BFA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4"/>
            <p:cNvSpPr txBox="1"/>
            <p:nvPr/>
          </p:nvSpPr>
          <p:spPr>
            <a:xfrm>
              <a:off x="4500563" y="723900"/>
              <a:ext cx="282575" cy="919162"/>
            </a:xfrm>
            <a:prstGeom prst="rect">
              <a:avLst/>
            </a:prstGeom>
            <a:solidFill>
              <a:srgbClr val="C7BFA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1587" y="-3175"/>
            <a:ext cx="12174537" cy="685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 txBox="1"/>
          <p:nvPr/>
        </p:nvSpPr>
        <p:spPr>
          <a:xfrm>
            <a:off x="4591050" y="2181225"/>
            <a:ext cx="3009900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Open Sans"/>
              <a:buNone/>
            </a:pPr>
            <a:r>
              <a:rPr lang="en-US" sz="4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Conciencia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5021262" y="3217864"/>
            <a:ext cx="2263774" cy="569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"/>
              <a:buNone/>
            </a:pPr>
            <a:r>
              <a:rPr lang="en-US" sz="3700" b="1" i="0" u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Interesar</a:t>
            </a:r>
            <a:endParaRPr dirty="0"/>
          </a:p>
        </p:txBody>
      </p:sp>
      <p:sp>
        <p:nvSpPr>
          <p:cNvPr id="129" name="Google Shape;129;p14"/>
          <p:cNvSpPr txBox="1"/>
          <p:nvPr/>
        </p:nvSpPr>
        <p:spPr>
          <a:xfrm>
            <a:off x="5253037" y="4256087"/>
            <a:ext cx="177165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Decisión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5408612" y="5160962"/>
            <a:ext cx="1562100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n-US" sz="3200" b="1" i="0" u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Ventas</a:t>
            </a:r>
            <a:endParaRPr dirty="0"/>
          </a:p>
        </p:txBody>
      </p:sp>
      <p:pic>
        <p:nvPicPr>
          <p:cNvPr id="131" name="Google Shape;13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6875" y="6186487"/>
            <a:ext cx="3768725" cy="53498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/>
          <p:nvPr/>
        </p:nvSpPr>
        <p:spPr>
          <a:xfrm>
            <a:off x="7158037" y="1514475"/>
            <a:ext cx="757237" cy="320675"/>
          </a:xfrm>
          <a:custGeom>
            <a:avLst/>
            <a:gdLst/>
            <a:ahLst/>
            <a:cxnLst/>
            <a:rect l="l" t="t" r="r" b="b"/>
            <a:pathLst>
              <a:path w="166" h="70" extrusionOk="0">
                <a:moveTo>
                  <a:pt x="85" y="69"/>
                </a:moveTo>
                <a:cubicBezTo>
                  <a:pt x="84" y="70"/>
                  <a:pt x="82" y="70"/>
                  <a:pt x="81" y="69"/>
                </a:cubicBezTo>
                <a:cubicBezTo>
                  <a:pt x="39" y="35"/>
                  <a:pt x="39" y="35"/>
                  <a:pt x="39" y="35"/>
                </a:cubicBezTo>
                <a:cubicBezTo>
                  <a:pt x="2" y="6"/>
                  <a:pt x="2" y="6"/>
                  <a:pt x="2" y="6"/>
                </a:cubicBezTo>
                <a:cubicBezTo>
                  <a:pt x="0" y="4"/>
                  <a:pt x="1" y="0"/>
                  <a:pt x="4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65" y="0"/>
                  <a:pt x="166" y="4"/>
                  <a:pt x="164" y="6"/>
                </a:cubicBezTo>
                <a:cubicBezTo>
                  <a:pt x="127" y="35"/>
                  <a:pt x="127" y="35"/>
                  <a:pt x="127" y="35"/>
                </a:cubicBezTo>
                <a:lnTo>
                  <a:pt x="85" y="69"/>
                </a:lnTo>
                <a:close/>
              </a:path>
            </a:pathLst>
          </a:custGeom>
          <a:solidFill>
            <a:srgbClr val="C7BFA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5710237" y="1514475"/>
            <a:ext cx="757237" cy="320675"/>
          </a:xfrm>
          <a:custGeom>
            <a:avLst/>
            <a:gdLst/>
            <a:ahLst/>
            <a:cxnLst/>
            <a:rect l="l" t="t" r="r" b="b"/>
            <a:pathLst>
              <a:path w="166" h="70" extrusionOk="0">
                <a:moveTo>
                  <a:pt x="85" y="69"/>
                </a:moveTo>
                <a:cubicBezTo>
                  <a:pt x="84" y="70"/>
                  <a:pt x="82" y="70"/>
                  <a:pt x="81" y="69"/>
                </a:cubicBezTo>
                <a:cubicBezTo>
                  <a:pt x="39" y="35"/>
                  <a:pt x="39" y="35"/>
                  <a:pt x="39" y="35"/>
                </a:cubicBezTo>
                <a:cubicBezTo>
                  <a:pt x="2" y="6"/>
                  <a:pt x="2" y="6"/>
                  <a:pt x="2" y="6"/>
                </a:cubicBezTo>
                <a:cubicBezTo>
                  <a:pt x="0" y="4"/>
                  <a:pt x="1" y="0"/>
                  <a:pt x="4" y="0"/>
                </a:cubicBezTo>
                <a:cubicBezTo>
                  <a:pt x="83" y="0"/>
                  <a:pt x="83" y="0"/>
                  <a:pt x="83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65" y="0"/>
                  <a:pt x="166" y="4"/>
                  <a:pt x="164" y="6"/>
                </a:cubicBezTo>
                <a:cubicBezTo>
                  <a:pt x="127" y="35"/>
                  <a:pt x="127" y="35"/>
                  <a:pt x="127" y="35"/>
                </a:cubicBezTo>
                <a:lnTo>
                  <a:pt x="85" y="69"/>
                </a:lnTo>
                <a:close/>
              </a:path>
            </a:pathLst>
          </a:custGeom>
          <a:solidFill>
            <a:srgbClr val="C7BFA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/>
          <p:nvPr/>
        </p:nvSpPr>
        <p:spPr>
          <a:xfrm>
            <a:off x="4257675" y="1514475"/>
            <a:ext cx="763587" cy="320675"/>
          </a:xfrm>
          <a:custGeom>
            <a:avLst/>
            <a:gdLst/>
            <a:ahLst/>
            <a:cxnLst/>
            <a:rect l="l" t="t" r="r" b="b"/>
            <a:pathLst>
              <a:path w="167" h="70" extrusionOk="0">
                <a:moveTo>
                  <a:pt x="86" y="69"/>
                </a:moveTo>
                <a:cubicBezTo>
                  <a:pt x="85" y="70"/>
                  <a:pt x="83" y="70"/>
                  <a:pt x="82" y="69"/>
                </a:cubicBezTo>
                <a:cubicBezTo>
                  <a:pt x="40" y="35"/>
                  <a:pt x="40" y="35"/>
                  <a:pt x="40" y="35"/>
                </a:cubicBezTo>
                <a:cubicBezTo>
                  <a:pt x="3" y="6"/>
                  <a:pt x="3" y="6"/>
                  <a:pt x="3" y="6"/>
                </a:cubicBezTo>
                <a:cubicBezTo>
                  <a:pt x="0" y="4"/>
                  <a:pt x="2" y="0"/>
                  <a:pt x="5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62" y="0"/>
                  <a:pt x="162" y="0"/>
                  <a:pt x="162" y="0"/>
                </a:cubicBezTo>
                <a:cubicBezTo>
                  <a:pt x="166" y="0"/>
                  <a:pt x="167" y="4"/>
                  <a:pt x="165" y="6"/>
                </a:cubicBezTo>
                <a:cubicBezTo>
                  <a:pt x="128" y="35"/>
                  <a:pt x="128" y="35"/>
                  <a:pt x="128" y="35"/>
                </a:cubicBezTo>
                <a:lnTo>
                  <a:pt x="86" y="69"/>
                </a:lnTo>
                <a:close/>
              </a:path>
            </a:pathLst>
          </a:custGeom>
          <a:solidFill>
            <a:srgbClr val="C7BFA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" name="Google Shape;135;p14"/>
          <p:cNvGrpSpPr/>
          <p:nvPr/>
        </p:nvGrpSpPr>
        <p:grpSpPr>
          <a:xfrm>
            <a:off x="750887" y="2382837"/>
            <a:ext cx="3713162" cy="3227387"/>
            <a:chOff x="750888" y="2382838"/>
            <a:chExt cx="3713163" cy="3227387"/>
          </a:xfrm>
        </p:grpSpPr>
        <p:sp>
          <p:nvSpPr>
            <p:cNvPr id="136" name="Google Shape;136;p14"/>
            <p:cNvSpPr/>
            <p:nvPr/>
          </p:nvSpPr>
          <p:spPr>
            <a:xfrm>
              <a:off x="804863" y="2438400"/>
              <a:ext cx="2087563" cy="0"/>
            </a:xfrm>
            <a:custGeom>
              <a:avLst/>
              <a:gdLst/>
              <a:ahLst/>
              <a:cxnLst/>
              <a:rect l="l" t="t" r="r" b="b"/>
              <a:pathLst>
                <a:path w="1315" h="120000" extrusionOk="0">
                  <a:moveTo>
                    <a:pt x="0" y="0"/>
                  </a:moveTo>
                  <a:lnTo>
                    <a:pt x="13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37" name="Google Shape;137;p14"/>
            <p:cNvCxnSpPr/>
            <p:nvPr/>
          </p:nvCxnSpPr>
          <p:spPr>
            <a:xfrm>
              <a:off x="804863" y="2438400"/>
              <a:ext cx="2087563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38" name="Google Shape;138;p14"/>
            <p:cNvSpPr/>
            <p:nvPr/>
          </p:nvSpPr>
          <p:spPr>
            <a:xfrm>
              <a:off x="750888" y="2382838"/>
              <a:ext cx="2197100" cy="114300"/>
            </a:xfrm>
            <a:custGeom>
              <a:avLst/>
              <a:gdLst/>
              <a:ahLst/>
              <a:cxnLst/>
              <a:rect l="l" t="t" r="r" b="b"/>
              <a:pathLst>
                <a:path w="481" h="25" extrusionOk="0">
                  <a:moveTo>
                    <a:pt x="12" y="25"/>
                  </a:moveTo>
                  <a:cubicBezTo>
                    <a:pt x="469" y="25"/>
                    <a:pt x="469" y="25"/>
                    <a:pt x="469" y="25"/>
                  </a:cubicBezTo>
                  <a:cubicBezTo>
                    <a:pt x="476" y="25"/>
                    <a:pt x="481" y="19"/>
                    <a:pt x="481" y="12"/>
                  </a:cubicBezTo>
                  <a:cubicBezTo>
                    <a:pt x="481" y="5"/>
                    <a:pt x="476" y="0"/>
                    <a:pt x="469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9"/>
                    <a:pt x="5" y="25"/>
                    <a:pt x="12" y="25"/>
                  </a:cubicBezTo>
                </a:path>
              </a:pathLst>
            </a:custGeom>
            <a:solidFill>
              <a:srgbClr val="FFF0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4"/>
            <p:cNvSpPr/>
            <p:nvPr/>
          </p:nvSpPr>
          <p:spPr>
            <a:xfrm>
              <a:off x="804863" y="2438400"/>
              <a:ext cx="1549400" cy="0"/>
            </a:xfrm>
            <a:custGeom>
              <a:avLst/>
              <a:gdLst/>
              <a:ahLst/>
              <a:cxnLst/>
              <a:rect l="l" t="t" r="r" b="b"/>
              <a:pathLst>
                <a:path w="976" h="120000" extrusionOk="0">
                  <a:moveTo>
                    <a:pt x="0" y="0"/>
                  </a:moveTo>
                  <a:lnTo>
                    <a:pt x="9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0" name="Google Shape;140;p14"/>
            <p:cNvCxnSpPr/>
            <p:nvPr/>
          </p:nvCxnSpPr>
          <p:spPr>
            <a:xfrm>
              <a:off x="804863" y="2438400"/>
              <a:ext cx="1549400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41" name="Google Shape;141;p14"/>
            <p:cNvSpPr/>
            <p:nvPr/>
          </p:nvSpPr>
          <p:spPr>
            <a:xfrm>
              <a:off x="750888" y="2382838"/>
              <a:ext cx="1657350" cy="114300"/>
            </a:xfrm>
            <a:custGeom>
              <a:avLst/>
              <a:gdLst/>
              <a:ahLst/>
              <a:cxnLst/>
              <a:rect l="l" t="t" r="r" b="b"/>
              <a:pathLst>
                <a:path w="363" h="25" extrusionOk="0">
                  <a:moveTo>
                    <a:pt x="12" y="25"/>
                  </a:moveTo>
                  <a:cubicBezTo>
                    <a:pt x="351" y="25"/>
                    <a:pt x="351" y="25"/>
                    <a:pt x="351" y="25"/>
                  </a:cubicBezTo>
                  <a:cubicBezTo>
                    <a:pt x="358" y="25"/>
                    <a:pt x="363" y="19"/>
                    <a:pt x="363" y="12"/>
                  </a:cubicBezTo>
                  <a:cubicBezTo>
                    <a:pt x="363" y="5"/>
                    <a:pt x="358" y="0"/>
                    <a:pt x="35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9"/>
                    <a:pt x="5" y="25"/>
                    <a:pt x="12" y="25"/>
                  </a:cubicBezTo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14"/>
            <p:cNvSpPr/>
            <p:nvPr/>
          </p:nvSpPr>
          <p:spPr>
            <a:xfrm>
              <a:off x="1266826" y="3397250"/>
              <a:ext cx="2200275" cy="114300"/>
            </a:xfrm>
            <a:custGeom>
              <a:avLst/>
              <a:gdLst/>
              <a:ahLst/>
              <a:cxnLst/>
              <a:rect l="l" t="t" r="r" b="b"/>
              <a:pathLst>
                <a:path w="482" h="25" extrusionOk="0">
                  <a:moveTo>
                    <a:pt x="13" y="25"/>
                  </a:moveTo>
                  <a:cubicBezTo>
                    <a:pt x="469" y="25"/>
                    <a:pt x="469" y="25"/>
                    <a:pt x="469" y="25"/>
                  </a:cubicBezTo>
                  <a:cubicBezTo>
                    <a:pt x="476" y="25"/>
                    <a:pt x="482" y="20"/>
                    <a:pt x="482" y="13"/>
                  </a:cubicBezTo>
                  <a:cubicBezTo>
                    <a:pt x="482" y="6"/>
                    <a:pt x="476" y="0"/>
                    <a:pt x="46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5"/>
                    <a:pt x="13" y="25"/>
                  </a:cubicBezTo>
                </a:path>
              </a:pathLst>
            </a:custGeom>
            <a:solidFill>
              <a:srgbClr val="FFE0C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4"/>
            <p:cNvSpPr/>
            <p:nvPr/>
          </p:nvSpPr>
          <p:spPr>
            <a:xfrm>
              <a:off x="1266826" y="3397250"/>
              <a:ext cx="1287463" cy="114300"/>
            </a:xfrm>
            <a:custGeom>
              <a:avLst/>
              <a:gdLst/>
              <a:ahLst/>
              <a:cxnLst/>
              <a:rect l="l" t="t" r="r" b="b"/>
              <a:pathLst>
                <a:path w="282" h="25" extrusionOk="0">
                  <a:moveTo>
                    <a:pt x="13" y="25"/>
                  </a:moveTo>
                  <a:cubicBezTo>
                    <a:pt x="269" y="25"/>
                    <a:pt x="269" y="25"/>
                    <a:pt x="269" y="25"/>
                  </a:cubicBezTo>
                  <a:cubicBezTo>
                    <a:pt x="276" y="25"/>
                    <a:pt x="282" y="20"/>
                    <a:pt x="282" y="13"/>
                  </a:cubicBezTo>
                  <a:cubicBezTo>
                    <a:pt x="282" y="6"/>
                    <a:pt x="276" y="0"/>
                    <a:pt x="269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5"/>
                    <a:pt x="13" y="25"/>
                  </a:cubicBezTo>
                </a:path>
              </a:pathLst>
            </a:custGeom>
            <a:solidFill>
              <a:srgbClr val="FE91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14"/>
            <p:cNvSpPr/>
            <p:nvPr/>
          </p:nvSpPr>
          <p:spPr>
            <a:xfrm>
              <a:off x="1751013" y="4421188"/>
              <a:ext cx="2200275" cy="114300"/>
            </a:xfrm>
            <a:custGeom>
              <a:avLst/>
              <a:gdLst/>
              <a:ahLst/>
              <a:cxnLst/>
              <a:rect l="l" t="t" r="r" b="b"/>
              <a:pathLst>
                <a:path w="482" h="25" extrusionOk="0">
                  <a:moveTo>
                    <a:pt x="12" y="25"/>
                  </a:moveTo>
                  <a:cubicBezTo>
                    <a:pt x="469" y="25"/>
                    <a:pt x="469" y="25"/>
                    <a:pt x="469" y="25"/>
                  </a:cubicBezTo>
                  <a:cubicBezTo>
                    <a:pt x="476" y="25"/>
                    <a:pt x="482" y="20"/>
                    <a:pt x="482" y="13"/>
                  </a:cubicBezTo>
                  <a:cubicBezTo>
                    <a:pt x="482" y="6"/>
                    <a:pt x="476" y="0"/>
                    <a:pt x="469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5"/>
                    <a:pt x="12" y="25"/>
                  </a:cubicBezTo>
                </a:path>
              </a:pathLst>
            </a:custGeom>
            <a:solidFill>
              <a:srgbClr val="F7D2D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14"/>
            <p:cNvSpPr/>
            <p:nvPr/>
          </p:nvSpPr>
          <p:spPr>
            <a:xfrm>
              <a:off x="1658938" y="4421188"/>
              <a:ext cx="858838" cy="114300"/>
            </a:xfrm>
            <a:custGeom>
              <a:avLst/>
              <a:gdLst/>
              <a:ahLst/>
              <a:cxnLst/>
              <a:rect l="l" t="t" r="r" b="b"/>
              <a:pathLst>
                <a:path w="188" h="25" extrusionOk="0">
                  <a:moveTo>
                    <a:pt x="12" y="25"/>
                  </a:moveTo>
                  <a:cubicBezTo>
                    <a:pt x="175" y="25"/>
                    <a:pt x="175" y="25"/>
                    <a:pt x="175" y="25"/>
                  </a:cubicBezTo>
                  <a:cubicBezTo>
                    <a:pt x="182" y="25"/>
                    <a:pt x="188" y="20"/>
                    <a:pt x="188" y="13"/>
                  </a:cubicBezTo>
                  <a:cubicBezTo>
                    <a:pt x="188" y="6"/>
                    <a:pt x="182" y="0"/>
                    <a:pt x="17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20"/>
                    <a:pt x="5" y="25"/>
                    <a:pt x="12" y="25"/>
                  </a:cubicBezTo>
                </a:path>
              </a:pathLst>
            </a:custGeom>
            <a:solidFill>
              <a:srgbClr val="E3425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14"/>
            <p:cNvSpPr/>
            <p:nvPr/>
          </p:nvSpPr>
          <p:spPr>
            <a:xfrm>
              <a:off x="2320926" y="5554663"/>
              <a:ext cx="2087563" cy="0"/>
            </a:xfrm>
            <a:custGeom>
              <a:avLst/>
              <a:gdLst/>
              <a:ahLst/>
              <a:cxnLst/>
              <a:rect l="l" t="t" r="r" b="b"/>
              <a:pathLst>
                <a:path w="1315" h="120000" extrusionOk="0">
                  <a:moveTo>
                    <a:pt x="0" y="0"/>
                  </a:moveTo>
                  <a:lnTo>
                    <a:pt x="131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3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7" name="Google Shape;147;p14"/>
            <p:cNvCxnSpPr/>
            <p:nvPr/>
          </p:nvCxnSpPr>
          <p:spPr>
            <a:xfrm>
              <a:off x="2320926" y="5554663"/>
              <a:ext cx="2087563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48" name="Google Shape;148;p14"/>
            <p:cNvSpPr/>
            <p:nvPr/>
          </p:nvSpPr>
          <p:spPr>
            <a:xfrm>
              <a:off x="2262188" y="5495925"/>
              <a:ext cx="2201863" cy="114300"/>
            </a:xfrm>
            <a:custGeom>
              <a:avLst/>
              <a:gdLst/>
              <a:ahLst/>
              <a:cxnLst/>
              <a:rect l="l" t="t" r="r" b="b"/>
              <a:pathLst>
                <a:path w="482" h="25" extrusionOk="0">
                  <a:moveTo>
                    <a:pt x="13" y="25"/>
                  </a:moveTo>
                  <a:cubicBezTo>
                    <a:pt x="470" y="25"/>
                    <a:pt x="470" y="25"/>
                    <a:pt x="470" y="25"/>
                  </a:cubicBezTo>
                  <a:cubicBezTo>
                    <a:pt x="477" y="25"/>
                    <a:pt x="482" y="20"/>
                    <a:pt x="482" y="13"/>
                  </a:cubicBezTo>
                  <a:cubicBezTo>
                    <a:pt x="482" y="6"/>
                    <a:pt x="477" y="0"/>
                    <a:pt x="47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5"/>
                    <a:pt x="13" y="25"/>
                  </a:cubicBezTo>
                </a:path>
              </a:pathLst>
            </a:custGeom>
            <a:solidFill>
              <a:srgbClr val="E0BCC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9" name="Google Shape;149;p14"/>
            <p:cNvSpPr/>
            <p:nvPr/>
          </p:nvSpPr>
          <p:spPr>
            <a:xfrm>
              <a:off x="2320926" y="5554663"/>
              <a:ext cx="374650" cy="0"/>
            </a:xfrm>
            <a:custGeom>
              <a:avLst/>
              <a:gdLst/>
              <a:ahLst/>
              <a:cxnLst/>
              <a:rect l="l" t="t" r="r" b="b"/>
              <a:pathLst>
                <a:path w="236" h="120000" extrusionOk="0">
                  <a:moveTo>
                    <a:pt x="0" y="0"/>
                  </a:moveTo>
                  <a:lnTo>
                    <a:pt x="2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3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0" name="Google Shape;150;p14"/>
            <p:cNvCxnSpPr/>
            <p:nvPr/>
          </p:nvCxnSpPr>
          <p:spPr>
            <a:xfrm>
              <a:off x="2320926" y="5554663"/>
              <a:ext cx="374650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51" name="Google Shape;151;p14"/>
            <p:cNvSpPr/>
            <p:nvPr/>
          </p:nvSpPr>
          <p:spPr>
            <a:xfrm>
              <a:off x="2262188" y="5495925"/>
              <a:ext cx="493713" cy="114300"/>
            </a:xfrm>
            <a:custGeom>
              <a:avLst/>
              <a:gdLst/>
              <a:ahLst/>
              <a:cxnLst/>
              <a:rect l="l" t="t" r="r" b="b"/>
              <a:pathLst>
                <a:path w="108" h="25" extrusionOk="0">
                  <a:moveTo>
                    <a:pt x="13" y="25"/>
                  </a:moveTo>
                  <a:cubicBezTo>
                    <a:pt x="95" y="25"/>
                    <a:pt x="95" y="25"/>
                    <a:pt x="95" y="25"/>
                  </a:cubicBezTo>
                  <a:cubicBezTo>
                    <a:pt x="102" y="25"/>
                    <a:pt x="108" y="20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20"/>
                    <a:pt x="6" y="25"/>
                    <a:pt x="13" y="25"/>
                  </a:cubicBezTo>
                </a:path>
              </a:pathLst>
            </a:custGeom>
            <a:solidFill>
              <a:srgbClr val="8B103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2" name="Google Shape;152;p14"/>
          <p:cNvSpPr txBox="1"/>
          <p:nvPr/>
        </p:nvSpPr>
        <p:spPr>
          <a:xfrm>
            <a:off x="1549400" y="1912937"/>
            <a:ext cx="84455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500"/>
              <a:buFont typeface="Open Sans"/>
              <a:buNone/>
            </a:pPr>
            <a:r>
              <a:rPr lang="en-US" sz="25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71%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2065337" y="2932112"/>
            <a:ext cx="84455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500"/>
              <a:buFont typeface="Open Sans"/>
              <a:buNone/>
            </a:pPr>
            <a:r>
              <a:rPr lang="en-US" sz="25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56%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2549525" y="3956050"/>
            <a:ext cx="84455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500"/>
              <a:buFont typeface="Open Sans"/>
              <a:buNone/>
            </a:pPr>
            <a:r>
              <a:rPr lang="en-US" sz="25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35%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3057525" y="5029200"/>
            <a:ext cx="844550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500"/>
              <a:buFont typeface="Open Sans"/>
              <a:buNone/>
            </a:pPr>
            <a:r>
              <a:rPr lang="en-US" sz="25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15%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9304337" y="1912937"/>
            <a:ext cx="2341562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8818562" y="2925762"/>
            <a:ext cx="2341562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8324850" y="3937000"/>
            <a:ext cx="2341562" cy="78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  <p:sp>
        <p:nvSpPr>
          <p:cNvPr id="159" name="Google Shape;159;p14"/>
          <p:cNvSpPr txBox="1"/>
          <p:nvPr/>
        </p:nvSpPr>
        <p:spPr>
          <a:xfrm>
            <a:off x="7820025" y="5000625"/>
            <a:ext cx="2341562" cy="785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 adipiscing elit, sed do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Google Shape;164;p15"/>
          <p:cNvGrpSpPr/>
          <p:nvPr/>
        </p:nvGrpSpPr>
        <p:grpSpPr>
          <a:xfrm>
            <a:off x="2719387" y="601662"/>
            <a:ext cx="6740525" cy="5476875"/>
            <a:chOff x="2719388" y="601663"/>
            <a:chExt cx="6740525" cy="5476875"/>
          </a:xfrm>
        </p:grpSpPr>
        <p:sp>
          <p:nvSpPr>
            <p:cNvPr id="165" name="Google Shape;165;p15"/>
            <p:cNvSpPr/>
            <p:nvPr/>
          </p:nvSpPr>
          <p:spPr>
            <a:xfrm>
              <a:off x="3511551" y="1366838"/>
              <a:ext cx="5156200" cy="617537"/>
            </a:xfrm>
            <a:prstGeom prst="ellipse">
              <a:avLst/>
            </a:prstGeom>
            <a:solidFill>
              <a:srgbClr val="F7EE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4365626" y="3476625"/>
              <a:ext cx="3467100" cy="968375"/>
            </a:xfrm>
            <a:custGeom>
              <a:avLst/>
              <a:gdLst/>
              <a:ahLst/>
              <a:cxnLst/>
              <a:rect l="l" t="t" r="r" b="b"/>
              <a:pathLst>
                <a:path w="735" h="205" extrusionOk="0">
                  <a:moveTo>
                    <a:pt x="0" y="0"/>
                  </a:moveTo>
                  <a:cubicBezTo>
                    <a:pt x="75" y="153"/>
                    <a:pt x="75" y="153"/>
                    <a:pt x="75" y="153"/>
                  </a:cubicBezTo>
                  <a:cubicBezTo>
                    <a:pt x="104" y="179"/>
                    <a:pt x="216" y="205"/>
                    <a:pt x="368" y="205"/>
                  </a:cubicBezTo>
                  <a:cubicBezTo>
                    <a:pt x="519" y="205"/>
                    <a:pt x="632" y="179"/>
                    <a:pt x="660" y="153"/>
                  </a:cubicBezTo>
                  <a:cubicBezTo>
                    <a:pt x="735" y="0"/>
                    <a:pt x="735" y="0"/>
                    <a:pt x="735" y="0"/>
                  </a:cubicBezTo>
                  <a:cubicBezTo>
                    <a:pt x="668" y="31"/>
                    <a:pt x="515" y="47"/>
                    <a:pt x="368" y="47"/>
                  </a:cubicBezTo>
                  <a:cubicBezTo>
                    <a:pt x="221" y="47"/>
                    <a:pt x="67" y="31"/>
                    <a:pt x="0" y="0"/>
                  </a:cubicBezTo>
                  <a:close/>
                </a:path>
              </a:pathLst>
            </a:custGeom>
            <a:solidFill>
              <a:srgbClr val="54BB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5191126" y="5167313"/>
              <a:ext cx="1816100" cy="911225"/>
            </a:xfrm>
            <a:custGeom>
              <a:avLst/>
              <a:gdLst/>
              <a:ahLst/>
              <a:cxnLst/>
              <a:rect l="l" t="t" r="r" b="b"/>
              <a:pathLst>
                <a:path w="385" h="193" extrusionOk="0">
                  <a:moveTo>
                    <a:pt x="0" y="0"/>
                  </a:moveTo>
                  <a:cubicBezTo>
                    <a:pt x="76" y="157"/>
                    <a:pt x="76" y="157"/>
                    <a:pt x="76" y="157"/>
                  </a:cubicBezTo>
                  <a:cubicBezTo>
                    <a:pt x="98" y="178"/>
                    <a:pt x="143" y="193"/>
                    <a:pt x="193" y="193"/>
                  </a:cubicBezTo>
                  <a:cubicBezTo>
                    <a:pt x="243" y="193"/>
                    <a:pt x="287" y="178"/>
                    <a:pt x="309" y="157"/>
                  </a:cubicBezTo>
                  <a:cubicBezTo>
                    <a:pt x="385" y="0"/>
                    <a:pt x="385" y="0"/>
                    <a:pt x="385" y="0"/>
                  </a:cubicBezTo>
                  <a:cubicBezTo>
                    <a:pt x="344" y="21"/>
                    <a:pt x="274" y="35"/>
                    <a:pt x="193" y="35"/>
                  </a:cubicBezTo>
                  <a:cubicBezTo>
                    <a:pt x="112" y="35"/>
                    <a:pt x="41" y="21"/>
                    <a:pt x="0" y="0"/>
                  </a:cubicBezTo>
                  <a:close/>
                </a:path>
              </a:pathLst>
            </a:custGeom>
            <a:solidFill>
              <a:srgbClr val="7A1C4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4779963" y="4322763"/>
              <a:ext cx="2636838" cy="939800"/>
            </a:xfrm>
            <a:custGeom>
              <a:avLst/>
              <a:gdLst/>
              <a:ahLst/>
              <a:cxnLst/>
              <a:rect l="l" t="t" r="r" b="b"/>
              <a:pathLst>
                <a:path w="559" h="199" extrusionOk="0">
                  <a:moveTo>
                    <a:pt x="0" y="0"/>
                  </a:moveTo>
                  <a:cubicBezTo>
                    <a:pt x="3" y="8"/>
                    <a:pt x="3" y="8"/>
                    <a:pt x="3" y="8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102" y="180"/>
                    <a:pt x="195" y="199"/>
                    <a:pt x="280" y="199"/>
                  </a:cubicBezTo>
                  <a:cubicBezTo>
                    <a:pt x="364" y="199"/>
                    <a:pt x="457" y="180"/>
                    <a:pt x="486" y="151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494" y="133"/>
                    <a:pt x="494" y="133"/>
                    <a:pt x="494" y="133"/>
                  </a:cubicBezTo>
                  <a:cubicBezTo>
                    <a:pt x="556" y="8"/>
                    <a:pt x="556" y="8"/>
                    <a:pt x="556" y="8"/>
                  </a:cubicBezTo>
                  <a:cubicBezTo>
                    <a:pt x="559" y="0"/>
                    <a:pt x="559" y="0"/>
                    <a:pt x="559" y="0"/>
                  </a:cubicBezTo>
                  <a:cubicBezTo>
                    <a:pt x="502" y="27"/>
                    <a:pt x="389" y="41"/>
                    <a:pt x="280" y="41"/>
                  </a:cubicBezTo>
                  <a:cubicBezTo>
                    <a:pt x="171" y="41"/>
                    <a:pt x="57" y="27"/>
                    <a:pt x="0" y="0"/>
                  </a:cubicBezTo>
                  <a:close/>
                </a:path>
              </a:pathLst>
            </a:custGeom>
            <a:solidFill>
              <a:srgbClr val="075F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3554413" y="1809750"/>
              <a:ext cx="5089525" cy="1001712"/>
            </a:xfrm>
            <a:custGeom>
              <a:avLst/>
              <a:gdLst/>
              <a:ahLst/>
              <a:cxnLst/>
              <a:rect l="l" t="t" r="r" b="b"/>
              <a:pathLst>
                <a:path w="1079" h="212" extrusionOk="0">
                  <a:moveTo>
                    <a:pt x="540" y="54"/>
                  </a:moveTo>
                  <a:cubicBezTo>
                    <a:pt x="350" y="54"/>
                    <a:pt x="85" y="39"/>
                    <a:pt x="0" y="0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6"/>
                    <a:pt x="72" y="146"/>
                    <a:pt x="72" y="146"/>
                  </a:cubicBezTo>
                  <a:cubicBezTo>
                    <a:pt x="72" y="147"/>
                    <a:pt x="72" y="147"/>
                    <a:pt x="72" y="147"/>
                  </a:cubicBezTo>
                  <a:cubicBezTo>
                    <a:pt x="75" y="152"/>
                    <a:pt x="75" y="152"/>
                    <a:pt x="75" y="152"/>
                  </a:cubicBezTo>
                  <a:cubicBezTo>
                    <a:pt x="98" y="179"/>
                    <a:pt x="271" y="212"/>
                    <a:pt x="540" y="212"/>
                  </a:cubicBezTo>
                  <a:cubicBezTo>
                    <a:pt x="808" y="212"/>
                    <a:pt x="981" y="179"/>
                    <a:pt x="1005" y="152"/>
                  </a:cubicBezTo>
                  <a:cubicBezTo>
                    <a:pt x="1007" y="147"/>
                    <a:pt x="1007" y="147"/>
                    <a:pt x="1007" y="147"/>
                  </a:cubicBezTo>
                  <a:cubicBezTo>
                    <a:pt x="1007" y="146"/>
                    <a:pt x="1007" y="146"/>
                    <a:pt x="1007" y="146"/>
                  </a:cubicBezTo>
                  <a:cubicBezTo>
                    <a:pt x="1008" y="146"/>
                    <a:pt x="1008" y="146"/>
                    <a:pt x="1008" y="146"/>
                  </a:cubicBezTo>
                  <a:cubicBezTo>
                    <a:pt x="1079" y="0"/>
                    <a:pt x="1079" y="0"/>
                    <a:pt x="1079" y="0"/>
                  </a:cubicBezTo>
                  <a:cubicBezTo>
                    <a:pt x="995" y="39"/>
                    <a:pt x="729" y="54"/>
                    <a:pt x="540" y="54"/>
                  </a:cubicBezTo>
                  <a:close/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3963988" y="2651125"/>
              <a:ext cx="4270375" cy="976312"/>
            </a:xfrm>
            <a:custGeom>
              <a:avLst/>
              <a:gdLst/>
              <a:ahLst/>
              <a:cxnLst/>
              <a:rect l="l" t="t" r="r" b="b"/>
              <a:pathLst>
                <a:path w="905" h="207" extrusionOk="0">
                  <a:moveTo>
                    <a:pt x="453" y="49"/>
                  </a:moveTo>
                  <a:cubicBezTo>
                    <a:pt x="325" y="49"/>
                    <a:pt x="205" y="41"/>
                    <a:pt x="114" y="28"/>
                  </a:cubicBezTo>
                  <a:cubicBezTo>
                    <a:pt x="62" y="20"/>
                    <a:pt x="24" y="10"/>
                    <a:pt x="0" y="0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1"/>
                    <a:pt x="69" y="141"/>
                    <a:pt x="69" y="141"/>
                  </a:cubicBezTo>
                  <a:cubicBezTo>
                    <a:pt x="69" y="142"/>
                    <a:pt x="70" y="142"/>
                    <a:pt x="70" y="143"/>
                  </a:cubicBezTo>
                  <a:cubicBezTo>
                    <a:pt x="72" y="148"/>
                    <a:pt x="72" y="148"/>
                    <a:pt x="72" y="148"/>
                  </a:cubicBezTo>
                  <a:cubicBezTo>
                    <a:pt x="93" y="174"/>
                    <a:pt x="234" y="207"/>
                    <a:pt x="453" y="207"/>
                  </a:cubicBezTo>
                  <a:cubicBezTo>
                    <a:pt x="557" y="207"/>
                    <a:pt x="654" y="199"/>
                    <a:pt x="728" y="186"/>
                  </a:cubicBezTo>
                  <a:cubicBezTo>
                    <a:pt x="794" y="173"/>
                    <a:pt x="825" y="158"/>
                    <a:pt x="833" y="147"/>
                  </a:cubicBezTo>
                  <a:cubicBezTo>
                    <a:pt x="836" y="143"/>
                    <a:pt x="836" y="143"/>
                    <a:pt x="836" y="143"/>
                  </a:cubicBezTo>
                  <a:cubicBezTo>
                    <a:pt x="836" y="142"/>
                    <a:pt x="836" y="142"/>
                    <a:pt x="836" y="141"/>
                  </a:cubicBezTo>
                  <a:cubicBezTo>
                    <a:pt x="836" y="141"/>
                    <a:pt x="836" y="141"/>
                    <a:pt x="836" y="141"/>
                  </a:cubicBezTo>
                  <a:cubicBezTo>
                    <a:pt x="905" y="0"/>
                    <a:pt x="905" y="0"/>
                    <a:pt x="905" y="0"/>
                  </a:cubicBezTo>
                  <a:cubicBezTo>
                    <a:pt x="881" y="10"/>
                    <a:pt x="843" y="20"/>
                    <a:pt x="791" y="28"/>
                  </a:cubicBezTo>
                  <a:cubicBezTo>
                    <a:pt x="701" y="41"/>
                    <a:pt x="580" y="49"/>
                    <a:pt x="453" y="49"/>
                  </a:cubicBezTo>
                  <a:close/>
                </a:path>
              </a:pathLst>
            </a:custGeom>
            <a:solidFill>
              <a:srgbClr val="ABD14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7275513" y="611188"/>
              <a:ext cx="2184400" cy="1165225"/>
            </a:xfrm>
            <a:custGeom>
              <a:avLst/>
              <a:gdLst/>
              <a:ahLst/>
              <a:cxnLst/>
              <a:rect l="l" t="t" r="r" b="b"/>
              <a:pathLst>
                <a:path w="463" h="247" extrusionOk="0">
                  <a:moveTo>
                    <a:pt x="460" y="83"/>
                  </a:moveTo>
                  <a:cubicBezTo>
                    <a:pt x="306" y="0"/>
                    <a:pt x="113" y="57"/>
                    <a:pt x="30" y="211"/>
                  </a:cubicBezTo>
                  <a:cubicBezTo>
                    <a:pt x="30" y="211"/>
                    <a:pt x="30" y="211"/>
                    <a:pt x="30" y="211"/>
                  </a:cubicBezTo>
                  <a:cubicBezTo>
                    <a:pt x="0" y="195"/>
                    <a:pt x="0" y="195"/>
                    <a:pt x="0" y="195"/>
                  </a:cubicBezTo>
                  <a:cubicBezTo>
                    <a:pt x="7" y="221"/>
                    <a:pt x="7" y="221"/>
                    <a:pt x="7" y="221"/>
                  </a:cubicBezTo>
                  <a:cubicBezTo>
                    <a:pt x="14" y="247"/>
                    <a:pt x="14" y="247"/>
                    <a:pt x="14" y="247"/>
                  </a:cubicBezTo>
                  <a:cubicBezTo>
                    <a:pt x="40" y="239"/>
                    <a:pt x="40" y="239"/>
                    <a:pt x="40" y="239"/>
                  </a:cubicBezTo>
                  <a:cubicBezTo>
                    <a:pt x="66" y="230"/>
                    <a:pt x="66" y="230"/>
                    <a:pt x="66" y="230"/>
                  </a:cubicBezTo>
                  <a:cubicBezTo>
                    <a:pt x="37" y="214"/>
                    <a:pt x="37" y="214"/>
                    <a:pt x="37" y="214"/>
                  </a:cubicBezTo>
                  <a:cubicBezTo>
                    <a:pt x="118" y="65"/>
                    <a:pt x="306" y="9"/>
                    <a:pt x="456" y="90"/>
                  </a:cubicBezTo>
                  <a:cubicBezTo>
                    <a:pt x="459" y="92"/>
                    <a:pt x="459" y="92"/>
                    <a:pt x="459" y="92"/>
                  </a:cubicBezTo>
                  <a:cubicBezTo>
                    <a:pt x="463" y="85"/>
                    <a:pt x="463" y="85"/>
                    <a:pt x="463" y="85"/>
                  </a:cubicBezTo>
                  <a:lnTo>
                    <a:pt x="460" y="83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2" name="Google Shape;172;p15"/>
            <p:cNvGrpSpPr/>
            <p:nvPr/>
          </p:nvGrpSpPr>
          <p:grpSpPr>
            <a:xfrm>
              <a:off x="2719388" y="771525"/>
              <a:ext cx="2184400" cy="1004888"/>
              <a:chOff x="2719388" y="771525"/>
              <a:chExt cx="2184400" cy="1004888"/>
            </a:xfrm>
          </p:grpSpPr>
          <p:sp>
            <p:nvSpPr>
              <p:cNvPr id="173" name="Google Shape;173;p15"/>
              <p:cNvSpPr/>
              <p:nvPr/>
            </p:nvSpPr>
            <p:spPr>
              <a:xfrm>
                <a:off x="2719388" y="771525"/>
                <a:ext cx="2055813" cy="868362"/>
              </a:xfrm>
              <a:custGeom>
                <a:avLst/>
                <a:gdLst/>
                <a:ahLst/>
                <a:cxnLst/>
                <a:rect l="l" t="t" r="r" b="b"/>
                <a:pathLst>
                  <a:path w="436" h="184" extrusionOk="0">
                    <a:moveTo>
                      <a:pt x="429" y="184"/>
                    </a:moveTo>
                    <a:cubicBezTo>
                      <a:pt x="427" y="180"/>
                      <a:pt x="427" y="180"/>
                      <a:pt x="427" y="180"/>
                    </a:cubicBezTo>
                    <a:cubicBezTo>
                      <a:pt x="387" y="108"/>
                      <a:pt x="322" y="55"/>
                      <a:pt x="243" y="32"/>
                    </a:cubicBezTo>
                    <a:cubicBezTo>
                      <a:pt x="164" y="8"/>
                      <a:pt x="80" y="17"/>
                      <a:pt x="8" y="56"/>
                    </a:cubicBezTo>
                    <a:cubicBezTo>
                      <a:pt x="4" y="58"/>
                      <a:pt x="4" y="58"/>
                      <a:pt x="4" y="58"/>
                    </a:cubicBezTo>
                    <a:cubicBezTo>
                      <a:pt x="0" y="51"/>
                      <a:pt x="0" y="51"/>
                      <a:pt x="0" y="51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78" y="9"/>
                      <a:pt x="164" y="0"/>
                      <a:pt x="245" y="24"/>
                    </a:cubicBezTo>
                    <a:cubicBezTo>
                      <a:pt x="326" y="48"/>
                      <a:pt x="393" y="102"/>
                      <a:pt x="434" y="177"/>
                    </a:cubicBezTo>
                    <a:cubicBezTo>
                      <a:pt x="436" y="180"/>
                      <a:pt x="436" y="180"/>
                      <a:pt x="436" y="180"/>
                    </a:cubicBezTo>
                    <a:lnTo>
                      <a:pt x="429" y="184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4" name="Google Shape;174;p15"/>
              <p:cNvSpPr/>
              <p:nvPr/>
            </p:nvSpPr>
            <p:spPr>
              <a:xfrm>
                <a:off x="4595813" y="1531938"/>
                <a:ext cx="307975" cy="244475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54" extrusionOk="0">
                    <a:moveTo>
                      <a:pt x="152" y="154"/>
                    </a:moveTo>
                    <a:lnTo>
                      <a:pt x="173" y="77"/>
                    </a:lnTo>
                    <a:lnTo>
                      <a:pt x="194" y="0"/>
                    </a:lnTo>
                    <a:lnTo>
                      <a:pt x="95" y="50"/>
                    </a:lnTo>
                    <a:lnTo>
                      <a:pt x="0" y="104"/>
                    </a:lnTo>
                    <a:lnTo>
                      <a:pt x="75" y="131"/>
                    </a:lnTo>
                    <a:lnTo>
                      <a:pt x="152" y="154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15"/>
            <p:cNvGrpSpPr/>
            <p:nvPr/>
          </p:nvGrpSpPr>
          <p:grpSpPr>
            <a:xfrm>
              <a:off x="5916613" y="601663"/>
              <a:ext cx="349250" cy="1174750"/>
              <a:chOff x="5916613" y="601663"/>
              <a:chExt cx="349250" cy="1174750"/>
            </a:xfrm>
          </p:grpSpPr>
          <p:sp>
            <p:nvSpPr>
              <p:cNvPr id="176" name="Google Shape;176;p15"/>
              <p:cNvSpPr/>
              <p:nvPr/>
            </p:nvSpPr>
            <p:spPr>
              <a:xfrm>
                <a:off x="5916613" y="1592263"/>
                <a:ext cx="349250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220" h="116" extrusionOk="0">
                    <a:moveTo>
                      <a:pt x="110" y="116"/>
                    </a:moveTo>
                    <a:lnTo>
                      <a:pt x="54" y="57"/>
                    </a:lnTo>
                    <a:lnTo>
                      <a:pt x="0" y="0"/>
                    </a:lnTo>
                    <a:lnTo>
                      <a:pt x="110" y="0"/>
                    </a:lnTo>
                    <a:lnTo>
                      <a:pt x="220" y="0"/>
                    </a:lnTo>
                    <a:lnTo>
                      <a:pt x="164" y="57"/>
                    </a:lnTo>
                    <a:lnTo>
                      <a:pt x="110" y="11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7" name="Google Shape;177;p15"/>
              <p:cNvSpPr txBox="1"/>
              <p:nvPr/>
            </p:nvSpPr>
            <p:spPr>
              <a:xfrm>
                <a:off x="6073776" y="601663"/>
                <a:ext cx="36513" cy="1009650"/>
              </a:xfrm>
              <a:prstGeom prst="rect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8" name="Google Shape;178;p15"/>
          <p:cNvSpPr txBox="1"/>
          <p:nvPr/>
        </p:nvSpPr>
        <p:spPr>
          <a:xfrm>
            <a:off x="115886" y="173037"/>
            <a:ext cx="12180887" cy="686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9" name="Google Shape;17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72063" y="6291263"/>
            <a:ext cx="3595687" cy="50958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5"/>
          <p:cNvSpPr txBox="1"/>
          <p:nvPr/>
        </p:nvSpPr>
        <p:spPr>
          <a:xfrm>
            <a:off x="4870450" y="2128837"/>
            <a:ext cx="2774950" cy="75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"/>
              <a:buNone/>
            </a:pPr>
            <a:r>
              <a:rPr lang="en-US" sz="3600" b="1" i="0" u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Conciencia</a:t>
            </a:r>
            <a:endParaRPr dirty="0"/>
          </a:p>
        </p:txBody>
      </p:sp>
      <p:sp>
        <p:nvSpPr>
          <p:cNvPr id="181" name="Google Shape;181;p15"/>
          <p:cNvSpPr txBox="1"/>
          <p:nvPr/>
        </p:nvSpPr>
        <p:spPr>
          <a:xfrm>
            <a:off x="5522423" y="4643438"/>
            <a:ext cx="1249362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Ventas</a:t>
            </a:r>
            <a:endParaRPr dirty="0"/>
          </a:p>
        </p:txBody>
      </p:sp>
      <p:sp>
        <p:nvSpPr>
          <p:cNvPr id="182" name="Google Shape;182;p15"/>
          <p:cNvSpPr txBox="1"/>
          <p:nvPr/>
        </p:nvSpPr>
        <p:spPr>
          <a:xfrm>
            <a:off x="5040312" y="3844925"/>
            <a:ext cx="2354262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Open Sans"/>
              <a:buNone/>
            </a:pPr>
            <a:r>
              <a:rPr lang="en-US" sz="27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Compromiso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5270500" y="2994025"/>
            <a:ext cx="1939925" cy="695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Open Sans"/>
              <a:buNone/>
            </a:pPr>
            <a:r>
              <a:rPr lang="en-US" sz="33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Interesar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5545137" y="5467350"/>
            <a:ext cx="1322387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Lealtad</a:t>
            </a:r>
            <a:endParaRPr/>
          </a:p>
        </p:txBody>
      </p:sp>
      <p:grpSp>
        <p:nvGrpSpPr>
          <p:cNvPr id="185" name="Google Shape;185;p15"/>
          <p:cNvGrpSpPr/>
          <p:nvPr/>
        </p:nvGrpSpPr>
        <p:grpSpPr>
          <a:xfrm>
            <a:off x="719137" y="2297112"/>
            <a:ext cx="3849687" cy="3475037"/>
            <a:chOff x="719138" y="2297113"/>
            <a:chExt cx="3849688" cy="3475037"/>
          </a:xfrm>
        </p:grpSpPr>
        <p:sp>
          <p:nvSpPr>
            <p:cNvPr id="186" name="Google Shape;186;p15"/>
            <p:cNvSpPr/>
            <p:nvPr/>
          </p:nvSpPr>
          <p:spPr>
            <a:xfrm>
              <a:off x="774701" y="2352675"/>
              <a:ext cx="2085975" cy="0"/>
            </a:xfrm>
            <a:custGeom>
              <a:avLst/>
              <a:gdLst/>
              <a:ahLst/>
              <a:cxnLst/>
              <a:rect l="l" t="t" r="r" b="b"/>
              <a:pathLst>
                <a:path w="1314" h="120000" extrusionOk="0">
                  <a:moveTo>
                    <a:pt x="0" y="0"/>
                  </a:moveTo>
                  <a:lnTo>
                    <a:pt x="131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0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15"/>
            <p:cNvCxnSpPr/>
            <p:nvPr/>
          </p:nvCxnSpPr>
          <p:spPr>
            <a:xfrm>
              <a:off x="774701" y="2352675"/>
              <a:ext cx="2085975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88" name="Google Shape;188;p15"/>
            <p:cNvSpPr/>
            <p:nvPr/>
          </p:nvSpPr>
          <p:spPr>
            <a:xfrm>
              <a:off x="719138" y="2297113"/>
              <a:ext cx="2197100" cy="112712"/>
            </a:xfrm>
            <a:custGeom>
              <a:avLst/>
              <a:gdLst/>
              <a:ahLst/>
              <a:cxnLst/>
              <a:rect l="l" t="t" r="r" b="b"/>
              <a:pathLst>
                <a:path w="466" h="24" extrusionOk="0">
                  <a:moveTo>
                    <a:pt x="12" y="24"/>
                  </a:moveTo>
                  <a:cubicBezTo>
                    <a:pt x="454" y="24"/>
                    <a:pt x="454" y="24"/>
                    <a:pt x="454" y="24"/>
                  </a:cubicBezTo>
                  <a:cubicBezTo>
                    <a:pt x="461" y="24"/>
                    <a:pt x="466" y="19"/>
                    <a:pt x="466" y="12"/>
                  </a:cubicBezTo>
                  <a:cubicBezTo>
                    <a:pt x="466" y="6"/>
                    <a:pt x="461" y="0"/>
                    <a:pt x="45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</a:path>
              </a:pathLst>
            </a:custGeom>
            <a:solidFill>
              <a:srgbClr val="FFF0D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774701" y="2352675"/>
              <a:ext cx="1981200" cy="0"/>
            </a:xfrm>
            <a:custGeom>
              <a:avLst/>
              <a:gdLst/>
              <a:ahLst/>
              <a:cxnLst/>
              <a:rect l="l" t="t" r="r" b="b"/>
              <a:pathLst>
                <a:path w="1248" h="120000" extrusionOk="0">
                  <a:moveTo>
                    <a:pt x="0" y="0"/>
                  </a:moveTo>
                  <a:lnTo>
                    <a:pt x="124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0" name="Google Shape;190;p15"/>
            <p:cNvCxnSpPr/>
            <p:nvPr/>
          </p:nvCxnSpPr>
          <p:spPr>
            <a:xfrm>
              <a:off x="774701" y="2352675"/>
              <a:ext cx="1981200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91" name="Google Shape;191;p15"/>
            <p:cNvSpPr/>
            <p:nvPr/>
          </p:nvSpPr>
          <p:spPr>
            <a:xfrm>
              <a:off x="719138" y="2297113"/>
              <a:ext cx="2093913" cy="112712"/>
            </a:xfrm>
            <a:custGeom>
              <a:avLst/>
              <a:gdLst/>
              <a:ahLst/>
              <a:cxnLst/>
              <a:rect l="l" t="t" r="r" b="b"/>
              <a:pathLst>
                <a:path w="444" h="24" extrusionOk="0">
                  <a:moveTo>
                    <a:pt x="12" y="24"/>
                  </a:moveTo>
                  <a:cubicBezTo>
                    <a:pt x="432" y="24"/>
                    <a:pt x="432" y="24"/>
                    <a:pt x="432" y="24"/>
                  </a:cubicBezTo>
                  <a:cubicBezTo>
                    <a:pt x="438" y="24"/>
                    <a:pt x="444" y="19"/>
                    <a:pt x="444" y="12"/>
                  </a:cubicBezTo>
                  <a:cubicBezTo>
                    <a:pt x="444" y="6"/>
                    <a:pt x="438" y="0"/>
                    <a:pt x="43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1123951" y="3108325"/>
              <a:ext cx="2203450" cy="114300"/>
            </a:xfrm>
            <a:custGeom>
              <a:avLst/>
              <a:gdLst/>
              <a:ahLst/>
              <a:cxnLst/>
              <a:rect l="l" t="t" r="r" b="b"/>
              <a:pathLst>
                <a:path w="467" h="24" extrusionOk="0">
                  <a:moveTo>
                    <a:pt x="12" y="24"/>
                  </a:moveTo>
                  <a:cubicBezTo>
                    <a:pt x="455" y="24"/>
                    <a:pt x="455" y="24"/>
                    <a:pt x="455" y="24"/>
                  </a:cubicBezTo>
                  <a:cubicBezTo>
                    <a:pt x="462" y="24"/>
                    <a:pt x="467" y="19"/>
                    <a:pt x="467" y="12"/>
                  </a:cubicBezTo>
                  <a:cubicBezTo>
                    <a:pt x="467" y="6"/>
                    <a:pt x="462" y="0"/>
                    <a:pt x="4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</a:path>
              </a:pathLst>
            </a:custGeom>
            <a:solidFill>
              <a:srgbClr val="E5F2C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123951" y="3108325"/>
              <a:ext cx="1665288" cy="114300"/>
            </a:xfrm>
            <a:custGeom>
              <a:avLst/>
              <a:gdLst/>
              <a:ahLst/>
              <a:cxnLst/>
              <a:rect l="l" t="t" r="r" b="b"/>
              <a:pathLst>
                <a:path w="353" h="24" extrusionOk="0">
                  <a:moveTo>
                    <a:pt x="12" y="24"/>
                  </a:moveTo>
                  <a:cubicBezTo>
                    <a:pt x="341" y="24"/>
                    <a:pt x="341" y="24"/>
                    <a:pt x="341" y="24"/>
                  </a:cubicBezTo>
                  <a:cubicBezTo>
                    <a:pt x="347" y="24"/>
                    <a:pt x="353" y="19"/>
                    <a:pt x="353" y="12"/>
                  </a:cubicBezTo>
                  <a:cubicBezTo>
                    <a:pt x="353" y="6"/>
                    <a:pt x="347" y="0"/>
                    <a:pt x="34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</a:path>
              </a:pathLst>
            </a:custGeom>
            <a:solidFill>
              <a:srgbClr val="ABD14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520826" y="3959225"/>
              <a:ext cx="2203450" cy="112712"/>
            </a:xfrm>
            <a:custGeom>
              <a:avLst/>
              <a:gdLst/>
              <a:ahLst/>
              <a:cxnLst/>
              <a:rect l="l" t="t" r="r" b="b"/>
              <a:pathLst>
                <a:path w="467" h="24" extrusionOk="0">
                  <a:moveTo>
                    <a:pt x="12" y="24"/>
                  </a:moveTo>
                  <a:cubicBezTo>
                    <a:pt x="455" y="24"/>
                    <a:pt x="455" y="24"/>
                    <a:pt x="455" y="24"/>
                  </a:cubicBezTo>
                  <a:cubicBezTo>
                    <a:pt x="461" y="24"/>
                    <a:pt x="467" y="18"/>
                    <a:pt x="467" y="12"/>
                  </a:cubicBezTo>
                  <a:cubicBezTo>
                    <a:pt x="467" y="5"/>
                    <a:pt x="461" y="0"/>
                    <a:pt x="4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</a:path>
              </a:pathLst>
            </a:custGeom>
            <a:solidFill>
              <a:srgbClr val="CEE6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520826" y="3959225"/>
              <a:ext cx="1287463" cy="112712"/>
            </a:xfrm>
            <a:custGeom>
              <a:avLst/>
              <a:gdLst/>
              <a:ahLst/>
              <a:cxnLst/>
              <a:rect l="l" t="t" r="r" b="b"/>
              <a:pathLst>
                <a:path w="273" h="24" extrusionOk="0">
                  <a:moveTo>
                    <a:pt x="12" y="24"/>
                  </a:moveTo>
                  <a:cubicBezTo>
                    <a:pt x="261" y="24"/>
                    <a:pt x="261" y="24"/>
                    <a:pt x="261" y="24"/>
                  </a:cubicBezTo>
                  <a:cubicBezTo>
                    <a:pt x="267" y="24"/>
                    <a:pt x="273" y="18"/>
                    <a:pt x="273" y="12"/>
                  </a:cubicBezTo>
                  <a:cubicBezTo>
                    <a:pt x="273" y="5"/>
                    <a:pt x="267" y="0"/>
                    <a:pt x="26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18"/>
                    <a:pt x="5" y="24"/>
                    <a:pt x="12" y="24"/>
                  </a:cubicBezTo>
                </a:path>
              </a:pathLst>
            </a:custGeom>
            <a:solidFill>
              <a:srgbClr val="54BBE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2001838" y="4875213"/>
              <a:ext cx="2084388" cy="0"/>
            </a:xfrm>
            <a:custGeom>
              <a:avLst/>
              <a:gdLst/>
              <a:ahLst/>
              <a:cxnLst/>
              <a:rect l="l" t="t" r="r" b="b"/>
              <a:pathLst>
                <a:path w="1313" h="120000" extrusionOk="0">
                  <a:moveTo>
                    <a:pt x="0" y="0"/>
                  </a:moveTo>
                  <a:lnTo>
                    <a:pt x="131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3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7" name="Google Shape;197;p15"/>
            <p:cNvCxnSpPr/>
            <p:nvPr/>
          </p:nvCxnSpPr>
          <p:spPr>
            <a:xfrm>
              <a:off x="2001838" y="4875213"/>
              <a:ext cx="2084388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98" name="Google Shape;198;p15"/>
            <p:cNvSpPr/>
            <p:nvPr/>
          </p:nvSpPr>
          <p:spPr>
            <a:xfrm>
              <a:off x="1944688" y="4818063"/>
              <a:ext cx="2198688" cy="112712"/>
            </a:xfrm>
            <a:custGeom>
              <a:avLst/>
              <a:gdLst/>
              <a:ahLst/>
              <a:cxnLst/>
              <a:rect l="l" t="t" r="r" b="b"/>
              <a:pathLst>
                <a:path w="466" h="24" extrusionOk="0">
                  <a:moveTo>
                    <a:pt x="12" y="24"/>
                  </a:moveTo>
                  <a:cubicBezTo>
                    <a:pt x="454" y="24"/>
                    <a:pt x="454" y="24"/>
                    <a:pt x="454" y="24"/>
                  </a:cubicBezTo>
                  <a:cubicBezTo>
                    <a:pt x="461" y="24"/>
                    <a:pt x="466" y="19"/>
                    <a:pt x="466" y="12"/>
                  </a:cubicBezTo>
                  <a:cubicBezTo>
                    <a:pt x="466" y="6"/>
                    <a:pt x="461" y="0"/>
                    <a:pt x="454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6"/>
                    <a:pt x="0" y="12"/>
                  </a:cubicBezTo>
                  <a:cubicBezTo>
                    <a:pt x="0" y="19"/>
                    <a:pt x="5" y="24"/>
                    <a:pt x="12" y="24"/>
                  </a:cubicBezTo>
                </a:path>
              </a:pathLst>
            </a:custGeom>
            <a:solidFill>
              <a:srgbClr val="BED7E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906588" y="4875213"/>
              <a:ext cx="746125" cy="0"/>
            </a:xfrm>
            <a:custGeom>
              <a:avLst/>
              <a:gdLst/>
              <a:ahLst/>
              <a:cxnLst/>
              <a:rect l="l" t="t" r="r" b="b"/>
              <a:pathLst>
                <a:path w="470" h="120000" extrusionOk="0">
                  <a:moveTo>
                    <a:pt x="0" y="0"/>
                  </a:moveTo>
                  <a:lnTo>
                    <a:pt x="47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3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15"/>
            <p:cNvCxnSpPr/>
            <p:nvPr/>
          </p:nvCxnSpPr>
          <p:spPr>
            <a:xfrm>
              <a:off x="1906588" y="4875213"/>
              <a:ext cx="746125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01" name="Google Shape;201;p15"/>
            <p:cNvSpPr/>
            <p:nvPr/>
          </p:nvSpPr>
          <p:spPr>
            <a:xfrm>
              <a:off x="1851026" y="4818063"/>
              <a:ext cx="858838" cy="112712"/>
            </a:xfrm>
            <a:custGeom>
              <a:avLst/>
              <a:gdLst/>
              <a:ahLst/>
              <a:cxnLst/>
              <a:rect l="l" t="t" r="r" b="b"/>
              <a:pathLst>
                <a:path w="182" h="24" extrusionOk="0">
                  <a:moveTo>
                    <a:pt x="12" y="24"/>
                  </a:moveTo>
                  <a:cubicBezTo>
                    <a:pt x="170" y="24"/>
                    <a:pt x="170" y="24"/>
                    <a:pt x="170" y="24"/>
                  </a:cubicBezTo>
                  <a:cubicBezTo>
                    <a:pt x="177" y="24"/>
                    <a:pt x="182" y="19"/>
                    <a:pt x="182" y="12"/>
                  </a:cubicBezTo>
                  <a:cubicBezTo>
                    <a:pt x="182" y="6"/>
                    <a:pt x="177" y="0"/>
                    <a:pt x="17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4"/>
                    <a:pt x="12" y="24"/>
                  </a:cubicBezTo>
                </a:path>
              </a:pathLst>
            </a:custGeom>
            <a:solidFill>
              <a:srgbClr val="075F9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2420938" y="5710238"/>
              <a:ext cx="2090738" cy="0"/>
            </a:xfrm>
            <a:custGeom>
              <a:avLst/>
              <a:gdLst/>
              <a:ahLst/>
              <a:cxnLst/>
              <a:rect l="l" t="t" r="r" b="b"/>
              <a:pathLst>
                <a:path w="1317" h="120000" extrusionOk="0">
                  <a:moveTo>
                    <a:pt x="0" y="0"/>
                  </a:moveTo>
                  <a:lnTo>
                    <a:pt x="131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2E3F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3" name="Google Shape;203;p15"/>
            <p:cNvCxnSpPr/>
            <p:nvPr/>
          </p:nvCxnSpPr>
          <p:spPr>
            <a:xfrm>
              <a:off x="2420938" y="5710238"/>
              <a:ext cx="2090738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04" name="Google Shape;204;p15"/>
            <p:cNvSpPr/>
            <p:nvPr/>
          </p:nvSpPr>
          <p:spPr>
            <a:xfrm>
              <a:off x="2365376" y="5654675"/>
              <a:ext cx="2203450" cy="117475"/>
            </a:xfrm>
            <a:custGeom>
              <a:avLst/>
              <a:gdLst/>
              <a:ahLst/>
              <a:cxnLst/>
              <a:rect l="l" t="t" r="r" b="b"/>
              <a:pathLst>
                <a:path w="467" h="25" extrusionOk="0">
                  <a:moveTo>
                    <a:pt x="12" y="25"/>
                  </a:moveTo>
                  <a:cubicBezTo>
                    <a:pt x="455" y="25"/>
                    <a:pt x="455" y="25"/>
                    <a:pt x="455" y="25"/>
                  </a:cubicBezTo>
                  <a:cubicBezTo>
                    <a:pt x="461" y="25"/>
                    <a:pt x="467" y="19"/>
                    <a:pt x="467" y="12"/>
                  </a:cubicBezTo>
                  <a:cubicBezTo>
                    <a:pt x="467" y="6"/>
                    <a:pt x="461" y="0"/>
                    <a:pt x="45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5"/>
                    <a:pt x="12" y="25"/>
                  </a:cubicBezTo>
                </a:path>
              </a:pathLst>
            </a:custGeom>
            <a:solidFill>
              <a:srgbClr val="DECAD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2332038" y="5710238"/>
              <a:ext cx="377825" cy="0"/>
            </a:xfrm>
            <a:custGeom>
              <a:avLst/>
              <a:gdLst/>
              <a:ahLst/>
              <a:cxnLst/>
              <a:rect l="l" t="t" r="r" b="b"/>
              <a:pathLst>
                <a:path w="238" h="120000" extrusionOk="0">
                  <a:moveTo>
                    <a:pt x="0" y="0"/>
                  </a:moveTo>
                  <a:lnTo>
                    <a:pt x="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A3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" name="Google Shape;206;p15"/>
            <p:cNvCxnSpPr/>
            <p:nvPr/>
          </p:nvCxnSpPr>
          <p:spPr>
            <a:xfrm>
              <a:off x="2332038" y="5710238"/>
              <a:ext cx="377825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07" name="Google Shape;207;p15"/>
            <p:cNvSpPr/>
            <p:nvPr/>
          </p:nvSpPr>
          <p:spPr>
            <a:xfrm>
              <a:off x="2274888" y="5654675"/>
              <a:ext cx="490538" cy="117475"/>
            </a:xfrm>
            <a:custGeom>
              <a:avLst/>
              <a:gdLst/>
              <a:ahLst/>
              <a:cxnLst/>
              <a:rect l="l" t="t" r="r" b="b"/>
              <a:pathLst>
                <a:path w="104" h="25" extrusionOk="0">
                  <a:moveTo>
                    <a:pt x="12" y="25"/>
                  </a:moveTo>
                  <a:cubicBezTo>
                    <a:pt x="92" y="25"/>
                    <a:pt x="92" y="25"/>
                    <a:pt x="92" y="25"/>
                  </a:cubicBezTo>
                  <a:cubicBezTo>
                    <a:pt x="99" y="25"/>
                    <a:pt x="104" y="19"/>
                    <a:pt x="104" y="12"/>
                  </a:cubicBezTo>
                  <a:cubicBezTo>
                    <a:pt x="104" y="6"/>
                    <a:pt x="99" y="0"/>
                    <a:pt x="9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6"/>
                    <a:pt x="0" y="12"/>
                  </a:cubicBezTo>
                  <a:cubicBezTo>
                    <a:pt x="0" y="19"/>
                    <a:pt x="6" y="25"/>
                    <a:pt x="12" y="25"/>
                  </a:cubicBezTo>
                </a:path>
              </a:pathLst>
            </a:custGeom>
            <a:solidFill>
              <a:srgbClr val="7A1C4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15"/>
          <p:cNvSpPr txBox="1"/>
          <p:nvPr/>
        </p:nvSpPr>
        <p:spPr>
          <a:xfrm>
            <a:off x="1511300" y="1846262"/>
            <a:ext cx="820737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400"/>
              <a:buFont typeface="Open Sans"/>
              <a:buNone/>
            </a:pPr>
            <a:r>
              <a:rPr lang="en-US" sz="2400" b="1" i="0" u="none" dirty="0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94%</a:t>
            </a:r>
            <a:endParaRPr dirty="0"/>
          </a:p>
        </p:txBody>
      </p:sp>
      <p:sp>
        <p:nvSpPr>
          <p:cNvPr id="209" name="Google Shape;209;p15"/>
          <p:cNvSpPr txBox="1"/>
          <p:nvPr/>
        </p:nvSpPr>
        <p:spPr>
          <a:xfrm>
            <a:off x="1920875" y="2654300"/>
            <a:ext cx="820737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71%</a:t>
            </a:r>
            <a:endParaRPr/>
          </a:p>
        </p:txBody>
      </p:sp>
      <p:sp>
        <p:nvSpPr>
          <p:cNvPr id="210" name="Google Shape;210;p15"/>
          <p:cNvSpPr txBox="1"/>
          <p:nvPr/>
        </p:nvSpPr>
        <p:spPr>
          <a:xfrm>
            <a:off x="2317750" y="3498850"/>
            <a:ext cx="820737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56%</a:t>
            </a:r>
            <a:endParaRPr/>
          </a:p>
        </p:txBody>
      </p:sp>
      <p:sp>
        <p:nvSpPr>
          <p:cNvPr id="211" name="Google Shape;211;p15"/>
          <p:cNvSpPr txBox="1"/>
          <p:nvPr/>
        </p:nvSpPr>
        <p:spPr>
          <a:xfrm>
            <a:off x="2741612" y="4364037"/>
            <a:ext cx="820737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400"/>
              <a:buFont typeface="Open Sans"/>
              <a:buNone/>
            </a:pPr>
            <a:r>
              <a:rPr lang="en-US" sz="2400" b="1" i="0" u="none" dirty="0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35%</a:t>
            </a:r>
            <a:endParaRPr dirty="0"/>
          </a:p>
        </p:txBody>
      </p:sp>
      <p:sp>
        <p:nvSpPr>
          <p:cNvPr id="212" name="Google Shape;212;p15"/>
          <p:cNvSpPr txBox="1"/>
          <p:nvPr/>
        </p:nvSpPr>
        <p:spPr>
          <a:xfrm>
            <a:off x="3157537" y="5199062"/>
            <a:ext cx="820737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15%</a:t>
            </a:r>
            <a:endParaRPr/>
          </a:p>
        </p:txBody>
      </p:sp>
      <p:sp>
        <p:nvSpPr>
          <p:cNvPr id="213" name="Google Shape;213;p15"/>
          <p:cNvSpPr txBox="1"/>
          <p:nvPr/>
        </p:nvSpPr>
        <p:spPr>
          <a:xfrm>
            <a:off x="9372600" y="1939925"/>
            <a:ext cx="233997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14" name="Google Shape;214;p15"/>
          <p:cNvSpPr txBox="1"/>
          <p:nvPr/>
        </p:nvSpPr>
        <p:spPr>
          <a:xfrm>
            <a:off x="8937625" y="2776537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15" name="Google Shape;215;p15"/>
          <p:cNvSpPr txBox="1"/>
          <p:nvPr/>
        </p:nvSpPr>
        <p:spPr>
          <a:xfrm>
            <a:off x="8518525" y="3603625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16" name="Google Shape;216;p15"/>
          <p:cNvSpPr txBox="1"/>
          <p:nvPr/>
        </p:nvSpPr>
        <p:spPr>
          <a:xfrm>
            <a:off x="8108950" y="4454525"/>
            <a:ext cx="233997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7718425" y="5299075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16"/>
          <p:cNvGrpSpPr/>
          <p:nvPr/>
        </p:nvGrpSpPr>
        <p:grpSpPr>
          <a:xfrm>
            <a:off x="2728912" y="536575"/>
            <a:ext cx="6738937" cy="5346700"/>
            <a:chOff x="2728913" y="536575"/>
            <a:chExt cx="6738937" cy="5346700"/>
          </a:xfrm>
        </p:grpSpPr>
        <p:sp>
          <p:nvSpPr>
            <p:cNvPr id="223" name="Google Shape;223;p16"/>
            <p:cNvSpPr/>
            <p:nvPr/>
          </p:nvSpPr>
          <p:spPr>
            <a:xfrm>
              <a:off x="4816475" y="4440238"/>
              <a:ext cx="2555875" cy="776287"/>
            </a:xfrm>
            <a:custGeom>
              <a:avLst/>
              <a:gdLst/>
              <a:ahLst/>
              <a:cxnLst/>
              <a:rect l="l" t="t" r="r" b="b"/>
              <a:pathLst>
                <a:path w="640" h="194" extrusionOk="0">
                  <a:moveTo>
                    <a:pt x="0" y="0"/>
                  </a:moveTo>
                  <a:cubicBezTo>
                    <a:pt x="63" y="130"/>
                    <a:pt x="63" y="130"/>
                    <a:pt x="63" y="130"/>
                  </a:cubicBezTo>
                  <a:cubicBezTo>
                    <a:pt x="64" y="130"/>
                    <a:pt x="64" y="130"/>
                    <a:pt x="64" y="130"/>
                  </a:cubicBezTo>
                  <a:cubicBezTo>
                    <a:pt x="64" y="130"/>
                    <a:pt x="64" y="130"/>
                    <a:pt x="64" y="131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93" y="170"/>
                    <a:pt x="188" y="194"/>
                    <a:pt x="320" y="194"/>
                  </a:cubicBezTo>
                  <a:cubicBezTo>
                    <a:pt x="452" y="194"/>
                    <a:pt x="547" y="170"/>
                    <a:pt x="571" y="143"/>
                  </a:cubicBezTo>
                  <a:cubicBezTo>
                    <a:pt x="577" y="131"/>
                    <a:pt x="577" y="131"/>
                    <a:pt x="577" y="131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577" y="130"/>
                    <a:pt x="577" y="130"/>
                    <a:pt x="577" y="13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587" y="29"/>
                    <a:pt x="452" y="46"/>
                    <a:pt x="320" y="46"/>
                  </a:cubicBezTo>
                  <a:cubicBezTo>
                    <a:pt x="189" y="46"/>
                    <a:pt x="53" y="29"/>
                    <a:pt x="0" y="0"/>
                  </a:cubicBezTo>
                  <a:close/>
                </a:path>
              </a:pathLst>
            </a:custGeom>
            <a:solidFill>
              <a:srgbClr val="1CA3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16"/>
            <p:cNvSpPr/>
            <p:nvPr/>
          </p:nvSpPr>
          <p:spPr>
            <a:xfrm>
              <a:off x="5132388" y="5124450"/>
              <a:ext cx="1927225" cy="758825"/>
            </a:xfrm>
            <a:custGeom>
              <a:avLst/>
              <a:gdLst/>
              <a:ahLst/>
              <a:cxnLst/>
              <a:rect l="l" t="t" r="r" b="b"/>
              <a:pathLst>
                <a:path w="483" h="190" extrusionOk="0">
                  <a:moveTo>
                    <a:pt x="0" y="0"/>
                  </a:moveTo>
                  <a:cubicBezTo>
                    <a:pt x="61" y="125"/>
                    <a:pt x="61" y="125"/>
                    <a:pt x="61" y="125"/>
                  </a:cubicBezTo>
                  <a:cubicBezTo>
                    <a:pt x="62" y="126"/>
                    <a:pt x="62" y="127"/>
                    <a:pt x="63" y="128"/>
                  </a:cubicBezTo>
                  <a:cubicBezTo>
                    <a:pt x="70" y="144"/>
                    <a:pt x="70" y="144"/>
                    <a:pt x="70" y="144"/>
                  </a:cubicBezTo>
                  <a:cubicBezTo>
                    <a:pt x="93" y="170"/>
                    <a:pt x="162" y="190"/>
                    <a:pt x="241" y="190"/>
                  </a:cubicBezTo>
                  <a:cubicBezTo>
                    <a:pt x="320" y="190"/>
                    <a:pt x="389" y="170"/>
                    <a:pt x="412" y="144"/>
                  </a:cubicBezTo>
                  <a:cubicBezTo>
                    <a:pt x="420" y="128"/>
                    <a:pt x="420" y="128"/>
                    <a:pt x="420" y="128"/>
                  </a:cubicBezTo>
                  <a:cubicBezTo>
                    <a:pt x="421" y="127"/>
                    <a:pt x="421" y="126"/>
                    <a:pt x="421" y="125"/>
                  </a:cubicBezTo>
                  <a:cubicBezTo>
                    <a:pt x="483" y="0"/>
                    <a:pt x="483" y="0"/>
                    <a:pt x="483" y="0"/>
                  </a:cubicBezTo>
                  <a:cubicBezTo>
                    <a:pt x="437" y="26"/>
                    <a:pt x="338" y="41"/>
                    <a:pt x="241" y="41"/>
                  </a:cubicBezTo>
                  <a:cubicBezTo>
                    <a:pt x="144" y="41"/>
                    <a:pt x="45" y="26"/>
                    <a:pt x="0" y="0"/>
                  </a:cubicBezTo>
                  <a:close/>
                </a:path>
              </a:pathLst>
            </a:custGeom>
            <a:solidFill>
              <a:srgbClr val="06538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6"/>
            <p:cNvSpPr/>
            <p:nvPr/>
          </p:nvSpPr>
          <p:spPr>
            <a:xfrm>
              <a:off x="3578225" y="1751013"/>
              <a:ext cx="5035550" cy="808037"/>
            </a:xfrm>
            <a:custGeom>
              <a:avLst/>
              <a:gdLst/>
              <a:ahLst/>
              <a:cxnLst/>
              <a:rect l="l" t="t" r="r" b="b"/>
              <a:pathLst>
                <a:path w="1261" h="202" extrusionOk="0">
                  <a:moveTo>
                    <a:pt x="630" y="53"/>
                  </a:moveTo>
                  <a:cubicBezTo>
                    <a:pt x="363" y="53"/>
                    <a:pt x="82" y="34"/>
                    <a:pt x="0" y="0"/>
                  </a:cubicBezTo>
                  <a:cubicBezTo>
                    <a:pt x="71" y="146"/>
                    <a:pt x="71" y="146"/>
                    <a:pt x="71" y="146"/>
                  </a:cubicBezTo>
                  <a:cubicBezTo>
                    <a:pt x="88" y="157"/>
                    <a:pt x="134" y="170"/>
                    <a:pt x="227" y="181"/>
                  </a:cubicBezTo>
                  <a:cubicBezTo>
                    <a:pt x="334" y="194"/>
                    <a:pt x="478" y="202"/>
                    <a:pt x="630" y="202"/>
                  </a:cubicBezTo>
                  <a:cubicBezTo>
                    <a:pt x="630" y="202"/>
                    <a:pt x="630" y="202"/>
                    <a:pt x="630" y="202"/>
                  </a:cubicBezTo>
                  <a:cubicBezTo>
                    <a:pt x="929" y="202"/>
                    <a:pt x="1147" y="174"/>
                    <a:pt x="1189" y="146"/>
                  </a:cubicBezTo>
                  <a:cubicBezTo>
                    <a:pt x="1261" y="0"/>
                    <a:pt x="1261" y="0"/>
                    <a:pt x="1261" y="0"/>
                  </a:cubicBezTo>
                  <a:cubicBezTo>
                    <a:pt x="1179" y="34"/>
                    <a:pt x="897" y="53"/>
                    <a:pt x="630" y="53"/>
                  </a:cubicBezTo>
                  <a:close/>
                </a:path>
              </a:pathLst>
            </a:custGeom>
            <a:solidFill>
              <a:srgbClr val="E3485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16"/>
            <p:cNvSpPr/>
            <p:nvPr/>
          </p:nvSpPr>
          <p:spPr>
            <a:xfrm>
              <a:off x="4197350" y="3094038"/>
              <a:ext cx="3797300" cy="790575"/>
            </a:xfrm>
            <a:custGeom>
              <a:avLst/>
              <a:gdLst/>
              <a:ahLst/>
              <a:cxnLst/>
              <a:rect l="l" t="t" r="r" b="b"/>
              <a:pathLst>
                <a:path w="951" h="198" extrusionOk="0">
                  <a:moveTo>
                    <a:pt x="0" y="0"/>
                  </a:moveTo>
                  <a:cubicBezTo>
                    <a:pt x="70" y="144"/>
                    <a:pt x="70" y="144"/>
                    <a:pt x="70" y="144"/>
                  </a:cubicBezTo>
                  <a:cubicBezTo>
                    <a:pt x="101" y="171"/>
                    <a:pt x="259" y="198"/>
                    <a:pt x="475" y="198"/>
                  </a:cubicBezTo>
                  <a:cubicBezTo>
                    <a:pt x="692" y="198"/>
                    <a:pt x="849" y="171"/>
                    <a:pt x="881" y="144"/>
                  </a:cubicBezTo>
                  <a:cubicBezTo>
                    <a:pt x="951" y="0"/>
                    <a:pt x="951" y="0"/>
                    <a:pt x="951" y="0"/>
                  </a:cubicBezTo>
                  <a:cubicBezTo>
                    <a:pt x="881" y="32"/>
                    <a:pt x="673" y="50"/>
                    <a:pt x="475" y="50"/>
                  </a:cubicBezTo>
                  <a:cubicBezTo>
                    <a:pt x="277" y="50"/>
                    <a:pt x="69" y="32"/>
                    <a:pt x="0" y="0"/>
                  </a:cubicBezTo>
                  <a:close/>
                </a:path>
              </a:pathLst>
            </a:custGeom>
            <a:solidFill>
              <a:srgbClr val="FFCA5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16"/>
            <p:cNvSpPr/>
            <p:nvPr/>
          </p:nvSpPr>
          <p:spPr>
            <a:xfrm>
              <a:off x="3890963" y="2422525"/>
              <a:ext cx="4411662" cy="800100"/>
            </a:xfrm>
            <a:custGeom>
              <a:avLst/>
              <a:gdLst/>
              <a:ahLst/>
              <a:cxnLst/>
              <a:rect l="l" t="t" r="r" b="b"/>
              <a:pathLst>
                <a:path w="1105" h="200" extrusionOk="0">
                  <a:moveTo>
                    <a:pt x="552" y="51"/>
                  </a:moveTo>
                  <a:cubicBezTo>
                    <a:pt x="399" y="51"/>
                    <a:pt x="255" y="44"/>
                    <a:pt x="147" y="31"/>
                  </a:cubicBezTo>
                  <a:cubicBezTo>
                    <a:pt x="76" y="22"/>
                    <a:pt x="26" y="12"/>
                    <a:pt x="0" y="0"/>
                  </a:cubicBezTo>
                  <a:cubicBezTo>
                    <a:pt x="70" y="145"/>
                    <a:pt x="70" y="145"/>
                    <a:pt x="70" y="145"/>
                  </a:cubicBezTo>
                  <a:cubicBezTo>
                    <a:pt x="108" y="173"/>
                    <a:pt x="296" y="200"/>
                    <a:pt x="552" y="200"/>
                  </a:cubicBezTo>
                  <a:cubicBezTo>
                    <a:pt x="809" y="200"/>
                    <a:pt x="996" y="173"/>
                    <a:pt x="1034" y="145"/>
                  </a:cubicBezTo>
                  <a:cubicBezTo>
                    <a:pt x="1105" y="0"/>
                    <a:pt x="1105" y="0"/>
                    <a:pt x="1105" y="0"/>
                  </a:cubicBezTo>
                  <a:cubicBezTo>
                    <a:pt x="1030" y="33"/>
                    <a:pt x="785" y="51"/>
                    <a:pt x="552" y="51"/>
                  </a:cubicBezTo>
                  <a:close/>
                </a:path>
              </a:pathLst>
            </a:custGeom>
            <a:solidFill>
              <a:srgbClr val="FE912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16"/>
            <p:cNvSpPr/>
            <p:nvPr/>
          </p:nvSpPr>
          <p:spPr>
            <a:xfrm>
              <a:off x="4505325" y="3765550"/>
              <a:ext cx="3178175" cy="787400"/>
            </a:xfrm>
            <a:custGeom>
              <a:avLst/>
              <a:gdLst/>
              <a:ahLst/>
              <a:cxnLst/>
              <a:rect l="l" t="t" r="r" b="b"/>
              <a:pathLst>
                <a:path w="796" h="197" extrusionOk="0">
                  <a:moveTo>
                    <a:pt x="0" y="0"/>
                  </a:moveTo>
                  <a:cubicBezTo>
                    <a:pt x="65" y="132"/>
                    <a:pt x="65" y="132"/>
                    <a:pt x="65" y="132"/>
                  </a:cubicBezTo>
                  <a:cubicBezTo>
                    <a:pt x="65" y="132"/>
                    <a:pt x="65" y="132"/>
                    <a:pt x="65" y="132"/>
                  </a:cubicBezTo>
                  <a:cubicBezTo>
                    <a:pt x="65" y="133"/>
                    <a:pt x="65" y="133"/>
                    <a:pt x="65" y="133"/>
                  </a:cubicBezTo>
                  <a:cubicBezTo>
                    <a:pt x="70" y="142"/>
                    <a:pt x="70" y="142"/>
                    <a:pt x="70" y="142"/>
                  </a:cubicBezTo>
                  <a:cubicBezTo>
                    <a:pt x="95" y="170"/>
                    <a:pt x="221" y="197"/>
                    <a:pt x="398" y="197"/>
                  </a:cubicBezTo>
                  <a:cubicBezTo>
                    <a:pt x="576" y="197"/>
                    <a:pt x="702" y="170"/>
                    <a:pt x="727" y="142"/>
                  </a:cubicBezTo>
                  <a:cubicBezTo>
                    <a:pt x="732" y="133"/>
                    <a:pt x="732" y="133"/>
                    <a:pt x="732" y="133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32" y="132"/>
                    <a:pt x="732" y="132"/>
                    <a:pt x="732" y="132"/>
                  </a:cubicBezTo>
                  <a:cubicBezTo>
                    <a:pt x="796" y="0"/>
                    <a:pt x="796" y="0"/>
                    <a:pt x="796" y="0"/>
                  </a:cubicBezTo>
                  <a:cubicBezTo>
                    <a:pt x="735" y="31"/>
                    <a:pt x="562" y="48"/>
                    <a:pt x="398" y="48"/>
                  </a:cubicBezTo>
                  <a:cubicBezTo>
                    <a:pt x="234" y="48"/>
                    <a:pt x="62" y="31"/>
                    <a:pt x="0" y="0"/>
                  </a:cubicBezTo>
                  <a:close/>
                </a:path>
              </a:pathLst>
            </a:custGeom>
            <a:solidFill>
              <a:srgbClr val="64D0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6"/>
            <p:cNvSpPr/>
            <p:nvPr/>
          </p:nvSpPr>
          <p:spPr>
            <a:xfrm>
              <a:off x="3567113" y="1339850"/>
              <a:ext cx="5038725" cy="555625"/>
            </a:xfrm>
            <a:prstGeom prst="ellipse">
              <a:avLst/>
            </a:prstGeom>
            <a:solidFill>
              <a:srgbClr val="EBD3D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16"/>
            <p:cNvSpPr/>
            <p:nvPr/>
          </p:nvSpPr>
          <p:spPr>
            <a:xfrm>
              <a:off x="7283450" y="544513"/>
              <a:ext cx="2184400" cy="1166812"/>
            </a:xfrm>
            <a:custGeom>
              <a:avLst/>
              <a:gdLst/>
              <a:ahLst/>
              <a:cxnLst/>
              <a:rect l="l" t="t" r="r" b="b"/>
              <a:pathLst>
                <a:path w="547" h="292" extrusionOk="0">
                  <a:moveTo>
                    <a:pt x="543" y="99"/>
                  </a:moveTo>
                  <a:cubicBezTo>
                    <a:pt x="361" y="0"/>
                    <a:pt x="133" y="68"/>
                    <a:pt x="35" y="249"/>
                  </a:cubicBezTo>
                  <a:cubicBezTo>
                    <a:pt x="35" y="249"/>
                    <a:pt x="35" y="249"/>
                    <a:pt x="35" y="249"/>
                  </a:cubicBezTo>
                  <a:cubicBezTo>
                    <a:pt x="0" y="230"/>
                    <a:pt x="0" y="230"/>
                    <a:pt x="0" y="230"/>
                  </a:cubicBezTo>
                  <a:cubicBezTo>
                    <a:pt x="9" y="261"/>
                    <a:pt x="9" y="261"/>
                    <a:pt x="9" y="261"/>
                  </a:cubicBezTo>
                  <a:cubicBezTo>
                    <a:pt x="17" y="292"/>
                    <a:pt x="17" y="292"/>
                    <a:pt x="17" y="292"/>
                  </a:cubicBezTo>
                  <a:cubicBezTo>
                    <a:pt x="47" y="282"/>
                    <a:pt x="47" y="282"/>
                    <a:pt x="47" y="282"/>
                  </a:cubicBezTo>
                  <a:cubicBezTo>
                    <a:pt x="78" y="272"/>
                    <a:pt x="78" y="272"/>
                    <a:pt x="78" y="272"/>
                  </a:cubicBezTo>
                  <a:cubicBezTo>
                    <a:pt x="43" y="253"/>
                    <a:pt x="43" y="253"/>
                    <a:pt x="43" y="253"/>
                  </a:cubicBezTo>
                  <a:cubicBezTo>
                    <a:pt x="139" y="77"/>
                    <a:pt x="361" y="11"/>
                    <a:pt x="538" y="107"/>
                  </a:cubicBezTo>
                  <a:cubicBezTo>
                    <a:pt x="542" y="109"/>
                    <a:pt x="542" y="109"/>
                    <a:pt x="542" y="109"/>
                  </a:cubicBezTo>
                  <a:cubicBezTo>
                    <a:pt x="547" y="101"/>
                    <a:pt x="547" y="101"/>
                    <a:pt x="547" y="101"/>
                  </a:cubicBezTo>
                  <a:lnTo>
                    <a:pt x="543" y="99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16"/>
            <p:cNvSpPr/>
            <p:nvPr/>
          </p:nvSpPr>
          <p:spPr>
            <a:xfrm>
              <a:off x="2728913" y="704850"/>
              <a:ext cx="2182812" cy="1006475"/>
            </a:xfrm>
            <a:custGeom>
              <a:avLst/>
              <a:gdLst/>
              <a:ahLst/>
              <a:cxnLst/>
              <a:rect l="l" t="t" r="r" b="b"/>
              <a:pathLst>
                <a:path w="547" h="252" extrusionOk="0">
                  <a:moveTo>
                    <a:pt x="512" y="209"/>
                  </a:moveTo>
                  <a:cubicBezTo>
                    <a:pt x="512" y="209"/>
                    <a:pt x="512" y="209"/>
                    <a:pt x="512" y="209"/>
                  </a:cubicBezTo>
                  <a:cubicBezTo>
                    <a:pt x="465" y="121"/>
                    <a:pt x="385" y="57"/>
                    <a:pt x="290" y="29"/>
                  </a:cubicBezTo>
                  <a:cubicBezTo>
                    <a:pt x="194" y="0"/>
                    <a:pt x="92" y="11"/>
                    <a:pt x="5" y="59"/>
                  </a:cubicBezTo>
                  <a:cubicBezTo>
                    <a:pt x="0" y="61"/>
                    <a:pt x="0" y="61"/>
                    <a:pt x="0" y="61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9" y="67"/>
                    <a:pt x="9" y="67"/>
                    <a:pt x="9" y="67"/>
                  </a:cubicBezTo>
                  <a:cubicBezTo>
                    <a:pt x="95" y="20"/>
                    <a:pt x="193" y="10"/>
                    <a:pt x="287" y="38"/>
                  </a:cubicBezTo>
                  <a:cubicBezTo>
                    <a:pt x="380" y="65"/>
                    <a:pt x="457" y="128"/>
                    <a:pt x="504" y="213"/>
                  </a:cubicBezTo>
                  <a:cubicBezTo>
                    <a:pt x="469" y="232"/>
                    <a:pt x="469" y="232"/>
                    <a:pt x="469" y="232"/>
                  </a:cubicBezTo>
                  <a:cubicBezTo>
                    <a:pt x="500" y="242"/>
                    <a:pt x="500" y="242"/>
                    <a:pt x="500" y="242"/>
                  </a:cubicBezTo>
                  <a:cubicBezTo>
                    <a:pt x="530" y="252"/>
                    <a:pt x="530" y="252"/>
                    <a:pt x="530" y="252"/>
                  </a:cubicBezTo>
                  <a:cubicBezTo>
                    <a:pt x="539" y="221"/>
                    <a:pt x="539" y="221"/>
                    <a:pt x="539" y="221"/>
                  </a:cubicBezTo>
                  <a:cubicBezTo>
                    <a:pt x="547" y="190"/>
                    <a:pt x="547" y="190"/>
                    <a:pt x="547" y="190"/>
                  </a:cubicBezTo>
                  <a:lnTo>
                    <a:pt x="512" y="209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6"/>
            <p:cNvSpPr/>
            <p:nvPr/>
          </p:nvSpPr>
          <p:spPr>
            <a:xfrm>
              <a:off x="5922963" y="536575"/>
              <a:ext cx="350837" cy="1174750"/>
            </a:xfrm>
            <a:custGeom>
              <a:avLst/>
              <a:gdLst/>
              <a:ahLst/>
              <a:cxnLst/>
              <a:rect l="l" t="t" r="r" b="b"/>
              <a:pathLst>
                <a:path w="221" h="740" extrusionOk="0">
                  <a:moveTo>
                    <a:pt x="123" y="624"/>
                  </a:moveTo>
                  <a:lnTo>
                    <a:pt x="123" y="0"/>
                  </a:lnTo>
                  <a:lnTo>
                    <a:pt x="98" y="0"/>
                  </a:lnTo>
                  <a:lnTo>
                    <a:pt x="98" y="624"/>
                  </a:lnTo>
                  <a:lnTo>
                    <a:pt x="0" y="624"/>
                  </a:lnTo>
                  <a:lnTo>
                    <a:pt x="55" y="682"/>
                  </a:lnTo>
                  <a:lnTo>
                    <a:pt x="110" y="740"/>
                  </a:lnTo>
                  <a:lnTo>
                    <a:pt x="166" y="682"/>
                  </a:lnTo>
                  <a:lnTo>
                    <a:pt x="221" y="624"/>
                  </a:lnTo>
                  <a:lnTo>
                    <a:pt x="123" y="62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16"/>
          <p:cNvSpPr txBox="1"/>
          <p:nvPr/>
        </p:nvSpPr>
        <p:spPr>
          <a:xfrm>
            <a:off x="9418637" y="1816100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34" name="Google Shape;234;p16"/>
          <p:cNvSpPr txBox="1"/>
          <p:nvPr/>
        </p:nvSpPr>
        <p:spPr>
          <a:xfrm>
            <a:off x="1587" y="1587"/>
            <a:ext cx="12176125" cy="685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10037" y="6162675"/>
            <a:ext cx="3963987" cy="550862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6"/>
          <p:cNvSpPr txBox="1"/>
          <p:nvPr/>
        </p:nvSpPr>
        <p:spPr>
          <a:xfrm>
            <a:off x="5474431" y="4696619"/>
            <a:ext cx="1312985" cy="4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Open Sans"/>
              <a:buNone/>
            </a:pPr>
            <a:r>
              <a:rPr lang="en-US" sz="2800" b="1" i="0" u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Ventas</a:t>
            </a:r>
            <a:endParaRPr dirty="0"/>
          </a:p>
        </p:txBody>
      </p:sp>
      <p:sp>
        <p:nvSpPr>
          <p:cNvPr id="237" name="Google Shape;237;p16"/>
          <p:cNvSpPr txBox="1"/>
          <p:nvPr/>
        </p:nvSpPr>
        <p:spPr>
          <a:xfrm>
            <a:off x="5043487" y="4006850"/>
            <a:ext cx="21018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</a:pPr>
            <a:r>
              <a:rPr lang="en-US" sz="26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Compromiso</a:t>
            </a:r>
            <a:endParaRPr/>
          </a:p>
        </p:txBody>
      </p:sp>
      <p:sp>
        <p:nvSpPr>
          <p:cNvPr id="238" name="Google Shape;238;p16"/>
          <p:cNvSpPr txBox="1"/>
          <p:nvPr/>
        </p:nvSpPr>
        <p:spPr>
          <a:xfrm>
            <a:off x="5116512" y="3354387"/>
            <a:ext cx="20002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Open Sans"/>
              <a:buNone/>
            </a:pPr>
            <a:r>
              <a:rPr lang="en-US" sz="29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Evaluación</a:t>
            </a:r>
            <a:endParaRPr/>
          </a:p>
        </p:txBody>
      </p:sp>
      <p:sp>
        <p:nvSpPr>
          <p:cNvPr id="239" name="Google Shape;239;p16"/>
          <p:cNvSpPr txBox="1"/>
          <p:nvPr/>
        </p:nvSpPr>
        <p:spPr>
          <a:xfrm>
            <a:off x="4627685" y="2675730"/>
            <a:ext cx="3135312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Open Sans"/>
              <a:buNone/>
            </a:pPr>
            <a:r>
              <a:rPr lang="en-US" sz="3000" b="1" i="0" u="none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Descubrimiento</a:t>
            </a:r>
            <a:endParaRPr dirty="0"/>
          </a:p>
        </p:txBody>
      </p:sp>
      <p:sp>
        <p:nvSpPr>
          <p:cNvPr id="240" name="Google Shape;240;p16"/>
          <p:cNvSpPr txBox="1"/>
          <p:nvPr/>
        </p:nvSpPr>
        <p:spPr>
          <a:xfrm>
            <a:off x="5024437" y="1990725"/>
            <a:ext cx="2212975" cy="492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lang="en-US" sz="32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Conciencia</a:t>
            </a:r>
            <a:endParaRPr/>
          </a:p>
        </p:txBody>
      </p:sp>
      <p:sp>
        <p:nvSpPr>
          <p:cNvPr id="241" name="Google Shape;241;p16"/>
          <p:cNvSpPr txBox="1"/>
          <p:nvPr/>
        </p:nvSpPr>
        <p:spPr>
          <a:xfrm>
            <a:off x="5527675" y="5372100"/>
            <a:ext cx="1165225" cy="36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Open Sans"/>
              <a:buNone/>
            </a:pPr>
            <a:r>
              <a:rPr lang="en-US" sz="2400" b="1" i="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Lealtad</a:t>
            </a:r>
            <a:endParaRPr/>
          </a:p>
        </p:txBody>
      </p:sp>
      <p:sp>
        <p:nvSpPr>
          <p:cNvPr id="242" name="Google Shape;242;p16"/>
          <p:cNvSpPr/>
          <p:nvPr/>
        </p:nvSpPr>
        <p:spPr>
          <a:xfrm>
            <a:off x="665162" y="2166937"/>
            <a:ext cx="2163762" cy="76200"/>
          </a:xfrm>
          <a:custGeom>
            <a:avLst/>
            <a:gdLst/>
            <a:ahLst/>
            <a:cxnLst/>
            <a:rect l="l" t="t" r="r" b="b"/>
            <a:pathLst>
              <a:path w="542" h="19" extrusionOk="0">
                <a:moveTo>
                  <a:pt x="10" y="19"/>
                </a:moveTo>
                <a:cubicBezTo>
                  <a:pt x="533" y="19"/>
                  <a:pt x="533" y="19"/>
                  <a:pt x="533" y="19"/>
                </a:cubicBezTo>
                <a:cubicBezTo>
                  <a:pt x="538" y="19"/>
                  <a:pt x="542" y="15"/>
                  <a:pt x="542" y="10"/>
                </a:cubicBezTo>
                <a:cubicBezTo>
                  <a:pt x="542" y="4"/>
                  <a:pt x="538" y="0"/>
                  <a:pt x="533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5"/>
                  <a:pt x="5" y="19"/>
                  <a:pt x="10" y="19"/>
                </a:cubicBezTo>
              </a:path>
            </a:pathLst>
          </a:custGeom>
          <a:solidFill>
            <a:srgbClr val="FCCAC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6"/>
          <p:cNvSpPr/>
          <p:nvPr/>
        </p:nvSpPr>
        <p:spPr>
          <a:xfrm>
            <a:off x="665162" y="2166937"/>
            <a:ext cx="2058987" cy="76200"/>
          </a:xfrm>
          <a:custGeom>
            <a:avLst/>
            <a:gdLst/>
            <a:ahLst/>
            <a:cxnLst/>
            <a:rect l="l" t="t" r="r" b="b"/>
            <a:pathLst>
              <a:path w="516" h="19" extrusionOk="0">
                <a:moveTo>
                  <a:pt x="10" y="19"/>
                </a:moveTo>
                <a:cubicBezTo>
                  <a:pt x="506" y="19"/>
                  <a:pt x="506" y="19"/>
                  <a:pt x="506" y="19"/>
                </a:cubicBezTo>
                <a:cubicBezTo>
                  <a:pt x="511" y="19"/>
                  <a:pt x="516" y="15"/>
                  <a:pt x="516" y="10"/>
                </a:cubicBezTo>
                <a:cubicBezTo>
                  <a:pt x="516" y="4"/>
                  <a:pt x="511" y="0"/>
                  <a:pt x="506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5" y="0"/>
                  <a:pt x="0" y="4"/>
                  <a:pt x="0" y="10"/>
                </a:cubicBezTo>
                <a:cubicBezTo>
                  <a:pt x="0" y="15"/>
                  <a:pt x="5" y="19"/>
                  <a:pt x="10" y="19"/>
                </a:cubicBezTo>
              </a:path>
            </a:pathLst>
          </a:custGeom>
          <a:solidFill>
            <a:srgbClr val="E348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6"/>
          <p:cNvSpPr/>
          <p:nvPr/>
        </p:nvSpPr>
        <p:spPr>
          <a:xfrm>
            <a:off x="971550" y="2851150"/>
            <a:ext cx="2163762" cy="74612"/>
          </a:xfrm>
          <a:custGeom>
            <a:avLst/>
            <a:gdLst/>
            <a:ahLst/>
            <a:cxnLst/>
            <a:rect l="l" t="t" r="r" b="b"/>
            <a:pathLst>
              <a:path w="542" h="19" extrusionOk="0">
                <a:moveTo>
                  <a:pt x="10" y="19"/>
                </a:moveTo>
                <a:cubicBezTo>
                  <a:pt x="532" y="19"/>
                  <a:pt x="532" y="19"/>
                  <a:pt x="532" y="19"/>
                </a:cubicBezTo>
                <a:cubicBezTo>
                  <a:pt x="538" y="19"/>
                  <a:pt x="542" y="15"/>
                  <a:pt x="542" y="10"/>
                </a:cubicBezTo>
                <a:cubicBezTo>
                  <a:pt x="542" y="4"/>
                  <a:pt x="538" y="0"/>
                  <a:pt x="532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5"/>
                  <a:pt x="4" y="19"/>
                  <a:pt x="10" y="19"/>
                </a:cubicBezTo>
              </a:path>
            </a:pathLst>
          </a:custGeom>
          <a:solidFill>
            <a:srgbClr val="FFE0C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6"/>
          <p:cNvSpPr/>
          <p:nvPr/>
        </p:nvSpPr>
        <p:spPr>
          <a:xfrm>
            <a:off x="971550" y="2851150"/>
            <a:ext cx="1625600" cy="74612"/>
          </a:xfrm>
          <a:custGeom>
            <a:avLst/>
            <a:gdLst/>
            <a:ahLst/>
            <a:cxnLst/>
            <a:rect l="l" t="t" r="r" b="b"/>
            <a:pathLst>
              <a:path w="407" h="19" extrusionOk="0">
                <a:moveTo>
                  <a:pt x="10" y="19"/>
                </a:moveTo>
                <a:cubicBezTo>
                  <a:pt x="397" y="19"/>
                  <a:pt x="397" y="19"/>
                  <a:pt x="397" y="19"/>
                </a:cubicBezTo>
                <a:cubicBezTo>
                  <a:pt x="403" y="19"/>
                  <a:pt x="407" y="15"/>
                  <a:pt x="407" y="10"/>
                </a:cubicBezTo>
                <a:cubicBezTo>
                  <a:pt x="407" y="4"/>
                  <a:pt x="403" y="0"/>
                  <a:pt x="397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5"/>
                  <a:pt x="4" y="19"/>
                  <a:pt x="10" y="19"/>
                </a:cubicBezTo>
              </a:path>
            </a:pathLst>
          </a:custGeom>
          <a:solidFill>
            <a:srgbClr val="FE912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6"/>
          <p:cNvSpPr/>
          <p:nvPr/>
        </p:nvSpPr>
        <p:spPr>
          <a:xfrm>
            <a:off x="1331912" y="3573462"/>
            <a:ext cx="2082800" cy="0"/>
          </a:xfrm>
          <a:custGeom>
            <a:avLst/>
            <a:gdLst/>
            <a:ahLst/>
            <a:cxnLst/>
            <a:rect l="l" t="t" r="r" b="b"/>
            <a:pathLst>
              <a:path w="1312" h="120000" extrusionOk="0">
                <a:moveTo>
                  <a:pt x="0" y="0"/>
                </a:moveTo>
                <a:lnTo>
                  <a:pt x="1312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0D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7" name="Google Shape;247;p16"/>
          <p:cNvCxnSpPr/>
          <p:nvPr/>
        </p:nvCxnSpPr>
        <p:spPr>
          <a:xfrm>
            <a:off x="1331912" y="3573462"/>
            <a:ext cx="208280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48" name="Google Shape;248;p16"/>
          <p:cNvSpPr/>
          <p:nvPr/>
        </p:nvSpPr>
        <p:spPr>
          <a:xfrm>
            <a:off x="1290637" y="3533775"/>
            <a:ext cx="2165350" cy="76200"/>
          </a:xfrm>
          <a:custGeom>
            <a:avLst/>
            <a:gdLst/>
            <a:ahLst/>
            <a:cxnLst/>
            <a:rect l="l" t="t" r="r" b="b"/>
            <a:pathLst>
              <a:path w="542" h="19" extrusionOk="0">
                <a:moveTo>
                  <a:pt x="10" y="19"/>
                </a:moveTo>
                <a:cubicBezTo>
                  <a:pt x="532" y="19"/>
                  <a:pt x="532" y="19"/>
                  <a:pt x="532" y="19"/>
                </a:cubicBezTo>
                <a:cubicBezTo>
                  <a:pt x="538" y="19"/>
                  <a:pt x="542" y="15"/>
                  <a:pt x="542" y="10"/>
                </a:cubicBezTo>
                <a:cubicBezTo>
                  <a:pt x="542" y="4"/>
                  <a:pt x="538" y="0"/>
                  <a:pt x="532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5"/>
                  <a:pt x="4" y="19"/>
                  <a:pt x="10" y="19"/>
                </a:cubicBezTo>
              </a:path>
            </a:pathLst>
          </a:custGeom>
          <a:solidFill>
            <a:srgbClr val="FFF0D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6"/>
          <p:cNvSpPr/>
          <p:nvPr/>
        </p:nvSpPr>
        <p:spPr>
          <a:xfrm>
            <a:off x="1331912" y="3573462"/>
            <a:ext cx="1168400" cy="0"/>
          </a:xfrm>
          <a:custGeom>
            <a:avLst/>
            <a:gdLst/>
            <a:ahLst/>
            <a:cxnLst/>
            <a:rect l="l" t="t" r="r" b="b"/>
            <a:pathLst>
              <a:path w="736" h="120000" extrusionOk="0">
                <a:moveTo>
                  <a:pt x="0" y="0"/>
                </a:moveTo>
                <a:lnTo>
                  <a:pt x="736" y="0"/>
                </a:lnTo>
                <a:lnTo>
                  <a:pt x="0" y="0"/>
                </a:lnTo>
                <a:close/>
              </a:path>
            </a:pathLst>
          </a:custGeom>
          <a:solidFill>
            <a:srgbClr val="FFCA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16"/>
          <p:cNvCxnSpPr/>
          <p:nvPr/>
        </p:nvCxnSpPr>
        <p:spPr>
          <a:xfrm>
            <a:off x="1331912" y="3573462"/>
            <a:ext cx="116840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51" name="Google Shape;251;p16"/>
          <p:cNvSpPr/>
          <p:nvPr/>
        </p:nvSpPr>
        <p:spPr>
          <a:xfrm>
            <a:off x="1290637" y="3533775"/>
            <a:ext cx="1250950" cy="76200"/>
          </a:xfrm>
          <a:custGeom>
            <a:avLst/>
            <a:gdLst/>
            <a:ahLst/>
            <a:cxnLst/>
            <a:rect l="l" t="t" r="r" b="b"/>
            <a:pathLst>
              <a:path w="313" h="19" extrusionOk="0">
                <a:moveTo>
                  <a:pt x="10" y="19"/>
                </a:moveTo>
                <a:cubicBezTo>
                  <a:pt x="303" y="19"/>
                  <a:pt x="303" y="19"/>
                  <a:pt x="303" y="19"/>
                </a:cubicBezTo>
                <a:cubicBezTo>
                  <a:pt x="309" y="19"/>
                  <a:pt x="313" y="15"/>
                  <a:pt x="313" y="10"/>
                </a:cubicBezTo>
                <a:cubicBezTo>
                  <a:pt x="313" y="4"/>
                  <a:pt x="309" y="0"/>
                  <a:pt x="303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10"/>
                </a:cubicBezTo>
                <a:cubicBezTo>
                  <a:pt x="0" y="15"/>
                  <a:pt x="4" y="19"/>
                  <a:pt x="10" y="19"/>
                </a:cubicBezTo>
              </a:path>
            </a:pathLst>
          </a:custGeom>
          <a:solidFill>
            <a:srgbClr val="FFCA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1622425" y="4221162"/>
            <a:ext cx="2163762" cy="79375"/>
          </a:xfrm>
          <a:custGeom>
            <a:avLst/>
            <a:gdLst/>
            <a:ahLst/>
            <a:cxnLst/>
            <a:rect l="l" t="t" r="r" b="b"/>
            <a:pathLst>
              <a:path w="542" h="20" extrusionOk="0">
                <a:moveTo>
                  <a:pt x="10" y="20"/>
                </a:moveTo>
                <a:cubicBezTo>
                  <a:pt x="532" y="20"/>
                  <a:pt x="532" y="20"/>
                  <a:pt x="532" y="20"/>
                </a:cubicBezTo>
                <a:cubicBezTo>
                  <a:pt x="538" y="20"/>
                  <a:pt x="542" y="15"/>
                  <a:pt x="542" y="10"/>
                </a:cubicBezTo>
                <a:cubicBezTo>
                  <a:pt x="542" y="5"/>
                  <a:pt x="538" y="0"/>
                  <a:pt x="532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5"/>
                  <a:pt x="0" y="10"/>
                </a:cubicBezTo>
                <a:cubicBezTo>
                  <a:pt x="0" y="15"/>
                  <a:pt x="4" y="20"/>
                  <a:pt x="10" y="20"/>
                </a:cubicBezTo>
              </a:path>
            </a:pathLst>
          </a:custGeom>
          <a:solidFill>
            <a:srgbClr val="D8EE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1622425" y="4221162"/>
            <a:ext cx="822325" cy="79375"/>
          </a:xfrm>
          <a:custGeom>
            <a:avLst/>
            <a:gdLst/>
            <a:ahLst/>
            <a:cxnLst/>
            <a:rect l="l" t="t" r="r" b="b"/>
            <a:pathLst>
              <a:path w="206" h="20" extrusionOk="0">
                <a:moveTo>
                  <a:pt x="10" y="20"/>
                </a:moveTo>
                <a:cubicBezTo>
                  <a:pt x="196" y="20"/>
                  <a:pt x="196" y="20"/>
                  <a:pt x="196" y="20"/>
                </a:cubicBezTo>
                <a:cubicBezTo>
                  <a:pt x="201" y="20"/>
                  <a:pt x="206" y="15"/>
                  <a:pt x="206" y="10"/>
                </a:cubicBezTo>
                <a:cubicBezTo>
                  <a:pt x="206" y="5"/>
                  <a:pt x="201" y="0"/>
                  <a:pt x="196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5"/>
                  <a:pt x="0" y="10"/>
                </a:cubicBezTo>
                <a:cubicBezTo>
                  <a:pt x="0" y="15"/>
                  <a:pt x="4" y="20"/>
                  <a:pt x="10" y="20"/>
                </a:cubicBezTo>
              </a:path>
            </a:pathLst>
          </a:custGeom>
          <a:solidFill>
            <a:srgbClr val="64D0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1974850" y="4951412"/>
            <a:ext cx="2082800" cy="0"/>
          </a:xfrm>
          <a:custGeom>
            <a:avLst/>
            <a:gdLst/>
            <a:ahLst/>
            <a:cxnLst/>
            <a:rect l="l" t="t" r="r" b="b"/>
            <a:pathLst>
              <a:path w="1312" h="120000" extrusionOk="0">
                <a:moveTo>
                  <a:pt x="0" y="0"/>
                </a:moveTo>
                <a:lnTo>
                  <a:pt x="1312" y="0"/>
                </a:lnTo>
                <a:lnTo>
                  <a:pt x="0" y="0"/>
                </a:lnTo>
                <a:close/>
              </a:path>
            </a:pathLst>
          </a:custGeom>
          <a:solidFill>
            <a:srgbClr val="C2E3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5" name="Google Shape;255;p16"/>
          <p:cNvCxnSpPr/>
          <p:nvPr/>
        </p:nvCxnSpPr>
        <p:spPr>
          <a:xfrm>
            <a:off x="1974850" y="4951412"/>
            <a:ext cx="208280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56" name="Google Shape;256;p16"/>
          <p:cNvSpPr/>
          <p:nvPr/>
        </p:nvSpPr>
        <p:spPr>
          <a:xfrm>
            <a:off x="1933575" y="4916487"/>
            <a:ext cx="2163762" cy="76200"/>
          </a:xfrm>
          <a:custGeom>
            <a:avLst/>
            <a:gdLst/>
            <a:ahLst/>
            <a:cxnLst/>
            <a:rect l="l" t="t" r="r" b="b"/>
            <a:pathLst>
              <a:path w="542" h="19" extrusionOk="0">
                <a:moveTo>
                  <a:pt x="10" y="19"/>
                </a:moveTo>
                <a:cubicBezTo>
                  <a:pt x="532" y="19"/>
                  <a:pt x="532" y="19"/>
                  <a:pt x="532" y="19"/>
                </a:cubicBezTo>
                <a:cubicBezTo>
                  <a:pt x="538" y="19"/>
                  <a:pt x="542" y="15"/>
                  <a:pt x="542" y="9"/>
                </a:cubicBezTo>
                <a:cubicBezTo>
                  <a:pt x="542" y="4"/>
                  <a:pt x="538" y="0"/>
                  <a:pt x="532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5"/>
                  <a:pt x="4" y="19"/>
                  <a:pt x="10" y="19"/>
                </a:cubicBezTo>
              </a:path>
            </a:pathLst>
          </a:custGeom>
          <a:solidFill>
            <a:srgbClr val="C2E3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1974850" y="4951412"/>
            <a:ext cx="374650" cy="0"/>
          </a:xfrm>
          <a:custGeom>
            <a:avLst/>
            <a:gdLst/>
            <a:ahLst/>
            <a:cxnLst/>
            <a:rect l="l" t="t" r="r" b="b"/>
            <a:pathLst>
              <a:path w="236" h="120000" extrusionOk="0">
                <a:moveTo>
                  <a:pt x="0" y="0"/>
                </a:moveTo>
                <a:lnTo>
                  <a:pt x="236" y="0"/>
                </a:lnTo>
                <a:lnTo>
                  <a:pt x="0" y="0"/>
                </a:lnTo>
                <a:close/>
              </a:path>
            </a:pathLst>
          </a:custGeom>
          <a:solidFill>
            <a:srgbClr val="1CA3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6"/>
          <p:cNvCxnSpPr/>
          <p:nvPr/>
        </p:nvCxnSpPr>
        <p:spPr>
          <a:xfrm>
            <a:off x="1974850" y="4951412"/>
            <a:ext cx="374650" cy="0"/>
          </a:xfrm>
          <a:prstGeom prst="straightConnector1">
            <a:avLst/>
          </a:prstGeom>
          <a:noFill/>
          <a:ln>
            <a:noFill/>
          </a:ln>
        </p:spPr>
      </p:cxnSp>
      <p:sp>
        <p:nvSpPr>
          <p:cNvPr id="259" name="Google Shape;259;p16"/>
          <p:cNvSpPr/>
          <p:nvPr/>
        </p:nvSpPr>
        <p:spPr>
          <a:xfrm>
            <a:off x="1933575" y="4916487"/>
            <a:ext cx="455612" cy="76200"/>
          </a:xfrm>
          <a:custGeom>
            <a:avLst/>
            <a:gdLst/>
            <a:ahLst/>
            <a:cxnLst/>
            <a:rect l="l" t="t" r="r" b="b"/>
            <a:pathLst>
              <a:path w="114" h="19" extrusionOk="0">
                <a:moveTo>
                  <a:pt x="10" y="19"/>
                </a:moveTo>
                <a:cubicBezTo>
                  <a:pt x="104" y="19"/>
                  <a:pt x="104" y="19"/>
                  <a:pt x="104" y="19"/>
                </a:cubicBezTo>
                <a:cubicBezTo>
                  <a:pt x="109" y="19"/>
                  <a:pt x="114" y="15"/>
                  <a:pt x="114" y="9"/>
                </a:cubicBezTo>
                <a:cubicBezTo>
                  <a:pt x="114" y="4"/>
                  <a:pt x="109" y="0"/>
                  <a:pt x="104" y="0"/>
                </a:cubicBezTo>
                <a:cubicBezTo>
                  <a:pt x="10" y="0"/>
                  <a:pt x="10" y="0"/>
                  <a:pt x="10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5"/>
                  <a:pt x="4" y="19"/>
                  <a:pt x="10" y="19"/>
                </a:cubicBezTo>
              </a:path>
            </a:pathLst>
          </a:custGeom>
          <a:solidFill>
            <a:srgbClr val="1CA3D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2265362" y="5599112"/>
            <a:ext cx="2163762" cy="76200"/>
          </a:xfrm>
          <a:custGeom>
            <a:avLst/>
            <a:gdLst/>
            <a:ahLst/>
            <a:cxnLst/>
            <a:rect l="l" t="t" r="r" b="b"/>
            <a:pathLst>
              <a:path w="542" h="19" extrusionOk="0">
                <a:moveTo>
                  <a:pt x="9" y="19"/>
                </a:moveTo>
                <a:cubicBezTo>
                  <a:pt x="532" y="19"/>
                  <a:pt x="532" y="19"/>
                  <a:pt x="532" y="19"/>
                </a:cubicBezTo>
                <a:cubicBezTo>
                  <a:pt x="537" y="19"/>
                  <a:pt x="542" y="15"/>
                  <a:pt x="542" y="9"/>
                </a:cubicBezTo>
                <a:cubicBezTo>
                  <a:pt x="542" y="4"/>
                  <a:pt x="537" y="0"/>
                  <a:pt x="532" y="0"/>
                </a:cubicBez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5"/>
                  <a:pt x="4" y="19"/>
                  <a:pt x="9" y="19"/>
                </a:cubicBezTo>
              </a:path>
            </a:pathLst>
          </a:custGeom>
          <a:solidFill>
            <a:srgbClr val="AAD6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265362" y="5599112"/>
            <a:ext cx="260350" cy="76200"/>
          </a:xfrm>
          <a:custGeom>
            <a:avLst/>
            <a:gdLst/>
            <a:ahLst/>
            <a:cxnLst/>
            <a:rect l="l" t="t" r="r" b="b"/>
            <a:pathLst>
              <a:path w="65" h="19" extrusionOk="0">
                <a:moveTo>
                  <a:pt x="9" y="19"/>
                </a:moveTo>
                <a:cubicBezTo>
                  <a:pt x="56" y="19"/>
                  <a:pt x="56" y="19"/>
                  <a:pt x="56" y="19"/>
                </a:cubicBezTo>
                <a:cubicBezTo>
                  <a:pt x="61" y="19"/>
                  <a:pt x="65" y="15"/>
                  <a:pt x="65" y="9"/>
                </a:cubicBezTo>
                <a:cubicBezTo>
                  <a:pt x="65" y="4"/>
                  <a:pt x="61" y="0"/>
                  <a:pt x="56" y="0"/>
                </a:cubicBez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15"/>
                  <a:pt x="4" y="19"/>
                  <a:pt x="9" y="19"/>
                </a:cubicBezTo>
              </a:path>
            </a:pathLst>
          </a:custGeom>
          <a:solidFill>
            <a:srgbClr val="06538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1447800" y="1763712"/>
            <a:ext cx="747712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100"/>
              <a:buFont typeface="Open Sans"/>
              <a:buNone/>
            </a:pPr>
            <a:r>
              <a:rPr lang="en-US" sz="21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94%</a:t>
            </a:r>
            <a:endParaRPr/>
          </a:p>
        </p:txBody>
      </p:sp>
      <p:sp>
        <p:nvSpPr>
          <p:cNvPr id="263" name="Google Shape;263;p16"/>
          <p:cNvSpPr txBox="1"/>
          <p:nvPr/>
        </p:nvSpPr>
        <p:spPr>
          <a:xfrm>
            <a:off x="1754187" y="2446337"/>
            <a:ext cx="747712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100"/>
              <a:buFont typeface="Open Sans"/>
              <a:buNone/>
            </a:pPr>
            <a:r>
              <a:rPr lang="en-US" sz="21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71%</a:t>
            </a:r>
            <a:endParaRPr/>
          </a:p>
        </p:txBody>
      </p:sp>
      <p:sp>
        <p:nvSpPr>
          <p:cNvPr id="264" name="Google Shape;264;p16"/>
          <p:cNvSpPr txBox="1"/>
          <p:nvPr/>
        </p:nvSpPr>
        <p:spPr>
          <a:xfrm>
            <a:off x="2073275" y="3128962"/>
            <a:ext cx="747712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100"/>
              <a:buFont typeface="Open Sans"/>
              <a:buNone/>
            </a:pPr>
            <a:r>
              <a:rPr lang="en-US" sz="21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56%</a:t>
            </a:r>
            <a:endParaRPr/>
          </a:p>
        </p:txBody>
      </p:sp>
      <p:sp>
        <p:nvSpPr>
          <p:cNvPr id="265" name="Google Shape;265;p16"/>
          <p:cNvSpPr txBox="1"/>
          <p:nvPr/>
        </p:nvSpPr>
        <p:spPr>
          <a:xfrm>
            <a:off x="2405062" y="3813175"/>
            <a:ext cx="747712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100"/>
              <a:buFont typeface="Open Sans"/>
              <a:buNone/>
            </a:pPr>
            <a:r>
              <a:rPr lang="en-US" sz="21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35%</a:t>
            </a:r>
            <a:endParaRPr/>
          </a:p>
        </p:txBody>
      </p:sp>
      <p:sp>
        <p:nvSpPr>
          <p:cNvPr id="266" name="Google Shape;266;p16"/>
          <p:cNvSpPr txBox="1"/>
          <p:nvPr/>
        </p:nvSpPr>
        <p:spPr>
          <a:xfrm>
            <a:off x="2716212" y="4508500"/>
            <a:ext cx="747712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100"/>
              <a:buFont typeface="Open Sans"/>
              <a:buNone/>
            </a:pPr>
            <a:r>
              <a:rPr lang="en-US" sz="21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15%</a:t>
            </a:r>
            <a:endParaRPr/>
          </a:p>
        </p:txBody>
      </p:sp>
      <p:sp>
        <p:nvSpPr>
          <p:cNvPr id="267" name="Google Shape;267;p16"/>
          <p:cNvSpPr txBox="1"/>
          <p:nvPr/>
        </p:nvSpPr>
        <p:spPr>
          <a:xfrm>
            <a:off x="3084512" y="5191125"/>
            <a:ext cx="587375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0202"/>
              </a:buClr>
              <a:buSzPts val="2100"/>
              <a:buFont typeface="Open Sans"/>
              <a:buNone/>
            </a:pPr>
            <a:r>
              <a:rPr lang="en-US" sz="2100" b="1" i="0" u="none">
                <a:solidFill>
                  <a:srgbClr val="020202"/>
                </a:solidFill>
                <a:latin typeface="Open Sans"/>
                <a:ea typeface="Open Sans"/>
                <a:cs typeface="Open Sans"/>
                <a:sym typeface="Open Sans"/>
              </a:rPr>
              <a:t>8%</a:t>
            </a:r>
            <a:endParaRPr/>
          </a:p>
        </p:txBody>
      </p:sp>
      <p:sp>
        <p:nvSpPr>
          <p:cNvPr id="268" name="Google Shape;268;p16"/>
          <p:cNvSpPr txBox="1"/>
          <p:nvPr/>
        </p:nvSpPr>
        <p:spPr>
          <a:xfrm>
            <a:off x="9096375" y="2479675"/>
            <a:ext cx="233997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69" name="Google Shape;269;p16"/>
          <p:cNvSpPr txBox="1"/>
          <p:nvPr/>
        </p:nvSpPr>
        <p:spPr>
          <a:xfrm>
            <a:off x="8794750" y="3151187"/>
            <a:ext cx="233997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70" name="Google Shape;270;p16"/>
          <p:cNvSpPr txBox="1"/>
          <p:nvPr/>
        </p:nvSpPr>
        <p:spPr>
          <a:xfrm>
            <a:off x="8470900" y="3821112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71" name="Google Shape;271;p16"/>
          <p:cNvSpPr txBox="1"/>
          <p:nvPr/>
        </p:nvSpPr>
        <p:spPr>
          <a:xfrm>
            <a:off x="8139112" y="4519612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  <p:sp>
        <p:nvSpPr>
          <p:cNvPr id="272" name="Google Shape;272;p16"/>
          <p:cNvSpPr txBox="1"/>
          <p:nvPr/>
        </p:nvSpPr>
        <p:spPr>
          <a:xfrm>
            <a:off x="7831137" y="5207000"/>
            <a:ext cx="23415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Open Sans"/>
              <a:buNone/>
            </a:pPr>
            <a:r>
              <a:rPr lang="en-US" sz="15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consectetur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77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5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Freeform 778"/>
          <p:cNvSpPr>
            <a:spLocks/>
          </p:cNvSpPr>
          <p:nvPr/>
        </p:nvSpPr>
        <p:spPr bwMode="auto">
          <a:xfrm>
            <a:off x="490538" y="2178050"/>
            <a:ext cx="2462212" cy="3805238"/>
          </a:xfrm>
          <a:custGeom>
            <a:avLst/>
            <a:gdLst>
              <a:gd name="T0" fmla="*/ 2318864 w 584"/>
              <a:gd name="T1" fmla="*/ 3805237 h 902"/>
              <a:gd name="T2" fmla="*/ 143348 w 584"/>
              <a:gd name="T3" fmla="*/ 3805237 h 902"/>
              <a:gd name="T4" fmla="*/ 0 w 584"/>
              <a:gd name="T5" fmla="*/ 3661802 h 902"/>
              <a:gd name="T6" fmla="*/ 0 w 584"/>
              <a:gd name="T7" fmla="*/ 147653 h 902"/>
              <a:gd name="T8" fmla="*/ 143348 w 584"/>
              <a:gd name="T9" fmla="*/ 0 h 902"/>
              <a:gd name="T10" fmla="*/ 2318864 w 584"/>
              <a:gd name="T11" fmla="*/ 0 h 902"/>
              <a:gd name="T12" fmla="*/ 2462212 w 584"/>
              <a:gd name="T13" fmla="*/ 147653 h 902"/>
              <a:gd name="T14" fmla="*/ 2462212 w 584"/>
              <a:gd name="T15" fmla="*/ 3661802 h 902"/>
              <a:gd name="T16" fmla="*/ 2318864 w 584"/>
              <a:gd name="T17" fmla="*/ 3805237 h 9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84" h="902">
                <a:moveTo>
                  <a:pt x="550" y="902"/>
                </a:moveTo>
                <a:cubicBezTo>
                  <a:pt x="34" y="902"/>
                  <a:pt x="34" y="902"/>
                  <a:pt x="34" y="902"/>
                </a:cubicBezTo>
                <a:cubicBezTo>
                  <a:pt x="15" y="902"/>
                  <a:pt x="0" y="887"/>
                  <a:pt x="0" y="86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16"/>
                  <a:pt x="15" y="0"/>
                  <a:pt x="34" y="0"/>
                </a:cubicBezTo>
                <a:cubicBezTo>
                  <a:pt x="550" y="0"/>
                  <a:pt x="550" y="0"/>
                  <a:pt x="550" y="0"/>
                </a:cubicBezTo>
                <a:cubicBezTo>
                  <a:pt x="569" y="0"/>
                  <a:pt x="584" y="16"/>
                  <a:pt x="584" y="35"/>
                </a:cubicBezTo>
                <a:cubicBezTo>
                  <a:pt x="584" y="868"/>
                  <a:pt x="584" y="868"/>
                  <a:pt x="584" y="868"/>
                </a:cubicBezTo>
                <a:cubicBezTo>
                  <a:pt x="584" y="887"/>
                  <a:pt x="569" y="902"/>
                  <a:pt x="550" y="9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Freeform 779"/>
          <p:cNvSpPr>
            <a:spLocks/>
          </p:cNvSpPr>
          <p:nvPr/>
        </p:nvSpPr>
        <p:spPr bwMode="auto">
          <a:xfrm>
            <a:off x="3408363" y="2178050"/>
            <a:ext cx="2460625" cy="3805238"/>
          </a:xfrm>
          <a:custGeom>
            <a:avLst/>
            <a:gdLst>
              <a:gd name="T0" fmla="*/ 2317369 w 584"/>
              <a:gd name="T1" fmla="*/ 3805237 h 902"/>
              <a:gd name="T2" fmla="*/ 143256 w 584"/>
              <a:gd name="T3" fmla="*/ 3805237 h 902"/>
              <a:gd name="T4" fmla="*/ 0 w 584"/>
              <a:gd name="T5" fmla="*/ 3661802 h 902"/>
              <a:gd name="T6" fmla="*/ 0 w 584"/>
              <a:gd name="T7" fmla="*/ 147653 h 902"/>
              <a:gd name="T8" fmla="*/ 143256 w 584"/>
              <a:gd name="T9" fmla="*/ 0 h 902"/>
              <a:gd name="T10" fmla="*/ 2317369 w 584"/>
              <a:gd name="T11" fmla="*/ 0 h 902"/>
              <a:gd name="T12" fmla="*/ 2460625 w 584"/>
              <a:gd name="T13" fmla="*/ 147653 h 902"/>
              <a:gd name="T14" fmla="*/ 2460625 w 584"/>
              <a:gd name="T15" fmla="*/ 3661802 h 902"/>
              <a:gd name="T16" fmla="*/ 2317369 w 584"/>
              <a:gd name="T17" fmla="*/ 3805237 h 9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84" h="902">
                <a:moveTo>
                  <a:pt x="550" y="902"/>
                </a:moveTo>
                <a:cubicBezTo>
                  <a:pt x="34" y="902"/>
                  <a:pt x="34" y="902"/>
                  <a:pt x="34" y="902"/>
                </a:cubicBezTo>
                <a:cubicBezTo>
                  <a:pt x="15" y="902"/>
                  <a:pt x="0" y="887"/>
                  <a:pt x="0" y="86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16"/>
                  <a:pt x="15" y="0"/>
                  <a:pt x="34" y="0"/>
                </a:cubicBezTo>
                <a:cubicBezTo>
                  <a:pt x="550" y="0"/>
                  <a:pt x="550" y="0"/>
                  <a:pt x="550" y="0"/>
                </a:cubicBezTo>
                <a:cubicBezTo>
                  <a:pt x="569" y="0"/>
                  <a:pt x="584" y="16"/>
                  <a:pt x="584" y="35"/>
                </a:cubicBezTo>
                <a:cubicBezTo>
                  <a:pt x="584" y="868"/>
                  <a:pt x="584" y="868"/>
                  <a:pt x="584" y="868"/>
                </a:cubicBezTo>
                <a:cubicBezTo>
                  <a:pt x="584" y="887"/>
                  <a:pt x="569" y="902"/>
                  <a:pt x="550" y="9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Freeform 780"/>
          <p:cNvSpPr>
            <a:spLocks/>
          </p:cNvSpPr>
          <p:nvPr/>
        </p:nvSpPr>
        <p:spPr bwMode="auto">
          <a:xfrm>
            <a:off x="6319838" y="2178050"/>
            <a:ext cx="2466975" cy="3805238"/>
          </a:xfrm>
          <a:custGeom>
            <a:avLst/>
            <a:gdLst>
              <a:gd name="T0" fmla="*/ 2319378 w 585"/>
              <a:gd name="T1" fmla="*/ 3805237 h 902"/>
              <a:gd name="T2" fmla="*/ 147597 w 585"/>
              <a:gd name="T3" fmla="*/ 3805237 h 902"/>
              <a:gd name="T4" fmla="*/ 0 w 585"/>
              <a:gd name="T5" fmla="*/ 3661802 h 902"/>
              <a:gd name="T6" fmla="*/ 0 w 585"/>
              <a:gd name="T7" fmla="*/ 147653 h 902"/>
              <a:gd name="T8" fmla="*/ 147597 w 585"/>
              <a:gd name="T9" fmla="*/ 0 h 902"/>
              <a:gd name="T10" fmla="*/ 2319378 w 585"/>
              <a:gd name="T11" fmla="*/ 0 h 902"/>
              <a:gd name="T12" fmla="*/ 2466975 w 585"/>
              <a:gd name="T13" fmla="*/ 147653 h 902"/>
              <a:gd name="T14" fmla="*/ 2466975 w 585"/>
              <a:gd name="T15" fmla="*/ 3661802 h 902"/>
              <a:gd name="T16" fmla="*/ 2319378 w 585"/>
              <a:gd name="T17" fmla="*/ 3805237 h 9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85" h="902">
                <a:moveTo>
                  <a:pt x="550" y="902"/>
                </a:moveTo>
                <a:cubicBezTo>
                  <a:pt x="35" y="902"/>
                  <a:pt x="35" y="902"/>
                  <a:pt x="35" y="902"/>
                </a:cubicBezTo>
                <a:cubicBezTo>
                  <a:pt x="16" y="902"/>
                  <a:pt x="0" y="887"/>
                  <a:pt x="0" y="86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16"/>
                  <a:pt x="16" y="0"/>
                  <a:pt x="35" y="0"/>
                </a:cubicBezTo>
                <a:cubicBezTo>
                  <a:pt x="550" y="0"/>
                  <a:pt x="550" y="0"/>
                  <a:pt x="550" y="0"/>
                </a:cubicBezTo>
                <a:cubicBezTo>
                  <a:pt x="569" y="0"/>
                  <a:pt x="585" y="16"/>
                  <a:pt x="585" y="35"/>
                </a:cubicBezTo>
                <a:cubicBezTo>
                  <a:pt x="585" y="868"/>
                  <a:pt x="585" y="868"/>
                  <a:pt x="585" y="868"/>
                </a:cubicBezTo>
                <a:cubicBezTo>
                  <a:pt x="585" y="887"/>
                  <a:pt x="569" y="902"/>
                  <a:pt x="550" y="9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Freeform 781"/>
          <p:cNvSpPr>
            <a:spLocks/>
          </p:cNvSpPr>
          <p:nvPr/>
        </p:nvSpPr>
        <p:spPr bwMode="auto">
          <a:xfrm>
            <a:off x="9240838" y="2178050"/>
            <a:ext cx="2462212" cy="3805238"/>
          </a:xfrm>
          <a:custGeom>
            <a:avLst/>
            <a:gdLst>
              <a:gd name="T0" fmla="*/ 2318864 w 584"/>
              <a:gd name="T1" fmla="*/ 3805237 h 902"/>
              <a:gd name="T2" fmla="*/ 143348 w 584"/>
              <a:gd name="T3" fmla="*/ 3805237 h 902"/>
              <a:gd name="T4" fmla="*/ 0 w 584"/>
              <a:gd name="T5" fmla="*/ 3661802 h 902"/>
              <a:gd name="T6" fmla="*/ 0 w 584"/>
              <a:gd name="T7" fmla="*/ 147653 h 902"/>
              <a:gd name="T8" fmla="*/ 143348 w 584"/>
              <a:gd name="T9" fmla="*/ 0 h 902"/>
              <a:gd name="T10" fmla="*/ 2318864 w 584"/>
              <a:gd name="T11" fmla="*/ 0 h 902"/>
              <a:gd name="T12" fmla="*/ 2462212 w 584"/>
              <a:gd name="T13" fmla="*/ 147653 h 902"/>
              <a:gd name="T14" fmla="*/ 2462212 w 584"/>
              <a:gd name="T15" fmla="*/ 3661802 h 902"/>
              <a:gd name="T16" fmla="*/ 2318864 w 584"/>
              <a:gd name="T17" fmla="*/ 3805237 h 90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84" h="902">
                <a:moveTo>
                  <a:pt x="550" y="902"/>
                </a:moveTo>
                <a:cubicBezTo>
                  <a:pt x="34" y="902"/>
                  <a:pt x="34" y="902"/>
                  <a:pt x="34" y="902"/>
                </a:cubicBezTo>
                <a:cubicBezTo>
                  <a:pt x="16" y="902"/>
                  <a:pt x="0" y="887"/>
                  <a:pt x="0" y="868"/>
                </a:cubicBezTo>
                <a:cubicBezTo>
                  <a:pt x="0" y="35"/>
                  <a:pt x="0" y="35"/>
                  <a:pt x="0" y="35"/>
                </a:cubicBezTo>
                <a:cubicBezTo>
                  <a:pt x="0" y="16"/>
                  <a:pt x="16" y="0"/>
                  <a:pt x="34" y="0"/>
                </a:cubicBezTo>
                <a:cubicBezTo>
                  <a:pt x="550" y="0"/>
                  <a:pt x="550" y="0"/>
                  <a:pt x="550" y="0"/>
                </a:cubicBezTo>
                <a:cubicBezTo>
                  <a:pt x="569" y="0"/>
                  <a:pt x="584" y="16"/>
                  <a:pt x="584" y="35"/>
                </a:cubicBezTo>
                <a:cubicBezTo>
                  <a:pt x="584" y="868"/>
                  <a:pt x="584" y="868"/>
                  <a:pt x="584" y="868"/>
                </a:cubicBezTo>
                <a:cubicBezTo>
                  <a:pt x="584" y="887"/>
                  <a:pt x="569" y="902"/>
                  <a:pt x="550" y="90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3319" name="Group 865"/>
          <p:cNvGrpSpPr>
            <a:grpSpLocks/>
          </p:cNvGrpSpPr>
          <p:nvPr/>
        </p:nvGrpSpPr>
        <p:grpSpPr bwMode="auto">
          <a:xfrm>
            <a:off x="490538" y="5097463"/>
            <a:ext cx="2462212" cy="928687"/>
            <a:chOff x="490538" y="5097463"/>
            <a:chExt cx="2462212" cy="928687"/>
          </a:xfrm>
        </p:grpSpPr>
        <p:sp>
          <p:nvSpPr>
            <p:cNvPr id="13396" name="Freeform 782"/>
            <p:cNvSpPr>
              <a:spLocks/>
            </p:cNvSpPr>
            <p:nvPr/>
          </p:nvSpPr>
          <p:spPr bwMode="auto">
            <a:xfrm>
              <a:off x="490538" y="5097463"/>
              <a:ext cx="2462212" cy="885825"/>
            </a:xfrm>
            <a:custGeom>
              <a:avLst/>
              <a:gdLst>
                <a:gd name="T0" fmla="*/ 143348 w 584"/>
                <a:gd name="T1" fmla="*/ 885825 h 210"/>
                <a:gd name="T2" fmla="*/ 2318864 w 584"/>
                <a:gd name="T3" fmla="*/ 885825 h 210"/>
                <a:gd name="T4" fmla="*/ 2462212 w 584"/>
                <a:gd name="T5" fmla="*/ 742406 h 210"/>
                <a:gd name="T6" fmla="*/ 2462212 w 584"/>
                <a:gd name="T7" fmla="*/ 37964 h 210"/>
                <a:gd name="T8" fmla="*/ 1231106 w 584"/>
                <a:gd name="T9" fmla="*/ 130765 h 210"/>
                <a:gd name="T10" fmla="*/ 0 w 584"/>
                <a:gd name="T11" fmla="*/ 122328 h 210"/>
                <a:gd name="T12" fmla="*/ 0 w 584"/>
                <a:gd name="T13" fmla="*/ 742406 h 210"/>
                <a:gd name="T14" fmla="*/ 143348 w 584"/>
                <a:gd name="T15" fmla="*/ 885825 h 2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210">
                  <a:moveTo>
                    <a:pt x="34" y="210"/>
                  </a:moveTo>
                  <a:cubicBezTo>
                    <a:pt x="550" y="210"/>
                    <a:pt x="550" y="210"/>
                    <a:pt x="550" y="210"/>
                  </a:cubicBezTo>
                  <a:cubicBezTo>
                    <a:pt x="569" y="210"/>
                    <a:pt x="584" y="195"/>
                    <a:pt x="584" y="176"/>
                  </a:cubicBezTo>
                  <a:cubicBezTo>
                    <a:pt x="584" y="9"/>
                    <a:pt x="584" y="9"/>
                    <a:pt x="584" y="9"/>
                  </a:cubicBezTo>
                  <a:cubicBezTo>
                    <a:pt x="584" y="9"/>
                    <a:pt x="459" y="0"/>
                    <a:pt x="292" y="31"/>
                  </a:cubicBezTo>
                  <a:cubicBezTo>
                    <a:pt x="152" y="57"/>
                    <a:pt x="0" y="29"/>
                    <a:pt x="0" y="29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95"/>
                    <a:pt x="15" y="210"/>
                    <a:pt x="34" y="210"/>
                  </a:cubicBezTo>
                  <a:close/>
                </a:path>
              </a:pathLst>
            </a:custGeom>
            <a:solidFill>
              <a:srgbClr val="E4D4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7" name="Freeform 783"/>
            <p:cNvSpPr>
              <a:spLocks/>
            </p:cNvSpPr>
            <p:nvPr/>
          </p:nvSpPr>
          <p:spPr bwMode="auto">
            <a:xfrm>
              <a:off x="490538" y="5127625"/>
              <a:ext cx="2462212" cy="855662"/>
            </a:xfrm>
            <a:custGeom>
              <a:avLst/>
              <a:gdLst>
                <a:gd name="T0" fmla="*/ 143348 w 584"/>
                <a:gd name="T1" fmla="*/ 855662 h 203"/>
                <a:gd name="T2" fmla="*/ 2318864 w 584"/>
                <a:gd name="T3" fmla="*/ 855662 h 203"/>
                <a:gd name="T4" fmla="*/ 2462212 w 584"/>
                <a:gd name="T5" fmla="*/ 712349 h 203"/>
                <a:gd name="T6" fmla="*/ 2462212 w 584"/>
                <a:gd name="T7" fmla="*/ 214969 h 203"/>
                <a:gd name="T8" fmla="*/ 1218458 w 584"/>
                <a:gd name="T9" fmla="*/ 164388 h 203"/>
                <a:gd name="T10" fmla="*/ 0 w 584"/>
                <a:gd name="T11" fmla="*/ 248690 h 203"/>
                <a:gd name="T12" fmla="*/ 0 w 584"/>
                <a:gd name="T13" fmla="*/ 712349 h 203"/>
                <a:gd name="T14" fmla="*/ 143348 w 584"/>
                <a:gd name="T15" fmla="*/ 855662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203">
                  <a:moveTo>
                    <a:pt x="34" y="203"/>
                  </a:moveTo>
                  <a:cubicBezTo>
                    <a:pt x="550" y="203"/>
                    <a:pt x="550" y="203"/>
                    <a:pt x="550" y="203"/>
                  </a:cubicBezTo>
                  <a:cubicBezTo>
                    <a:pt x="569" y="203"/>
                    <a:pt x="584" y="188"/>
                    <a:pt x="584" y="169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4" y="51"/>
                    <a:pt x="444" y="85"/>
                    <a:pt x="289" y="39"/>
                  </a:cubicBezTo>
                  <a:cubicBezTo>
                    <a:pt x="156" y="0"/>
                    <a:pt x="0" y="59"/>
                    <a:pt x="0" y="5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88"/>
                    <a:pt x="15" y="203"/>
                    <a:pt x="34" y="203"/>
                  </a:cubicBezTo>
                  <a:close/>
                </a:path>
              </a:pathLst>
            </a:custGeom>
            <a:solidFill>
              <a:srgbClr val="D6B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8" name="Freeform 784"/>
            <p:cNvSpPr>
              <a:spLocks/>
            </p:cNvSpPr>
            <p:nvPr/>
          </p:nvSpPr>
          <p:spPr bwMode="auto">
            <a:xfrm>
              <a:off x="490538" y="5303838"/>
              <a:ext cx="2462212" cy="679450"/>
            </a:xfrm>
            <a:custGeom>
              <a:avLst/>
              <a:gdLst>
                <a:gd name="T0" fmla="*/ 143348 w 584"/>
                <a:gd name="T1" fmla="*/ 679450 h 161"/>
                <a:gd name="T2" fmla="*/ 2318864 w 584"/>
                <a:gd name="T3" fmla="*/ 679450 h 161"/>
                <a:gd name="T4" fmla="*/ 2462212 w 584"/>
                <a:gd name="T5" fmla="*/ 535964 h 161"/>
                <a:gd name="T6" fmla="*/ 2462212 w 584"/>
                <a:gd name="T7" fmla="*/ 139266 h 161"/>
                <a:gd name="T8" fmla="*/ 1231106 w 584"/>
                <a:gd name="T9" fmla="*/ 219450 h 161"/>
                <a:gd name="T10" fmla="*/ 0 w 584"/>
                <a:gd name="T11" fmla="*/ 139266 h 161"/>
                <a:gd name="T12" fmla="*/ 0 w 584"/>
                <a:gd name="T13" fmla="*/ 535964 h 161"/>
                <a:gd name="T14" fmla="*/ 143348 w 584"/>
                <a:gd name="T15" fmla="*/ 679450 h 1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61">
                  <a:moveTo>
                    <a:pt x="34" y="161"/>
                  </a:moveTo>
                  <a:cubicBezTo>
                    <a:pt x="550" y="161"/>
                    <a:pt x="550" y="161"/>
                    <a:pt x="550" y="161"/>
                  </a:cubicBezTo>
                  <a:cubicBezTo>
                    <a:pt x="569" y="161"/>
                    <a:pt x="584" y="146"/>
                    <a:pt x="584" y="127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84" y="33"/>
                    <a:pt x="491" y="101"/>
                    <a:pt x="292" y="52"/>
                  </a:cubicBezTo>
                  <a:cubicBezTo>
                    <a:pt x="82" y="0"/>
                    <a:pt x="0" y="33"/>
                    <a:pt x="0" y="3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6"/>
                    <a:pt x="15" y="161"/>
                    <a:pt x="34" y="161"/>
                  </a:cubicBezTo>
                  <a:close/>
                </a:path>
              </a:pathLst>
            </a:custGeom>
            <a:solidFill>
              <a:srgbClr val="CCA9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9" name="Freeform 785"/>
            <p:cNvSpPr>
              <a:spLocks/>
            </p:cNvSpPr>
            <p:nvPr/>
          </p:nvSpPr>
          <p:spPr bwMode="auto">
            <a:xfrm>
              <a:off x="490538" y="5435600"/>
              <a:ext cx="2462212" cy="590550"/>
            </a:xfrm>
            <a:custGeom>
              <a:avLst/>
              <a:gdLst>
                <a:gd name="T0" fmla="*/ 143348 w 584"/>
                <a:gd name="T1" fmla="*/ 548368 h 140"/>
                <a:gd name="T2" fmla="*/ 2318864 w 584"/>
                <a:gd name="T3" fmla="*/ 548368 h 140"/>
                <a:gd name="T4" fmla="*/ 2462212 w 584"/>
                <a:gd name="T5" fmla="*/ 404949 h 140"/>
                <a:gd name="T6" fmla="*/ 2462212 w 584"/>
                <a:gd name="T7" fmla="*/ 181383 h 140"/>
                <a:gd name="T8" fmla="*/ 1231106 w 584"/>
                <a:gd name="T9" fmla="*/ 261529 h 140"/>
                <a:gd name="T10" fmla="*/ 0 w 584"/>
                <a:gd name="T11" fmla="*/ 181383 h 140"/>
                <a:gd name="T12" fmla="*/ 0 w 584"/>
                <a:gd name="T13" fmla="*/ 404949 h 140"/>
                <a:gd name="T14" fmla="*/ 143348 w 584"/>
                <a:gd name="T15" fmla="*/ 548368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40">
                  <a:moveTo>
                    <a:pt x="34" y="130"/>
                  </a:moveTo>
                  <a:cubicBezTo>
                    <a:pt x="550" y="130"/>
                    <a:pt x="550" y="130"/>
                    <a:pt x="550" y="130"/>
                  </a:cubicBezTo>
                  <a:cubicBezTo>
                    <a:pt x="569" y="130"/>
                    <a:pt x="584" y="115"/>
                    <a:pt x="584" y="96"/>
                  </a:cubicBezTo>
                  <a:cubicBezTo>
                    <a:pt x="584" y="43"/>
                    <a:pt x="584" y="43"/>
                    <a:pt x="584" y="43"/>
                  </a:cubicBezTo>
                  <a:cubicBezTo>
                    <a:pt x="584" y="43"/>
                    <a:pt x="450" y="0"/>
                    <a:pt x="292" y="62"/>
                  </a:cubicBezTo>
                  <a:cubicBezTo>
                    <a:pt x="91" y="140"/>
                    <a:pt x="0" y="43"/>
                    <a:pt x="0" y="4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5"/>
                    <a:pt x="15" y="130"/>
                    <a:pt x="34" y="130"/>
                  </a:cubicBezTo>
                  <a:close/>
                </a:path>
              </a:pathLst>
            </a:custGeom>
            <a:solidFill>
              <a:srgbClr val="BA8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00" name="Freeform 786"/>
            <p:cNvSpPr>
              <a:spLocks/>
            </p:cNvSpPr>
            <p:nvPr/>
          </p:nvSpPr>
          <p:spPr bwMode="auto">
            <a:xfrm>
              <a:off x="490538" y="5553075"/>
              <a:ext cx="2462212" cy="439737"/>
            </a:xfrm>
            <a:custGeom>
              <a:avLst/>
              <a:gdLst>
                <a:gd name="T0" fmla="*/ 143348 w 584"/>
                <a:gd name="T1" fmla="*/ 431281 h 104"/>
                <a:gd name="T2" fmla="*/ 2318864 w 584"/>
                <a:gd name="T3" fmla="*/ 431281 h 104"/>
                <a:gd name="T4" fmla="*/ 2462212 w 584"/>
                <a:gd name="T5" fmla="*/ 287520 h 104"/>
                <a:gd name="T6" fmla="*/ 2462212 w 584"/>
                <a:gd name="T7" fmla="*/ 122619 h 104"/>
                <a:gd name="T8" fmla="*/ 1231106 w 584"/>
                <a:gd name="T9" fmla="*/ 202956 h 104"/>
                <a:gd name="T10" fmla="*/ 0 w 584"/>
                <a:gd name="T11" fmla="*/ 279064 h 104"/>
                <a:gd name="T12" fmla="*/ 0 w 584"/>
                <a:gd name="T13" fmla="*/ 287520 h 104"/>
                <a:gd name="T14" fmla="*/ 143348 w 584"/>
                <a:gd name="T15" fmla="*/ 431281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04">
                  <a:moveTo>
                    <a:pt x="34" y="102"/>
                  </a:moveTo>
                  <a:cubicBezTo>
                    <a:pt x="550" y="102"/>
                    <a:pt x="550" y="102"/>
                    <a:pt x="550" y="102"/>
                  </a:cubicBezTo>
                  <a:cubicBezTo>
                    <a:pt x="569" y="102"/>
                    <a:pt x="584" y="87"/>
                    <a:pt x="584" y="68"/>
                  </a:cubicBezTo>
                  <a:cubicBezTo>
                    <a:pt x="584" y="29"/>
                    <a:pt x="584" y="29"/>
                    <a:pt x="584" y="29"/>
                  </a:cubicBezTo>
                  <a:cubicBezTo>
                    <a:pt x="584" y="29"/>
                    <a:pt x="447" y="104"/>
                    <a:pt x="292" y="48"/>
                  </a:cubicBezTo>
                  <a:cubicBezTo>
                    <a:pt x="162" y="0"/>
                    <a:pt x="0" y="66"/>
                    <a:pt x="0" y="6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7"/>
                    <a:pt x="15" y="102"/>
                    <a:pt x="34" y="102"/>
                  </a:cubicBezTo>
                  <a:close/>
                </a:path>
              </a:pathLst>
            </a:custGeom>
            <a:solidFill>
              <a:srgbClr val="AB71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0" name="Group 866"/>
          <p:cNvGrpSpPr>
            <a:grpSpLocks/>
          </p:cNvGrpSpPr>
          <p:nvPr/>
        </p:nvGrpSpPr>
        <p:grpSpPr bwMode="auto">
          <a:xfrm>
            <a:off x="3408363" y="5097463"/>
            <a:ext cx="2460625" cy="928687"/>
            <a:chOff x="3408363" y="5097463"/>
            <a:chExt cx="2460625" cy="928687"/>
          </a:xfrm>
        </p:grpSpPr>
        <p:sp>
          <p:nvSpPr>
            <p:cNvPr id="13391" name="Freeform 787"/>
            <p:cNvSpPr>
              <a:spLocks/>
            </p:cNvSpPr>
            <p:nvPr/>
          </p:nvSpPr>
          <p:spPr bwMode="auto">
            <a:xfrm>
              <a:off x="3408363" y="5097463"/>
              <a:ext cx="2460625" cy="885825"/>
            </a:xfrm>
            <a:custGeom>
              <a:avLst/>
              <a:gdLst>
                <a:gd name="T0" fmla="*/ 143256 w 584"/>
                <a:gd name="T1" fmla="*/ 885825 h 210"/>
                <a:gd name="T2" fmla="*/ 2317369 w 584"/>
                <a:gd name="T3" fmla="*/ 885825 h 210"/>
                <a:gd name="T4" fmla="*/ 2460625 w 584"/>
                <a:gd name="T5" fmla="*/ 742406 h 210"/>
                <a:gd name="T6" fmla="*/ 2460625 w 584"/>
                <a:gd name="T7" fmla="*/ 37964 h 210"/>
                <a:gd name="T8" fmla="*/ 1230313 w 584"/>
                <a:gd name="T9" fmla="*/ 130765 h 210"/>
                <a:gd name="T10" fmla="*/ 0 w 584"/>
                <a:gd name="T11" fmla="*/ 122328 h 210"/>
                <a:gd name="T12" fmla="*/ 0 w 584"/>
                <a:gd name="T13" fmla="*/ 742406 h 210"/>
                <a:gd name="T14" fmla="*/ 143256 w 584"/>
                <a:gd name="T15" fmla="*/ 885825 h 2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210">
                  <a:moveTo>
                    <a:pt x="34" y="210"/>
                  </a:moveTo>
                  <a:cubicBezTo>
                    <a:pt x="550" y="210"/>
                    <a:pt x="550" y="210"/>
                    <a:pt x="550" y="210"/>
                  </a:cubicBezTo>
                  <a:cubicBezTo>
                    <a:pt x="569" y="210"/>
                    <a:pt x="584" y="195"/>
                    <a:pt x="584" y="176"/>
                  </a:cubicBezTo>
                  <a:cubicBezTo>
                    <a:pt x="584" y="9"/>
                    <a:pt x="584" y="9"/>
                    <a:pt x="584" y="9"/>
                  </a:cubicBezTo>
                  <a:cubicBezTo>
                    <a:pt x="584" y="9"/>
                    <a:pt x="459" y="0"/>
                    <a:pt x="292" y="31"/>
                  </a:cubicBezTo>
                  <a:cubicBezTo>
                    <a:pt x="151" y="57"/>
                    <a:pt x="0" y="29"/>
                    <a:pt x="0" y="29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95"/>
                    <a:pt x="15" y="210"/>
                    <a:pt x="34" y="210"/>
                  </a:cubicBezTo>
                  <a:close/>
                </a:path>
              </a:pathLst>
            </a:custGeom>
            <a:solidFill>
              <a:srgbClr val="CFF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2" name="Freeform 788"/>
            <p:cNvSpPr>
              <a:spLocks/>
            </p:cNvSpPr>
            <p:nvPr/>
          </p:nvSpPr>
          <p:spPr bwMode="auto">
            <a:xfrm>
              <a:off x="3408363" y="5127625"/>
              <a:ext cx="2460625" cy="855662"/>
            </a:xfrm>
            <a:custGeom>
              <a:avLst/>
              <a:gdLst>
                <a:gd name="T0" fmla="*/ 143256 w 584"/>
                <a:gd name="T1" fmla="*/ 855662 h 203"/>
                <a:gd name="T2" fmla="*/ 2317369 w 584"/>
                <a:gd name="T3" fmla="*/ 855662 h 203"/>
                <a:gd name="T4" fmla="*/ 2460625 w 584"/>
                <a:gd name="T5" fmla="*/ 712349 h 203"/>
                <a:gd name="T6" fmla="*/ 2460625 w 584"/>
                <a:gd name="T7" fmla="*/ 214969 h 203"/>
                <a:gd name="T8" fmla="*/ 1217672 w 584"/>
                <a:gd name="T9" fmla="*/ 164388 h 203"/>
                <a:gd name="T10" fmla="*/ 0 w 584"/>
                <a:gd name="T11" fmla="*/ 248690 h 203"/>
                <a:gd name="T12" fmla="*/ 0 w 584"/>
                <a:gd name="T13" fmla="*/ 712349 h 203"/>
                <a:gd name="T14" fmla="*/ 143256 w 584"/>
                <a:gd name="T15" fmla="*/ 855662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203">
                  <a:moveTo>
                    <a:pt x="34" y="203"/>
                  </a:moveTo>
                  <a:cubicBezTo>
                    <a:pt x="550" y="203"/>
                    <a:pt x="550" y="203"/>
                    <a:pt x="550" y="203"/>
                  </a:cubicBezTo>
                  <a:cubicBezTo>
                    <a:pt x="569" y="203"/>
                    <a:pt x="584" y="188"/>
                    <a:pt x="584" y="169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4" y="51"/>
                    <a:pt x="444" y="85"/>
                    <a:pt x="289" y="39"/>
                  </a:cubicBezTo>
                  <a:cubicBezTo>
                    <a:pt x="156" y="0"/>
                    <a:pt x="0" y="59"/>
                    <a:pt x="0" y="5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88"/>
                    <a:pt x="15" y="203"/>
                    <a:pt x="34" y="203"/>
                  </a:cubicBezTo>
                  <a:close/>
                </a:path>
              </a:pathLst>
            </a:custGeom>
            <a:solidFill>
              <a:srgbClr val="AEE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3" name="Freeform 789"/>
            <p:cNvSpPr>
              <a:spLocks/>
            </p:cNvSpPr>
            <p:nvPr/>
          </p:nvSpPr>
          <p:spPr bwMode="auto">
            <a:xfrm>
              <a:off x="3408363" y="5303838"/>
              <a:ext cx="2460625" cy="679450"/>
            </a:xfrm>
            <a:custGeom>
              <a:avLst/>
              <a:gdLst>
                <a:gd name="T0" fmla="*/ 143256 w 584"/>
                <a:gd name="T1" fmla="*/ 679450 h 161"/>
                <a:gd name="T2" fmla="*/ 2317369 w 584"/>
                <a:gd name="T3" fmla="*/ 679450 h 161"/>
                <a:gd name="T4" fmla="*/ 2460625 w 584"/>
                <a:gd name="T5" fmla="*/ 535964 h 161"/>
                <a:gd name="T6" fmla="*/ 2460625 w 584"/>
                <a:gd name="T7" fmla="*/ 139266 h 161"/>
                <a:gd name="T8" fmla="*/ 1230313 w 584"/>
                <a:gd name="T9" fmla="*/ 219450 h 161"/>
                <a:gd name="T10" fmla="*/ 0 w 584"/>
                <a:gd name="T11" fmla="*/ 139266 h 161"/>
                <a:gd name="T12" fmla="*/ 0 w 584"/>
                <a:gd name="T13" fmla="*/ 535964 h 161"/>
                <a:gd name="T14" fmla="*/ 143256 w 584"/>
                <a:gd name="T15" fmla="*/ 679450 h 1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61">
                  <a:moveTo>
                    <a:pt x="34" y="161"/>
                  </a:moveTo>
                  <a:cubicBezTo>
                    <a:pt x="550" y="161"/>
                    <a:pt x="550" y="161"/>
                    <a:pt x="550" y="161"/>
                  </a:cubicBezTo>
                  <a:cubicBezTo>
                    <a:pt x="569" y="161"/>
                    <a:pt x="584" y="146"/>
                    <a:pt x="584" y="127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84" y="33"/>
                    <a:pt x="490" y="101"/>
                    <a:pt x="292" y="52"/>
                  </a:cubicBezTo>
                  <a:cubicBezTo>
                    <a:pt x="82" y="0"/>
                    <a:pt x="0" y="33"/>
                    <a:pt x="0" y="3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6"/>
                    <a:pt x="15" y="161"/>
                    <a:pt x="34" y="161"/>
                  </a:cubicBezTo>
                  <a:close/>
                </a:path>
              </a:pathLst>
            </a:custGeom>
            <a:solidFill>
              <a:srgbClr val="87D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4" name="Freeform 790"/>
            <p:cNvSpPr>
              <a:spLocks/>
            </p:cNvSpPr>
            <p:nvPr/>
          </p:nvSpPr>
          <p:spPr bwMode="auto">
            <a:xfrm>
              <a:off x="3408363" y="5435600"/>
              <a:ext cx="2460625" cy="590550"/>
            </a:xfrm>
            <a:custGeom>
              <a:avLst/>
              <a:gdLst>
                <a:gd name="T0" fmla="*/ 143256 w 584"/>
                <a:gd name="T1" fmla="*/ 548368 h 140"/>
                <a:gd name="T2" fmla="*/ 2317369 w 584"/>
                <a:gd name="T3" fmla="*/ 548368 h 140"/>
                <a:gd name="T4" fmla="*/ 2460625 w 584"/>
                <a:gd name="T5" fmla="*/ 404949 h 140"/>
                <a:gd name="T6" fmla="*/ 2460625 w 584"/>
                <a:gd name="T7" fmla="*/ 181383 h 140"/>
                <a:gd name="T8" fmla="*/ 1230313 w 584"/>
                <a:gd name="T9" fmla="*/ 261529 h 140"/>
                <a:gd name="T10" fmla="*/ 0 w 584"/>
                <a:gd name="T11" fmla="*/ 181383 h 140"/>
                <a:gd name="T12" fmla="*/ 0 w 584"/>
                <a:gd name="T13" fmla="*/ 404949 h 140"/>
                <a:gd name="T14" fmla="*/ 143256 w 584"/>
                <a:gd name="T15" fmla="*/ 548368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40">
                  <a:moveTo>
                    <a:pt x="34" y="130"/>
                  </a:moveTo>
                  <a:cubicBezTo>
                    <a:pt x="550" y="130"/>
                    <a:pt x="550" y="130"/>
                    <a:pt x="550" y="130"/>
                  </a:cubicBezTo>
                  <a:cubicBezTo>
                    <a:pt x="569" y="130"/>
                    <a:pt x="584" y="115"/>
                    <a:pt x="584" y="96"/>
                  </a:cubicBezTo>
                  <a:cubicBezTo>
                    <a:pt x="584" y="43"/>
                    <a:pt x="584" y="43"/>
                    <a:pt x="584" y="43"/>
                  </a:cubicBezTo>
                  <a:cubicBezTo>
                    <a:pt x="584" y="43"/>
                    <a:pt x="449" y="0"/>
                    <a:pt x="292" y="62"/>
                  </a:cubicBezTo>
                  <a:cubicBezTo>
                    <a:pt x="90" y="140"/>
                    <a:pt x="0" y="43"/>
                    <a:pt x="0" y="4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5"/>
                    <a:pt x="15" y="130"/>
                    <a:pt x="34" y="130"/>
                  </a:cubicBezTo>
                  <a:close/>
                </a:path>
              </a:pathLst>
            </a:custGeom>
            <a:solidFill>
              <a:srgbClr val="5CC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5" name="Freeform 791"/>
            <p:cNvSpPr>
              <a:spLocks/>
            </p:cNvSpPr>
            <p:nvPr/>
          </p:nvSpPr>
          <p:spPr bwMode="auto">
            <a:xfrm>
              <a:off x="3408363" y="5553075"/>
              <a:ext cx="2460625" cy="439737"/>
            </a:xfrm>
            <a:custGeom>
              <a:avLst/>
              <a:gdLst>
                <a:gd name="T0" fmla="*/ 143256 w 584"/>
                <a:gd name="T1" fmla="*/ 431281 h 104"/>
                <a:gd name="T2" fmla="*/ 2317369 w 584"/>
                <a:gd name="T3" fmla="*/ 431281 h 104"/>
                <a:gd name="T4" fmla="*/ 2460625 w 584"/>
                <a:gd name="T5" fmla="*/ 287520 h 104"/>
                <a:gd name="T6" fmla="*/ 2460625 w 584"/>
                <a:gd name="T7" fmla="*/ 122619 h 104"/>
                <a:gd name="T8" fmla="*/ 1230313 w 584"/>
                <a:gd name="T9" fmla="*/ 202956 h 104"/>
                <a:gd name="T10" fmla="*/ 0 w 584"/>
                <a:gd name="T11" fmla="*/ 279064 h 104"/>
                <a:gd name="T12" fmla="*/ 0 w 584"/>
                <a:gd name="T13" fmla="*/ 287520 h 104"/>
                <a:gd name="T14" fmla="*/ 143256 w 584"/>
                <a:gd name="T15" fmla="*/ 431281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04">
                  <a:moveTo>
                    <a:pt x="34" y="102"/>
                  </a:moveTo>
                  <a:cubicBezTo>
                    <a:pt x="550" y="102"/>
                    <a:pt x="550" y="102"/>
                    <a:pt x="550" y="102"/>
                  </a:cubicBezTo>
                  <a:cubicBezTo>
                    <a:pt x="569" y="102"/>
                    <a:pt x="584" y="87"/>
                    <a:pt x="584" y="68"/>
                  </a:cubicBezTo>
                  <a:cubicBezTo>
                    <a:pt x="584" y="29"/>
                    <a:pt x="584" y="29"/>
                    <a:pt x="584" y="29"/>
                  </a:cubicBezTo>
                  <a:cubicBezTo>
                    <a:pt x="584" y="29"/>
                    <a:pt x="447" y="104"/>
                    <a:pt x="292" y="48"/>
                  </a:cubicBezTo>
                  <a:cubicBezTo>
                    <a:pt x="161" y="0"/>
                    <a:pt x="0" y="66"/>
                    <a:pt x="0" y="6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7"/>
                    <a:pt x="15" y="102"/>
                    <a:pt x="34" y="102"/>
                  </a:cubicBezTo>
                  <a:close/>
                </a:path>
              </a:pathLst>
            </a:custGeom>
            <a:solidFill>
              <a:srgbClr val="2FC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1" name="Group 867"/>
          <p:cNvGrpSpPr>
            <a:grpSpLocks/>
          </p:cNvGrpSpPr>
          <p:nvPr/>
        </p:nvGrpSpPr>
        <p:grpSpPr bwMode="auto">
          <a:xfrm>
            <a:off x="6319838" y="5097463"/>
            <a:ext cx="2466975" cy="928687"/>
            <a:chOff x="6319838" y="5097463"/>
            <a:chExt cx="2466975" cy="928687"/>
          </a:xfrm>
        </p:grpSpPr>
        <p:sp>
          <p:nvSpPr>
            <p:cNvPr id="13386" name="Freeform 792"/>
            <p:cNvSpPr>
              <a:spLocks/>
            </p:cNvSpPr>
            <p:nvPr/>
          </p:nvSpPr>
          <p:spPr bwMode="auto">
            <a:xfrm>
              <a:off x="6319838" y="5097463"/>
              <a:ext cx="2466975" cy="885825"/>
            </a:xfrm>
            <a:custGeom>
              <a:avLst/>
              <a:gdLst>
                <a:gd name="T0" fmla="*/ 147597 w 585"/>
                <a:gd name="T1" fmla="*/ 885825 h 210"/>
                <a:gd name="T2" fmla="*/ 2319378 w 585"/>
                <a:gd name="T3" fmla="*/ 885825 h 210"/>
                <a:gd name="T4" fmla="*/ 2466975 w 585"/>
                <a:gd name="T5" fmla="*/ 742406 h 210"/>
                <a:gd name="T6" fmla="*/ 2466975 w 585"/>
                <a:gd name="T7" fmla="*/ 37964 h 210"/>
                <a:gd name="T8" fmla="*/ 1235596 w 585"/>
                <a:gd name="T9" fmla="*/ 130765 h 210"/>
                <a:gd name="T10" fmla="*/ 0 w 585"/>
                <a:gd name="T11" fmla="*/ 122328 h 210"/>
                <a:gd name="T12" fmla="*/ 0 w 585"/>
                <a:gd name="T13" fmla="*/ 742406 h 210"/>
                <a:gd name="T14" fmla="*/ 147597 w 585"/>
                <a:gd name="T15" fmla="*/ 885825 h 2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5" h="210">
                  <a:moveTo>
                    <a:pt x="35" y="210"/>
                  </a:moveTo>
                  <a:cubicBezTo>
                    <a:pt x="550" y="210"/>
                    <a:pt x="550" y="210"/>
                    <a:pt x="550" y="210"/>
                  </a:cubicBezTo>
                  <a:cubicBezTo>
                    <a:pt x="569" y="210"/>
                    <a:pt x="585" y="195"/>
                    <a:pt x="585" y="176"/>
                  </a:cubicBezTo>
                  <a:cubicBezTo>
                    <a:pt x="585" y="9"/>
                    <a:pt x="585" y="9"/>
                    <a:pt x="585" y="9"/>
                  </a:cubicBezTo>
                  <a:cubicBezTo>
                    <a:pt x="585" y="9"/>
                    <a:pt x="460" y="0"/>
                    <a:pt x="293" y="31"/>
                  </a:cubicBezTo>
                  <a:cubicBezTo>
                    <a:pt x="152" y="57"/>
                    <a:pt x="0" y="29"/>
                    <a:pt x="0" y="29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95"/>
                    <a:pt x="16" y="210"/>
                    <a:pt x="35" y="210"/>
                  </a:cubicBezTo>
                  <a:close/>
                </a:path>
              </a:pathLst>
            </a:custGeom>
            <a:solidFill>
              <a:srgbClr val="DBFF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7" name="Freeform 793"/>
            <p:cNvSpPr>
              <a:spLocks/>
            </p:cNvSpPr>
            <p:nvPr/>
          </p:nvSpPr>
          <p:spPr bwMode="auto">
            <a:xfrm>
              <a:off x="6319838" y="5127625"/>
              <a:ext cx="2466975" cy="855662"/>
            </a:xfrm>
            <a:custGeom>
              <a:avLst/>
              <a:gdLst>
                <a:gd name="T0" fmla="*/ 147597 w 585"/>
                <a:gd name="T1" fmla="*/ 855662 h 203"/>
                <a:gd name="T2" fmla="*/ 2319378 w 585"/>
                <a:gd name="T3" fmla="*/ 855662 h 203"/>
                <a:gd name="T4" fmla="*/ 2466975 w 585"/>
                <a:gd name="T5" fmla="*/ 712349 h 203"/>
                <a:gd name="T6" fmla="*/ 2466975 w 585"/>
                <a:gd name="T7" fmla="*/ 214969 h 203"/>
                <a:gd name="T8" fmla="*/ 1222945 w 585"/>
                <a:gd name="T9" fmla="*/ 164388 h 203"/>
                <a:gd name="T10" fmla="*/ 0 w 585"/>
                <a:gd name="T11" fmla="*/ 248690 h 203"/>
                <a:gd name="T12" fmla="*/ 0 w 585"/>
                <a:gd name="T13" fmla="*/ 712349 h 203"/>
                <a:gd name="T14" fmla="*/ 147597 w 585"/>
                <a:gd name="T15" fmla="*/ 855662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5" h="203">
                  <a:moveTo>
                    <a:pt x="35" y="203"/>
                  </a:moveTo>
                  <a:cubicBezTo>
                    <a:pt x="550" y="203"/>
                    <a:pt x="550" y="203"/>
                    <a:pt x="550" y="203"/>
                  </a:cubicBezTo>
                  <a:cubicBezTo>
                    <a:pt x="569" y="203"/>
                    <a:pt x="585" y="188"/>
                    <a:pt x="585" y="169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445" y="85"/>
                    <a:pt x="290" y="39"/>
                  </a:cubicBezTo>
                  <a:cubicBezTo>
                    <a:pt x="157" y="0"/>
                    <a:pt x="0" y="59"/>
                    <a:pt x="0" y="5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88"/>
                    <a:pt x="16" y="203"/>
                    <a:pt x="35" y="203"/>
                  </a:cubicBezTo>
                  <a:close/>
                </a:path>
              </a:pathLst>
            </a:custGeom>
            <a:solidFill>
              <a:srgbClr val="BEFC9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8" name="Freeform 794"/>
            <p:cNvSpPr>
              <a:spLocks/>
            </p:cNvSpPr>
            <p:nvPr/>
          </p:nvSpPr>
          <p:spPr bwMode="auto">
            <a:xfrm>
              <a:off x="6319838" y="5303838"/>
              <a:ext cx="2466975" cy="679450"/>
            </a:xfrm>
            <a:custGeom>
              <a:avLst/>
              <a:gdLst>
                <a:gd name="T0" fmla="*/ 147597 w 585"/>
                <a:gd name="T1" fmla="*/ 679450 h 161"/>
                <a:gd name="T2" fmla="*/ 2319378 w 585"/>
                <a:gd name="T3" fmla="*/ 679450 h 161"/>
                <a:gd name="T4" fmla="*/ 2466975 w 585"/>
                <a:gd name="T5" fmla="*/ 535964 h 161"/>
                <a:gd name="T6" fmla="*/ 2466975 w 585"/>
                <a:gd name="T7" fmla="*/ 139266 h 161"/>
                <a:gd name="T8" fmla="*/ 1235596 w 585"/>
                <a:gd name="T9" fmla="*/ 219450 h 161"/>
                <a:gd name="T10" fmla="*/ 0 w 585"/>
                <a:gd name="T11" fmla="*/ 139266 h 161"/>
                <a:gd name="T12" fmla="*/ 0 w 585"/>
                <a:gd name="T13" fmla="*/ 535964 h 161"/>
                <a:gd name="T14" fmla="*/ 147597 w 585"/>
                <a:gd name="T15" fmla="*/ 679450 h 1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5" h="161">
                  <a:moveTo>
                    <a:pt x="35" y="161"/>
                  </a:moveTo>
                  <a:cubicBezTo>
                    <a:pt x="550" y="161"/>
                    <a:pt x="550" y="161"/>
                    <a:pt x="550" y="161"/>
                  </a:cubicBezTo>
                  <a:cubicBezTo>
                    <a:pt x="569" y="161"/>
                    <a:pt x="585" y="146"/>
                    <a:pt x="585" y="127"/>
                  </a:cubicBezTo>
                  <a:cubicBezTo>
                    <a:pt x="585" y="33"/>
                    <a:pt x="585" y="33"/>
                    <a:pt x="585" y="33"/>
                  </a:cubicBezTo>
                  <a:cubicBezTo>
                    <a:pt x="585" y="33"/>
                    <a:pt x="491" y="101"/>
                    <a:pt x="293" y="52"/>
                  </a:cubicBezTo>
                  <a:cubicBezTo>
                    <a:pt x="83" y="0"/>
                    <a:pt x="0" y="33"/>
                    <a:pt x="0" y="3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6"/>
                    <a:pt x="16" y="161"/>
                    <a:pt x="35" y="161"/>
                  </a:cubicBezTo>
                  <a:close/>
                </a:path>
              </a:pathLst>
            </a:custGeom>
            <a:solidFill>
              <a:srgbClr val="96F55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9" name="Freeform 795"/>
            <p:cNvSpPr>
              <a:spLocks/>
            </p:cNvSpPr>
            <p:nvPr/>
          </p:nvSpPr>
          <p:spPr bwMode="auto">
            <a:xfrm>
              <a:off x="6319838" y="5435600"/>
              <a:ext cx="2466975" cy="590550"/>
            </a:xfrm>
            <a:custGeom>
              <a:avLst/>
              <a:gdLst>
                <a:gd name="T0" fmla="*/ 147597 w 585"/>
                <a:gd name="T1" fmla="*/ 548368 h 140"/>
                <a:gd name="T2" fmla="*/ 2319378 w 585"/>
                <a:gd name="T3" fmla="*/ 548368 h 140"/>
                <a:gd name="T4" fmla="*/ 2466975 w 585"/>
                <a:gd name="T5" fmla="*/ 404949 h 140"/>
                <a:gd name="T6" fmla="*/ 2466975 w 585"/>
                <a:gd name="T7" fmla="*/ 181383 h 140"/>
                <a:gd name="T8" fmla="*/ 1235596 w 585"/>
                <a:gd name="T9" fmla="*/ 261529 h 140"/>
                <a:gd name="T10" fmla="*/ 0 w 585"/>
                <a:gd name="T11" fmla="*/ 181383 h 140"/>
                <a:gd name="T12" fmla="*/ 0 w 585"/>
                <a:gd name="T13" fmla="*/ 404949 h 140"/>
                <a:gd name="T14" fmla="*/ 147597 w 585"/>
                <a:gd name="T15" fmla="*/ 548368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5" h="140">
                  <a:moveTo>
                    <a:pt x="35" y="130"/>
                  </a:moveTo>
                  <a:cubicBezTo>
                    <a:pt x="550" y="130"/>
                    <a:pt x="550" y="130"/>
                    <a:pt x="550" y="130"/>
                  </a:cubicBezTo>
                  <a:cubicBezTo>
                    <a:pt x="569" y="130"/>
                    <a:pt x="585" y="115"/>
                    <a:pt x="585" y="96"/>
                  </a:cubicBezTo>
                  <a:cubicBezTo>
                    <a:pt x="585" y="43"/>
                    <a:pt x="585" y="43"/>
                    <a:pt x="585" y="43"/>
                  </a:cubicBezTo>
                  <a:cubicBezTo>
                    <a:pt x="585" y="43"/>
                    <a:pt x="450" y="0"/>
                    <a:pt x="293" y="62"/>
                  </a:cubicBezTo>
                  <a:cubicBezTo>
                    <a:pt x="91" y="140"/>
                    <a:pt x="0" y="43"/>
                    <a:pt x="0" y="4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5"/>
                    <a:pt x="16" y="130"/>
                    <a:pt x="35" y="130"/>
                  </a:cubicBezTo>
                  <a:close/>
                </a:path>
              </a:pathLst>
            </a:custGeom>
            <a:solidFill>
              <a:srgbClr val="7EEB3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90" name="Freeform 796"/>
            <p:cNvSpPr>
              <a:spLocks/>
            </p:cNvSpPr>
            <p:nvPr/>
          </p:nvSpPr>
          <p:spPr bwMode="auto">
            <a:xfrm>
              <a:off x="6319838" y="5553075"/>
              <a:ext cx="2466975" cy="439737"/>
            </a:xfrm>
            <a:custGeom>
              <a:avLst/>
              <a:gdLst>
                <a:gd name="T0" fmla="*/ 147597 w 585"/>
                <a:gd name="T1" fmla="*/ 431281 h 104"/>
                <a:gd name="T2" fmla="*/ 2319378 w 585"/>
                <a:gd name="T3" fmla="*/ 431281 h 104"/>
                <a:gd name="T4" fmla="*/ 2466975 w 585"/>
                <a:gd name="T5" fmla="*/ 287520 h 104"/>
                <a:gd name="T6" fmla="*/ 2466975 w 585"/>
                <a:gd name="T7" fmla="*/ 122619 h 104"/>
                <a:gd name="T8" fmla="*/ 1235596 w 585"/>
                <a:gd name="T9" fmla="*/ 202956 h 104"/>
                <a:gd name="T10" fmla="*/ 0 w 585"/>
                <a:gd name="T11" fmla="*/ 279064 h 104"/>
                <a:gd name="T12" fmla="*/ 0 w 585"/>
                <a:gd name="T13" fmla="*/ 287520 h 104"/>
                <a:gd name="T14" fmla="*/ 147597 w 585"/>
                <a:gd name="T15" fmla="*/ 431281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5" h="104">
                  <a:moveTo>
                    <a:pt x="35" y="102"/>
                  </a:moveTo>
                  <a:cubicBezTo>
                    <a:pt x="550" y="102"/>
                    <a:pt x="550" y="102"/>
                    <a:pt x="550" y="102"/>
                  </a:cubicBezTo>
                  <a:cubicBezTo>
                    <a:pt x="569" y="102"/>
                    <a:pt x="585" y="87"/>
                    <a:pt x="585" y="68"/>
                  </a:cubicBezTo>
                  <a:cubicBezTo>
                    <a:pt x="585" y="29"/>
                    <a:pt x="585" y="29"/>
                    <a:pt x="585" y="29"/>
                  </a:cubicBezTo>
                  <a:cubicBezTo>
                    <a:pt x="585" y="29"/>
                    <a:pt x="448" y="104"/>
                    <a:pt x="293" y="48"/>
                  </a:cubicBezTo>
                  <a:cubicBezTo>
                    <a:pt x="162" y="0"/>
                    <a:pt x="0" y="66"/>
                    <a:pt x="0" y="6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7"/>
                    <a:pt x="16" y="102"/>
                    <a:pt x="35" y="102"/>
                  </a:cubicBezTo>
                  <a:close/>
                </a:path>
              </a:pathLst>
            </a:custGeom>
            <a:solidFill>
              <a:srgbClr val="66D91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322" name="Group 868"/>
          <p:cNvGrpSpPr>
            <a:grpSpLocks/>
          </p:cNvGrpSpPr>
          <p:nvPr/>
        </p:nvGrpSpPr>
        <p:grpSpPr bwMode="auto">
          <a:xfrm>
            <a:off x="9240838" y="5097463"/>
            <a:ext cx="2462212" cy="928687"/>
            <a:chOff x="9240838" y="5097463"/>
            <a:chExt cx="2462212" cy="928687"/>
          </a:xfrm>
        </p:grpSpPr>
        <p:sp>
          <p:nvSpPr>
            <p:cNvPr id="13381" name="Freeform 797"/>
            <p:cNvSpPr>
              <a:spLocks/>
            </p:cNvSpPr>
            <p:nvPr/>
          </p:nvSpPr>
          <p:spPr bwMode="auto">
            <a:xfrm>
              <a:off x="9240838" y="5097463"/>
              <a:ext cx="2462212" cy="885825"/>
            </a:xfrm>
            <a:custGeom>
              <a:avLst/>
              <a:gdLst>
                <a:gd name="T0" fmla="*/ 143348 w 584"/>
                <a:gd name="T1" fmla="*/ 885825 h 210"/>
                <a:gd name="T2" fmla="*/ 2318864 w 584"/>
                <a:gd name="T3" fmla="*/ 885825 h 210"/>
                <a:gd name="T4" fmla="*/ 2462212 w 584"/>
                <a:gd name="T5" fmla="*/ 742406 h 210"/>
                <a:gd name="T6" fmla="*/ 2462212 w 584"/>
                <a:gd name="T7" fmla="*/ 37964 h 210"/>
                <a:gd name="T8" fmla="*/ 1231106 w 584"/>
                <a:gd name="T9" fmla="*/ 130765 h 210"/>
                <a:gd name="T10" fmla="*/ 0 w 584"/>
                <a:gd name="T11" fmla="*/ 122328 h 210"/>
                <a:gd name="T12" fmla="*/ 0 w 584"/>
                <a:gd name="T13" fmla="*/ 742406 h 210"/>
                <a:gd name="T14" fmla="*/ 143348 w 584"/>
                <a:gd name="T15" fmla="*/ 885825 h 2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210">
                  <a:moveTo>
                    <a:pt x="34" y="210"/>
                  </a:moveTo>
                  <a:cubicBezTo>
                    <a:pt x="550" y="210"/>
                    <a:pt x="550" y="210"/>
                    <a:pt x="550" y="210"/>
                  </a:cubicBezTo>
                  <a:cubicBezTo>
                    <a:pt x="569" y="210"/>
                    <a:pt x="584" y="195"/>
                    <a:pt x="584" y="176"/>
                  </a:cubicBezTo>
                  <a:cubicBezTo>
                    <a:pt x="584" y="9"/>
                    <a:pt x="584" y="9"/>
                    <a:pt x="584" y="9"/>
                  </a:cubicBezTo>
                  <a:cubicBezTo>
                    <a:pt x="584" y="9"/>
                    <a:pt x="460" y="0"/>
                    <a:pt x="292" y="31"/>
                  </a:cubicBezTo>
                  <a:cubicBezTo>
                    <a:pt x="152" y="57"/>
                    <a:pt x="0" y="29"/>
                    <a:pt x="0" y="29"/>
                  </a:cubicBezTo>
                  <a:cubicBezTo>
                    <a:pt x="0" y="176"/>
                    <a:pt x="0" y="176"/>
                    <a:pt x="0" y="176"/>
                  </a:cubicBezTo>
                  <a:cubicBezTo>
                    <a:pt x="0" y="195"/>
                    <a:pt x="16" y="210"/>
                    <a:pt x="34" y="210"/>
                  </a:cubicBezTo>
                  <a:close/>
                </a:path>
              </a:pathLst>
            </a:custGeom>
            <a:solidFill>
              <a:srgbClr val="FCD4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2" name="Freeform 798"/>
            <p:cNvSpPr>
              <a:spLocks/>
            </p:cNvSpPr>
            <p:nvPr/>
          </p:nvSpPr>
          <p:spPr bwMode="auto">
            <a:xfrm>
              <a:off x="9240838" y="5127625"/>
              <a:ext cx="2462212" cy="855662"/>
            </a:xfrm>
            <a:custGeom>
              <a:avLst/>
              <a:gdLst>
                <a:gd name="T0" fmla="*/ 143348 w 584"/>
                <a:gd name="T1" fmla="*/ 855662 h 203"/>
                <a:gd name="T2" fmla="*/ 2318864 w 584"/>
                <a:gd name="T3" fmla="*/ 855662 h 203"/>
                <a:gd name="T4" fmla="*/ 2462212 w 584"/>
                <a:gd name="T5" fmla="*/ 712349 h 203"/>
                <a:gd name="T6" fmla="*/ 2462212 w 584"/>
                <a:gd name="T7" fmla="*/ 214969 h 203"/>
                <a:gd name="T8" fmla="*/ 1218458 w 584"/>
                <a:gd name="T9" fmla="*/ 164388 h 203"/>
                <a:gd name="T10" fmla="*/ 0 w 584"/>
                <a:gd name="T11" fmla="*/ 248690 h 203"/>
                <a:gd name="T12" fmla="*/ 0 w 584"/>
                <a:gd name="T13" fmla="*/ 712349 h 203"/>
                <a:gd name="T14" fmla="*/ 143348 w 584"/>
                <a:gd name="T15" fmla="*/ 855662 h 20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203">
                  <a:moveTo>
                    <a:pt x="34" y="203"/>
                  </a:moveTo>
                  <a:cubicBezTo>
                    <a:pt x="550" y="203"/>
                    <a:pt x="550" y="203"/>
                    <a:pt x="550" y="203"/>
                  </a:cubicBezTo>
                  <a:cubicBezTo>
                    <a:pt x="569" y="203"/>
                    <a:pt x="584" y="188"/>
                    <a:pt x="584" y="169"/>
                  </a:cubicBezTo>
                  <a:cubicBezTo>
                    <a:pt x="584" y="51"/>
                    <a:pt x="584" y="51"/>
                    <a:pt x="584" y="51"/>
                  </a:cubicBezTo>
                  <a:cubicBezTo>
                    <a:pt x="584" y="51"/>
                    <a:pt x="444" y="85"/>
                    <a:pt x="289" y="39"/>
                  </a:cubicBezTo>
                  <a:cubicBezTo>
                    <a:pt x="157" y="0"/>
                    <a:pt x="0" y="59"/>
                    <a:pt x="0" y="59"/>
                  </a:cubicBezTo>
                  <a:cubicBezTo>
                    <a:pt x="0" y="169"/>
                    <a:pt x="0" y="169"/>
                    <a:pt x="0" y="169"/>
                  </a:cubicBezTo>
                  <a:cubicBezTo>
                    <a:pt x="0" y="188"/>
                    <a:pt x="16" y="203"/>
                    <a:pt x="34" y="203"/>
                  </a:cubicBezTo>
                  <a:close/>
                </a:path>
              </a:pathLst>
            </a:custGeom>
            <a:solidFill>
              <a:srgbClr val="FCB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3" name="Freeform 799"/>
            <p:cNvSpPr>
              <a:spLocks/>
            </p:cNvSpPr>
            <p:nvPr/>
          </p:nvSpPr>
          <p:spPr bwMode="auto">
            <a:xfrm>
              <a:off x="9240838" y="5303838"/>
              <a:ext cx="2462212" cy="679450"/>
            </a:xfrm>
            <a:custGeom>
              <a:avLst/>
              <a:gdLst>
                <a:gd name="T0" fmla="*/ 143348 w 584"/>
                <a:gd name="T1" fmla="*/ 679450 h 161"/>
                <a:gd name="T2" fmla="*/ 2318864 w 584"/>
                <a:gd name="T3" fmla="*/ 679450 h 161"/>
                <a:gd name="T4" fmla="*/ 2462212 w 584"/>
                <a:gd name="T5" fmla="*/ 535964 h 161"/>
                <a:gd name="T6" fmla="*/ 2462212 w 584"/>
                <a:gd name="T7" fmla="*/ 139266 h 161"/>
                <a:gd name="T8" fmla="*/ 1231106 w 584"/>
                <a:gd name="T9" fmla="*/ 219450 h 161"/>
                <a:gd name="T10" fmla="*/ 0 w 584"/>
                <a:gd name="T11" fmla="*/ 139266 h 161"/>
                <a:gd name="T12" fmla="*/ 0 w 584"/>
                <a:gd name="T13" fmla="*/ 535964 h 161"/>
                <a:gd name="T14" fmla="*/ 143348 w 584"/>
                <a:gd name="T15" fmla="*/ 679450 h 16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61">
                  <a:moveTo>
                    <a:pt x="34" y="161"/>
                  </a:moveTo>
                  <a:cubicBezTo>
                    <a:pt x="550" y="161"/>
                    <a:pt x="550" y="161"/>
                    <a:pt x="550" y="161"/>
                  </a:cubicBezTo>
                  <a:cubicBezTo>
                    <a:pt x="569" y="161"/>
                    <a:pt x="584" y="146"/>
                    <a:pt x="584" y="127"/>
                  </a:cubicBezTo>
                  <a:cubicBezTo>
                    <a:pt x="584" y="33"/>
                    <a:pt x="584" y="33"/>
                    <a:pt x="584" y="33"/>
                  </a:cubicBezTo>
                  <a:cubicBezTo>
                    <a:pt x="584" y="33"/>
                    <a:pt x="491" y="101"/>
                    <a:pt x="292" y="52"/>
                  </a:cubicBezTo>
                  <a:cubicBezTo>
                    <a:pt x="82" y="0"/>
                    <a:pt x="0" y="33"/>
                    <a:pt x="0" y="33"/>
                  </a:cubicBezTo>
                  <a:cubicBezTo>
                    <a:pt x="0" y="127"/>
                    <a:pt x="0" y="127"/>
                    <a:pt x="0" y="127"/>
                  </a:cubicBezTo>
                  <a:cubicBezTo>
                    <a:pt x="0" y="146"/>
                    <a:pt x="16" y="161"/>
                    <a:pt x="34" y="161"/>
                  </a:cubicBezTo>
                  <a:close/>
                </a:path>
              </a:pathLst>
            </a:custGeom>
            <a:solidFill>
              <a:srgbClr val="FCA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4" name="Freeform 800"/>
            <p:cNvSpPr>
              <a:spLocks/>
            </p:cNvSpPr>
            <p:nvPr/>
          </p:nvSpPr>
          <p:spPr bwMode="auto">
            <a:xfrm>
              <a:off x="9240838" y="5435600"/>
              <a:ext cx="2462212" cy="590550"/>
            </a:xfrm>
            <a:custGeom>
              <a:avLst/>
              <a:gdLst>
                <a:gd name="T0" fmla="*/ 143348 w 584"/>
                <a:gd name="T1" fmla="*/ 548368 h 140"/>
                <a:gd name="T2" fmla="*/ 2318864 w 584"/>
                <a:gd name="T3" fmla="*/ 548368 h 140"/>
                <a:gd name="T4" fmla="*/ 2462212 w 584"/>
                <a:gd name="T5" fmla="*/ 404949 h 140"/>
                <a:gd name="T6" fmla="*/ 2462212 w 584"/>
                <a:gd name="T7" fmla="*/ 181383 h 140"/>
                <a:gd name="T8" fmla="*/ 1231106 w 584"/>
                <a:gd name="T9" fmla="*/ 261529 h 140"/>
                <a:gd name="T10" fmla="*/ 0 w 584"/>
                <a:gd name="T11" fmla="*/ 181383 h 140"/>
                <a:gd name="T12" fmla="*/ 0 w 584"/>
                <a:gd name="T13" fmla="*/ 404949 h 140"/>
                <a:gd name="T14" fmla="*/ 143348 w 584"/>
                <a:gd name="T15" fmla="*/ 548368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40">
                  <a:moveTo>
                    <a:pt x="34" y="130"/>
                  </a:moveTo>
                  <a:cubicBezTo>
                    <a:pt x="550" y="130"/>
                    <a:pt x="550" y="130"/>
                    <a:pt x="550" y="130"/>
                  </a:cubicBezTo>
                  <a:cubicBezTo>
                    <a:pt x="569" y="130"/>
                    <a:pt x="584" y="115"/>
                    <a:pt x="584" y="96"/>
                  </a:cubicBezTo>
                  <a:cubicBezTo>
                    <a:pt x="584" y="43"/>
                    <a:pt x="584" y="43"/>
                    <a:pt x="584" y="43"/>
                  </a:cubicBezTo>
                  <a:cubicBezTo>
                    <a:pt x="584" y="43"/>
                    <a:pt x="450" y="0"/>
                    <a:pt x="292" y="62"/>
                  </a:cubicBezTo>
                  <a:cubicBezTo>
                    <a:pt x="91" y="140"/>
                    <a:pt x="0" y="43"/>
                    <a:pt x="0" y="43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15"/>
                    <a:pt x="16" y="130"/>
                    <a:pt x="34" y="130"/>
                  </a:cubicBezTo>
                  <a:close/>
                </a:path>
              </a:pathLst>
            </a:custGeom>
            <a:solidFill>
              <a:srgbClr val="FC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85" name="Freeform 801"/>
            <p:cNvSpPr>
              <a:spLocks/>
            </p:cNvSpPr>
            <p:nvPr/>
          </p:nvSpPr>
          <p:spPr bwMode="auto">
            <a:xfrm>
              <a:off x="9240838" y="5553075"/>
              <a:ext cx="2462212" cy="439737"/>
            </a:xfrm>
            <a:custGeom>
              <a:avLst/>
              <a:gdLst>
                <a:gd name="T0" fmla="*/ 143348 w 584"/>
                <a:gd name="T1" fmla="*/ 431281 h 104"/>
                <a:gd name="T2" fmla="*/ 2318864 w 584"/>
                <a:gd name="T3" fmla="*/ 431281 h 104"/>
                <a:gd name="T4" fmla="*/ 2462212 w 584"/>
                <a:gd name="T5" fmla="*/ 287520 h 104"/>
                <a:gd name="T6" fmla="*/ 2462212 w 584"/>
                <a:gd name="T7" fmla="*/ 122619 h 104"/>
                <a:gd name="T8" fmla="*/ 1231106 w 584"/>
                <a:gd name="T9" fmla="*/ 202956 h 104"/>
                <a:gd name="T10" fmla="*/ 0 w 584"/>
                <a:gd name="T11" fmla="*/ 279064 h 104"/>
                <a:gd name="T12" fmla="*/ 0 w 584"/>
                <a:gd name="T13" fmla="*/ 287520 h 104"/>
                <a:gd name="T14" fmla="*/ 143348 w 584"/>
                <a:gd name="T15" fmla="*/ 431281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84" h="104">
                  <a:moveTo>
                    <a:pt x="34" y="102"/>
                  </a:moveTo>
                  <a:cubicBezTo>
                    <a:pt x="550" y="102"/>
                    <a:pt x="550" y="102"/>
                    <a:pt x="550" y="102"/>
                  </a:cubicBezTo>
                  <a:cubicBezTo>
                    <a:pt x="569" y="102"/>
                    <a:pt x="584" y="87"/>
                    <a:pt x="584" y="68"/>
                  </a:cubicBezTo>
                  <a:cubicBezTo>
                    <a:pt x="584" y="29"/>
                    <a:pt x="584" y="29"/>
                    <a:pt x="584" y="29"/>
                  </a:cubicBezTo>
                  <a:cubicBezTo>
                    <a:pt x="584" y="29"/>
                    <a:pt x="448" y="104"/>
                    <a:pt x="292" y="48"/>
                  </a:cubicBezTo>
                  <a:cubicBezTo>
                    <a:pt x="162" y="0"/>
                    <a:pt x="0" y="66"/>
                    <a:pt x="0" y="66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0" y="87"/>
                    <a:pt x="16" y="102"/>
                    <a:pt x="34" y="102"/>
                  </a:cubicBezTo>
                  <a:close/>
                </a:path>
              </a:pathLst>
            </a:custGeom>
            <a:solidFill>
              <a:srgbClr val="FC66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323" name="Freeform 802"/>
          <p:cNvSpPr>
            <a:spLocks/>
          </p:cNvSpPr>
          <p:nvPr/>
        </p:nvSpPr>
        <p:spPr bwMode="auto">
          <a:xfrm>
            <a:off x="1089025" y="5464175"/>
            <a:ext cx="1265238" cy="292100"/>
          </a:xfrm>
          <a:custGeom>
            <a:avLst/>
            <a:gdLst>
              <a:gd name="T0" fmla="*/ 1121843 w 300"/>
              <a:gd name="T1" fmla="*/ 292100 h 69"/>
              <a:gd name="T2" fmla="*/ 143394 w 300"/>
              <a:gd name="T3" fmla="*/ 292100 h 69"/>
              <a:gd name="T4" fmla="*/ 0 w 300"/>
              <a:gd name="T5" fmla="*/ 143933 h 69"/>
              <a:gd name="T6" fmla="*/ 0 w 300"/>
              <a:gd name="T7" fmla="*/ 143933 h 69"/>
              <a:gd name="T8" fmla="*/ 143394 w 300"/>
              <a:gd name="T9" fmla="*/ 0 h 69"/>
              <a:gd name="T10" fmla="*/ 1121843 w 300"/>
              <a:gd name="T11" fmla="*/ 0 h 69"/>
              <a:gd name="T12" fmla="*/ 1265237 w 300"/>
              <a:gd name="T13" fmla="*/ 143933 h 69"/>
              <a:gd name="T14" fmla="*/ 1265237 w 300"/>
              <a:gd name="T15" fmla="*/ 143933 h 69"/>
              <a:gd name="T16" fmla="*/ 1121843 w 300"/>
              <a:gd name="T17" fmla="*/ 292100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0" h="69">
                <a:moveTo>
                  <a:pt x="266" y="69"/>
                </a:moveTo>
                <a:cubicBezTo>
                  <a:pt x="34" y="69"/>
                  <a:pt x="34" y="69"/>
                  <a:pt x="34" y="69"/>
                </a:cubicBezTo>
                <a:cubicBezTo>
                  <a:pt x="15" y="69"/>
                  <a:pt x="0" y="53"/>
                  <a:pt x="0" y="34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6"/>
                  <a:pt x="15" y="0"/>
                  <a:pt x="34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85" y="0"/>
                  <a:pt x="300" y="16"/>
                  <a:pt x="300" y="34"/>
                </a:cubicBezTo>
                <a:cubicBezTo>
                  <a:pt x="300" y="34"/>
                  <a:pt x="300" y="34"/>
                  <a:pt x="300" y="34"/>
                </a:cubicBezTo>
                <a:cubicBezTo>
                  <a:pt x="300" y="53"/>
                  <a:pt x="285" y="69"/>
                  <a:pt x="266" y="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4" name="Freeform 803"/>
          <p:cNvSpPr>
            <a:spLocks/>
          </p:cNvSpPr>
          <p:nvPr/>
        </p:nvSpPr>
        <p:spPr bwMode="auto">
          <a:xfrm>
            <a:off x="4006850" y="5464175"/>
            <a:ext cx="1263650" cy="292100"/>
          </a:xfrm>
          <a:custGeom>
            <a:avLst/>
            <a:gdLst>
              <a:gd name="T0" fmla="*/ 1120436 w 300"/>
              <a:gd name="T1" fmla="*/ 292100 h 69"/>
              <a:gd name="T2" fmla="*/ 143214 w 300"/>
              <a:gd name="T3" fmla="*/ 292100 h 69"/>
              <a:gd name="T4" fmla="*/ 0 w 300"/>
              <a:gd name="T5" fmla="*/ 143933 h 69"/>
              <a:gd name="T6" fmla="*/ 0 w 300"/>
              <a:gd name="T7" fmla="*/ 143933 h 69"/>
              <a:gd name="T8" fmla="*/ 143214 w 300"/>
              <a:gd name="T9" fmla="*/ 0 h 69"/>
              <a:gd name="T10" fmla="*/ 1120436 w 300"/>
              <a:gd name="T11" fmla="*/ 0 h 69"/>
              <a:gd name="T12" fmla="*/ 1263650 w 300"/>
              <a:gd name="T13" fmla="*/ 143933 h 69"/>
              <a:gd name="T14" fmla="*/ 1263650 w 300"/>
              <a:gd name="T15" fmla="*/ 143933 h 69"/>
              <a:gd name="T16" fmla="*/ 1120436 w 300"/>
              <a:gd name="T17" fmla="*/ 292100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0" h="69">
                <a:moveTo>
                  <a:pt x="266" y="69"/>
                </a:moveTo>
                <a:cubicBezTo>
                  <a:pt x="34" y="69"/>
                  <a:pt x="34" y="69"/>
                  <a:pt x="34" y="69"/>
                </a:cubicBezTo>
                <a:cubicBezTo>
                  <a:pt x="15" y="69"/>
                  <a:pt x="0" y="53"/>
                  <a:pt x="0" y="34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6"/>
                  <a:pt x="15" y="0"/>
                  <a:pt x="34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85" y="0"/>
                  <a:pt x="300" y="16"/>
                  <a:pt x="300" y="34"/>
                </a:cubicBezTo>
                <a:cubicBezTo>
                  <a:pt x="300" y="34"/>
                  <a:pt x="300" y="34"/>
                  <a:pt x="300" y="34"/>
                </a:cubicBezTo>
                <a:cubicBezTo>
                  <a:pt x="300" y="53"/>
                  <a:pt x="285" y="69"/>
                  <a:pt x="266" y="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5" name="Freeform 804"/>
          <p:cNvSpPr>
            <a:spLocks/>
          </p:cNvSpPr>
          <p:nvPr/>
        </p:nvSpPr>
        <p:spPr bwMode="auto">
          <a:xfrm>
            <a:off x="6918325" y="5464175"/>
            <a:ext cx="1270000" cy="292100"/>
          </a:xfrm>
          <a:custGeom>
            <a:avLst/>
            <a:gdLst>
              <a:gd name="T0" fmla="*/ 1126545 w 301"/>
              <a:gd name="T1" fmla="*/ 292100 h 69"/>
              <a:gd name="T2" fmla="*/ 143455 w 301"/>
              <a:gd name="T3" fmla="*/ 292100 h 69"/>
              <a:gd name="T4" fmla="*/ 0 w 301"/>
              <a:gd name="T5" fmla="*/ 143933 h 69"/>
              <a:gd name="T6" fmla="*/ 0 w 301"/>
              <a:gd name="T7" fmla="*/ 143933 h 69"/>
              <a:gd name="T8" fmla="*/ 143455 w 301"/>
              <a:gd name="T9" fmla="*/ 0 h 69"/>
              <a:gd name="T10" fmla="*/ 1126545 w 301"/>
              <a:gd name="T11" fmla="*/ 0 h 69"/>
              <a:gd name="T12" fmla="*/ 1270000 w 301"/>
              <a:gd name="T13" fmla="*/ 143933 h 69"/>
              <a:gd name="T14" fmla="*/ 1270000 w 301"/>
              <a:gd name="T15" fmla="*/ 143933 h 69"/>
              <a:gd name="T16" fmla="*/ 1126545 w 301"/>
              <a:gd name="T17" fmla="*/ 292100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1" h="69">
                <a:moveTo>
                  <a:pt x="267" y="69"/>
                </a:moveTo>
                <a:cubicBezTo>
                  <a:pt x="34" y="69"/>
                  <a:pt x="34" y="69"/>
                  <a:pt x="34" y="69"/>
                </a:cubicBezTo>
                <a:cubicBezTo>
                  <a:pt x="16" y="69"/>
                  <a:pt x="0" y="53"/>
                  <a:pt x="0" y="34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6"/>
                  <a:pt x="16" y="0"/>
                  <a:pt x="34" y="0"/>
                </a:cubicBezTo>
                <a:cubicBezTo>
                  <a:pt x="267" y="0"/>
                  <a:pt x="267" y="0"/>
                  <a:pt x="267" y="0"/>
                </a:cubicBezTo>
                <a:cubicBezTo>
                  <a:pt x="286" y="0"/>
                  <a:pt x="301" y="16"/>
                  <a:pt x="301" y="34"/>
                </a:cubicBezTo>
                <a:cubicBezTo>
                  <a:pt x="301" y="34"/>
                  <a:pt x="301" y="34"/>
                  <a:pt x="301" y="34"/>
                </a:cubicBezTo>
                <a:cubicBezTo>
                  <a:pt x="301" y="53"/>
                  <a:pt x="286" y="69"/>
                  <a:pt x="267" y="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6" name="Freeform 805"/>
          <p:cNvSpPr>
            <a:spLocks/>
          </p:cNvSpPr>
          <p:nvPr/>
        </p:nvSpPr>
        <p:spPr bwMode="auto">
          <a:xfrm>
            <a:off x="9839325" y="5464175"/>
            <a:ext cx="1270000" cy="292100"/>
          </a:xfrm>
          <a:custGeom>
            <a:avLst/>
            <a:gdLst>
              <a:gd name="T0" fmla="*/ 1122326 w 301"/>
              <a:gd name="T1" fmla="*/ 292100 h 69"/>
              <a:gd name="T2" fmla="*/ 143455 w 301"/>
              <a:gd name="T3" fmla="*/ 292100 h 69"/>
              <a:gd name="T4" fmla="*/ 0 w 301"/>
              <a:gd name="T5" fmla="*/ 143933 h 69"/>
              <a:gd name="T6" fmla="*/ 0 w 301"/>
              <a:gd name="T7" fmla="*/ 143933 h 69"/>
              <a:gd name="T8" fmla="*/ 143455 w 301"/>
              <a:gd name="T9" fmla="*/ 0 h 69"/>
              <a:gd name="T10" fmla="*/ 1122326 w 301"/>
              <a:gd name="T11" fmla="*/ 0 h 69"/>
              <a:gd name="T12" fmla="*/ 1270000 w 301"/>
              <a:gd name="T13" fmla="*/ 143933 h 69"/>
              <a:gd name="T14" fmla="*/ 1270000 w 301"/>
              <a:gd name="T15" fmla="*/ 143933 h 69"/>
              <a:gd name="T16" fmla="*/ 1122326 w 301"/>
              <a:gd name="T17" fmla="*/ 292100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301" h="69">
                <a:moveTo>
                  <a:pt x="266" y="69"/>
                </a:moveTo>
                <a:cubicBezTo>
                  <a:pt x="34" y="69"/>
                  <a:pt x="34" y="69"/>
                  <a:pt x="34" y="69"/>
                </a:cubicBezTo>
                <a:cubicBezTo>
                  <a:pt x="15" y="69"/>
                  <a:pt x="0" y="53"/>
                  <a:pt x="0" y="34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16"/>
                  <a:pt x="15" y="0"/>
                  <a:pt x="34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85" y="0"/>
                  <a:pt x="301" y="16"/>
                  <a:pt x="301" y="34"/>
                </a:cubicBezTo>
                <a:cubicBezTo>
                  <a:pt x="301" y="34"/>
                  <a:pt x="301" y="34"/>
                  <a:pt x="301" y="34"/>
                </a:cubicBezTo>
                <a:cubicBezTo>
                  <a:pt x="301" y="53"/>
                  <a:pt x="285" y="69"/>
                  <a:pt x="266" y="6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7" name="Rectangle 806"/>
          <p:cNvSpPr>
            <a:spLocks noChangeArrowheads="1"/>
          </p:cNvSpPr>
          <p:nvPr/>
        </p:nvSpPr>
        <p:spPr bwMode="auto">
          <a:xfrm>
            <a:off x="1122119" y="5541475"/>
            <a:ext cx="11747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Seleccione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</a:t>
            </a:r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esta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PLAN</a:t>
            </a:r>
            <a:endParaRPr lang="en-US" altLang="en-US" dirty="0"/>
          </a:p>
        </p:txBody>
      </p:sp>
      <p:sp>
        <p:nvSpPr>
          <p:cNvPr id="13328" name="Rectangle 807"/>
          <p:cNvSpPr>
            <a:spLocks noChangeArrowheads="1"/>
          </p:cNvSpPr>
          <p:nvPr/>
        </p:nvSpPr>
        <p:spPr bwMode="auto">
          <a:xfrm>
            <a:off x="4050506" y="5515769"/>
            <a:ext cx="11747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Seleccione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</a:t>
            </a:r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esta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PLAN</a:t>
            </a:r>
            <a:endParaRPr lang="en-US" altLang="en-US" dirty="0"/>
          </a:p>
        </p:txBody>
      </p:sp>
      <p:sp>
        <p:nvSpPr>
          <p:cNvPr id="13329" name="Rectangle 808"/>
          <p:cNvSpPr>
            <a:spLocks noChangeArrowheads="1"/>
          </p:cNvSpPr>
          <p:nvPr/>
        </p:nvSpPr>
        <p:spPr bwMode="auto">
          <a:xfrm>
            <a:off x="6973888" y="5529263"/>
            <a:ext cx="11747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Seleccione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</a:t>
            </a:r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esta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PLAN</a:t>
            </a:r>
            <a:endParaRPr lang="en-US" altLang="en-US" dirty="0"/>
          </a:p>
        </p:txBody>
      </p:sp>
      <p:sp>
        <p:nvSpPr>
          <p:cNvPr id="13330" name="Rectangle 809"/>
          <p:cNvSpPr>
            <a:spLocks noChangeArrowheads="1"/>
          </p:cNvSpPr>
          <p:nvPr/>
        </p:nvSpPr>
        <p:spPr bwMode="auto">
          <a:xfrm>
            <a:off x="9928225" y="5529263"/>
            <a:ext cx="11747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Seleccione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</a:t>
            </a:r>
            <a:r>
              <a:rPr lang="en-US" altLang="en-US" sz="900" b="1" dirty="0" err="1">
                <a:solidFill>
                  <a:srgbClr val="333333"/>
                </a:solidFill>
                <a:latin typeface="Open Sans Semibold" panose="020B0706030804020204" pitchFamily="34" charset="0"/>
              </a:rPr>
              <a:t>esta</a:t>
            </a:r>
            <a:r>
              <a:rPr lang="en-US" altLang="en-US" sz="900" b="1" dirty="0">
                <a:solidFill>
                  <a:srgbClr val="333333"/>
                </a:solidFill>
                <a:latin typeface="Open Sans Semibold" panose="020B0706030804020204" pitchFamily="34" charset="0"/>
              </a:rPr>
              <a:t> PLAN</a:t>
            </a:r>
            <a:endParaRPr lang="en-US" altLang="en-US" dirty="0"/>
          </a:p>
        </p:txBody>
      </p:sp>
      <p:sp>
        <p:nvSpPr>
          <p:cNvPr id="13331" name="Rectangle 810"/>
          <p:cNvSpPr>
            <a:spLocks noChangeArrowheads="1"/>
          </p:cNvSpPr>
          <p:nvPr/>
        </p:nvSpPr>
        <p:spPr bwMode="auto">
          <a:xfrm>
            <a:off x="1489075" y="4419600"/>
            <a:ext cx="673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solidFill>
                  <a:srgbClr val="000000"/>
                </a:solidFill>
                <a:latin typeface="Montserrat" panose="02000505000000020004" pitchFamily="2" charset="0"/>
              </a:rPr>
              <a:t>$ 0</a:t>
            </a:r>
            <a:endParaRPr lang="en-US" altLang="en-US"/>
          </a:p>
        </p:txBody>
      </p:sp>
      <p:sp>
        <p:nvSpPr>
          <p:cNvPr id="13332" name="Rectangle 811"/>
          <p:cNvSpPr>
            <a:spLocks noChangeArrowheads="1"/>
          </p:cNvSpPr>
          <p:nvPr/>
        </p:nvSpPr>
        <p:spPr bwMode="auto">
          <a:xfrm>
            <a:off x="1404938" y="4821238"/>
            <a:ext cx="7620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primer mes</a:t>
            </a:r>
            <a:endParaRPr lang="en-US" altLang="en-US"/>
          </a:p>
        </p:txBody>
      </p:sp>
      <p:sp>
        <p:nvSpPr>
          <p:cNvPr id="13333" name="Rectangle 812"/>
          <p:cNvSpPr>
            <a:spLocks noChangeArrowheads="1"/>
          </p:cNvSpPr>
          <p:nvPr/>
        </p:nvSpPr>
        <p:spPr bwMode="auto">
          <a:xfrm>
            <a:off x="4300538" y="4419600"/>
            <a:ext cx="876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solidFill>
                  <a:srgbClr val="000000"/>
                </a:solidFill>
                <a:latin typeface="Montserrat" panose="02000505000000020004" pitchFamily="2" charset="0"/>
              </a:rPr>
              <a:t>$ 50</a:t>
            </a:r>
            <a:endParaRPr lang="en-US" altLang="en-US"/>
          </a:p>
        </p:txBody>
      </p:sp>
      <p:sp>
        <p:nvSpPr>
          <p:cNvPr id="13334" name="Rectangle 813"/>
          <p:cNvSpPr>
            <a:spLocks noChangeArrowheads="1"/>
          </p:cNvSpPr>
          <p:nvPr/>
        </p:nvSpPr>
        <p:spPr bwMode="auto">
          <a:xfrm>
            <a:off x="4338638" y="4821238"/>
            <a:ext cx="723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por mes</a:t>
            </a:r>
            <a:endParaRPr lang="en-US" altLang="en-US"/>
          </a:p>
        </p:txBody>
      </p:sp>
      <p:sp>
        <p:nvSpPr>
          <p:cNvPr id="13335" name="Rectangle 814"/>
          <p:cNvSpPr>
            <a:spLocks noChangeArrowheads="1"/>
          </p:cNvSpPr>
          <p:nvPr/>
        </p:nvSpPr>
        <p:spPr bwMode="auto">
          <a:xfrm>
            <a:off x="7096125" y="4419600"/>
            <a:ext cx="1125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solidFill>
                  <a:srgbClr val="000000"/>
                </a:solidFill>
                <a:latin typeface="Montserrat" panose="02000505000000020004" pitchFamily="2" charset="0"/>
              </a:rPr>
              <a:t>$ 200</a:t>
            </a:r>
            <a:endParaRPr lang="en-US" altLang="en-US"/>
          </a:p>
        </p:txBody>
      </p:sp>
      <p:sp>
        <p:nvSpPr>
          <p:cNvPr id="13336" name="Rectangle 815"/>
          <p:cNvSpPr>
            <a:spLocks noChangeArrowheads="1"/>
          </p:cNvSpPr>
          <p:nvPr/>
        </p:nvSpPr>
        <p:spPr bwMode="auto">
          <a:xfrm>
            <a:off x="7362826" y="4821238"/>
            <a:ext cx="723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por </a:t>
            </a:r>
            <a:r>
              <a:rPr lang="en-US" altLang="en-US" sz="9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mes</a:t>
            </a:r>
            <a:endParaRPr lang="en-US" altLang="en-US" dirty="0"/>
          </a:p>
        </p:txBody>
      </p:sp>
      <p:sp>
        <p:nvSpPr>
          <p:cNvPr id="13337" name="Rectangle 816"/>
          <p:cNvSpPr>
            <a:spLocks noChangeArrowheads="1"/>
          </p:cNvSpPr>
          <p:nvPr/>
        </p:nvSpPr>
        <p:spPr bwMode="auto">
          <a:xfrm>
            <a:off x="9928225" y="4419600"/>
            <a:ext cx="1293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>
                <a:solidFill>
                  <a:srgbClr val="000000"/>
                </a:solidFill>
                <a:latin typeface="Montserrat" panose="02000505000000020004" pitchFamily="2" charset="0"/>
              </a:rPr>
              <a:t>$ 1000</a:t>
            </a:r>
            <a:endParaRPr lang="en-US" altLang="en-US"/>
          </a:p>
        </p:txBody>
      </p:sp>
      <p:sp>
        <p:nvSpPr>
          <p:cNvPr id="13338" name="Rectangle 817"/>
          <p:cNvSpPr>
            <a:spLocks noChangeArrowheads="1"/>
          </p:cNvSpPr>
          <p:nvPr/>
        </p:nvSpPr>
        <p:spPr bwMode="auto">
          <a:xfrm>
            <a:off x="10293099" y="4809210"/>
            <a:ext cx="7239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por </a:t>
            </a:r>
            <a:r>
              <a:rPr lang="en-US" altLang="en-US" sz="9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mes</a:t>
            </a:r>
            <a:endParaRPr lang="en-US" altLang="en-US" dirty="0"/>
          </a:p>
        </p:txBody>
      </p:sp>
      <p:sp>
        <p:nvSpPr>
          <p:cNvPr id="13339" name="Line 818"/>
          <p:cNvSpPr>
            <a:spLocks noChangeShapeType="1"/>
          </p:cNvSpPr>
          <p:nvPr/>
        </p:nvSpPr>
        <p:spPr bwMode="auto">
          <a:xfrm>
            <a:off x="1397000" y="2854325"/>
            <a:ext cx="649288" cy="0"/>
          </a:xfrm>
          <a:prstGeom prst="line">
            <a:avLst/>
          </a:prstGeom>
          <a:noFill/>
          <a:ln w="20638">
            <a:solidFill>
              <a:srgbClr val="AB71F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0" name="Line 819"/>
          <p:cNvSpPr>
            <a:spLocks noChangeShapeType="1"/>
          </p:cNvSpPr>
          <p:nvPr/>
        </p:nvSpPr>
        <p:spPr bwMode="auto">
          <a:xfrm>
            <a:off x="4313238" y="2854325"/>
            <a:ext cx="649287" cy="0"/>
          </a:xfrm>
          <a:prstGeom prst="line">
            <a:avLst/>
          </a:prstGeom>
          <a:noFill/>
          <a:ln w="20638">
            <a:solidFill>
              <a:srgbClr val="2FC1F5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1" name="Line 820"/>
          <p:cNvSpPr>
            <a:spLocks noChangeShapeType="1"/>
          </p:cNvSpPr>
          <p:nvPr/>
        </p:nvSpPr>
        <p:spPr bwMode="auto">
          <a:xfrm>
            <a:off x="7231063" y="2854325"/>
            <a:ext cx="649287" cy="0"/>
          </a:xfrm>
          <a:prstGeom prst="line">
            <a:avLst/>
          </a:prstGeom>
          <a:noFill/>
          <a:ln w="20638">
            <a:solidFill>
              <a:srgbClr val="55CC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2" name="Line 821"/>
          <p:cNvSpPr>
            <a:spLocks noChangeShapeType="1"/>
          </p:cNvSpPr>
          <p:nvPr/>
        </p:nvSpPr>
        <p:spPr bwMode="auto">
          <a:xfrm>
            <a:off x="10164763" y="2854325"/>
            <a:ext cx="649287" cy="0"/>
          </a:xfrm>
          <a:prstGeom prst="line">
            <a:avLst/>
          </a:prstGeom>
          <a:noFill/>
          <a:ln w="20638">
            <a:solidFill>
              <a:srgbClr val="FC667D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3" name="Freeform 822"/>
          <p:cNvSpPr>
            <a:spLocks/>
          </p:cNvSpPr>
          <p:nvPr/>
        </p:nvSpPr>
        <p:spPr bwMode="auto">
          <a:xfrm>
            <a:off x="790575" y="3384550"/>
            <a:ext cx="100013" cy="76200"/>
          </a:xfrm>
          <a:custGeom>
            <a:avLst/>
            <a:gdLst>
              <a:gd name="T0" fmla="*/ 0 w 63"/>
              <a:gd name="T1" fmla="*/ 42863 h 48"/>
              <a:gd name="T2" fmla="*/ 38100 w 63"/>
              <a:gd name="T3" fmla="*/ 76200 h 48"/>
              <a:gd name="T4" fmla="*/ 100012 w 63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" h="48">
                <a:moveTo>
                  <a:pt x="0" y="27"/>
                </a:moveTo>
                <a:lnTo>
                  <a:pt x="24" y="48"/>
                </a:lnTo>
                <a:lnTo>
                  <a:pt x="63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4" name="Rectangle 823"/>
          <p:cNvSpPr>
            <a:spLocks noChangeArrowheads="1"/>
          </p:cNvSpPr>
          <p:nvPr/>
        </p:nvSpPr>
        <p:spPr bwMode="auto">
          <a:xfrm>
            <a:off x="1022350" y="3344863"/>
            <a:ext cx="14160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 sit</a:t>
            </a:r>
            <a:endParaRPr lang="en-US" altLang="en-US"/>
          </a:p>
        </p:txBody>
      </p:sp>
      <p:sp>
        <p:nvSpPr>
          <p:cNvPr id="13345" name="Rectangle 824"/>
          <p:cNvSpPr>
            <a:spLocks noChangeArrowheads="1"/>
          </p:cNvSpPr>
          <p:nvPr/>
        </p:nvSpPr>
        <p:spPr bwMode="auto">
          <a:xfrm>
            <a:off x="1022350" y="3592513"/>
            <a:ext cx="176530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conscter vaina</a:t>
            </a:r>
            <a:endParaRPr lang="en-US" altLang="en-US"/>
          </a:p>
        </p:txBody>
      </p:sp>
      <p:sp>
        <p:nvSpPr>
          <p:cNvPr id="13346" name="Freeform 825"/>
          <p:cNvSpPr>
            <a:spLocks/>
          </p:cNvSpPr>
          <p:nvPr/>
        </p:nvSpPr>
        <p:spPr bwMode="auto">
          <a:xfrm>
            <a:off x="790575" y="3638550"/>
            <a:ext cx="100013" cy="79375"/>
          </a:xfrm>
          <a:custGeom>
            <a:avLst/>
            <a:gdLst>
              <a:gd name="T0" fmla="*/ 0 w 63"/>
              <a:gd name="T1" fmla="*/ 41275 h 50"/>
              <a:gd name="T2" fmla="*/ 38100 w 63"/>
              <a:gd name="T3" fmla="*/ 79375 h 50"/>
              <a:gd name="T4" fmla="*/ 100012 w 63"/>
              <a:gd name="T5" fmla="*/ 0 h 5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" h="50">
                <a:moveTo>
                  <a:pt x="0" y="26"/>
                </a:moveTo>
                <a:lnTo>
                  <a:pt x="24" y="50"/>
                </a:lnTo>
                <a:lnTo>
                  <a:pt x="63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7" name="Rectangle 826"/>
          <p:cNvSpPr>
            <a:spLocks noChangeArrowheads="1"/>
          </p:cNvSpPr>
          <p:nvPr/>
        </p:nvSpPr>
        <p:spPr bwMode="auto">
          <a:xfrm>
            <a:off x="1022350" y="3859213"/>
            <a:ext cx="1462088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adipiscing consectetur</a:t>
            </a:r>
            <a:endParaRPr lang="en-US" altLang="en-US"/>
          </a:p>
        </p:txBody>
      </p:sp>
      <p:sp>
        <p:nvSpPr>
          <p:cNvPr id="13348" name="Freeform 827"/>
          <p:cNvSpPr>
            <a:spLocks/>
          </p:cNvSpPr>
          <p:nvPr/>
        </p:nvSpPr>
        <p:spPr bwMode="auto">
          <a:xfrm>
            <a:off x="790575" y="3895725"/>
            <a:ext cx="100013" cy="76200"/>
          </a:xfrm>
          <a:custGeom>
            <a:avLst/>
            <a:gdLst>
              <a:gd name="T0" fmla="*/ 0 w 63"/>
              <a:gd name="T1" fmla="*/ 41275 h 48"/>
              <a:gd name="T2" fmla="*/ 38100 w 63"/>
              <a:gd name="T3" fmla="*/ 76200 h 48"/>
              <a:gd name="T4" fmla="*/ 100012 w 63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3" h="48">
                <a:moveTo>
                  <a:pt x="0" y="26"/>
                </a:moveTo>
                <a:lnTo>
                  <a:pt x="24" y="48"/>
                </a:lnTo>
                <a:lnTo>
                  <a:pt x="63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49" name="Freeform 828"/>
          <p:cNvSpPr>
            <a:spLocks/>
          </p:cNvSpPr>
          <p:nvPr/>
        </p:nvSpPr>
        <p:spPr bwMode="auto">
          <a:xfrm>
            <a:off x="3732213" y="3259138"/>
            <a:ext cx="101600" cy="74612"/>
          </a:xfrm>
          <a:custGeom>
            <a:avLst/>
            <a:gdLst>
              <a:gd name="T0" fmla="*/ 0 w 64"/>
              <a:gd name="T1" fmla="*/ 38100 h 47"/>
              <a:gd name="T2" fmla="*/ 38100 w 64"/>
              <a:gd name="T3" fmla="*/ 74612 h 47"/>
              <a:gd name="T4" fmla="*/ 101600 w 64"/>
              <a:gd name="T5" fmla="*/ 0 h 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47">
                <a:moveTo>
                  <a:pt x="0" y="24"/>
                </a:moveTo>
                <a:lnTo>
                  <a:pt x="24" y="47"/>
                </a:lnTo>
                <a:lnTo>
                  <a:pt x="64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0" name="Rectangle 829"/>
          <p:cNvSpPr>
            <a:spLocks noChangeArrowheads="1"/>
          </p:cNvSpPr>
          <p:nvPr/>
        </p:nvSpPr>
        <p:spPr bwMode="auto">
          <a:xfrm>
            <a:off x="3963988" y="3217863"/>
            <a:ext cx="12382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3351" name="Rectangle 830"/>
          <p:cNvSpPr>
            <a:spLocks noChangeArrowheads="1"/>
          </p:cNvSpPr>
          <p:nvPr/>
        </p:nvSpPr>
        <p:spPr bwMode="auto">
          <a:xfrm>
            <a:off x="3963988" y="3467100"/>
            <a:ext cx="17240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3352" name="Freeform 831"/>
          <p:cNvSpPr>
            <a:spLocks/>
          </p:cNvSpPr>
          <p:nvPr/>
        </p:nvSpPr>
        <p:spPr bwMode="auto">
          <a:xfrm>
            <a:off x="3732213" y="3511550"/>
            <a:ext cx="101600" cy="76200"/>
          </a:xfrm>
          <a:custGeom>
            <a:avLst/>
            <a:gdLst>
              <a:gd name="T0" fmla="*/ 0 w 64"/>
              <a:gd name="T1" fmla="*/ 42863 h 48"/>
              <a:gd name="T2" fmla="*/ 38100 w 64"/>
              <a:gd name="T3" fmla="*/ 76200 h 48"/>
              <a:gd name="T4" fmla="*/ 101600 w 6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48">
                <a:moveTo>
                  <a:pt x="0" y="27"/>
                </a:moveTo>
                <a:lnTo>
                  <a:pt x="24" y="48"/>
                </a:lnTo>
                <a:lnTo>
                  <a:pt x="64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3" name="Rectangle 832"/>
          <p:cNvSpPr>
            <a:spLocks noChangeArrowheads="1"/>
          </p:cNvSpPr>
          <p:nvPr/>
        </p:nvSpPr>
        <p:spPr bwMode="auto">
          <a:xfrm>
            <a:off x="3963988" y="3727450"/>
            <a:ext cx="1212850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3354" name="Freeform 833"/>
          <p:cNvSpPr>
            <a:spLocks/>
          </p:cNvSpPr>
          <p:nvPr/>
        </p:nvSpPr>
        <p:spPr bwMode="auto">
          <a:xfrm>
            <a:off x="3732213" y="3768725"/>
            <a:ext cx="101600" cy="76200"/>
          </a:xfrm>
          <a:custGeom>
            <a:avLst/>
            <a:gdLst>
              <a:gd name="T0" fmla="*/ 0 w 64"/>
              <a:gd name="T1" fmla="*/ 38100 h 48"/>
              <a:gd name="T2" fmla="*/ 38100 w 64"/>
              <a:gd name="T3" fmla="*/ 76200 h 48"/>
              <a:gd name="T4" fmla="*/ 101600 w 6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48">
                <a:moveTo>
                  <a:pt x="0" y="24"/>
                </a:moveTo>
                <a:lnTo>
                  <a:pt x="24" y="48"/>
                </a:lnTo>
                <a:lnTo>
                  <a:pt x="64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5" name="Rectangle 834"/>
          <p:cNvSpPr>
            <a:spLocks noChangeArrowheads="1"/>
          </p:cNvSpPr>
          <p:nvPr/>
        </p:nvSpPr>
        <p:spPr bwMode="auto">
          <a:xfrm>
            <a:off x="3963988" y="3981450"/>
            <a:ext cx="740587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Plan </a:t>
            </a:r>
            <a:r>
              <a:rPr lang="en-US" altLang="en-US" sz="9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Gratuito</a:t>
            </a:r>
            <a:endParaRPr lang="en-US" altLang="en-US" dirty="0"/>
          </a:p>
        </p:txBody>
      </p:sp>
      <p:sp>
        <p:nvSpPr>
          <p:cNvPr id="13356" name="Rectangle 835"/>
          <p:cNvSpPr>
            <a:spLocks noChangeArrowheads="1"/>
          </p:cNvSpPr>
          <p:nvPr/>
        </p:nvSpPr>
        <p:spPr bwMode="auto">
          <a:xfrm>
            <a:off x="3724275" y="3887788"/>
            <a:ext cx="282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900" b="1">
                <a:solidFill>
                  <a:srgbClr val="000000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3357" name="Freeform 836"/>
          <p:cNvSpPr>
            <a:spLocks/>
          </p:cNvSpPr>
          <p:nvPr/>
        </p:nvSpPr>
        <p:spPr bwMode="auto">
          <a:xfrm>
            <a:off x="6678613" y="3259138"/>
            <a:ext cx="101600" cy="74612"/>
          </a:xfrm>
          <a:custGeom>
            <a:avLst/>
            <a:gdLst>
              <a:gd name="T0" fmla="*/ 0 w 64"/>
              <a:gd name="T1" fmla="*/ 38100 h 47"/>
              <a:gd name="T2" fmla="*/ 38100 w 64"/>
              <a:gd name="T3" fmla="*/ 74612 h 47"/>
              <a:gd name="T4" fmla="*/ 101600 w 64"/>
              <a:gd name="T5" fmla="*/ 0 h 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47">
                <a:moveTo>
                  <a:pt x="0" y="24"/>
                </a:moveTo>
                <a:lnTo>
                  <a:pt x="24" y="47"/>
                </a:lnTo>
                <a:lnTo>
                  <a:pt x="64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58" name="Rectangle 837"/>
          <p:cNvSpPr>
            <a:spLocks noChangeArrowheads="1"/>
          </p:cNvSpPr>
          <p:nvPr/>
        </p:nvSpPr>
        <p:spPr bwMode="auto">
          <a:xfrm>
            <a:off x="6910388" y="3217863"/>
            <a:ext cx="12382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3359" name="Rectangle 838"/>
          <p:cNvSpPr>
            <a:spLocks noChangeArrowheads="1"/>
          </p:cNvSpPr>
          <p:nvPr/>
        </p:nvSpPr>
        <p:spPr bwMode="auto">
          <a:xfrm>
            <a:off x="6910388" y="3467100"/>
            <a:ext cx="17240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3360" name="Freeform 839"/>
          <p:cNvSpPr>
            <a:spLocks/>
          </p:cNvSpPr>
          <p:nvPr/>
        </p:nvSpPr>
        <p:spPr bwMode="auto">
          <a:xfrm>
            <a:off x="6678613" y="3511550"/>
            <a:ext cx="101600" cy="76200"/>
          </a:xfrm>
          <a:custGeom>
            <a:avLst/>
            <a:gdLst>
              <a:gd name="T0" fmla="*/ 0 w 64"/>
              <a:gd name="T1" fmla="*/ 42863 h 48"/>
              <a:gd name="T2" fmla="*/ 38100 w 64"/>
              <a:gd name="T3" fmla="*/ 76200 h 48"/>
              <a:gd name="T4" fmla="*/ 101600 w 6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48">
                <a:moveTo>
                  <a:pt x="0" y="27"/>
                </a:moveTo>
                <a:lnTo>
                  <a:pt x="24" y="48"/>
                </a:lnTo>
                <a:lnTo>
                  <a:pt x="64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1" name="Rectangle 840"/>
          <p:cNvSpPr>
            <a:spLocks noChangeArrowheads="1"/>
          </p:cNvSpPr>
          <p:nvPr/>
        </p:nvSpPr>
        <p:spPr bwMode="auto">
          <a:xfrm>
            <a:off x="6910388" y="3727450"/>
            <a:ext cx="1212850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3362" name="Freeform 841"/>
          <p:cNvSpPr>
            <a:spLocks/>
          </p:cNvSpPr>
          <p:nvPr/>
        </p:nvSpPr>
        <p:spPr bwMode="auto">
          <a:xfrm>
            <a:off x="6678613" y="3768725"/>
            <a:ext cx="101600" cy="76200"/>
          </a:xfrm>
          <a:custGeom>
            <a:avLst/>
            <a:gdLst>
              <a:gd name="T0" fmla="*/ 0 w 64"/>
              <a:gd name="T1" fmla="*/ 38100 h 48"/>
              <a:gd name="T2" fmla="*/ 38100 w 64"/>
              <a:gd name="T3" fmla="*/ 76200 h 48"/>
              <a:gd name="T4" fmla="*/ 101600 w 64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4" h="48">
                <a:moveTo>
                  <a:pt x="0" y="24"/>
                </a:moveTo>
                <a:lnTo>
                  <a:pt x="24" y="48"/>
                </a:lnTo>
                <a:lnTo>
                  <a:pt x="64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3" name="Rectangle 842"/>
          <p:cNvSpPr>
            <a:spLocks noChangeArrowheads="1"/>
          </p:cNvSpPr>
          <p:nvPr/>
        </p:nvSpPr>
        <p:spPr bwMode="auto">
          <a:xfrm>
            <a:off x="6910388" y="3981450"/>
            <a:ext cx="634789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Plan </a:t>
            </a:r>
            <a:r>
              <a:rPr lang="en-US" altLang="en-US" sz="9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Básico</a:t>
            </a:r>
            <a:endParaRPr lang="en-US" altLang="en-US" dirty="0"/>
          </a:p>
        </p:txBody>
      </p:sp>
      <p:sp>
        <p:nvSpPr>
          <p:cNvPr id="13364" name="Rectangle 843"/>
          <p:cNvSpPr>
            <a:spLocks noChangeArrowheads="1"/>
          </p:cNvSpPr>
          <p:nvPr/>
        </p:nvSpPr>
        <p:spPr bwMode="auto">
          <a:xfrm>
            <a:off x="6665913" y="3887788"/>
            <a:ext cx="282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900" b="1">
                <a:solidFill>
                  <a:srgbClr val="000000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3365" name="Freeform 844"/>
          <p:cNvSpPr>
            <a:spLocks/>
          </p:cNvSpPr>
          <p:nvPr/>
        </p:nvSpPr>
        <p:spPr bwMode="auto">
          <a:xfrm>
            <a:off x="9599613" y="3259138"/>
            <a:ext cx="96837" cy="74612"/>
          </a:xfrm>
          <a:custGeom>
            <a:avLst/>
            <a:gdLst>
              <a:gd name="T0" fmla="*/ 0 w 61"/>
              <a:gd name="T1" fmla="*/ 38100 h 47"/>
              <a:gd name="T2" fmla="*/ 38100 w 61"/>
              <a:gd name="T3" fmla="*/ 74612 h 47"/>
              <a:gd name="T4" fmla="*/ 96837 w 61"/>
              <a:gd name="T5" fmla="*/ 0 h 4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" h="47">
                <a:moveTo>
                  <a:pt x="0" y="24"/>
                </a:moveTo>
                <a:lnTo>
                  <a:pt x="24" y="47"/>
                </a:lnTo>
                <a:lnTo>
                  <a:pt x="61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6" name="Rectangle 845"/>
          <p:cNvSpPr>
            <a:spLocks noChangeArrowheads="1"/>
          </p:cNvSpPr>
          <p:nvPr/>
        </p:nvSpPr>
        <p:spPr bwMode="auto">
          <a:xfrm>
            <a:off x="9826625" y="3217863"/>
            <a:ext cx="1238250" cy="211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3367" name="Rectangle 846"/>
          <p:cNvSpPr>
            <a:spLocks noChangeArrowheads="1"/>
          </p:cNvSpPr>
          <p:nvPr/>
        </p:nvSpPr>
        <p:spPr bwMode="auto">
          <a:xfrm>
            <a:off x="9826625" y="3467100"/>
            <a:ext cx="1724025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3368" name="Freeform 847"/>
          <p:cNvSpPr>
            <a:spLocks/>
          </p:cNvSpPr>
          <p:nvPr/>
        </p:nvSpPr>
        <p:spPr bwMode="auto">
          <a:xfrm>
            <a:off x="9599613" y="3511550"/>
            <a:ext cx="96837" cy="76200"/>
          </a:xfrm>
          <a:custGeom>
            <a:avLst/>
            <a:gdLst>
              <a:gd name="T0" fmla="*/ 0 w 61"/>
              <a:gd name="T1" fmla="*/ 42863 h 48"/>
              <a:gd name="T2" fmla="*/ 38100 w 61"/>
              <a:gd name="T3" fmla="*/ 76200 h 48"/>
              <a:gd name="T4" fmla="*/ 96837 w 61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" h="48">
                <a:moveTo>
                  <a:pt x="0" y="27"/>
                </a:moveTo>
                <a:lnTo>
                  <a:pt x="24" y="48"/>
                </a:lnTo>
                <a:lnTo>
                  <a:pt x="61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69" name="Rectangle 848"/>
          <p:cNvSpPr>
            <a:spLocks noChangeArrowheads="1"/>
          </p:cNvSpPr>
          <p:nvPr/>
        </p:nvSpPr>
        <p:spPr bwMode="auto">
          <a:xfrm>
            <a:off x="9826625" y="3727450"/>
            <a:ext cx="1212850" cy="21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9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3370" name="Freeform 849"/>
          <p:cNvSpPr>
            <a:spLocks/>
          </p:cNvSpPr>
          <p:nvPr/>
        </p:nvSpPr>
        <p:spPr bwMode="auto">
          <a:xfrm>
            <a:off x="9599613" y="3768725"/>
            <a:ext cx="96837" cy="76200"/>
          </a:xfrm>
          <a:custGeom>
            <a:avLst/>
            <a:gdLst>
              <a:gd name="T0" fmla="*/ 0 w 61"/>
              <a:gd name="T1" fmla="*/ 38100 h 48"/>
              <a:gd name="T2" fmla="*/ 38100 w 61"/>
              <a:gd name="T3" fmla="*/ 76200 h 48"/>
              <a:gd name="T4" fmla="*/ 96837 w 61"/>
              <a:gd name="T5" fmla="*/ 0 h 4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61" h="48">
                <a:moveTo>
                  <a:pt x="0" y="24"/>
                </a:moveTo>
                <a:lnTo>
                  <a:pt x="24" y="48"/>
                </a:lnTo>
                <a:lnTo>
                  <a:pt x="61" y="0"/>
                </a:lnTo>
              </a:path>
            </a:pathLst>
          </a:custGeom>
          <a:noFill/>
          <a:ln w="20638" cap="flat">
            <a:solidFill>
              <a:srgbClr val="0A0A0A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1" name="Rectangle 850"/>
          <p:cNvSpPr>
            <a:spLocks noChangeArrowheads="1"/>
          </p:cNvSpPr>
          <p:nvPr/>
        </p:nvSpPr>
        <p:spPr bwMode="auto">
          <a:xfrm>
            <a:off x="9826625" y="3981450"/>
            <a:ext cx="464871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s-EC" altLang="en-US" sz="9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</a:t>
            </a:r>
            <a:r>
              <a:rPr lang="en-US" altLang="en-US" sz="9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lan</a:t>
            </a:r>
            <a:r>
              <a:rPr lang="en-US" altLang="en-US" sz="9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 Pro</a:t>
            </a:r>
            <a:endParaRPr lang="en-US" altLang="en-US" dirty="0"/>
          </a:p>
        </p:txBody>
      </p:sp>
      <p:sp>
        <p:nvSpPr>
          <p:cNvPr id="13372" name="Rectangle 851"/>
          <p:cNvSpPr>
            <a:spLocks noChangeArrowheads="1"/>
          </p:cNvSpPr>
          <p:nvPr/>
        </p:nvSpPr>
        <p:spPr bwMode="auto">
          <a:xfrm>
            <a:off x="9586913" y="3887788"/>
            <a:ext cx="2825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900" b="1">
                <a:solidFill>
                  <a:srgbClr val="000000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3373" name="Rectangle 852"/>
          <p:cNvSpPr>
            <a:spLocks noChangeArrowheads="1"/>
          </p:cNvSpPr>
          <p:nvPr/>
        </p:nvSpPr>
        <p:spPr bwMode="auto">
          <a:xfrm>
            <a:off x="3059113" y="276469"/>
            <a:ext cx="621003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b="1" dirty="0" err="1">
                <a:solidFill>
                  <a:srgbClr val="000000"/>
                </a:solidFill>
                <a:latin typeface="Open Sans" panose="020B0606030504020204" pitchFamily="34" charset="0"/>
              </a:rPr>
              <a:t>Nuestros</a:t>
            </a:r>
            <a:r>
              <a:rPr lang="en-US" altLang="en-US" sz="3600" b="1" dirty="0">
                <a:solidFill>
                  <a:srgbClr val="000000"/>
                </a:solidFill>
                <a:latin typeface="Open Sans" panose="020B0606030504020204" pitchFamily="34" charset="0"/>
              </a:rPr>
              <a:t> Planes de </a:t>
            </a:r>
            <a:r>
              <a:rPr lang="en-US" altLang="en-US" sz="3600" b="1" dirty="0" err="1">
                <a:solidFill>
                  <a:srgbClr val="000000"/>
                </a:solidFill>
                <a:latin typeface="Open Sans" panose="020B0606030504020204" pitchFamily="34" charset="0"/>
              </a:rPr>
              <a:t>Precios</a:t>
            </a:r>
            <a:endParaRPr lang="en-US" altLang="en-US" dirty="0"/>
          </a:p>
        </p:txBody>
      </p:sp>
      <p:sp>
        <p:nvSpPr>
          <p:cNvPr id="13374" name="Freeform 855"/>
          <p:cNvSpPr>
            <a:spLocks/>
          </p:cNvSpPr>
          <p:nvPr/>
        </p:nvSpPr>
        <p:spPr bwMode="auto">
          <a:xfrm>
            <a:off x="8150225" y="2178050"/>
            <a:ext cx="636588" cy="638175"/>
          </a:xfrm>
          <a:custGeom>
            <a:avLst/>
            <a:gdLst>
              <a:gd name="T0" fmla="*/ 636587 w 151"/>
              <a:gd name="T1" fmla="*/ 147921 h 151"/>
              <a:gd name="T2" fmla="*/ 489034 w 151"/>
              <a:gd name="T3" fmla="*/ 0 h 151"/>
              <a:gd name="T4" fmla="*/ 0 w 151"/>
              <a:gd name="T5" fmla="*/ 0 h 151"/>
              <a:gd name="T6" fmla="*/ 636587 w 151"/>
              <a:gd name="T7" fmla="*/ 638175 h 151"/>
              <a:gd name="T8" fmla="*/ 636587 w 151"/>
              <a:gd name="T9" fmla="*/ 147921 h 15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51" h="151">
                <a:moveTo>
                  <a:pt x="151" y="35"/>
                </a:moveTo>
                <a:cubicBezTo>
                  <a:pt x="151" y="16"/>
                  <a:pt x="135" y="0"/>
                  <a:pt x="116" y="0"/>
                </a:cubicBezTo>
                <a:cubicBezTo>
                  <a:pt x="0" y="0"/>
                  <a:pt x="0" y="0"/>
                  <a:pt x="0" y="0"/>
                </a:cubicBezTo>
                <a:cubicBezTo>
                  <a:pt x="151" y="151"/>
                  <a:pt x="151" y="151"/>
                  <a:pt x="151" y="151"/>
                </a:cubicBezTo>
                <a:lnTo>
                  <a:pt x="151" y="35"/>
                </a:lnTo>
                <a:close/>
              </a:path>
            </a:pathLst>
          </a:custGeom>
          <a:solidFill>
            <a:srgbClr val="66D91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75" name="Rectangle 856"/>
          <p:cNvSpPr>
            <a:spLocks noChangeArrowheads="1"/>
          </p:cNvSpPr>
          <p:nvPr/>
        </p:nvSpPr>
        <p:spPr bwMode="auto">
          <a:xfrm rot="2700000">
            <a:off x="8391525" y="2255838"/>
            <a:ext cx="3825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800" b="1">
                <a:solidFill>
                  <a:srgbClr val="FFFFFF"/>
                </a:solidFill>
                <a:latin typeface="Open Sans" panose="020B0606030504020204" pitchFamily="34" charset="0"/>
              </a:rPr>
              <a:t>MEJOR</a:t>
            </a:r>
          </a:p>
          <a:p>
            <a:pPr algn="ctr"/>
            <a:r>
              <a:rPr lang="en-US" altLang="en-US" sz="800" b="1">
                <a:solidFill>
                  <a:srgbClr val="FFFFFF"/>
                </a:solidFill>
                <a:latin typeface="Open Sans" panose="020B0606030504020204" pitchFamily="34" charset="0"/>
              </a:rPr>
              <a:t>ELECCIÓN</a:t>
            </a:r>
            <a:endParaRPr lang="en-US" altLang="en-US"/>
          </a:p>
        </p:txBody>
      </p:sp>
      <p:sp>
        <p:nvSpPr>
          <p:cNvPr id="13376" name="Rectangle 858"/>
          <p:cNvSpPr>
            <a:spLocks noChangeArrowheads="1"/>
          </p:cNvSpPr>
          <p:nvPr/>
        </p:nvSpPr>
        <p:spPr bwMode="auto">
          <a:xfrm>
            <a:off x="4221163" y="2427288"/>
            <a:ext cx="106118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3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BÁSICO</a:t>
            </a:r>
            <a:endParaRPr lang="en-US" altLang="en-US" dirty="0"/>
          </a:p>
        </p:txBody>
      </p:sp>
      <p:sp>
        <p:nvSpPr>
          <p:cNvPr id="13377" name="Rectangle 859"/>
          <p:cNvSpPr>
            <a:spLocks noChangeArrowheads="1"/>
          </p:cNvSpPr>
          <p:nvPr/>
        </p:nvSpPr>
        <p:spPr bwMode="auto">
          <a:xfrm>
            <a:off x="7251700" y="2427288"/>
            <a:ext cx="77152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300" b="1">
                <a:solidFill>
                  <a:srgbClr val="000000"/>
                </a:solidFill>
                <a:latin typeface="Open Sans Semibold" panose="020B0706030804020204" pitchFamily="34" charset="0"/>
              </a:rPr>
              <a:t>PRO</a:t>
            </a:r>
            <a:endParaRPr lang="en-US" altLang="en-US"/>
          </a:p>
        </p:txBody>
      </p:sp>
      <p:sp>
        <p:nvSpPr>
          <p:cNvPr id="13378" name="Rectangle 860"/>
          <p:cNvSpPr>
            <a:spLocks noChangeArrowheads="1"/>
          </p:cNvSpPr>
          <p:nvPr/>
        </p:nvSpPr>
        <p:spPr bwMode="auto">
          <a:xfrm>
            <a:off x="1254125" y="2427288"/>
            <a:ext cx="1100138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3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GRATIS</a:t>
            </a:r>
            <a:endParaRPr lang="en-US" altLang="en-US" dirty="0"/>
          </a:p>
        </p:txBody>
      </p:sp>
      <p:sp>
        <p:nvSpPr>
          <p:cNvPr id="13379" name="Rectangle 861"/>
          <p:cNvSpPr>
            <a:spLocks noChangeArrowheads="1"/>
          </p:cNvSpPr>
          <p:nvPr/>
        </p:nvSpPr>
        <p:spPr bwMode="auto">
          <a:xfrm>
            <a:off x="9869487" y="2427288"/>
            <a:ext cx="1407307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3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EMPRESA</a:t>
            </a:r>
            <a:endParaRPr lang="en-US" altLang="en-US" dirty="0"/>
          </a:p>
        </p:txBody>
      </p:sp>
      <p:sp>
        <p:nvSpPr>
          <p:cNvPr id="13380" name="Rectangle 869"/>
          <p:cNvSpPr>
            <a:spLocks noChangeArrowheads="1"/>
          </p:cNvSpPr>
          <p:nvPr/>
        </p:nvSpPr>
        <p:spPr bwMode="auto">
          <a:xfrm>
            <a:off x="2044700" y="849313"/>
            <a:ext cx="8102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rgbClr val="222222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hacer eiusmod tempor incididunt ut labore et dolore magna aliqua. Ut enim ad minim</a:t>
            </a:r>
            <a:endParaRPr lang="en-US" altLang="en-US">
              <a:latin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036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Freeform 343"/>
          <p:cNvSpPr>
            <a:spLocks/>
          </p:cNvSpPr>
          <p:nvPr/>
        </p:nvSpPr>
        <p:spPr bwMode="auto">
          <a:xfrm>
            <a:off x="604838" y="920750"/>
            <a:ext cx="3252787" cy="5026025"/>
          </a:xfrm>
          <a:custGeom>
            <a:avLst/>
            <a:gdLst>
              <a:gd name="T0" fmla="*/ 3063672 w 860"/>
              <a:gd name="T1" fmla="*/ 5026025 h 1328"/>
              <a:gd name="T2" fmla="*/ 189116 w 860"/>
              <a:gd name="T3" fmla="*/ 5026025 h 1328"/>
              <a:gd name="T4" fmla="*/ 0 w 860"/>
              <a:gd name="T5" fmla="*/ 4833007 h 1328"/>
              <a:gd name="T6" fmla="*/ 0 w 860"/>
              <a:gd name="T7" fmla="*/ 189233 h 1328"/>
              <a:gd name="T8" fmla="*/ 189116 w 860"/>
              <a:gd name="T9" fmla="*/ 0 h 1328"/>
              <a:gd name="T10" fmla="*/ 3063672 w 860"/>
              <a:gd name="T11" fmla="*/ 0 h 1328"/>
              <a:gd name="T12" fmla="*/ 3252788 w 860"/>
              <a:gd name="T13" fmla="*/ 189233 h 1328"/>
              <a:gd name="T14" fmla="*/ 3252788 w 860"/>
              <a:gd name="T15" fmla="*/ 4833007 h 1328"/>
              <a:gd name="T16" fmla="*/ 3063672 w 860"/>
              <a:gd name="T17" fmla="*/ 5026025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0" y="1328"/>
                  <a:pt x="50" y="1328"/>
                  <a:pt x="50" y="1328"/>
                </a:cubicBezTo>
                <a:cubicBezTo>
                  <a:pt x="22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7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7" y="1328"/>
                  <a:pt x="810" y="1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0" name="Freeform 344"/>
          <p:cNvSpPr>
            <a:spLocks/>
          </p:cNvSpPr>
          <p:nvPr/>
        </p:nvSpPr>
        <p:spPr bwMode="auto">
          <a:xfrm>
            <a:off x="4454525" y="920750"/>
            <a:ext cx="3252788" cy="5026025"/>
          </a:xfrm>
          <a:custGeom>
            <a:avLst/>
            <a:gdLst>
              <a:gd name="T0" fmla="*/ 3063672 w 860"/>
              <a:gd name="T1" fmla="*/ 5026025 h 1328"/>
              <a:gd name="T2" fmla="*/ 192898 w 860"/>
              <a:gd name="T3" fmla="*/ 5026025 h 1328"/>
              <a:gd name="T4" fmla="*/ 0 w 860"/>
              <a:gd name="T5" fmla="*/ 4833007 h 1328"/>
              <a:gd name="T6" fmla="*/ 0 w 860"/>
              <a:gd name="T7" fmla="*/ 189233 h 1328"/>
              <a:gd name="T8" fmla="*/ 192898 w 860"/>
              <a:gd name="T9" fmla="*/ 0 h 1328"/>
              <a:gd name="T10" fmla="*/ 3063672 w 860"/>
              <a:gd name="T11" fmla="*/ 0 h 1328"/>
              <a:gd name="T12" fmla="*/ 3252788 w 860"/>
              <a:gd name="T13" fmla="*/ 189233 h 1328"/>
              <a:gd name="T14" fmla="*/ 3252788 w 860"/>
              <a:gd name="T15" fmla="*/ 4833007 h 1328"/>
              <a:gd name="T16" fmla="*/ 3063672 w 860"/>
              <a:gd name="T17" fmla="*/ 5026025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1" y="1328"/>
                  <a:pt x="51" y="1328"/>
                  <a:pt x="51" y="1328"/>
                </a:cubicBezTo>
                <a:cubicBezTo>
                  <a:pt x="23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3" y="0"/>
                  <a:pt x="51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1" name="Freeform 345"/>
          <p:cNvSpPr>
            <a:spLocks/>
          </p:cNvSpPr>
          <p:nvPr/>
        </p:nvSpPr>
        <p:spPr bwMode="auto">
          <a:xfrm>
            <a:off x="8308975" y="920750"/>
            <a:ext cx="3251200" cy="5026025"/>
          </a:xfrm>
          <a:custGeom>
            <a:avLst/>
            <a:gdLst>
              <a:gd name="T0" fmla="*/ 3062177 w 860"/>
              <a:gd name="T1" fmla="*/ 5026025 h 1328"/>
              <a:gd name="T2" fmla="*/ 189023 w 860"/>
              <a:gd name="T3" fmla="*/ 5026025 h 1328"/>
              <a:gd name="T4" fmla="*/ 0 w 860"/>
              <a:gd name="T5" fmla="*/ 4833007 h 1328"/>
              <a:gd name="T6" fmla="*/ 0 w 860"/>
              <a:gd name="T7" fmla="*/ 189233 h 1328"/>
              <a:gd name="T8" fmla="*/ 189023 w 860"/>
              <a:gd name="T9" fmla="*/ 0 h 1328"/>
              <a:gd name="T10" fmla="*/ 3062177 w 860"/>
              <a:gd name="T11" fmla="*/ 0 h 1328"/>
              <a:gd name="T12" fmla="*/ 3251200 w 860"/>
              <a:gd name="T13" fmla="*/ 189233 h 1328"/>
              <a:gd name="T14" fmla="*/ 3251200 w 860"/>
              <a:gd name="T15" fmla="*/ 4833007 h 1328"/>
              <a:gd name="T16" fmla="*/ 3062177 w 860"/>
              <a:gd name="T17" fmla="*/ 5026025 h 13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60" h="1328">
                <a:moveTo>
                  <a:pt x="810" y="1328"/>
                </a:moveTo>
                <a:cubicBezTo>
                  <a:pt x="50" y="1328"/>
                  <a:pt x="50" y="1328"/>
                  <a:pt x="50" y="1328"/>
                </a:cubicBezTo>
                <a:cubicBezTo>
                  <a:pt x="22" y="1328"/>
                  <a:pt x="0" y="1305"/>
                  <a:pt x="0" y="1277"/>
                </a:cubicBezTo>
                <a:cubicBezTo>
                  <a:pt x="0" y="50"/>
                  <a:pt x="0" y="50"/>
                  <a:pt x="0" y="50"/>
                </a:cubicBezTo>
                <a:cubicBezTo>
                  <a:pt x="0" y="22"/>
                  <a:pt x="22" y="0"/>
                  <a:pt x="50" y="0"/>
                </a:cubicBezTo>
                <a:cubicBezTo>
                  <a:pt x="810" y="0"/>
                  <a:pt x="810" y="0"/>
                  <a:pt x="810" y="0"/>
                </a:cubicBezTo>
                <a:cubicBezTo>
                  <a:pt x="838" y="0"/>
                  <a:pt x="860" y="22"/>
                  <a:pt x="860" y="50"/>
                </a:cubicBezTo>
                <a:cubicBezTo>
                  <a:pt x="860" y="1277"/>
                  <a:pt x="860" y="1277"/>
                  <a:pt x="860" y="1277"/>
                </a:cubicBezTo>
                <a:cubicBezTo>
                  <a:pt x="860" y="1305"/>
                  <a:pt x="838" y="1328"/>
                  <a:pt x="810" y="13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2" name="Freeform 207"/>
          <p:cNvSpPr>
            <a:spLocks/>
          </p:cNvSpPr>
          <p:nvPr/>
        </p:nvSpPr>
        <p:spPr bwMode="auto">
          <a:xfrm>
            <a:off x="9142413" y="5554663"/>
            <a:ext cx="808037" cy="93662"/>
          </a:xfrm>
          <a:custGeom>
            <a:avLst/>
            <a:gdLst>
              <a:gd name="T0" fmla="*/ 216236 w 213"/>
              <a:gd name="T1" fmla="*/ 0 h 25"/>
              <a:gd name="T2" fmla="*/ 0 w 213"/>
              <a:gd name="T3" fmla="*/ 7493 h 25"/>
              <a:gd name="T4" fmla="*/ 159331 w 213"/>
              <a:gd name="T5" fmla="*/ 93663 h 25"/>
              <a:gd name="T6" fmla="*/ 808038 w 213"/>
              <a:gd name="T7" fmla="*/ 93663 h 25"/>
              <a:gd name="T8" fmla="*/ 698023 w 213"/>
              <a:gd name="T9" fmla="*/ 59944 h 25"/>
              <a:gd name="T10" fmla="*/ 216236 w 213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3" h="25">
                <a:moveTo>
                  <a:pt x="57" y="0"/>
                </a:moveTo>
                <a:cubicBezTo>
                  <a:pt x="37" y="0"/>
                  <a:pt x="18" y="1"/>
                  <a:pt x="0" y="2"/>
                </a:cubicBezTo>
                <a:cubicBezTo>
                  <a:pt x="9" y="16"/>
                  <a:pt x="24" y="25"/>
                  <a:pt x="42" y="25"/>
                </a:cubicBezTo>
                <a:cubicBezTo>
                  <a:pt x="213" y="25"/>
                  <a:pt x="213" y="25"/>
                  <a:pt x="213" y="25"/>
                </a:cubicBezTo>
                <a:cubicBezTo>
                  <a:pt x="203" y="21"/>
                  <a:pt x="194" y="18"/>
                  <a:pt x="184" y="16"/>
                </a:cubicBezTo>
                <a:cubicBezTo>
                  <a:pt x="142" y="4"/>
                  <a:pt x="99" y="0"/>
                  <a:pt x="57" y="0"/>
                </a:cubicBezTo>
              </a:path>
            </a:pathLst>
          </a:custGeom>
          <a:solidFill>
            <a:srgbClr val="E25C7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3" name="Freeform 208"/>
          <p:cNvSpPr>
            <a:spLocks/>
          </p:cNvSpPr>
          <p:nvPr/>
        </p:nvSpPr>
        <p:spPr bwMode="auto">
          <a:xfrm>
            <a:off x="1571625" y="5956300"/>
            <a:ext cx="1325563" cy="0"/>
          </a:xfrm>
          <a:custGeom>
            <a:avLst/>
            <a:gdLst>
              <a:gd name="T0" fmla="*/ 1325563 w 350"/>
              <a:gd name="T1" fmla="*/ 0 w 350"/>
              <a:gd name="T2" fmla="*/ 26511 w 350"/>
              <a:gd name="T3" fmla="*/ 1299052 w 350"/>
              <a:gd name="T4" fmla="*/ 1325563 w 350"/>
              <a:gd name="T5" fmla="*/ 0 60000 65536"/>
              <a:gd name="T6" fmla="*/ 0 60000 65536"/>
              <a:gd name="T7" fmla="*/ 0 60000 65536"/>
              <a:gd name="T8" fmla="*/ 0 60000 65536"/>
              <a:gd name="T9" fmla="*/ 0 60000 65536"/>
            </a:gdLst>
            <a:ahLst/>
            <a:cxnLst>
              <a:cxn ang="T5">
                <a:pos x="T0" y="0"/>
              </a:cxn>
              <a:cxn ang="T6">
                <a:pos x="T1" y="0"/>
              </a:cxn>
              <a:cxn ang="T7">
                <a:pos x="T2" y="0"/>
              </a:cxn>
              <a:cxn ang="T8">
                <a:pos x="T3" y="0"/>
              </a:cxn>
              <a:cxn ang="T9">
                <a:pos x="T4" y="0"/>
              </a:cxn>
            </a:cxnLst>
            <a:rect l="0" t="0" r="r" b="b"/>
            <a:pathLst>
              <a:path w="350">
                <a:moveTo>
                  <a:pt x="35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5" y="0"/>
                  <a:pt x="7" y="0"/>
                </a:cubicBezTo>
                <a:cubicBezTo>
                  <a:pt x="343" y="0"/>
                  <a:pt x="343" y="0"/>
                  <a:pt x="343" y="0"/>
                </a:cubicBezTo>
                <a:cubicBezTo>
                  <a:pt x="345" y="0"/>
                  <a:pt x="347" y="0"/>
                  <a:pt x="350" y="0"/>
                </a:cubicBezTo>
              </a:path>
            </a:pathLst>
          </a:custGeom>
          <a:solidFill>
            <a:srgbClr val="F8F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4" name="Freeform 209"/>
          <p:cNvSpPr>
            <a:spLocks/>
          </p:cNvSpPr>
          <p:nvPr/>
        </p:nvSpPr>
        <p:spPr bwMode="auto">
          <a:xfrm>
            <a:off x="1579563" y="5216525"/>
            <a:ext cx="1601787" cy="171450"/>
          </a:xfrm>
          <a:custGeom>
            <a:avLst/>
            <a:gdLst>
              <a:gd name="T0" fmla="*/ 1291276 w 423"/>
              <a:gd name="T1" fmla="*/ 0 h 45"/>
              <a:gd name="T2" fmla="*/ 18934 w 423"/>
              <a:gd name="T3" fmla="*/ 0 h 45"/>
              <a:gd name="T4" fmla="*/ 0 w 423"/>
              <a:gd name="T5" fmla="*/ 0 h 45"/>
              <a:gd name="T6" fmla="*/ 15147 w 423"/>
              <a:gd name="T7" fmla="*/ 3810 h 45"/>
              <a:gd name="T8" fmla="*/ 18934 w 423"/>
              <a:gd name="T9" fmla="*/ 3810 h 45"/>
              <a:gd name="T10" fmla="*/ 1291276 w 423"/>
              <a:gd name="T11" fmla="*/ 3810 h 45"/>
              <a:gd name="T12" fmla="*/ 1598001 w 423"/>
              <a:gd name="T13" fmla="*/ 171450 h 45"/>
              <a:gd name="T14" fmla="*/ 1601788 w 423"/>
              <a:gd name="T15" fmla="*/ 171450 h 45"/>
              <a:gd name="T16" fmla="*/ 1291276 w 423"/>
              <a:gd name="T17" fmla="*/ 0 h 4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23" h="45">
                <a:moveTo>
                  <a:pt x="341" y="0"/>
                </a:moveTo>
                <a:cubicBezTo>
                  <a:pt x="5" y="0"/>
                  <a:pt x="5" y="0"/>
                  <a:pt x="5" y="0"/>
                </a:cubicBezTo>
                <a:cubicBezTo>
                  <a:pt x="3" y="0"/>
                  <a:pt x="2" y="0"/>
                  <a:pt x="0" y="0"/>
                </a:cubicBezTo>
                <a:cubicBezTo>
                  <a:pt x="1" y="0"/>
                  <a:pt x="3" y="1"/>
                  <a:pt x="4" y="1"/>
                </a:cubicBezTo>
                <a:cubicBezTo>
                  <a:pt x="4" y="1"/>
                  <a:pt x="4" y="1"/>
                  <a:pt x="5" y="1"/>
                </a:cubicBezTo>
                <a:cubicBezTo>
                  <a:pt x="341" y="1"/>
                  <a:pt x="341" y="1"/>
                  <a:pt x="341" y="1"/>
                </a:cubicBezTo>
                <a:cubicBezTo>
                  <a:pt x="375" y="1"/>
                  <a:pt x="405" y="19"/>
                  <a:pt x="422" y="45"/>
                </a:cubicBezTo>
                <a:cubicBezTo>
                  <a:pt x="422" y="45"/>
                  <a:pt x="423" y="45"/>
                  <a:pt x="423" y="45"/>
                </a:cubicBezTo>
                <a:cubicBezTo>
                  <a:pt x="406" y="18"/>
                  <a:pt x="375" y="0"/>
                  <a:pt x="341" y="0"/>
                </a:cubicBezTo>
              </a:path>
            </a:pathLst>
          </a:custGeom>
          <a:solidFill>
            <a:srgbClr val="D6BA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5" name="Freeform 210"/>
          <p:cNvSpPr>
            <a:spLocks/>
          </p:cNvSpPr>
          <p:nvPr/>
        </p:nvSpPr>
        <p:spPr bwMode="auto">
          <a:xfrm>
            <a:off x="1231900" y="5216525"/>
            <a:ext cx="363538" cy="371475"/>
          </a:xfrm>
          <a:custGeom>
            <a:avLst/>
            <a:gdLst>
              <a:gd name="T0" fmla="*/ 348391 w 96"/>
              <a:gd name="T1" fmla="*/ 0 h 98"/>
              <a:gd name="T2" fmla="*/ 0 w 96"/>
              <a:gd name="T3" fmla="*/ 367684 h 98"/>
              <a:gd name="T4" fmla="*/ 0 w 96"/>
              <a:gd name="T5" fmla="*/ 371475 h 98"/>
              <a:gd name="T6" fmla="*/ 7574 w 96"/>
              <a:gd name="T7" fmla="*/ 371475 h 98"/>
              <a:gd name="T8" fmla="*/ 7574 w 96"/>
              <a:gd name="T9" fmla="*/ 363894 h 98"/>
              <a:gd name="T10" fmla="*/ 7574 w 96"/>
              <a:gd name="T11" fmla="*/ 363894 h 98"/>
              <a:gd name="T12" fmla="*/ 363538 w 96"/>
              <a:gd name="T13" fmla="*/ 3791 h 98"/>
              <a:gd name="T14" fmla="*/ 348391 w 96"/>
              <a:gd name="T15" fmla="*/ 0 h 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6" h="98">
                <a:moveTo>
                  <a:pt x="92" y="0"/>
                </a:moveTo>
                <a:cubicBezTo>
                  <a:pt x="41" y="3"/>
                  <a:pt x="0" y="45"/>
                  <a:pt x="0" y="97"/>
                </a:cubicBezTo>
                <a:cubicBezTo>
                  <a:pt x="0" y="98"/>
                  <a:pt x="0" y="98"/>
                  <a:pt x="0" y="98"/>
                </a:cubicBezTo>
                <a:cubicBezTo>
                  <a:pt x="0" y="98"/>
                  <a:pt x="1" y="98"/>
                  <a:pt x="2" y="98"/>
                </a:cubicBezTo>
                <a:cubicBezTo>
                  <a:pt x="2" y="97"/>
                  <a:pt x="2" y="96"/>
                  <a:pt x="2" y="96"/>
                </a:cubicBezTo>
                <a:cubicBezTo>
                  <a:pt x="2" y="96"/>
                  <a:pt x="2" y="96"/>
                  <a:pt x="2" y="96"/>
                </a:cubicBezTo>
                <a:cubicBezTo>
                  <a:pt x="2" y="44"/>
                  <a:pt x="44" y="1"/>
                  <a:pt x="96" y="1"/>
                </a:cubicBezTo>
                <a:cubicBezTo>
                  <a:pt x="95" y="1"/>
                  <a:pt x="93" y="0"/>
                  <a:pt x="92" y="0"/>
                </a:cubicBezTo>
              </a:path>
            </a:pathLst>
          </a:custGeom>
          <a:solidFill>
            <a:srgbClr val="CCA9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6" name="Freeform 211"/>
          <p:cNvSpPr>
            <a:spLocks/>
          </p:cNvSpPr>
          <p:nvPr/>
        </p:nvSpPr>
        <p:spPr bwMode="auto">
          <a:xfrm>
            <a:off x="3178175" y="5387975"/>
            <a:ext cx="60325" cy="358775"/>
          </a:xfrm>
          <a:custGeom>
            <a:avLst/>
            <a:gdLst>
              <a:gd name="T0" fmla="*/ 3770 w 16"/>
              <a:gd name="T1" fmla="*/ 0 h 95"/>
              <a:gd name="T2" fmla="*/ 0 w 16"/>
              <a:gd name="T3" fmla="*/ 0 h 95"/>
              <a:gd name="T4" fmla="*/ 52784 w 16"/>
              <a:gd name="T5" fmla="*/ 192606 h 95"/>
              <a:gd name="T6" fmla="*/ 52784 w 16"/>
              <a:gd name="T7" fmla="*/ 192606 h 95"/>
              <a:gd name="T8" fmla="*/ 11311 w 16"/>
              <a:gd name="T9" fmla="*/ 358775 h 95"/>
              <a:gd name="T10" fmla="*/ 26392 w 16"/>
              <a:gd name="T11" fmla="*/ 354998 h 95"/>
              <a:gd name="T12" fmla="*/ 60325 w 16"/>
              <a:gd name="T13" fmla="*/ 196382 h 95"/>
              <a:gd name="T14" fmla="*/ 3770 w 16"/>
              <a:gd name="T15" fmla="*/ 0 h 9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" h="95">
                <a:moveTo>
                  <a:pt x="1" y="0"/>
                </a:moveTo>
                <a:cubicBezTo>
                  <a:pt x="1" y="0"/>
                  <a:pt x="0" y="0"/>
                  <a:pt x="0" y="0"/>
                </a:cubicBezTo>
                <a:cubicBezTo>
                  <a:pt x="9" y="15"/>
                  <a:pt x="14" y="32"/>
                  <a:pt x="14" y="51"/>
                </a:cubicBezTo>
                <a:cubicBezTo>
                  <a:pt x="14" y="51"/>
                  <a:pt x="14" y="51"/>
                  <a:pt x="14" y="51"/>
                </a:cubicBezTo>
                <a:cubicBezTo>
                  <a:pt x="14" y="67"/>
                  <a:pt x="10" y="82"/>
                  <a:pt x="3" y="95"/>
                </a:cubicBezTo>
                <a:cubicBezTo>
                  <a:pt x="4" y="95"/>
                  <a:pt x="6" y="95"/>
                  <a:pt x="7" y="94"/>
                </a:cubicBezTo>
                <a:cubicBezTo>
                  <a:pt x="13" y="82"/>
                  <a:pt x="16" y="67"/>
                  <a:pt x="16" y="52"/>
                </a:cubicBezTo>
                <a:cubicBezTo>
                  <a:pt x="16" y="33"/>
                  <a:pt x="11" y="15"/>
                  <a:pt x="1" y="0"/>
                </a:cubicBezTo>
              </a:path>
            </a:pathLst>
          </a:custGeom>
          <a:solidFill>
            <a:srgbClr val="BA8B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7" name="Freeform 212"/>
          <p:cNvSpPr>
            <a:spLocks/>
          </p:cNvSpPr>
          <p:nvPr/>
        </p:nvSpPr>
        <p:spPr bwMode="auto">
          <a:xfrm>
            <a:off x="1231900" y="5588000"/>
            <a:ext cx="1973263" cy="368300"/>
          </a:xfrm>
          <a:custGeom>
            <a:avLst/>
            <a:gdLst>
              <a:gd name="T0" fmla="*/ 7575 w 521"/>
              <a:gd name="T1" fmla="*/ 0 h 97"/>
              <a:gd name="T2" fmla="*/ 0 w 521"/>
              <a:gd name="T3" fmla="*/ 0 h 97"/>
              <a:gd name="T4" fmla="*/ 340871 w 521"/>
              <a:gd name="T5" fmla="*/ 368300 h 97"/>
              <a:gd name="T6" fmla="*/ 1666479 w 521"/>
              <a:gd name="T7" fmla="*/ 368300 h 97"/>
              <a:gd name="T8" fmla="*/ 1973263 w 521"/>
              <a:gd name="T9" fmla="*/ 155673 h 97"/>
              <a:gd name="T10" fmla="*/ 1958113 w 521"/>
              <a:gd name="T11" fmla="*/ 159470 h 97"/>
              <a:gd name="T12" fmla="*/ 1639967 w 521"/>
              <a:gd name="T13" fmla="*/ 353112 h 97"/>
              <a:gd name="T14" fmla="*/ 367383 w 521"/>
              <a:gd name="T15" fmla="*/ 353112 h 97"/>
              <a:gd name="T16" fmla="*/ 7575 w 521"/>
              <a:gd name="T17" fmla="*/ 0 h 9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21" h="97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0" y="51"/>
                  <a:pt x="40" y="93"/>
                  <a:pt x="90" y="97"/>
                </a:cubicBezTo>
                <a:cubicBezTo>
                  <a:pt x="440" y="97"/>
                  <a:pt x="440" y="97"/>
                  <a:pt x="440" y="97"/>
                </a:cubicBezTo>
                <a:cubicBezTo>
                  <a:pt x="475" y="94"/>
                  <a:pt x="506" y="72"/>
                  <a:pt x="521" y="41"/>
                </a:cubicBezTo>
                <a:cubicBezTo>
                  <a:pt x="520" y="42"/>
                  <a:pt x="518" y="42"/>
                  <a:pt x="517" y="42"/>
                </a:cubicBezTo>
                <a:cubicBezTo>
                  <a:pt x="501" y="72"/>
                  <a:pt x="470" y="93"/>
                  <a:pt x="433" y="93"/>
                </a:cubicBezTo>
                <a:cubicBezTo>
                  <a:pt x="97" y="93"/>
                  <a:pt x="97" y="93"/>
                  <a:pt x="97" y="93"/>
                </a:cubicBezTo>
                <a:cubicBezTo>
                  <a:pt x="45" y="93"/>
                  <a:pt x="3" y="51"/>
                  <a:pt x="2" y="0"/>
                </a:cubicBezTo>
              </a:path>
            </a:pathLst>
          </a:custGeom>
          <a:solidFill>
            <a:srgbClr val="AB71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8" name="Freeform 213"/>
          <p:cNvSpPr>
            <a:spLocks/>
          </p:cNvSpPr>
          <p:nvPr/>
        </p:nvSpPr>
        <p:spPr bwMode="auto">
          <a:xfrm>
            <a:off x="1595438" y="5221288"/>
            <a:ext cx="1582737" cy="166687"/>
          </a:xfrm>
          <a:custGeom>
            <a:avLst/>
            <a:gdLst>
              <a:gd name="T0" fmla="*/ 1276035 w 418"/>
              <a:gd name="T1" fmla="*/ 0 h 44"/>
              <a:gd name="T2" fmla="*/ 3786 w 418"/>
              <a:gd name="T3" fmla="*/ 0 h 44"/>
              <a:gd name="T4" fmla="*/ 0 w 418"/>
              <a:gd name="T5" fmla="*/ 0 h 44"/>
              <a:gd name="T6" fmla="*/ 18932 w 418"/>
              <a:gd name="T7" fmla="*/ 0 h 44"/>
              <a:gd name="T8" fmla="*/ 1276035 w 418"/>
              <a:gd name="T9" fmla="*/ 0 h 44"/>
              <a:gd name="T10" fmla="*/ 1575165 w 418"/>
              <a:gd name="T11" fmla="*/ 166688 h 44"/>
              <a:gd name="T12" fmla="*/ 1582738 w 418"/>
              <a:gd name="T13" fmla="*/ 166688 h 44"/>
              <a:gd name="T14" fmla="*/ 1276035 w 418"/>
              <a:gd name="T15" fmla="*/ 0 h 4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18" h="44">
                <a:moveTo>
                  <a:pt x="337" y="0"/>
                </a:moveTo>
                <a:cubicBezTo>
                  <a:pt x="1" y="0"/>
                  <a:pt x="1" y="0"/>
                  <a:pt x="1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5" y="0"/>
                </a:cubicBezTo>
                <a:cubicBezTo>
                  <a:pt x="337" y="0"/>
                  <a:pt x="337" y="0"/>
                  <a:pt x="337" y="0"/>
                </a:cubicBezTo>
                <a:cubicBezTo>
                  <a:pt x="370" y="0"/>
                  <a:pt x="400" y="18"/>
                  <a:pt x="416" y="44"/>
                </a:cubicBezTo>
                <a:cubicBezTo>
                  <a:pt x="417" y="44"/>
                  <a:pt x="417" y="44"/>
                  <a:pt x="418" y="44"/>
                </a:cubicBezTo>
                <a:cubicBezTo>
                  <a:pt x="401" y="18"/>
                  <a:pt x="371" y="0"/>
                  <a:pt x="337" y="0"/>
                </a:cubicBezTo>
              </a:path>
            </a:pathLst>
          </a:custGeom>
          <a:solidFill>
            <a:srgbClr val="D6BA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49" name="Freeform 214"/>
          <p:cNvSpPr>
            <a:spLocks/>
          </p:cNvSpPr>
          <p:nvPr/>
        </p:nvSpPr>
        <p:spPr bwMode="auto">
          <a:xfrm>
            <a:off x="1238250" y="5221288"/>
            <a:ext cx="374650" cy="366712"/>
          </a:xfrm>
          <a:custGeom>
            <a:avLst/>
            <a:gdLst>
              <a:gd name="T0" fmla="*/ 355728 w 99"/>
              <a:gd name="T1" fmla="*/ 0 h 97"/>
              <a:gd name="T2" fmla="*/ 0 w 99"/>
              <a:gd name="T3" fmla="*/ 359152 h 97"/>
              <a:gd name="T4" fmla="*/ 0 w 99"/>
              <a:gd name="T5" fmla="*/ 359152 h 97"/>
              <a:gd name="T6" fmla="*/ 0 w 99"/>
              <a:gd name="T7" fmla="*/ 366713 h 97"/>
              <a:gd name="T8" fmla="*/ 7569 w 99"/>
              <a:gd name="T9" fmla="*/ 362932 h 97"/>
              <a:gd name="T10" fmla="*/ 7569 w 99"/>
              <a:gd name="T11" fmla="*/ 351591 h 97"/>
              <a:gd name="T12" fmla="*/ 359513 w 99"/>
              <a:gd name="T13" fmla="*/ 0 h 97"/>
              <a:gd name="T14" fmla="*/ 374650 w 99"/>
              <a:gd name="T15" fmla="*/ 0 h 97"/>
              <a:gd name="T16" fmla="*/ 355728 w 99"/>
              <a:gd name="T17" fmla="*/ 0 h 97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99" h="97">
                <a:moveTo>
                  <a:pt x="94" y="0"/>
                </a:moveTo>
                <a:cubicBezTo>
                  <a:pt x="42" y="0"/>
                  <a:pt x="0" y="43"/>
                  <a:pt x="0" y="95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5"/>
                  <a:pt x="0" y="96"/>
                  <a:pt x="0" y="97"/>
                </a:cubicBezTo>
                <a:cubicBezTo>
                  <a:pt x="0" y="96"/>
                  <a:pt x="1" y="96"/>
                  <a:pt x="2" y="96"/>
                </a:cubicBezTo>
                <a:cubicBezTo>
                  <a:pt x="2" y="95"/>
                  <a:pt x="2" y="94"/>
                  <a:pt x="2" y="93"/>
                </a:cubicBezTo>
                <a:cubicBezTo>
                  <a:pt x="2" y="42"/>
                  <a:pt x="43" y="0"/>
                  <a:pt x="95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97" y="0"/>
                  <a:pt x="95" y="0"/>
                  <a:pt x="94" y="0"/>
                </a:cubicBezTo>
              </a:path>
            </a:pathLst>
          </a:custGeom>
          <a:solidFill>
            <a:srgbClr val="CCA9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0" name="Freeform 215"/>
          <p:cNvSpPr>
            <a:spLocks/>
          </p:cNvSpPr>
          <p:nvPr/>
        </p:nvSpPr>
        <p:spPr bwMode="auto">
          <a:xfrm>
            <a:off x="3170238" y="5387975"/>
            <a:ext cx="60325" cy="358775"/>
          </a:xfrm>
          <a:custGeom>
            <a:avLst/>
            <a:gdLst>
              <a:gd name="T0" fmla="*/ 7541 w 16"/>
              <a:gd name="T1" fmla="*/ 0 h 95"/>
              <a:gd name="T2" fmla="*/ 0 w 16"/>
              <a:gd name="T3" fmla="*/ 0 h 95"/>
              <a:gd name="T4" fmla="*/ 52784 w 16"/>
              <a:gd name="T5" fmla="*/ 185052 h 95"/>
              <a:gd name="T6" fmla="*/ 7541 w 16"/>
              <a:gd name="T7" fmla="*/ 358775 h 95"/>
              <a:gd name="T8" fmla="*/ 18852 w 16"/>
              <a:gd name="T9" fmla="*/ 358775 h 95"/>
              <a:gd name="T10" fmla="*/ 60325 w 16"/>
              <a:gd name="T11" fmla="*/ 192606 h 95"/>
              <a:gd name="T12" fmla="*/ 60325 w 16"/>
              <a:gd name="T13" fmla="*/ 192606 h 95"/>
              <a:gd name="T14" fmla="*/ 7541 w 16"/>
              <a:gd name="T15" fmla="*/ 0 h 9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6" h="95">
                <a:moveTo>
                  <a:pt x="2" y="0"/>
                </a:moveTo>
                <a:cubicBezTo>
                  <a:pt x="1" y="0"/>
                  <a:pt x="1" y="0"/>
                  <a:pt x="0" y="0"/>
                </a:cubicBezTo>
                <a:cubicBezTo>
                  <a:pt x="9" y="14"/>
                  <a:pt x="14" y="31"/>
                  <a:pt x="14" y="49"/>
                </a:cubicBezTo>
                <a:cubicBezTo>
                  <a:pt x="14" y="66"/>
                  <a:pt x="10" y="82"/>
                  <a:pt x="2" y="95"/>
                </a:cubicBezTo>
                <a:cubicBezTo>
                  <a:pt x="3" y="95"/>
                  <a:pt x="4" y="95"/>
                  <a:pt x="5" y="95"/>
                </a:cubicBezTo>
                <a:cubicBezTo>
                  <a:pt x="12" y="82"/>
                  <a:pt x="16" y="67"/>
                  <a:pt x="16" y="51"/>
                </a:cubicBezTo>
                <a:cubicBezTo>
                  <a:pt x="16" y="51"/>
                  <a:pt x="16" y="51"/>
                  <a:pt x="16" y="51"/>
                </a:cubicBezTo>
                <a:cubicBezTo>
                  <a:pt x="16" y="32"/>
                  <a:pt x="11" y="15"/>
                  <a:pt x="2" y="0"/>
                </a:cubicBezTo>
              </a:path>
            </a:pathLst>
          </a:custGeom>
          <a:solidFill>
            <a:srgbClr val="BA8B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1" name="Freeform 216"/>
          <p:cNvSpPr>
            <a:spLocks/>
          </p:cNvSpPr>
          <p:nvPr/>
        </p:nvSpPr>
        <p:spPr bwMode="auto">
          <a:xfrm>
            <a:off x="1238250" y="5584825"/>
            <a:ext cx="1951038" cy="355600"/>
          </a:xfrm>
          <a:custGeom>
            <a:avLst/>
            <a:gdLst>
              <a:gd name="T0" fmla="*/ 7577 w 515"/>
              <a:gd name="T1" fmla="*/ 0 h 94"/>
              <a:gd name="T2" fmla="*/ 0 w 515"/>
              <a:gd name="T3" fmla="*/ 3783 h 94"/>
              <a:gd name="T4" fmla="*/ 359900 w 515"/>
              <a:gd name="T5" fmla="*/ 355600 h 94"/>
              <a:gd name="T6" fmla="*/ 1632810 w 515"/>
              <a:gd name="T7" fmla="*/ 355600 h 94"/>
              <a:gd name="T8" fmla="*/ 1951038 w 515"/>
              <a:gd name="T9" fmla="*/ 162668 h 94"/>
              <a:gd name="T10" fmla="*/ 1939673 w 515"/>
              <a:gd name="T11" fmla="*/ 162668 h 94"/>
              <a:gd name="T12" fmla="*/ 1632810 w 515"/>
              <a:gd name="T13" fmla="*/ 340468 h 94"/>
              <a:gd name="T14" fmla="*/ 359900 w 515"/>
              <a:gd name="T15" fmla="*/ 340468 h 94"/>
              <a:gd name="T16" fmla="*/ 7577 w 515"/>
              <a:gd name="T17" fmla="*/ 0 h 9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15" h="94">
                <a:moveTo>
                  <a:pt x="2" y="0"/>
                </a:moveTo>
                <a:cubicBezTo>
                  <a:pt x="1" y="0"/>
                  <a:pt x="0" y="0"/>
                  <a:pt x="0" y="1"/>
                </a:cubicBezTo>
                <a:cubicBezTo>
                  <a:pt x="1" y="52"/>
                  <a:pt x="43" y="94"/>
                  <a:pt x="95" y="94"/>
                </a:cubicBezTo>
                <a:cubicBezTo>
                  <a:pt x="431" y="94"/>
                  <a:pt x="431" y="94"/>
                  <a:pt x="431" y="94"/>
                </a:cubicBezTo>
                <a:cubicBezTo>
                  <a:pt x="468" y="94"/>
                  <a:pt x="499" y="73"/>
                  <a:pt x="515" y="43"/>
                </a:cubicBezTo>
                <a:cubicBezTo>
                  <a:pt x="514" y="43"/>
                  <a:pt x="513" y="43"/>
                  <a:pt x="512" y="43"/>
                </a:cubicBezTo>
                <a:cubicBezTo>
                  <a:pt x="496" y="71"/>
                  <a:pt x="466" y="90"/>
                  <a:pt x="431" y="90"/>
                </a:cubicBezTo>
                <a:cubicBezTo>
                  <a:pt x="95" y="90"/>
                  <a:pt x="95" y="90"/>
                  <a:pt x="95" y="90"/>
                </a:cubicBezTo>
                <a:cubicBezTo>
                  <a:pt x="44" y="90"/>
                  <a:pt x="3" y="50"/>
                  <a:pt x="2" y="0"/>
                </a:cubicBezTo>
              </a:path>
            </a:pathLst>
          </a:custGeom>
          <a:solidFill>
            <a:srgbClr val="AB71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2" name="Freeform 217"/>
          <p:cNvSpPr>
            <a:spLocks/>
          </p:cNvSpPr>
          <p:nvPr/>
        </p:nvSpPr>
        <p:spPr bwMode="auto">
          <a:xfrm>
            <a:off x="1612900" y="5221288"/>
            <a:ext cx="1557338" cy="166687"/>
          </a:xfrm>
          <a:custGeom>
            <a:avLst/>
            <a:gdLst>
              <a:gd name="T0" fmla="*/ 1257996 w 411"/>
              <a:gd name="T1" fmla="*/ 0 h 44"/>
              <a:gd name="T2" fmla="*/ 0 w 411"/>
              <a:gd name="T3" fmla="*/ 0 h 44"/>
              <a:gd name="T4" fmla="*/ 15157 w 411"/>
              <a:gd name="T5" fmla="*/ 3788 h 44"/>
              <a:gd name="T6" fmla="*/ 1257996 w 411"/>
              <a:gd name="T7" fmla="*/ 3788 h 44"/>
              <a:gd name="T8" fmla="*/ 1553549 w 411"/>
              <a:gd name="T9" fmla="*/ 166688 h 44"/>
              <a:gd name="T10" fmla="*/ 1557338 w 411"/>
              <a:gd name="T11" fmla="*/ 166688 h 44"/>
              <a:gd name="T12" fmla="*/ 1257996 w 411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11" h="44">
                <a:moveTo>
                  <a:pt x="332" y="0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3" y="1"/>
                  <a:pt x="4" y="1"/>
                </a:cubicBezTo>
                <a:cubicBezTo>
                  <a:pt x="332" y="1"/>
                  <a:pt x="332" y="1"/>
                  <a:pt x="332" y="1"/>
                </a:cubicBezTo>
                <a:cubicBezTo>
                  <a:pt x="365" y="1"/>
                  <a:pt x="394" y="18"/>
                  <a:pt x="410" y="44"/>
                </a:cubicBezTo>
                <a:cubicBezTo>
                  <a:pt x="410" y="44"/>
                  <a:pt x="411" y="44"/>
                  <a:pt x="411" y="44"/>
                </a:cubicBezTo>
                <a:cubicBezTo>
                  <a:pt x="395" y="18"/>
                  <a:pt x="365" y="0"/>
                  <a:pt x="332" y="0"/>
                </a:cubicBezTo>
              </a:path>
            </a:pathLst>
          </a:custGeom>
          <a:solidFill>
            <a:srgbClr val="D6BA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3" name="Freeform 218"/>
          <p:cNvSpPr>
            <a:spLocks/>
          </p:cNvSpPr>
          <p:nvPr/>
        </p:nvSpPr>
        <p:spPr bwMode="auto">
          <a:xfrm>
            <a:off x="1246188" y="5221288"/>
            <a:ext cx="382587" cy="363537"/>
          </a:xfrm>
          <a:custGeom>
            <a:avLst/>
            <a:gdLst>
              <a:gd name="T0" fmla="*/ 367436 w 101"/>
              <a:gd name="T1" fmla="*/ 0 h 96"/>
              <a:gd name="T2" fmla="*/ 352284 w 101"/>
              <a:gd name="T3" fmla="*/ 0 h 96"/>
              <a:gd name="T4" fmla="*/ 0 w 101"/>
              <a:gd name="T5" fmla="*/ 352177 h 96"/>
              <a:gd name="T6" fmla="*/ 0 w 101"/>
              <a:gd name="T7" fmla="*/ 363538 h 96"/>
              <a:gd name="T8" fmla="*/ 7576 w 101"/>
              <a:gd name="T9" fmla="*/ 363538 h 96"/>
              <a:gd name="T10" fmla="*/ 7576 w 101"/>
              <a:gd name="T11" fmla="*/ 348391 h 96"/>
              <a:gd name="T12" fmla="*/ 348496 w 101"/>
              <a:gd name="T13" fmla="*/ 3787 h 96"/>
              <a:gd name="T14" fmla="*/ 382588 w 101"/>
              <a:gd name="T15" fmla="*/ 3787 h 96"/>
              <a:gd name="T16" fmla="*/ 367436 w 101"/>
              <a:gd name="T17" fmla="*/ 0 h 9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1" h="96">
                <a:moveTo>
                  <a:pt x="97" y="0"/>
                </a:moveTo>
                <a:cubicBezTo>
                  <a:pt x="93" y="0"/>
                  <a:pt x="93" y="0"/>
                  <a:pt x="93" y="0"/>
                </a:cubicBezTo>
                <a:cubicBezTo>
                  <a:pt x="41" y="0"/>
                  <a:pt x="0" y="42"/>
                  <a:pt x="0" y="93"/>
                </a:cubicBezTo>
                <a:cubicBezTo>
                  <a:pt x="0" y="94"/>
                  <a:pt x="0" y="95"/>
                  <a:pt x="0" y="96"/>
                </a:cubicBezTo>
                <a:cubicBezTo>
                  <a:pt x="0" y="96"/>
                  <a:pt x="1" y="96"/>
                  <a:pt x="2" y="96"/>
                </a:cubicBezTo>
                <a:cubicBezTo>
                  <a:pt x="2" y="94"/>
                  <a:pt x="2" y="93"/>
                  <a:pt x="2" y="92"/>
                </a:cubicBezTo>
                <a:cubicBezTo>
                  <a:pt x="2" y="42"/>
                  <a:pt x="42" y="1"/>
                  <a:pt x="92" y="1"/>
                </a:cubicBezTo>
                <a:cubicBezTo>
                  <a:pt x="101" y="1"/>
                  <a:pt x="101" y="1"/>
                  <a:pt x="101" y="1"/>
                </a:cubicBezTo>
                <a:cubicBezTo>
                  <a:pt x="100" y="1"/>
                  <a:pt x="98" y="1"/>
                  <a:pt x="97" y="0"/>
                </a:cubicBezTo>
              </a:path>
            </a:pathLst>
          </a:custGeom>
          <a:solidFill>
            <a:srgbClr val="CCA9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4" name="Freeform 219"/>
          <p:cNvSpPr>
            <a:spLocks/>
          </p:cNvSpPr>
          <p:nvPr/>
        </p:nvSpPr>
        <p:spPr bwMode="auto">
          <a:xfrm>
            <a:off x="3162300" y="5387975"/>
            <a:ext cx="60325" cy="363538"/>
          </a:xfrm>
          <a:custGeom>
            <a:avLst/>
            <a:gdLst>
              <a:gd name="T0" fmla="*/ 7541 w 16"/>
              <a:gd name="T1" fmla="*/ 0 h 96"/>
              <a:gd name="T2" fmla="*/ 3770 w 16"/>
              <a:gd name="T3" fmla="*/ 0 h 96"/>
              <a:gd name="T4" fmla="*/ 52784 w 16"/>
              <a:gd name="T5" fmla="*/ 181769 h 96"/>
              <a:gd name="T6" fmla="*/ 0 w 16"/>
              <a:gd name="T7" fmla="*/ 363538 h 96"/>
              <a:gd name="T8" fmla="*/ 15081 w 16"/>
              <a:gd name="T9" fmla="*/ 359751 h 96"/>
              <a:gd name="T10" fmla="*/ 60325 w 16"/>
              <a:gd name="T11" fmla="*/ 185556 h 96"/>
              <a:gd name="T12" fmla="*/ 7541 w 16"/>
              <a:gd name="T13" fmla="*/ 0 h 9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16" h="96">
                <a:moveTo>
                  <a:pt x="2" y="0"/>
                </a:moveTo>
                <a:cubicBezTo>
                  <a:pt x="2" y="0"/>
                  <a:pt x="1" y="0"/>
                  <a:pt x="1" y="0"/>
                </a:cubicBezTo>
                <a:cubicBezTo>
                  <a:pt x="9" y="14"/>
                  <a:pt x="14" y="30"/>
                  <a:pt x="14" y="48"/>
                </a:cubicBezTo>
                <a:cubicBezTo>
                  <a:pt x="14" y="65"/>
                  <a:pt x="9" y="82"/>
                  <a:pt x="0" y="96"/>
                </a:cubicBezTo>
                <a:cubicBezTo>
                  <a:pt x="1" y="96"/>
                  <a:pt x="3" y="96"/>
                  <a:pt x="4" y="95"/>
                </a:cubicBezTo>
                <a:cubicBezTo>
                  <a:pt x="12" y="82"/>
                  <a:pt x="16" y="66"/>
                  <a:pt x="16" y="49"/>
                </a:cubicBezTo>
                <a:cubicBezTo>
                  <a:pt x="16" y="31"/>
                  <a:pt x="11" y="14"/>
                  <a:pt x="2" y="0"/>
                </a:cubicBezTo>
              </a:path>
            </a:pathLst>
          </a:custGeom>
          <a:solidFill>
            <a:srgbClr val="BA8C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5" name="Freeform 220"/>
          <p:cNvSpPr>
            <a:spLocks/>
          </p:cNvSpPr>
          <p:nvPr/>
        </p:nvSpPr>
        <p:spPr bwMode="auto">
          <a:xfrm>
            <a:off x="1246188" y="5584825"/>
            <a:ext cx="1931987" cy="341313"/>
          </a:xfrm>
          <a:custGeom>
            <a:avLst/>
            <a:gdLst>
              <a:gd name="T0" fmla="*/ 7576 w 510"/>
              <a:gd name="T1" fmla="*/ 0 h 90"/>
              <a:gd name="T2" fmla="*/ 0 w 510"/>
              <a:gd name="T3" fmla="*/ 0 h 90"/>
              <a:gd name="T4" fmla="*/ 352304 w 510"/>
              <a:gd name="T5" fmla="*/ 341313 h 90"/>
              <a:gd name="T6" fmla="*/ 1625143 w 510"/>
              <a:gd name="T7" fmla="*/ 341313 h 90"/>
              <a:gd name="T8" fmla="*/ 1931988 w 510"/>
              <a:gd name="T9" fmla="*/ 163072 h 90"/>
              <a:gd name="T10" fmla="*/ 1916835 w 510"/>
              <a:gd name="T11" fmla="*/ 166864 h 90"/>
              <a:gd name="T12" fmla="*/ 1625143 w 510"/>
              <a:gd name="T13" fmla="*/ 326144 h 90"/>
              <a:gd name="T14" fmla="*/ 348515 w 510"/>
              <a:gd name="T15" fmla="*/ 326144 h 90"/>
              <a:gd name="T16" fmla="*/ 7576 w 510"/>
              <a:gd name="T17" fmla="*/ 0 h 9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10" h="90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1" y="50"/>
                  <a:pt x="42" y="90"/>
                  <a:pt x="93" y="90"/>
                </a:cubicBezTo>
                <a:cubicBezTo>
                  <a:pt x="429" y="90"/>
                  <a:pt x="429" y="90"/>
                  <a:pt x="429" y="90"/>
                </a:cubicBezTo>
                <a:cubicBezTo>
                  <a:pt x="464" y="90"/>
                  <a:pt x="494" y="71"/>
                  <a:pt x="510" y="43"/>
                </a:cubicBezTo>
                <a:cubicBezTo>
                  <a:pt x="509" y="44"/>
                  <a:pt x="507" y="44"/>
                  <a:pt x="506" y="44"/>
                </a:cubicBezTo>
                <a:cubicBezTo>
                  <a:pt x="490" y="69"/>
                  <a:pt x="462" y="86"/>
                  <a:pt x="429" y="86"/>
                </a:cubicBezTo>
                <a:cubicBezTo>
                  <a:pt x="92" y="86"/>
                  <a:pt x="92" y="86"/>
                  <a:pt x="92" y="86"/>
                </a:cubicBezTo>
                <a:cubicBezTo>
                  <a:pt x="44" y="86"/>
                  <a:pt x="4" y="48"/>
                  <a:pt x="2" y="0"/>
                </a:cubicBezTo>
              </a:path>
            </a:pathLst>
          </a:custGeom>
          <a:solidFill>
            <a:srgbClr val="AB72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6" name="Freeform 221"/>
          <p:cNvSpPr>
            <a:spLocks/>
          </p:cNvSpPr>
          <p:nvPr/>
        </p:nvSpPr>
        <p:spPr bwMode="auto">
          <a:xfrm>
            <a:off x="1628775" y="5224463"/>
            <a:ext cx="1538288" cy="163512"/>
          </a:xfrm>
          <a:custGeom>
            <a:avLst/>
            <a:gdLst>
              <a:gd name="T0" fmla="*/ 1242755 w 406"/>
              <a:gd name="T1" fmla="*/ 0 h 43"/>
              <a:gd name="T2" fmla="*/ 0 w 406"/>
              <a:gd name="T3" fmla="*/ 0 h 43"/>
              <a:gd name="T4" fmla="*/ 15156 w 406"/>
              <a:gd name="T5" fmla="*/ 3803 h 43"/>
              <a:gd name="T6" fmla="*/ 1242755 w 406"/>
              <a:gd name="T7" fmla="*/ 3803 h 43"/>
              <a:gd name="T8" fmla="*/ 1530710 w 406"/>
              <a:gd name="T9" fmla="*/ 163513 h 43"/>
              <a:gd name="T10" fmla="*/ 1538288 w 406"/>
              <a:gd name="T11" fmla="*/ 163513 h 43"/>
              <a:gd name="T12" fmla="*/ 1242755 w 406"/>
              <a:gd name="T13" fmla="*/ 0 h 4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6" h="43">
                <a:moveTo>
                  <a:pt x="328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1"/>
                </a:cubicBezTo>
                <a:cubicBezTo>
                  <a:pt x="328" y="1"/>
                  <a:pt x="328" y="1"/>
                  <a:pt x="328" y="1"/>
                </a:cubicBezTo>
                <a:cubicBezTo>
                  <a:pt x="361" y="1"/>
                  <a:pt x="389" y="18"/>
                  <a:pt x="404" y="43"/>
                </a:cubicBezTo>
                <a:cubicBezTo>
                  <a:pt x="405" y="43"/>
                  <a:pt x="405" y="43"/>
                  <a:pt x="406" y="43"/>
                </a:cubicBezTo>
                <a:cubicBezTo>
                  <a:pt x="390" y="17"/>
                  <a:pt x="361" y="0"/>
                  <a:pt x="328" y="0"/>
                </a:cubicBezTo>
              </a:path>
            </a:pathLst>
          </a:custGeom>
          <a:solidFill>
            <a:srgbClr val="D6BB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7" name="Freeform 222"/>
          <p:cNvSpPr>
            <a:spLocks/>
          </p:cNvSpPr>
          <p:nvPr/>
        </p:nvSpPr>
        <p:spPr bwMode="auto">
          <a:xfrm>
            <a:off x="1254125" y="5224463"/>
            <a:ext cx="390525" cy="360362"/>
          </a:xfrm>
          <a:custGeom>
            <a:avLst/>
            <a:gdLst>
              <a:gd name="T0" fmla="*/ 375359 w 103"/>
              <a:gd name="T1" fmla="*/ 0 h 95"/>
              <a:gd name="T2" fmla="*/ 341235 w 103"/>
              <a:gd name="T3" fmla="*/ 0 h 95"/>
              <a:gd name="T4" fmla="*/ 0 w 103"/>
              <a:gd name="T5" fmla="*/ 345190 h 95"/>
              <a:gd name="T6" fmla="*/ 0 w 103"/>
              <a:gd name="T7" fmla="*/ 360363 h 95"/>
              <a:gd name="T8" fmla="*/ 7583 w 103"/>
              <a:gd name="T9" fmla="*/ 360363 h 95"/>
              <a:gd name="T10" fmla="*/ 7583 w 103"/>
              <a:gd name="T11" fmla="*/ 337603 h 95"/>
              <a:gd name="T12" fmla="*/ 7583 w 103"/>
              <a:gd name="T13" fmla="*/ 337603 h 95"/>
              <a:gd name="T14" fmla="*/ 341235 w 103"/>
              <a:gd name="T15" fmla="*/ 3793 h 95"/>
              <a:gd name="T16" fmla="*/ 390525 w 103"/>
              <a:gd name="T17" fmla="*/ 3793 h 95"/>
              <a:gd name="T18" fmla="*/ 375359 w 103"/>
              <a:gd name="T19" fmla="*/ 0 h 95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3" h="95">
                <a:moveTo>
                  <a:pt x="99" y="0"/>
                </a:moveTo>
                <a:cubicBezTo>
                  <a:pt x="90" y="0"/>
                  <a:pt x="90" y="0"/>
                  <a:pt x="90" y="0"/>
                </a:cubicBezTo>
                <a:cubicBezTo>
                  <a:pt x="40" y="0"/>
                  <a:pt x="0" y="41"/>
                  <a:pt x="0" y="91"/>
                </a:cubicBezTo>
                <a:cubicBezTo>
                  <a:pt x="0" y="92"/>
                  <a:pt x="0" y="93"/>
                  <a:pt x="0" y="95"/>
                </a:cubicBezTo>
                <a:cubicBezTo>
                  <a:pt x="1" y="95"/>
                  <a:pt x="1" y="95"/>
                  <a:pt x="2" y="95"/>
                </a:cubicBezTo>
                <a:cubicBezTo>
                  <a:pt x="2" y="93"/>
                  <a:pt x="2" y="91"/>
                  <a:pt x="2" y="89"/>
                </a:cubicBezTo>
                <a:cubicBezTo>
                  <a:pt x="2" y="89"/>
                  <a:pt x="2" y="89"/>
                  <a:pt x="2" y="89"/>
                </a:cubicBezTo>
                <a:cubicBezTo>
                  <a:pt x="2" y="40"/>
                  <a:pt x="42" y="1"/>
                  <a:pt x="90" y="1"/>
                </a:cubicBezTo>
                <a:cubicBezTo>
                  <a:pt x="103" y="1"/>
                  <a:pt x="103" y="1"/>
                  <a:pt x="103" y="1"/>
                </a:cubicBezTo>
                <a:cubicBezTo>
                  <a:pt x="102" y="0"/>
                  <a:pt x="100" y="0"/>
                  <a:pt x="99" y="0"/>
                </a:cubicBezTo>
              </a:path>
            </a:pathLst>
          </a:custGeom>
          <a:solidFill>
            <a:srgbClr val="CCAA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8" name="Freeform 223"/>
          <p:cNvSpPr>
            <a:spLocks/>
          </p:cNvSpPr>
          <p:nvPr/>
        </p:nvSpPr>
        <p:spPr bwMode="auto">
          <a:xfrm>
            <a:off x="3148013" y="5387975"/>
            <a:ext cx="68262" cy="363538"/>
          </a:xfrm>
          <a:custGeom>
            <a:avLst/>
            <a:gdLst>
              <a:gd name="T0" fmla="*/ 18962 w 18"/>
              <a:gd name="T1" fmla="*/ 0 h 96"/>
              <a:gd name="T2" fmla="*/ 11377 w 18"/>
              <a:gd name="T3" fmla="*/ 0 h 96"/>
              <a:gd name="T4" fmla="*/ 60678 w 18"/>
              <a:gd name="T5" fmla="*/ 174195 h 96"/>
              <a:gd name="T6" fmla="*/ 60678 w 18"/>
              <a:gd name="T7" fmla="*/ 174195 h 96"/>
              <a:gd name="T8" fmla="*/ 0 w 18"/>
              <a:gd name="T9" fmla="*/ 363538 h 96"/>
              <a:gd name="T10" fmla="*/ 15170 w 18"/>
              <a:gd name="T11" fmla="*/ 363538 h 96"/>
              <a:gd name="T12" fmla="*/ 68263 w 18"/>
              <a:gd name="T13" fmla="*/ 181769 h 96"/>
              <a:gd name="T14" fmla="*/ 18962 w 18"/>
              <a:gd name="T15" fmla="*/ 0 h 9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8" h="96">
                <a:moveTo>
                  <a:pt x="5" y="0"/>
                </a:moveTo>
                <a:cubicBezTo>
                  <a:pt x="4" y="0"/>
                  <a:pt x="4" y="0"/>
                  <a:pt x="3" y="0"/>
                </a:cubicBezTo>
                <a:cubicBezTo>
                  <a:pt x="11" y="14"/>
                  <a:pt x="16" y="29"/>
                  <a:pt x="16" y="46"/>
                </a:cubicBezTo>
                <a:cubicBezTo>
                  <a:pt x="16" y="46"/>
                  <a:pt x="16" y="46"/>
                  <a:pt x="16" y="46"/>
                </a:cubicBezTo>
                <a:cubicBezTo>
                  <a:pt x="16" y="65"/>
                  <a:pt x="10" y="82"/>
                  <a:pt x="0" y="96"/>
                </a:cubicBezTo>
                <a:cubicBezTo>
                  <a:pt x="1" y="96"/>
                  <a:pt x="3" y="96"/>
                  <a:pt x="4" y="96"/>
                </a:cubicBezTo>
                <a:cubicBezTo>
                  <a:pt x="13" y="82"/>
                  <a:pt x="18" y="65"/>
                  <a:pt x="18" y="48"/>
                </a:cubicBezTo>
                <a:cubicBezTo>
                  <a:pt x="18" y="30"/>
                  <a:pt x="13" y="14"/>
                  <a:pt x="5" y="0"/>
                </a:cubicBezTo>
              </a:path>
            </a:pathLst>
          </a:custGeom>
          <a:solidFill>
            <a:srgbClr val="BB8C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59" name="Freeform 224"/>
          <p:cNvSpPr>
            <a:spLocks/>
          </p:cNvSpPr>
          <p:nvPr/>
        </p:nvSpPr>
        <p:spPr bwMode="auto">
          <a:xfrm>
            <a:off x="1254125" y="5584825"/>
            <a:ext cx="1908175" cy="325438"/>
          </a:xfrm>
          <a:custGeom>
            <a:avLst/>
            <a:gdLst>
              <a:gd name="T0" fmla="*/ 7572 w 504"/>
              <a:gd name="T1" fmla="*/ 0 h 86"/>
              <a:gd name="T2" fmla="*/ 0 w 504"/>
              <a:gd name="T3" fmla="*/ 0 h 86"/>
              <a:gd name="T4" fmla="*/ 340746 w 504"/>
              <a:gd name="T5" fmla="*/ 325438 h 86"/>
              <a:gd name="T6" fmla="*/ 1616648 w 504"/>
              <a:gd name="T7" fmla="*/ 325438 h 86"/>
              <a:gd name="T8" fmla="*/ 1908175 w 504"/>
              <a:gd name="T9" fmla="*/ 166503 h 86"/>
              <a:gd name="T10" fmla="*/ 1893031 w 504"/>
              <a:gd name="T11" fmla="*/ 166503 h 86"/>
              <a:gd name="T12" fmla="*/ 1616648 w 504"/>
              <a:gd name="T13" fmla="*/ 310301 h 86"/>
              <a:gd name="T14" fmla="*/ 340746 w 504"/>
              <a:gd name="T15" fmla="*/ 310301 h 86"/>
              <a:gd name="T16" fmla="*/ 7572 w 504"/>
              <a:gd name="T17" fmla="*/ 0 h 8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04" h="86">
                <a:moveTo>
                  <a:pt x="2" y="0"/>
                </a:moveTo>
                <a:cubicBezTo>
                  <a:pt x="1" y="0"/>
                  <a:pt x="1" y="0"/>
                  <a:pt x="0" y="0"/>
                </a:cubicBezTo>
                <a:cubicBezTo>
                  <a:pt x="2" y="48"/>
                  <a:pt x="42" y="86"/>
                  <a:pt x="90" y="86"/>
                </a:cubicBezTo>
                <a:cubicBezTo>
                  <a:pt x="427" y="86"/>
                  <a:pt x="427" y="86"/>
                  <a:pt x="427" y="86"/>
                </a:cubicBezTo>
                <a:cubicBezTo>
                  <a:pt x="460" y="86"/>
                  <a:pt x="488" y="69"/>
                  <a:pt x="504" y="44"/>
                </a:cubicBezTo>
                <a:cubicBezTo>
                  <a:pt x="503" y="44"/>
                  <a:pt x="501" y="44"/>
                  <a:pt x="500" y="44"/>
                </a:cubicBezTo>
                <a:cubicBezTo>
                  <a:pt x="484" y="67"/>
                  <a:pt x="458" y="82"/>
                  <a:pt x="427" y="82"/>
                </a:cubicBezTo>
                <a:cubicBezTo>
                  <a:pt x="90" y="82"/>
                  <a:pt x="90" y="82"/>
                  <a:pt x="90" y="82"/>
                </a:cubicBezTo>
                <a:cubicBezTo>
                  <a:pt x="43" y="82"/>
                  <a:pt x="5" y="46"/>
                  <a:pt x="2" y="0"/>
                </a:cubicBezTo>
              </a:path>
            </a:pathLst>
          </a:custGeom>
          <a:solidFill>
            <a:srgbClr val="AC73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0" name="Freeform 225"/>
          <p:cNvSpPr>
            <a:spLocks/>
          </p:cNvSpPr>
          <p:nvPr/>
        </p:nvSpPr>
        <p:spPr bwMode="auto">
          <a:xfrm>
            <a:off x="1644650" y="5227638"/>
            <a:ext cx="1514475" cy="160337"/>
          </a:xfrm>
          <a:custGeom>
            <a:avLst/>
            <a:gdLst>
              <a:gd name="T0" fmla="*/ 1226725 w 400"/>
              <a:gd name="T1" fmla="*/ 0 h 42"/>
              <a:gd name="T2" fmla="*/ 0 w 400"/>
              <a:gd name="T3" fmla="*/ 0 h 42"/>
              <a:gd name="T4" fmla="*/ 18931 w 400"/>
              <a:gd name="T5" fmla="*/ 0 h 42"/>
              <a:gd name="T6" fmla="*/ 1230511 w 400"/>
              <a:gd name="T7" fmla="*/ 0 h 42"/>
              <a:gd name="T8" fmla="*/ 1510689 w 400"/>
              <a:gd name="T9" fmla="*/ 160338 h 42"/>
              <a:gd name="T10" fmla="*/ 1514475 w 400"/>
              <a:gd name="T11" fmla="*/ 160338 h 42"/>
              <a:gd name="T12" fmla="*/ 1226725 w 400"/>
              <a:gd name="T13" fmla="*/ 0 h 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0" h="42">
                <a:moveTo>
                  <a:pt x="324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0"/>
                  <a:pt x="5" y="0"/>
                </a:cubicBezTo>
                <a:cubicBezTo>
                  <a:pt x="325" y="0"/>
                  <a:pt x="325" y="0"/>
                  <a:pt x="325" y="0"/>
                </a:cubicBezTo>
                <a:cubicBezTo>
                  <a:pt x="356" y="0"/>
                  <a:pt x="384" y="17"/>
                  <a:pt x="399" y="42"/>
                </a:cubicBezTo>
                <a:cubicBezTo>
                  <a:pt x="399" y="42"/>
                  <a:pt x="400" y="42"/>
                  <a:pt x="400" y="42"/>
                </a:cubicBezTo>
                <a:cubicBezTo>
                  <a:pt x="385" y="17"/>
                  <a:pt x="357" y="0"/>
                  <a:pt x="324" y="0"/>
                </a:cubicBezTo>
              </a:path>
            </a:pathLst>
          </a:custGeom>
          <a:solidFill>
            <a:srgbClr val="D6BA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1" name="Freeform 226"/>
          <p:cNvSpPr>
            <a:spLocks/>
          </p:cNvSpPr>
          <p:nvPr/>
        </p:nvSpPr>
        <p:spPr bwMode="auto">
          <a:xfrm>
            <a:off x="1262063" y="5227638"/>
            <a:ext cx="400050" cy="357187"/>
          </a:xfrm>
          <a:custGeom>
            <a:avLst/>
            <a:gdLst>
              <a:gd name="T0" fmla="*/ 381180 w 106"/>
              <a:gd name="T1" fmla="*/ 0 h 94"/>
              <a:gd name="T2" fmla="*/ 332117 w 106"/>
              <a:gd name="T3" fmla="*/ 0 h 94"/>
              <a:gd name="T4" fmla="*/ 0 w 106"/>
              <a:gd name="T5" fmla="*/ 334389 h 94"/>
              <a:gd name="T6" fmla="*/ 0 w 106"/>
              <a:gd name="T7" fmla="*/ 334389 h 94"/>
              <a:gd name="T8" fmla="*/ 0 w 106"/>
              <a:gd name="T9" fmla="*/ 357188 h 94"/>
              <a:gd name="T10" fmla="*/ 7548 w 106"/>
              <a:gd name="T11" fmla="*/ 353388 h 94"/>
              <a:gd name="T12" fmla="*/ 7548 w 106"/>
              <a:gd name="T13" fmla="*/ 326789 h 94"/>
              <a:gd name="T14" fmla="*/ 332117 w 106"/>
              <a:gd name="T15" fmla="*/ 0 h 94"/>
              <a:gd name="T16" fmla="*/ 400050 w 106"/>
              <a:gd name="T17" fmla="*/ 0 h 94"/>
              <a:gd name="T18" fmla="*/ 381180 w 106"/>
              <a:gd name="T19" fmla="*/ 0 h 94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06" h="94">
                <a:moveTo>
                  <a:pt x="101" y="0"/>
                </a:moveTo>
                <a:cubicBezTo>
                  <a:pt x="88" y="0"/>
                  <a:pt x="88" y="0"/>
                  <a:pt x="88" y="0"/>
                </a:cubicBezTo>
                <a:cubicBezTo>
                  <a:pt x="40" y="0"/>
                  <a:pt x="0" y="39"/>
                  <a:pt x="0" y="88"/>
                </a:cubicBezTo>
                <a:cubicBezTo>
                  <a:pt x="0" y="88"/>
                  <a:pt x="0" y="88"/>
                  <a:pt x="0" y="88"/>
                </a:cubicBezTo>
                <a:cubicBezTo>
                  <a:pt x="0" y="90"/>
                  <a:pt x="0" y="92"/>
                  <a:pt x="0" y="94"/>
                </a:cubicBezTo>
                <a:cubicBezTo>
                  <a:pt x="1" y="93"/>
                  <a:pt x="2" y="93"/>
                  <a:pt x="2" y="93"/>
                </a:cubicBezTo>
                <a:cubicBezTo>
                  <a:pt x="2" y="91"/>
                  <a:pt x="2" y="89"/>
                  <a:pt x="2" y="86"/>
                </a:cubicBezTo>
                <a:cubicBezTo>
                  <a:pt x="2" y="39"/>
                  <a:pt x="41" y="0"/>
                  <a:pt x="88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104" y="0"/>
                  <a:pt x="103" y="0"/>
                  <a:pt x="101" y="0"/>
                </a:cubicBezTo>
              </a:path>
            </a:pathLst>
          </a:custGeom>
          <a:solidFill>
            <a:srgbClr val="CCAA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2" name="Freeform 227"/>
          <p:cNvSpPr>
            <a:spLocks/>
          </p:cNvSpPr>
          <p:nvPr/>
        </p:nvSpPr>
        <p:spPr bwMode="auto">
          <a:xfrm>
            <a:off x="3132138" y="5387975"/>
            <a:ext cx="76200" cy="366713"/>
          </a:xfrm>
          <a:custGeom>
            <a:avLst/>
            <a:gdLst>
              <a:gd name="T0" fmla="*/ 26670 w 20"/>
              <a:gd name="T1" fmla="*/ 0 h 97"/>
              <a:gd name="T2" fmla="*/ 22860 w 20"/>
              <a:gd name="T3" fmla="*/ 0 h 97"/>
              <a:gd name="T4" fmla="*/ 68580 w 20"/>
              <a:gd name="T5" fmla="*/ 166344 h 97"/>
              <a:gd name="T6" fmla="*/ 0 w 20"/>
              <a:gd name="T7" fmla="*/ 366713 h 97"/>
              <a:gd name="T8" fmla="*/ 15240 w 20"/>
              <a:gd name="T9" fmla="*/ 362932 h 97"/>
              <a:gd name="T10" fmla="*/ 76200 w 20"/>
              <a:gd name="T11" fmla="*/ 173905 h 97"/>
              <a:gd name="T12" fmla="*/ 76200 w 20"/>
              <a:gd name="T13" fmla="*/ 173905 h 97"/>
              <a:gd name="T14" fmla="*/ 26670 w 20"/>
              <a:gd name="T15" fmla="*/ 0 h 9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0" h="97">
                <a:moveTo>
                  <a:pt x="7" y="0"/>
                </a:moveTo>
                <a:cubicBezTo>
                  <a:pt x="7" y="0"/>
                  <a:pt x="6" y="0"/>
                  <a:pt x="6" y="0"/>
                </a:cubicBezTo>
                <a:cubicBezTo>
                  <a:pt x="13" y="13"/>
                  <a:pt x="18" y="28"/>
                  <a:pt x="18" y="44"/>
                </a:cubicBezTo>
                <a:cubicBezTo>
                  <a:pt x="18" y="64"/>
                  <a:pt x="11" y="82"/>
                  <a:pt x="0" y="97"/>
                </a:cubicBezTo>
                <a:cubicBezTo>
                  <a:pt x="1" y="97"/>
                  <a:pt x="3" y="96"/>
                  <a:pt x="4" y="96"/>
                </a:cubicBezTo>
                <a:cubicBezTo>
                  <a:pt x="14" y="82"/>
                  <a:pt x="20" y="65"/>
                  <a:pt x="20" y="46"/>
                </a:cubicBezTo>
                <a:cubicBezTo>
                  <a:pt x="20" y="46"/>
                  <a:pt x="20" y="46"/>
                  <a:pt x="20" y="46"/>
                </a:cubicBezTo>
                <a:cubicBezTo>
                  <a:pt x="20" y="29"/>
                  <a:pt x="15" y="14"/>
                  <a:pt x="7" y="0"/>
                </a:cubicBezTo>
              </a:path>
            </a:pathLst>
          </a:custGeom>
          <a:solidFill>
            <a:srgbClr val="BA8C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3" name="Freeform 228"/>
          <p:cNvSpPr>
            <a:spLocks/>
          </p:cNvSpPr>
          <p:nvPr/>
        </p:nvSpPr>
        <p:spPr bwMode="auto">
          <a:xfrm>
            <a:off x="1262063" y="5580063"/>
            <a:ext cx="1885950" cy="314325"/>
          </a:xfrm>
          <a:custGeom>
            <a:avLst/>
            <a:gdLst>
              <a:gd name="T0" fmla="*/ 7574 w 498"/>
              <a:gd name="T1" fmla="*/ 0 h 83"/>
              <a:gd name="T2" fmla="*/ 0 w 498"/>
              <a:gd name="T3" fmla="*/ 3787 h 83"/>
              <a:gd name="T4" fmla="*/ 333260 w 498"/>
              <a:gd name="T5" fmla="*/ 314325 h 83"/>
              <a:gd name="T6" fmla="*/ 1609495 w 498"/>
              <a:gd name="T7" fmla="*/ 314325 h 83"/>
              <a:gd name="T8" fmla="*/ 1885950 w 498"/>
              <a:gd name="T9" fmla="*/ 170417 h 83"/>
              <a:gd name="T10" fmla="*/ 1870802 w 498"/>
              <a:gd name="T11" fmla="*/ 174204 h 83"/>
              <a:gd name="T12" fmla="*/ 1613283 w 498"/>
              <a:gd name="T13" fmla="*/ 302964 h 83"/>
              <a:gd name="T14" fmla="*/ 333260 w 498"/>
              <a:gd name="T15" fmla="*/ 302964 h 83"/>
              <a:gd name="T16" fmla="*/ 7574 w 498"/>
              <a:gd name="T17" fmla="*/ 0 h 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98" h="83">
                <a:moveTo>
                  <a:pt x="2" y="0"/>
                </a:moveTo>
                <a:cubicBezTo>
                  <a:pt x="2" y="0"/>
                  <a:pt x="1" y="0"/>
                  <a:pt x="0" y="1"/>
                </a:cubicBezTo>
                <a:cubicBezTo>
                  <a:pt x="3" y="47"/>
                  <a:pt x="41" y="83"/>
                  <a:pt x="88" y="83"/>
                </a:cubicBezTo>
                <a:cubicBezTo>
                  <a:pt x="425" y="83"/>
                  <a:pt x="425" y="83"/>
                  <a:pt x="425" y="83"/>
                </a:cubicBezTo>
                <a:cubicBezTo>
                  <a:pt x="456" y="83"/>
                  <a:pt x="482" y="68"/>
                  <a:pt x="498" y="45"/>
                </a:cubicBezTo>
                <a:cubicBezTo>
                  <a:pt x="497" y="45"/>
                  <a:pt x="495" y="46"/>
                  <a:pt x="494" y="46"/>
                </a:cubicBezTo>
                <a:cubicBezTo>
                  <a:pt x="478" y="66"/>
                  <a:pt x="453" y="80"/>
                  <a:pt x="426" y="80"/>
                </a:cubicBezTo>
                <a:cubicBezTo>
                  <a:pt x="88" y="80"/>
                  <a:pt x="88" y="80"/>
                  <a:pt x="88" y="80"/>
                </a:cubicBezTo>
                <a:cubicBezTo>
                  <a:pt x="43" y="80"/>
                  <a:pt x="6" y="45"/>
                  <a:pt x="2" y="0"/>
                </a:cubicBezTo>
              </a:path>
            </a:pathLst>
          </a:custGeom>
          <a:solidFill>
            <a:srgbClr val="AC73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4" name="Freeform 229"/>
          <p:cNvSpPr>
            <a:spLocks/>
          </p:cNvSpPr>
          <p:nvPr/>
        </p:nvSpPr>
        <p:spPr bwMode="auto">
          <a:xfrm>
            <a:off x="1662113" y="5227638"/>
            <a:ext cx="1492250" cy="160337"/>
          </a:xfrm>
          <a:custGeom>
            <a:avLst/>
            <a:gdLst>
              <a:gd name="T0" fmla="*/ 1211980 w 394"/>
              <a:gd name="T1" fmla="*/ 0 h 42"/>
              <a:gd name="T2" fmla="*/ 0 w 394"/>
              <a:gd name="T3" fmla="*/ 0 h 42"/>
              <a:gd name="T4" fmla="*/ 15150 w 394"/>
              <a:gd name="T5" fmla="*/ 3818 h 42"/>
              <a:gd name="T6" fmla="*/ 1211980 w 394"/>
              <a:gd name="T7" fmla="*/ 3818 h 42"/>
              <a:gd name="T8" fmla="*/ 1484675 w 394"/>
              <a:gd name="T9" fmla="*/ 160338 h 42"/>
              <a:gd name="T10" fmla="*/ 1492250 w 394"/>
              <a:gd name="T11" fmla="*/ 160338 h 42"/>
              <a:gd name="T12" fmla="*/ 1211980 w 394"/>
              <a:gd name="T13" fmla="*/ 0 h 4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94" h="42">
                <a:moveTo>
                  <a:pt x="32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1"/>
                  <a:pt x="4" y="1"/>
                </a:cubicBezTo>
                <a:cubicBezTo>
                  <a:pt x="320" y="1"/>
                  <a:pt x="320" y="1"/>
                  <a:pt x="320" y="1"/>
                </a:cubicBezTo>
                <a:cubicBezTo>
                  <a:pt x="351" y="1"/>
                  <a:pt x="378" y="18"/>
                  <a:pt x="392" y="42"/>
                </a:cubicBezTo>
                <a:cubicBezTo>
                  <a:pt x="393" y="42"/>
                  <a:pt x="393" y="42"/>
                  <a:pt x="394" y="42"/>
                </a:cubicBezTo>
                <a:cubicBezTo>
                  <a:pt x="379" y="17"/>
                  <a:pt x="351" y="0"/>
                  <a:pt x="320" y="0"/>
                </a:cubicBezTo>
              </a:path>
            </a:pathLst>
          </a:custGeom>
          <a:solidFill>
            <a:srgbClr val="D6BA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5" name="Freeform 230"/>
          <p:cNvSpPr>
            <a:spLocks/>
          </p:cNvSpPr>
          <p:nvPr/>
        </p:nvSpPr>
        <p:spPr bwMode="auto">
          <a:xfrm>
            <a:off x="1268413" y="5227638"/>
            <a:ext cx="409575" cy="352425"/>
          </a:xfrm>
          <a:custGeom>
            <a:avLst/>
            <a:gdLst>
              <a:gd name="T0" fmla="*/ 394406 w 108"/>
              <a:gd name="T1" fmla="*/ 0 h 93"/>
              <a:gd name="T2" fmla="*/ 326143 w 108"/>
              <a:gd name="T3" fmla="*/ 0 h 93"/>
              <a:gd name="T4" fmla="*/ 0 w 108"/>
              <a:gd name="T5" fmla="*/ 325898 h 93"/>
              <a:gd name="T6" fmla="*/ 0 w 108"/>
              <a:gd name="T7" fmla="*/ 352425 h 93"/>
              <a:gd name="T8" fmla="*/ 11377 w 108"/>
              <a:gd name="T9" fmla="*/ 352425 h 93"/>
              <a:gd name="T10" fmla="*/ 7585 w 108"/>
              <a:gd name="T11" fmla="*/ 322109 h 93"/>
              <a:gd name="T12" fmla="*/ 326143 w 108"/>
              <a:gd name="T13" fmla="*/ 3790 h 93"/>
              <a:gd name="T14" fmla="*/ 409575 w 108"/>
              <a:gd name="T15" fmla="*/ 3790 h 93"/>
              <a:gd name="T16" fmla="*/ 394406 w 108"/>
              <a:gd name="T17" fmla="*/ 0 h 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8" h="93">
                <a:moveTo>
                  <a:pt x="104" y="0"/>
                </a:moveTo>
                <a:cubicBezTo>
                  <a:pt x="86" y="0"/>
                  <a:pt x="86" y="0"/>
                  <a:pt x="86" y="0"/>
                </a:cubicBezTo>
                <a:cubicBezTo>
                  <a:pt x="39" y="0"/>
                  <a:pt x="0" y="39"/>
                  <a:pt x="0" y="86"/>
                </a:cubicBezTo>
                <a:cubicBezTo>
                  <a:pt x="0" y="89"/>
                  <a:pt x="0" y="91"/>
                  <a:pt x="0" y="93"/>
                </a:cubicBezTo>
                <a:cubicBezTo>
                  <a:pt x="1" y="93"/>
                  <a:pt x="2" y="93"/>
                  <a:pt x="3" y="93"/>
                </a:cubicBezTo>
                <a:cubicBezTo>
                  <a:pt x="2" y="90"/>
                  <a:pt x="2" y="88"/>
                  <a:pt x="2" y="85"/>
                </a:cubicBezTo>
                <a:cubicBezTo>
                  <a:pt x="2" y="38"/>
                  <a:pt x="40" y="1"/>
                  <a:pt x="86" y="1"/>
                </a:cubicBezTo>
                <a:cubicBezTo>
                  <a:pt x="108" y="1"/>
                  <a:pt x="108" y="1"/>
                  <a:pt x="108" y="1"/>
                </a:cubicBezTo>
                <a:cubicBezTo>
                  <a:pt x="107" y="1"/>
                  <a:pt x="105" y="0"/>
                  <a:pt x="104" y="0"/>
                </a:cubicBezTo>
              </a:path>
            </a:pathLst>
          </a:custGeom>
          <a:solidFill>
            <a:srgbClr val="CCAA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6" name="Freeform 231"/>
          <p:cNvSpPr>
            <a:spLocks/>
          </p:cNvSpPr>
          <p:nvPr/>
        </p:nvSpPr>
        <p:spPr bwMode="auto">
          <a:xfrm>
            <a:off x="3117850" y="5387975"/>
            <a:ext cx="82550" cy="366713"/>
          </a:xfrm>
          <a:custGeom>
            <a:avLst/>
            <a:gdLst>
              <a:gd name="T0" fmla="*/ 37523 w 22"/>
              <a:gd name="T1" fmla="*/ 0 h 97"/>
              <a:gd name="T2" fmla="*/ 30018 w 22"/>
              <a:gd name="T3" fmla="*/ 0 h 97"/>
              <a:gd name="T4" fmla="*/ 75045 w 22"/>
              <a:gd name="T5" fmla="*/ 162563 h 97"/>
              <a:gd name="T6" fmla="*/ 0 w 22"/>
              <a:gd name="T7" fmla="*/ 366713 h 97"/>
              <a:gd name="T8" fmla="*/ 15009 w 22"/>
              <a:gd name="T9" fmla="*/ 366713 h 97"/>
              <a:gd name="T10" fmla="*/ 82550 w 22"/>
              <a:gd name="T11" fmla="*/ 166344 h 97"/>
              <a:gd name="T12" fmla="*/ 37523 w 22"/>
              <a:gd name="T13" fmla="*/ 0 h 9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2" h="97">
                <a:moveTo>
                  <a:pt x="10" y="0"/>
                </a:moveTo>
                <a:cubicBezTo>
                  <a:pt x="9" y="0"/>
                  <a:pt x="9" y="0"/>
                  <a:pt x="8" y="0"/>
                </a:cubicBezTo>
                <a:cubicBezTo>
                  <a:pt x="15" y="13"/>
                  <a:pt x="20" y="27"/>
                  <a:pt x="20" y="43"/>
                </a:cubicBezTo>
                <a:cubicBezTo>
                  <a:pt x="20" y="64"/>
                  <a:pt x="12" y="83"/>
                  <a:pt x="0" y="97"/>
                </a:cubicBezTo>
                <a:cubicBezTo>
                  <a:pt x="1" y="97"/>
                  <a:pt x="3" y="97"/>
                  <a:pt x="4" y="97"/>
                </a:cubicBezTo>
                <a:cubicBezTo>
                  <a:pt x="15" y="82"/>
                  <a:pt x="22" y="64"/>
                  <a:pt x="22" y="44"/>
                </a:cubicBezTo>
                <a:cubicBezTo>
                  <a:pt x="22" y="28"/>
                  <a:pt x="17" y="13"/>
                  <a:pt x="10" y="0"/>
                </a:cubicBezTo>
              </a:path>
            </a:pathLst>
          </a:custGeom>
          <a:solidFill>
            <a:srgbClr val="BA8C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7" name="Freeform 232"/>
          <p:cNvSpPr>
            <a:spLocks/>
          </p:cNvSpPr>
          <p:nvPr/>
        </p:nvSpPr>
        <p:spPr bwMode="auto">
          <a:xfrm>
            <a:off x="1268413" y="5580063"/>
            <a:ext cx="1863725" cy="303212"/>
          </a:xfrm>
          <a:custGeom>
            <a:avLst/>
            <a:gdLst>
              <a:gd name="T0" fmla="*/ 11364 w 492"/>
              <a:gd name="T1" fmla="*/ 0 h 80"/>
              <a:gd name="T2" fmla="*/ 0 w 492"/>
              <a:gd name="T3" fmla="*/ 0 h 80"/>
              <a:gd name="T4" fmla="*/ 325773 w 492"/>
              <a:gd name="T5" fmla="*/ 303213 h 80"/>
              <a:gd name="T6" fmla="*/ 1606137 w 492"/>
              <a:gd name="T7" fmla="*/ 303213 h 80"/>
              <a:gd name="T8" fmla="*/ 1863725 w 492"/>
              <a:gd name="T9" fmla="*/ 174347 h 80"/>
              <a:gd name="T10" fmla="*/ 1848573 w 492"/>
              <a:gd name="T11" fmla="*/ 174347 h 80"/>
              <a:gd name="T12" fmla="*/ 1606137 w 492"/>
              <a:gd name="T13" fmla="*/ 288052 h 80"/>
              <a:gd name="T14" fmla="*/ 325773 w 492"/>
              <a:gd name="T15" fmla="*/ 288052 h 80"/>
              <a:gd name="T16" fmla="*/ 11364 w 492"/>
              <a:gd name="T17" fmla="*/ 0 h 8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92" h="80">
                <a:moveTo>
                  <a:pt x="3" y="0"/>
                </a:moveTo>
                <a:cubicBezTo>
                  <a:pt x="2" y="0"/>
                  <a:pt x="1" y="0"/>
                  <a:pt x="0" y="0"/>
                </a:cubicBezTo>
                <a:cubicBezTo>
                  <a:pt x="4" y="45"/>
                  <a:pt x="41" y="80"/>
                  <a:pt x="86" y="80"/>
                </a:cubicBezTo>
                <a:cubicBezTo>
                  <a:pt x="424" y="80"/>
                  <a:pt x="424" y="80"/>
                  <a:pt x="424" y="80"/>
                </a:cubicBezTo>
                <a:cubicBezTo>
                  <a:pt x="451" y="80"/>
                  <a:pt x="476" y="66"/>
                  <a:pt x="492" y="46"/>
                </a:cubicBezTo>
                <a:cubicBezTo>
                  <a:pt x="491" y="46"/>
                  <a:pt x="489" y="46"/>
                  <a:pt x="488" y="46"/>
                </a:cubicBezTo>
                <a:cubicBezTo>
                  <a:pt x="472" y="64"/>
                  <a:pt x="449" y="76"/>
                  <a:pt x="424" y="76"/>
                </a:cubicBezTo>
                <a:cubicBezTo>
                  <a:pt x="86" y="76"/>
                  <a:pt x="86" y="76"/>
                  <a:pt x="86" y="76"/>
                </a:cubicBezTo>
                <a:cubicBezTo>
                  <a:pt x="42" y="76"/>
                  <a:pt x="7" y="42"/>
                  <a:pt x="3" y="0"/>
                </a:cubicBezTo>
              </a:path>
            </a:pathLst>
          </a:custGeom>
          <a:solidFill>
            <a:srgbClr val="AC73F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8" name="Freeform 233"/>
          <p:cNvSpPr>
            <a:spLocks/>
          </p:cNvSpPr>
          <p:nvPr/>
        </p:nvSpPr>
        <p:spPr bwMode="auto">
          <a:xfrm>
            <a:off x="1677988" y="5232400"/>
            <a:ext cx="1470025" cy="155575"/>
          </a:xfrm>
          <a:custGeom>
            <a:avLst/>
            <a:gdLst>
              <a:gd name="T0" fmla="*/ 1197237 w 388"/>
              <a:gd name="T1" fmla="*/ 0 h 41"/>
              <a:gd name="T2" fmla="*/ 0 w 388"/>
              <a:gd name="T3" fmla="*/ 0 h 41"/>
              <a:gd name="T4" fmla="*/ 15155 w 388"/>
              <a:gd name="T5" fmla="*/ 3795 h 41"/>
              <a:gd name="T6" fmla="*/ 1197237 w 388"/>
              <a:gd name="T7" fmla="*/ 3795 h 41"/>
              <a:gd name="T8" fmla="*/ 1466236 w 388"/>
              <a:gd name="T9" fmla="*/ 155575 h 41"/>
              <a:gd name="T10" fmla="*/ 1470025 w 388"/>
              <a:gd name="T11" fmla="*/ 155575 h 41"/>
              <a:gd name="T12" fmla="*/ 1197237 w 388"/>
              <a:gd name="T13" fmla="*/ 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88" h="41">
                <a:moveTo>
                  <a:pt x="316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1"/>
                </a:cubicBezTo>
                <a:cubicBezTo>
                  <a:pt x="316" y="1"/>
                  <a:pt x="316" y="1"/>
                  <a:pt x="316" y="1"/>
                </a:cubicBezTo>
                <a:cubicBezTo>
                  <a:pt x="346" y="1"/>
                  <a:pt x="373" y="17"/>
                  <a:pt x="387" y="41"/>
                </a:cubicBezTo>
                <a:cubicBezTo>
                  <a:pt x="387" y="41"/>
                  <a:pt x="388" y="41"/>
                  <a:pt x="388" y="41"/>
                </a:cubicBezTo>
                <a:cubicBezTo>
                  <a:pt x="374" y="17"/>
                  <a:pt x="347" y="0"/>
                  <a:pt x="316" y="0"/>
                </a:cubicBezTo>
              </a:path>
            </a:pathLst>
          </a:custGeom>
          <a:solidFill>
            <a:srgbClr val="D5BA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69" name="Freeform 234"/>
          <p:cNvSpPr>
            <a:spLocks/>
          </p:cNvSpPr>
          <p:nvPr/>
        </p:nvSpPr>
        <p:spPr bwMode="auto">
          <a:xfrm>
            <a:off x="1276350" y="5232400"/>
            <a:ext cx="417513" cy="347663"/>
          </a:xfrm>
          <a:custGeom>
            <a:avLst/>
            <a:gdLst>
              <a:gd name="T0" fmla="*/ 402331 w 110"/>
              <a:gd name="T1" fmla="*/ 0 h 92"/>
              <a:gd name="T2" fmla="*/ 318828 w 110"/>
              <a:gd name="T3" fmla="*/ 0 h 92"/>
              <a:gd name="T4" fmla="*/ 0 w 110"/>
              <a:gd name="T5" fmla="*/ 317431 h 92"/>
              <a:gd name="T6" fmla="*/ 3796 w 110"/>
              <a:gd name="T7" fmla="*/ 347663 h 92"/>
              <a:gd name="T8" fmla="*/ 11387 w 110"/>
              <a:gd name="T9" fmla="*/ 347663 h 92"/>
              <a:gd name="T10" fmla="*/ 7591 w 110"/>
              <a:gd name="T11" fmla="*/ 309874 h 92"/>
              <a:gd name="T12" fmla="*/ 318828 w 110"/>
              <a:gd name="T13" fmla="*/ 3779 h 92"/>
              <a:gd name="T14" fmla="*/ 417513 w 110"/>
              <a:gd name="T15" fmla="*/ 3779 h 92"/>
              <a:gd name="T16" fmla="*/ 402331 w 110"/>
              <a:gd name="T17" fmla="*/ 0 h 9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0" h="92">
                <a:moveTo>
                  <a:pt x="106" y="0"/>
                </a:moveTo>
                <a:cubicBezTo>
                  <a:pt x="84" y="0"/>
                  <a:pt x="84" y="0"/>
                  <a:pt x="84" y="0"/>
                </a:cubicBezTo>
                <a:cubicBezTo>
                  <a:pt x="38" y="0"/>
                  <a:pt x="0" y="37"/>
                  <a:pt x="0" y="84"/>
                </a:cubicBezTo>
                <a:cubicBezTo>
                  <a:pt x="0" y="87"/>
                  <a:pt x="0" y="89"/>
                  <a:pt x="1" y="92"/>
                </a:cubicBezTo>
                <a:cubicBezTo>
                  <a:pt x="1" y="92"/>
                  <a:pt x="2" y="92"/>
                  <a:pt x="3" y="92"/>
                </a:cubicBezTo>
                <a:cubicBezTo>
                  <a:pt x="2" y="88"/>
                  <a:pt x="2" y="85"/>
                  <a:pt x="2" y="82"/>
                </a:cubicBezTo>
                <a:cubicBezTo>
                  <a:pt x="2" y="37"/>
                  <a:pt x="39" y="1"/>
                  <a:pt x="84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09" y="0"/>
                  <a:pt x="107" y="0"/>
                  <a:pt x="106" y="0"/>
                </a:cubicBezTo>
              </a:path>
            </a:pathLst>
          </a:custGeom>
          <a:solidFill>
            <a:srgbClr val="CBA9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0" name="Freeform 235"/>
          <p:cNvSpPr>
            <a:spLocks/>
          </p:cNvSpPr>
          <p:nvPr/>
        </p:nvSpPr>
        <p:spPr bwMode="auto">
          <a:xfrm>
            <a:off x="3098800" y="5387975"/>
            <a:ext cx="93663" cy="371475"/>
          </a:xfrm>
          <a:custGeom>
            <a:avLst/>
            <a:gdLst>
              <a:gd name="T0" fmla="*/ 48705 w 25"/>
              <a:gd name="T1" fmla="*/ 0 h 98"/>
              <a:gd name="T2" fmla="*/ 44958 w 25"/>
              <a:gd name="T3" fmla="*/ 0 h 98"/>
              <a:gd name="T4" fmla="*/ 86170 w 25"/>
              <a:gd name="T5" fmla="*/ 155413 h 98"/>
              <a:gd name="T6" fmla="*/ 0 w 25"/>
              <a:gd name="T7" fmla="*/ 371475 h 98"/>
              <a:gd name="T8" fmla="*/ 18733 w 25"/>
              <a:gd name="T9" fmla="*/ 367684 h 98"/>
              <a:gd name="T10" fmla="*/ 93663 w 25"/>
              <a:gd name="T11" fmla="*/ 162994 h 98"/>
              <a:gd name="T12" fmla="*/ 48705 w 25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" h="98">
                <a:moveTo>
                  <a:pt x="13" y="0"/>
                </a:moveTo>
                <a:cubicBezTo>
                  <a:pt x="13" y="0"/>
                  <a:pt x="12" y="0"/>
                  <a:pt x="12" y="0"/>
                </a:cubicBezTo>
                <a:cubicBezTo>
                  <a:pt x="19" y="12"/>
                  <a:pt x="23" y="26"/>
                  <a:pt x="23" y="41"/>
                </a:cubicBezTo>
                <a:cubicBezTo>
                  <a:pt x="23" y="63"/>
                  <a:pt x="14" y="83"/>
                  <a:pt x="0" y="98"/>
                </a:cubicBezTo>
                <a:cubicBezTo>
                  <a:pt x="1" y="98"/>
                  <a:pt x="3" y="97"/>
                  <a:pt x="5" y="97"/>
                </a:cubicBezTo>
                <a:cubicBezTo>
                  <a:pt x="17" y="83"/>
                  <a:pt x="25" y="64"/>
                  <a:pt x="25" y="43"/>
                </a:cubicBezTo>
                <a:cubicBezTo>
                  <a:pt x="25" y="27"/>
                  <a:pt x="20" y="13"/>
                  <a:pt x="13" y="0"/>
                </a:cubicBezTo>
              </a:path>
            </a:pathLst>
          </a:custGeom>
          <a:solidFill>
            <a:srgbClr val="BA8C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1" name="Freeform 236"/>
          <p:cNvSpPr>
            <a:spLocks/>
          </p:cNvSpPr>
          <p:nvPr/>
        </p:nvSpPr>
        <p:spPr bwMode="auto">
          <a:xfrm>
            <a:off x="1281113" y="5580063"/>
            <a:ext cx="1836737" cy="288925"/>
          </a:xfrm>
          <a:custGeom>
            <a:avLst/>
            <a:gdLst>
              <a:gd name="T0" fmla="*/ 7574 w 485"/>
              <a:gd name="T1" fmla="*/ 0 h 76"/>
              <a:gd name="T2" fmla="*/ 0 w 485"/>
              <a:gd name="T3" fmla="*/ 0 h 76"/>
              <a:gd name="T4" fmla="*/ 314328 w 485"/>
              <a:gd name="T5" fmla="*/ 288925 h 76"/>
              <a:gd name="T6" fmla="*/ 1594364 w 485"/>
              <a:gd name="T7" fmla="*/ 288925 h 76"/>
              <a:gd name="T8" fmla="*/ 1836738 w 485"/>
              <a:gd name="T9" fmla="*/ 174876 h 76"/>
              <a:gd name="T10" fmla="*/ 1817803 w 485"/>
              <a:gd name="T11" fmla="*/ 178677 h 76"/>
              <a:gd name="T12" fmla="*/ 1594364 w 485"/>
              <a:gd name="T13" fmla="*/ 273718 h 76"/>
              <a:gd name="T14" fmla="*/ 314328 w 485"/>
              <a:gd name="T15" fmla="*/ 273718 h 76"/>
              <a:gd name="T16" fmla="*/ 7574 w 485"/>
              <a:gd name="T17" fmla="*/ 0 h 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85" h="76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4" y="42"/>
                  <a:pt x="39" y="76"/>
                  <a:pt x="83" y="76"/>
                </a:cubicBezTo>
                <a:cubicBezTo>
                  <a:pt x="421" y="76"/>
                  <a:pt x="421" y="76"/>
                  <a:pt x="421" y="76"/>
                </a:cubicBezTo>
                <a:cubicBezTo>
                  <a:pt x="446" y="76"/>
                  <a:pt x="469" y="64"/>
                  <a:pt x="485" y="46"/>
                </a:cubicBezTo>
                <a:cubicBezTo>
                  <a:pt x="483" y="46"/>
                  <a:pt x="481" y="47"/>
                  <a:pt x="480" y="47"/>
                </a:cubicBezTo>
                <a:cubicBezTo>
                  <a:pt x="465" y="62"/>
                  <a:pt x="444" y="72"/>
                  <a:pt x="421" y="72"/>
                </a:cubicBezTo>
                <a:cubicBezTo>
                  <a:pt x="83" y="72"/>
                  <a:pt x="83" y="72"/>
                  <a:pt x="83" y="72"/>
                </a:cubicBezTo>
                <a:cubicBezTo>
                  <a:pt x="41" y="72"/>
                  <a:pt x="6" y="40"/>
                  <a:pt x="2" y="0"/>
                </a:cubicBezTo>
              </a:path>
            </a:pathLst>
          </a:custGeom>
          <a:solidFill>
            <a:srgbClr val="AB73F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2" name="Freeform 237"/>
          <p:cNvSpPr>
            <a:spLocks/>
          </p:cNvSpPr>
          <p:nvPr/>
        </p:nvSpPr>
        <p:spPr bwMode="auto">
          <a:xfrm>
            <a:off x="1693863" y="5235575"/>
            <a:ext cx="1449387" cy="155575"/>
          </a:xfrm>
          <a:custGeom>
            <a:avLst/>
            <a:gdLst>
              <a:gd name="T0" fmla="*/ 1180702 w 383"/>
              <a:gd name="T1" fmla="*/ 0 h 41"/>
              <a:gd name="T2" fmla="*/ 0 w 383"/>
              <a:gd name="T3" fmla="*/ 0 h 41"/>
              <a:gd name="T4" fmla="*/ 15137 w 383"/>
              <a:gd name="T5" fmla="*/ 0 h 41"/>
              <a:gd name="T6" fmla="*/ 1180702 w 383"/>
              <a:gd name="T7" fmla="*/ 0 h 41"/>
              <a:gd name="T8" fmla="*/ 1441819 w 383"/>
              <a:gd name="T9" fmla="*/ 155575 h 41"/>
              <a:gd name="T10" fmla="*/ 1449388 w 383"/>
              <a:gd name="T11" fmla="*/ 151780 h 41"/>
              <a:gd name="T12" fmla="*/ 1180702 w 383"/>
              <a:gd name="T13" fmla="*/ 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83" h="41">
                <a:moveTo>
                  <a:pt x="312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312" y="0"/>
                  <a:pt x="312" y="0"/>
                  <a:pt x="312" y="0"/>
                </a:cubicBezTo>
                <a:cubicBezTo>
                  <a:pt x="342" y="0"/>
                  <a:pt x="368" y="16"/>
                  <a:pt x="381" y="41"/>
                </a:cubicBezTo>
                <a:cubicBezTo>
                  <a:pt x="382" y="40"/>
                  <a:pt x="382" y="40"/>
                  <a:pt x="383" y="40"/>
                </a:cubicBezTo>
                <a:cubicBezTo>
                  <a:pt x="369" y="16"/>
                  <a:pt x="342" y="0"/>
                  <a:pt x="312" y="0"/>
                </a:cubicBezTo>
              </a:path>
            </a:pathLst>
          </a:custGeom>
          <a:solidFill>
            <a:srgbClr val="D4B9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3" name="Freeform 238"/>
          <p:cNvSpPr>
            <a:spLocks/>
          </p:cNvSpPr>
          <p:nvPr/>
        </p:nvSpPr>
        <p:spPr bwMode="auto">
          <a:xfrm>
            <a:off x="1284288" y="5235575"/>
            <a:ext cx="423862" cy="344488"/>
          </a:xfrm>
          <a:custGeom>
            <a:avLst/>
            <a:gdLst>
              <a:gd name="T0" fmla="*/ 408725 w 112"/>
              <a:gd name="T1" fmla="*/ 0 h 91"/>
              <a:gd name="T2" fmla="*/ 310328 w 112"/>
              <a:gd name="T3" fmla="*/ 0 h 91"/>
              <a:gd name="T4" fmla="*/ 0 w 112"/>
              <a:gd name="T5" fmla="*/ 306632 h 91"/>
              <a:gd name="T6" fmla="*/ 3784 w 112"/>
              <a:gd name="T7" fmla="*/ 344488 h 91"/>
              <a:gd name="T8" fmla="*/ 11353 w 112"/>
              <a:gd name="T9" fmla="*/ 340702 h 91"/>
              <a:gd name="T10" fmla="*/ 7569 w 112"/>
              <a:gd name="T11" fmla="*/ 302847 h 91"/>
              <a:gd name="T12" fmla="*/ 310328 w 112"/>
              <a:gd name="T13" fmla="*/ 0 h 91"/>
              <a:gd name="T14" fmla="*/ 423863 w 112"/>
              <a:gd name="T15" fmla="*/ 0 h 91"/>
              <a:gd name="T16" fmla="*/ 408725 w 112"/>
              <a:gd name="T17" fmla="*/ 0 h 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2" h="91">
                <a:moveTo>
                  <a:pt x="108" y="0"/>
                </a:moveTo>
                <a:cubicBezTo>
                  <a:pt x="82" y="0"/>
                  <a:pt x="82" y="0"/>
                  <a:pt x="82" y="0"/>
                </a:cubicBezTo>
                <a:cubicBezTo>
                  <a:pt x="37" y="0"/>
                  <a:pt x="0" y="36"/>
                  <a:pt x="0" y="81"/>
                </a:cubicBezTo>
                <a:cubicBezTo>
                  <a:pt x="0" y="84"/>
                  <a:pt x="0" y="87"/>
                  <a:pt x="1" y="91"/>
                </a:cubicBezTo>
                <a:cubicBezTo>
                  <a:pt x="2" y="90"/>
                  <a:pt x="2" y="90"/>
                  <a:pt x="3" y="90"/>
                </a:cubicBezTo>
                <a:cubicBezTo>
                  <a:pt x="3" y="87"/>
                  <a:pt x="2" y="83"/>
                  <a:pt x="2" y="80"/>
                </a:cubicBezTo>
                <a:cubicBezTo>
                  <a:pt x="2" y="36"/>
                  <a:pt x="38" y="0"/>
                  <a:pt x="82" y="0"/>
                </a:cubicBezTo>
                <a:cubicBezTo>
                  <a:pt x="112" y="0"/>
                  <a:pt x="112" y="0"/>
                  <a:pt x="112" y="0"/>
                </a:cubicBezTo>
                <a:cubicBezTo>
                  <a:pt x="111" y="0"/>
                  <a:pt x="109" y="0"/>
                  <a:pt x="108" y="0"/>
                </a:cubicBezTo>
              </a:path>
            </a:pathLst>
          </a:custGeom>
          <a:solidFill>
            <a:srgbClr val="CBA9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4" name="Freeform 239"/>
          <p:cNvSpPr>
            <a:spLocks/>
          </p:cNvSpPr>
          <p:nvPr/>
        </p:nvSpPr>
        <p:spPr bwMode="auto">
          <a:xfrm>
            <a:off x="3079750" y="5387975"/>
            <a:ext cx="106363" cy="371475"/>
          </a:xfrm>
          <a:custGeom>
            <a:avLst/>
            <a:gdLst>
              <a:gd name="T0" fmla="*/ 64578 w 28"/>
              <a:gd name="T1" fmla="*/ 0 h 98"/>
              <a:gd name="T2" fmla="*/ 56980 w 28"/>
              <a:gd name="T3" fmla="*/ 3791 h 98"/>
              <a:gd name="T4" fmla="*/ 94967 w 28"/>
              <a:gd name="T5" fmla="*/ 151622 h 98"/>
              <a:gd name="T6" fmla="*/ 0 w 28"/>
              <a:gd name="T7" fmla="*/ 371475 h 98"/>
              <a:gd name="T8" fmla="*/ 18993 w 28"/>
              <a:gd name="T9" fmla="*/ 371475 h 98"/>
              <a:gd name="T10" fmla="*/ 106363 w 28"/>
              <a:gd name="T11" fmla="*/ 155413 h 98"/>
              <a:gd name="T12" fmla="*/ 64578 w 28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8" h="98">
                <a:moveTo>
                  <a:pt x="17" y="0"/>
                </a:moveTo>
                <a:cubicBezTo>
                  <a:pt x="16" y="0"/>
                  <a:pt x="16" y="0"/>
                  <a:pt x="15" y="1"/>
                </a:cubicBezTo>
                <a:cubicBezTo>
                  <a:pt x="22" y="12"/>
                  <a:pt x="25" y="25"/>
                  <a:pt x="25" y="40"/>
                </a:cubicBezTo>
                <a:cubicBezTo>
                  <a:pt x="25" y="63"/>
                  <a:pt x="16" y="84"/>
                  <a:pt x="0" y="98"/>
                </a:cubicBezTo>
                <a:cubicBezTo>
                  <a:pt x="1" y="98"/>
                  <a:pt x="3" y="98"/>
                  <a:pt x="5" y="98"/>
                </a:cubicBezTo>
                <a:cubicBezTo>
                  <a:pt x="19" y="83"/>
                  <a:pt x="28" y="63"/>
                  <a:pt x="28" y="41"/>
                </a:cubicBezTo>
                <a:cubicBezTo>
                  <a:pt x="28" y="26"/>
                  <a:pt x="24" y="12"/>
                  <a:pt x="17" y="0"/>
                </a:cubicBezTo>
              </a:path>
            </a:pathLst>
          </a:custGeom>
          <a:solidFill>
            <a:srgbClr val="B98C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5" name="Freeform 240"/>
          <p:cNvSpPr>
            <a:spLocks/>
          </p:cNvSpPr>
          <p:nvPr/>
        </p:nvSpPr>
        <p:spPr bwMode="auto">
          <a:xfrm>
            <a:off x="1287463" y="5576888"/>
            <a:ext cx="1811337" cy="276225"/>
          </a:xfrm>
          <a:custGeom>
            <a:avLst/>
            <a:gdLst>
              <a:gd name="T0" fmla="*/ 7579 w 478"/>
              <a:gd name="T1" fmla="*/ 0 h 73"/>
              <a:gd name="T2" fmla="*/ 0 w 478"/>
              <a:gd name="T3" fmla="*/ 3784 h 73"/>
              <a:gd name="T4" fmla="*/ 306942 w 478"/>
              <a:gd name="T5" fmla="*/ 276225 h 73"/>
              <a:gd name="T6" fmla="*/ 1587763 w 478"/>
              <a:gd name="T7" fmla="*/ 276225 h 73"/>
              <a:gd name="T8" fmla="*/ 1811338 w 478"/>
              <a:gd name="T9" fmla="*/ 181627 h 73"/>
              <a:gd name="T10" fmla="*/ 1792391 w 478"/>
              <a:gd name="T11" fmla="*/ 181627 h 73"/>
              <a:gd name="T12" fmla="*/ 1587763 w 478"/>
              <a:gd name="T13" fmla="*/ 261089 h 73"/>
              <a:gd name="T14" fmla="*/ 306942 w 478"/>
              <a:gd name="T15" fmla="*/ 261089 h 73"/>
              <a:gd name="T16" fmla="*/ 7579 w 478"/>
              <a:gd name="T17" fmla="*/ 0 h 7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78" h="73">
                <a:moveTo>
                  <a:pt x="2" y="0"/>
                </a:moveTo>
                <a:cubicBezTo>
                  <a:pt x="1" y="0"/>
                  <a:pt x="1" y="0"/>
                  <a:pt x="0" y="1"/>
                </a:cubicBezTo>
                <a:cubicBezTo>
                  <a:pt x="4" y="41"/>
                  <a:pt x="39" y="73"/>
                  <a:pt x="81" y="73"/>
                </a:cubicBezTo>
                <a:cubicBezTo>
                  <a:pt x="419" y="73"/>
                  <a:pt x="419" y="73"/>
                  <a:pt x="419" y="73"/>
                </a:cubicBezTo>
                <a:cubicBezTo>
                  <a:pt x="442" y="73"/>
                  <a:pt x="463" y="63"/>
                  <a:pt x="478" y="48"/>
                </a:cubicBezTo>
                <a:cubicBezTo>
                  <a:pt x="476" y="48"/>
                  <a:pt x="474" y="48"/>
                  <a:pt x="473" y="48"/>
                </a:cubicBezTo>
                <a:cubicBezTo>
                  <a:pt x="459" y="61"/>
                  <a:pt x="440" y="69"/>
                  <a:pt x="419" y="69"/>
                </a:cubicBezTo>
                <a:cubicBezTo>
                  <a:pt x="81" y="69"/>
                  <a:pt x="81" y="69"/>
                  <a:pt x="81" y="69"/>
                </a:cubicBezTo>
                <a:cubicBezTo>
                  <a:pt x="41" y="69"/>
                  <a:pt x="7" y="39"/>
                  <a:pt x="2" y="0"/>
                </a:cubicBezTo>
              </a:path>
            </a:pathLst>
          </a:custGeom>
          <a:solidFill>
            <a:srgbClr val="AB73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6" name="Freeform 241"/>
          <p:cNvSpPr>
            <a:spLocks/>
          </p:cNvSpPr>
          <p:nvPr/>
        </p:nvSpPr>
        <p:spPr bwMode="auto">
          <a:xfrm>
            <a:off x="1708150" y="5235575"/>
            <a:ext cx="1428750" cy="155575"/>
          </a:xfrm>
          <a:custGeom>
            <a:avLst/>
            <a:gdLst>
              <a:gd name="T0" fmla="*/ 1167255 w 377"/>
              <a:gd name="T1" fmla="*/ 0 h 41"/>
              <a:gd name="T2" fmla="*/ 0 w 377"/>
              <a:gd name="T3" fmla="*/ 0 h 41"/>
              <a:gd name="T4" fmla="*/ 15159 w 377"/>
              <a:gd name="T5" fmla="*/ 3795 h 41"/>
              <a:gd name="T6" fmla="*/ 1167255 w 377"/>
              <a:gd name="T7" fmla="*/ 3795 h 41"/>
              <a:gd name="T8" fmla="*/ 1424960 w 377"/>
              <a:gd name="T9" fmla="*/ 155575 h 41"/>
              <a:gd name="T10" fmla="*/ 1428750 w 377"/>
              <a:gd name="T11" fmla="*/ 155575 h 41"/>
              <a:gd name="T12" fmla="*/ 1167255 w 377"/>
              <a:gd name="T13" fmla="*/ 0 h 4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77" h="41">
                <a:moveTo>
                  <a:pt x="308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1"/>
                  <a:pt x="4" y="1"/>
                </a:cubicBezTo>
                <a:cubicBezTo>
                  <a:pt x="308" y="1"/>
                  <a:pt x="308" y="1"/>
                  <a:pt x="308" y="1"/>
                </a:cubicBezTo>
                <a:cubicBezTo>
                  <a:pt x="337" y="1"/>
                  <a:pt x="362" y="17"/>
                  <a:pt x="376" y="41"/>
                </a:cubicBezTo>
                <a:cubicBezTo>
                  <a:pt x="376" y="41"/>
                  <a:pt x="377" y="41"/>
                  <a:pt x="377" y="41"/>
                </a:cubicBezTo>
                <a:cubicBezTo>
                  <a:pt x="364" y="16"/>
                  <a:pt x="338" y="0"/>
                  <a:pt x="308" y="0"/>
                </a:cubicBezTo>
              </a:path>
            </a:pathLst>
          </a:custGeom>
          <a:solidFill>
            <a:srgbClr val="D4B9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7" name="Freeform 242"/>
          <p:cNvSpPr>
            <a:spLocks/>
          </p:cNvSpPr>
          <p:nvPr/>
        </p:nvSpPr>
        <p:spPr bwMode="auto">
          <a:xfrm>
            <a:off x="1292225" y="5235575"/>
            <a:ext cx="431800" cy="341313"/>
          </a:xfrm>
          <a:custGeom>
            <a:avLst/>
            <a:gdLst>
              <a:gd name="T0" fmla="*/ 416649 w 114"/>
              <a:gd name="T1" fmla="*/ 0 h 90"/>
              <a:gd name="T2" fmla="*/ 303018 w 114"/>
              <a:gd name="T3" fmla="*/ 0 h 90"/>
              <a:gd name="T4" fmla="*/ 0 w 114"/>
              <a:gd name="T5" fmla="*/ 303389 h 90"/>
              <a:gd name="T6" fmla="*/ 3788 w 114"/>
              <a:gd name="T7" fmla="*/ 341313 h 90"/>
              <a:gd name="T8" fmla="*/ 11363 w 114"/>
              <a:gd name="T9" fmla="*/ 341313 h 90"/>
              <a:gd name="T10" fmla="*/ 7575 w 114"/>
              <a:gd name="T11" fmla="*/ 295805 h 90"/>
              <a:gd name="T12" fmla="*/ 7575 w 114"/>
              <a:gd name="T13" fmla="*/ 295805 h 90"/>
              <a:gd name="T14" fmla="*/ 303018 w 114"/>
              <a:gd name="T15" fmla="*/ 3792 h 90"/>
              <a:gd name="T16" fmla="*/ 431800 w 114"/>
              <a:gd name="T17" fmla="*/ 3792 h 90"/>
              <a:gd name="T18" fmla="*/ 416649 w 114"/>
              <a:gd name="T19" fmla="*/ 0 h 90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4" h="90">
                <a:moveTo>
                  <a:pt x="110" y="0"/>
                </a:moveTo>
                <a:cubicBezTo>
                  <a:pt x="80" y="0"/>
                  <a:pt x="80" y="0"/>
                  <a:pt x="80" y="0"/>
                </a:cubicBezTo>
                <a:cubicBezTo>
                  <a:pt x="36" y="0"/>
                  <a:pt x="0" y="36"/>
                  <a:pt x="0" y="80"/>
                </a:cubicBezTo>
                <a:cubicBezTo>
                  <a:pt x="0" y="83"/>
                  <a:pt x="1" y="87"/>
                  <a:pt x="1" y="90"/>
                </a:cubicBezTo>
                <a:cubicBezTo>
                  <a:pt x="2" y="90"/>
                  <a:pt x="3" y="90"/>
                  <a:pt x="3" y="90"/>
                </a:cubicBezTo>
                <a:cubicBezTo>
                  <a:pt x="3" y="86"/>
                  <a:pt x="2" y="82"/>
                  <a:pt x="2" y="78"/>
                </a:cubicBezTo>
                <a:cubicBezTo>
                  <a:pt x="2" y="78"/>
                  <a:pt x="2" y="78"/>
                  <a:pt x="2" y="78"/>
                </a:cubicBezTo>
                <a:cubicBezTo>
                  <a:pt x="2" y="35"/>
                  <a:pt x="37" y="1"/>
                  <a:pt x="80" y="1"/>
                </a:cubicBezTo>
                <a:cubicBezTo>
                  <a:pt x="114" y="1"/>
                  <a:pt x="114" y="1"/>
                  <a:pt x="114" y="1"/>
                </a:cubicBezTo>
                <a:cubicBezTo>
                  <a:pt x="113" y="1"/>
                  <a:pt x="111" y="0"/>
                  <a:pt x="110" y="0"/>
                </a:cubicBezTo>
              </a:path>
            </a:pathLst>
          </a:custGeom>
          <a:solidFill>
            <a:srgbClr val="CAA9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8" name="Freeform 243"/>
          <p:cNvSpPr>
            <a:spLocks/>
          </p:cNvSpPr>
          <p:nvPr/>
        </p:nvSpPr>
        <p:spPr bwMode="auto">
          <a:xfrm>
            <a:off x="3055938" y="5391150"/>
            <a:ext cx="117475" cy="371475"/>
          </a:xfrm>
          <a:custGeom>
            <a:avLst/>
            <a:gdLst>
              <a:gd name="T0" fmla="*/ 79580 w 31"/>
              <a:gd name="T1" fmla="*/ 0 h 98"/>
              <a:gd name="T2" fmla="*/ 75790 w 31"/>
              <a:gd name="T3" fmla="*/ 0 h 98"/>
              <a:gd name="T4" fmla="*/ 109896 w 31"/>
              <a:gd name="T5" fmla="*/ 140251 h 98"/>
              <a:gd name="T6" fmla="*/ 109896 w 31"/>
              <a:gd name="T7" fmla="*/ 140251 h 98"/>
              <a:gd name="T8" fmla="*/ 0 w 31"/>
              <a:gd name="T9" fmla="*/ 371475 h 98"/>
              <a:gd name="T10" fmla="*/ 22737 w 31"/>
              <a:gd name="T11" fmla="*/ 367684 h 98"/>
              <a:gd name="T12" fmla="*/ 117475 w 31"/>
              <a:gd name="T13" fmla="*/ 147832 h 98"/>
              <a:gd name="T14" fmla="*/ 79580 w 31"/>
              <a:gd name="T15" fmla="*/ 0 h 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1" h="98">
                <a:moveTo>
                  <a:pt x="21" y="0"/>
                </a:moveTo>
                <a:cubicBezTo>
                  <a:pt x="21" y="0"/>
                  <a:pt x="20" y="0"/>
                  <a:pt x="20" y="0"/>
                </a:cubicBezTo>
                <a:cubicBezTo>
                  <a:pt x="26" y="11"/>
                  <a:pt x="29" y="23"/>
                  <a:pt x="29" y="37"/>
                </a:cubicBezTo>
                <a:cubicBezTo>
                  <a:pt x="29" y="37"/>
                  <a:pt x="29" y="37"/>
                  <a:pt x="29" y="37"/>
                </a:cubicBezTo>
                <a:cubicBezTo>
                  <a:pt x="29" y="62"/>
                  <a:pt x="18" y="83"/>
                  <a:pt x="0" y="98"/>
                </a:cubicBezTo>
                <a:cubicBezTo>
                  <a:pt x="2" y="97"/>
                  <a:pt x="4" y="97"/>
                  <a:pt x="6" y="97"/>
                </a:cubicBezTo>
                <a:cubicBezTo>
                  <a:pt x="22" y="83"/>
                  <a:pt x="31" y="62"/>
                  <a:pt x="31" y="39"/>
                </a:cubicBezTo>
                <a:cubicBezTo>
                  <a:pt x="31" y="24"/>
                  <a:pt x="28" y="11"/>
                  <a:pt x="21" y="0"/>
                </a:cubicBezTo>
              </a:path>
            </a:pathLst>
          </a:custGeom>
          <a:solidFill>
            <a:srgbClr val="B98C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79" name="Freeform 244"/>
          <p:cNvSpPr>
            <a:spLocks/>
          </p:cNvSpPr>
          <p:nvPr/>
        </p:nvSpPr>
        <p:spPr bwMode="auto">
          <a:xfrm>
            <a:off x="1295400" y="5576888"/>
            <a:ext cx="1784350" cy="261937"/>
          </a:xfrm>
          <a:custGeom>
            <a:avLst/>
            <a:gdLst>
              <a:gd name="T0" fmla="*/ 7577 w 471"/>
              <a:gd name="T1" fmla="*/ 0 h 69"/>
              <a:gd name="T2" fmla="*/ 0 w 471"/>
              <a:gd name="T3" fmla="*/ 0 h 69"/>
              <a:gd name="T4" fmla="*/ 299286 w 471"/>
              <a:gd name="T5" fmla="*/ 261938 h 69"/>
              <a:gd name="T6" fmla="*/ 1579775 w 471"/>
              <a:gd name="T7" fmla="*/ 261938 h 69"/>
              <a:gd name="T8" fmla="*/ 1784350 w 471"/>
              <a:gd name="T9" fmla="*/ 182218 h 69"/>
              <a:gd name="T10" fmla="*/ 1761619 w 471"/>
              <a:gd name="T11" fmla="*/ 186014 h 69"/>
              <a:gd name="T12" fmla="*/ 1579775 w 471"/>
              <a:gd name="T13" fmla="*/ 246753 h 69"/>
              <a:gd name="T14" fmla="*/ 299286 w 471"/>
              <a:gd name="T15" fmla="*/ 246753 h 69"/>
              <a:gd name="T16" fmla="*/ 7577 w 471"/>
              <a:gd name="T17" fmla="*/ 0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71" h="69">
                <a:moveTo>
                  <a:pt x="2" y="0"/>
                </a:moveTo>
                <a:cubicBezTo>
                  <a:pt x="2" y="0"/>
                  <a:pt x="1" y="0"/>
                  <a:pt x="0" y="0"/>
                </a:cubicBezTo>
                <a:cubicBezTo>
                  <a:pt x="5" y="39"/>
                  <a:pt x="39" y="69"/>
                  <a:pt x="79" y="69"/>
                </a:cubicBezTo>
                <a:cubicBezTo>
                  <a:pt x="417" y="69"/>
                  <a:pt x="417" y="69"/>
                  <a:pt x="417" y="69"/>
                </a:cubicBezTo>
                <a:cubicBezTo>
                  <a:pt x="438" y="69"/>
                  <a:pt x="457" y="61"/>
                  <a:pt x="471" y="48"/>
                </a:cubicBezTo>
                <a:cubicBezTo>
                  <a:pt x="469" y="48"/>
                  <a:pt x="467" y="48"/>
                  <a:pt x="465" y="49"/>
                </a:cubicBezTo>
                <a:cubicBezTo>
                  <a:pt x="452" y="59"/>
                  <a:pt x="435" y="65"/>
                  <a:pt x="417" y="65"/>
                </a:cubicBezTo>
                <a:cubicBezTo>
                  <a:pt x="79" y="65"/>
                  <a:pt x="79" y="65"/>
                  <a:pt x="79" y="65"/>
                </a:cubicBezTo>
                <a:cubicBezTo>
                  <a:pt x="40" y="65"/>
                  <a:pt x="8" y="37"/>
                  <a:pt x="2" y="0"/>
                </a:cubicBezTo>
              </a:path>
            </a:pathLst>
          </a:custGeom>
          <a:solidFill>
            <a:srgbClr val="AA73F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0" name="Freeform 245"/>
          <p:cNvSpPr>
            <a:spLocks/>
          </p:cNvSpPr>
          <p:nvPr/>
        </p:nvSpPr>
        <p:spPr bwMode="auto">
          <a:xfrm>
            <a:off x="1724025" y="5238750"/>
            <a:ext cx="1408113" cy="152400"/>
          </a:xfrm>
          <a:custGeom>
            <a:avLst/>
            <a:gdLst>
              <a:gd name="T0" fmla="*/ 1150716 w 372"/>
              <a:gd name="T1" fmla="*/ 0 h 40"/>
              <a:gd name="T2" fmla="*/ 0 w 372"/>
              <a:gd name="T3" fmla="*/ 0 h 40"/>
              <a:gd name="T4" fmla="*/ 15141 w 372"/>
              <a:gd name="T5" fmla="*/ 0 h 40"/>
              <a:gd name="T6" fmla="*/ 1150716 w 372"/>
              <a:gd name="T7" fmla="*/ 0 h 40"/>
              <a:gd name="T8" fmla="*/ 1400543 w 372"/>
              <a:gd name="T9" fmla="*/ 152400 h 40"/>
              <a:gd name="T10" fmla="*/ 1408113 w 372"/>
              <a:gd name="T11" fmla="*/ 152400 h 40"/>
              <a:gd name="T12" fmla="*/ 1150716 w 372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72" h="40">
                <a:moveTo>
                  <a:pt x="304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304" y="0"/>
                  <a:pt x="304" y="0"/>
                  <a:pt x="304" y="0"/>
                </a:cubicBezTo>
                <a:cubicBezTo>
                  <a:pt x="333" y="0"/>
                  <a:pt x="357" y="16"/>
                  <a:pt x="370" y="40"/>
                </a:cubicBezTo>
                <a:cubicBezTo>
                  <a:pt x="371" y="40"/>
                  <a:pt x="371" y="40"/>
                  <a:pt x="372" y="40"/>
                </a:cubicBezTo>
                <a:cubicBezTo>
                  <a:pt x="358" y="16"/>
                  <a:pt x="333" y="0"/>
                  <a:pt x="304" y="0"/>
                </a:cubicBezTo>
              </a:path>
            </a:pathLst>
          </a:custGeom>
          <a:solidFill>
            <a:srgbClr val="D3B8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1" name="Freeform 246"/>
          <p:cNvSpPr>
            <a:spLocks/>
          </p:cNvSpPr>
          <p:nvPr/>
        </p:nvSpPr>
        <p:spPr bwMode="auto">
          <a:xfrm>
            <a:off x="1298575" y="5238750"/>
            <a:ext cx="439738" cy="338138"/>
          </a:xfrm>
          <a:custGeom>
            <a:avLst/>
            <a:gdLst>
              <a:gd name="T0" fmla="*/ 424575 w 116"/>
              <a:gd name="T1" fmla="*/ 0 h 89"/>
              <a:gd name="T2" fmla="*/ 295686 w 116"/>
              <a:gd name="T3" fmla="*/ 0 h 89"/>
              <a:gd name="T4" fmla="*/ 0 w 116"/>
              <a:gd name="T5" fmla="*/ 292546 h 89"/>
              <a:gd name="T6" fmla="*/ 0 w 116"/>
              <a:gd name="T7" fmla="*/ 292546 h 89"/>
              <a:gd name="T8" fmla="*/ 3791 w 116"/>
              <a:gd name="T9" fmla="*/ 338138 h 89"/>
              <a:gd name="T10" fmla="*/ 15163 w 116"/>
              <a:gd name="T11" fmla="*/ 338138 h 89"/>
              <a:gd name="T12" fmla="*/ 11373 w 116"/>
              <a:gd name="T13" fmla="*/ 284948 h 89"/>
              <a:gd name="T14" fmla="*/ 291895 w 116"/>
              <a:gd name="T15" fmla="*/ 0 h 89"/>
              <a:gd name="T16" fmla="*/ 439738 w 116"/>
              <a:gd name="T17" fmla="*/ 0 h 89"/>
              <a:gd name="T18" fmla="*/ 424575 w 116"/>
              <a:gd name="T19" fmla="*/ 0 h 8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6" h="89">
                <a:moveTo>
                  <a:pt x="112" y="0"/>
                </a:moveTo>
                <a:cubicBezTo>
                  <a:pt x="78" y="0"/>
                  <a:pt x="78" y="0"/>
                  <a:pt x="78" y="0"/>
                </a:cubicBezTo>
                <a:cubicBezTo>
                  <a:pt x="35" y="0"/>
                  <a:pt x="0" y="34"/>
                  <a:pt x="0" y="77"/>
                </a:cubicBezTo>
                <a:cubicBezTo>
                  <a:pt x="0" y="77"/>
                  <a:pt x="0" y="77"/>
                  <a:pt x="0" y="77"/>
                </a:cubicBezTo>
                <a:cubicBezTo>
                  <a:pt x="0" y="81"/>
                  <a:pt x="1" y="85"/>
                  <a:pt x="1" y="89"/>
                </a:cubicBezTo>
                <a:cubicBezTo>
                  <a:pt x="2" y="89"/>
                  <a:pt x="3" y="89"/>
                  <a:pt x="4" y="89"/>
                </a:cubicBezTo>
                <a:cubicBezTo>
                  <a:pt x="3" y="84"/>
                  <a:pt x="3" y="80"/>
                  <a:pt x="3" y="75"/>
                </a:cubicBezTo>
                <a:cubicBezTo>
                  <a:pt x="3" y="34"/>
                  <a:pt x="36" y="0"/>
                  <a:pt x="77" y="0"/>
                </a:cubicBezTo>
                <a:cubicBezTo>
                  <a:pt x="116" y="0"/>
                  <a:pt x="116" y="0"/>
                  <a:pt x="116" y="0"/>
                </a:cubicBezTo>
                <a:cubicBezTo>
                  <a:pt x="115" y="0"/>
                  <a:pt x="113" y="0"/>
                  <a:pt x="112" y="0"/>
                </a:cubicBezTo>
              </a:path>
            </a:pathLst>
          </a:custGeom>
          <a:solidFill>
            <a:srgbClr val="C9A8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2" name="Freeform 247"/>
          <p:cNvSpPr>
            <a:spLocks/>
          </p:cNvSpPr>
          <p:nvPr/>
        </p:nvSpPr>
        <p:spPr bwMode="auto">
          <a:xfrm>
            <a:off x="3033713" y="5391150"/>
            <a:ext cx="133350" cy="371475"/>
          </a:xfrm>
          <a:custGeom>
            <a:avLst/>
            <a:gdLst>
              <a:gd name="T0" fmla="*/ 99060 w 35"/>
              <a:gd name="T1" fmla="*/ 0 h 98"/>
              <a:gd name="T2" fmla="*/ 91440 w 35"/>
              <a:gd name="T3" fmla="*/ 0 h 98"/>
              <a:gd name="T4" fmla="*/ 125730 w 35"/>
              <a:gd name="T5" fmla="*/ 132670 h 98"/>
              <a:gd name="T6" fmla="*/ 0 w 35"/>
              <a:gd name="T7" fmla="*/ 371475 h 98"/>
              <a:gd name="T8" fmla="*/ 22860 w 35"/>
              <a:gd name="T9" fmla="*/ 371475 h 98"/>
              <a:gd name="T10" fmla="*/ 133350 w 35"/>
              <a:gd name="T11" fmla="*/ 140251 h 98"/>
              <a:gd name="T12" fmla="*/ 133350 w 35"/>
              <a:gd name="T13" fmla="*/ 140251 h 98"/>
              <a:gd name="T14" fmla="*/ 99060 w 35"/>
              <a:gd name="T15" fmla="*/ 0 h 9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35" h="98">
                <a:moveTo>
                  <a:pt x="26" y="0"/>
                </a:moveTo>
                <a:cubicBezTo>
                  <a:pt x="25" y="0"/>
                  <a:pt x="25" y="0"/>
                  <a:pt x="24" y="0"/>
                </a:cubicBezTo>
                <a:cubicBezTo>
                  <a:pt x="30" y="10"/>
                  <a:pt x="33" y="22"/>
                  <a:pt x="33" y="35"/>
                </a:cubicBezTo>
                <a:cubicBezTo>
                  <a:pt x="33" y="62"/>
                  <a:pt x="20" y="85"/>
                  <a:pt x="0" y="98"/>
                </a:cubicBezTo>
                <a:cubicBezTo>
                  <a:pt x="2" y="98"/>
                  <a:pt x="4" y="98"/>
                  <a:pt x="6" y="98"/>
                </a:cubicBezTo>
                <a:cubicBezTo>
                  <a:pt x="24" y="83"/>
                  <a:pt x="35" y="62"/>
                  <a:pt x="35" y="37"/>
                </a:cubicBezTo>
                <a:cubicBezTo>
                  <a:pt x="35" y="37"/>
                  <a:pt x="35" y="37"/>
                  <a:pt x="35" y="37"/>
                </a:cubicBezTo>
                <a:cubicBezTo>
                  <a:pt x="35" y="23"/>
                  <a:pt x="32" y="11"/>
                  <a:pt x="26" y="0"/>
                </a:cubicBezTo>
              </a:path>
            </a:pathLst>
          </a:custGeom>
          <a:solidFill>
            <a:srgbClr val="B88B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3" name="Freeform 248"/>
          <p:cNvSpPr>
            <a:spLocks/>
          </p:cNvSpPr>
          <p:nvPr/>
        </p:nvSpPr>
        <p:spPr bwMode="auto">
          <a:xfrm>
            <a:off x="1303338" y="5576888"/>
            <a:ext cx="1752600" cy="246062"/>
          </a:xfrm>
          <a:custGeom>
            <a:avLst/>
            <a:gdLst>
              <a:gd name="T0" fmla="*/ 11356 w 463"/>
              <a:gd name="T1" fmla="*/ 0 h 65"/>
              <a:gd name="T2" fmla="*/ 0 w 463"/>
              <a:gd name="T3" fmla="*/ 0 h 65"/>
              <a:gd name="T4" fmla="*/ 291469 w 463"/>
              <a:gd name="T5" fmla="*/ 246063 h 65"/>
              <a:gd name="T6" fmla="*/ 1570905 w 463"/>
              <a:gd name="T7" fmla="*/ 246063 h 65"/>
              <a:gd name="T8" fmla="*/ 1752600 w 463"/>
              <a:gd name="T9" fmla="*/ 185494 h 65"/>
              <a:gd name="T10" fmla="*/ 1729888 w 463"/>
              <a:gd name="T11" fmla="*/ 185494 h 65"/>
              <a:gd name="T12" fmla="*/ 1570905 w 463"/>
              <a:gd name="T13" fmla="*/ 230921 h 65"/>
              <a:gd name="T14" fmla="*/ 287684 w 463"/>
              <a:gd name="T15" fmla="*/ 230921 h 65"/>
              <a:gd name="T16" fmla="*/ 11356 w 463"/>
              <a:gd name="T17" fmla="*/ 0 h 6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63" h="65">
                <a:moveTo>
                  <a:pt x="3" y="0"/>
                </a:moveTo>
                <a:cubicBezTo>
                  <a:pt x="2" y="0"/>
                  <a:pt x="1" y="0"/>
                  <a:pt x="0" y="0"/>
                </a:cubicBezTo>
                <a:cubicBezTo>
                  <a:pt x="6" y="37"/>
                  <a:pt x="38" y="65"/>
                  <a:pt x="77" y="65"/>
                </a:cubicBezTo>
                <a:cubicBezTo>
                  <a:pt x="415" y="65"/>
                  <a:pt x="415" y="65"/>
                  <a:pt x="415" y="65"/>
                </a:cubicBezTo>
                <a:cubicBezTo>
                  <a:pt x="433" y="65"/>
                  <a:pt x="450" y="59"/>
                  <a:pt x="463" y="49"/>
                </a:cubicBezTo>
                <a:cubicBezTo>
                  <a:pt x="461" y="49"/>
                  <a:pt x="459" y="49"/>
                  <a:pt x="457" y="49"/>
                </a:cubicBezTo>
                <a:cubicBezTo>
                  <a:pt x="445" y="57"/>
                  <a:pt x="431" y="61"/>
                  <a:pt x="415" y="61"/>
                </a:cubicBezTo>
                <a:cubicBezTo>
                  <a:pt x="76" y="61"/>
                  <a:pt x="76" y="61"/>
                  <a:pt x="76" y="61"/>
                </a:cubicBezTo>
                <a:cubicBezTo>
                  <a:pt x="40" y="61"/>
                  <a:pt x="9" y="35"/>
                  <a:pt x="3" y="0"/>
                </a:cubicBezTo>
              </a:path>
            </a:pathLst>
          </a:custGeom>
          <a:solidFill>
            <a:srgbClr val="AA72F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4" name="Freeform 249"/>
          <p:cNvSpPr>
            <a:spLocks/>
          </p:cNvSpPr>
          <p:nvPr/>
        </p:nvSpPr>
        <p:spPr bwMode="auto">
          <a:xfrm>
            <a:off x="1738313" y="5238750"/>
            <a:ext cx="1385887" cy="152400"/>
          </a:xfrm>
          <a:custGeom>
            <a:avLst/>
            <a:gdLst>
              <a:gd name="T0" fmla="*/ 1135974 w 366"/>
              <a:gd name="T1" fmla="*/ 0 h 40"/>
              <a:gd name="T2" fmla="*/ 0 w 366"/>
              <a:gd name="T3" fmla="*/ 0 h 40"/>
              <a:gd name="T4" fmla="*/ 15146 w 366"/>
              <a:gd name="T5" fmla="*/ 3810 h 40"/>
              <a:gd name="T6" fmla="*/ 1135974 w 366"/>
              <a:gd name="T7" fmla="*/ 3810 h 40"/>
              <a:gd name="T8" fmla="*/ 1382101 w 366"/>
              <a:gd name="T9" fmla="*/ 152400 h 40"/>
              <a:gd name="T10" fmla="*/ 1385888 w 366"/>
              <a:gd name="T11" fmla="*/ 152400 h 40"/>
              <a:gd name="T12" fmla="*/ 1135974 w 366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6" h="40">
                <a:moveTo>
                  <a:pt x="300" y="0"/>
                </a:moveTo>
                <a:cubicBezTo>
                  <a:pt x="0" y="0"/>
                  <a:pt x="0" y="0"/>
                  <a:pt x="0" y="0"/>
                </a:cubicBezTo>
                <a:cubicBezTo>
                  <a:pt x="1" y="1"/>
                  <a:pt x="3" y="1"/>
                  <a:pt x="4" y="1"/>
                </a:cubicBezTo>
                <a:cubicBezTo>
                  <a:pt x="300" y="1"/>
                  <a:pt x="300" y="1"/>
                  <a:pt x="300" y="1"/>
                </a:cubicBezTo>
                <a:cubicBezTo>
                  <a:pt x="328" y="1"/>
                  <a:pt x="352" y="17"/>
                  <a:pt x="365" y="40"/>
                </a:cubicBezTo>
                <a:cubicBezTo>
                  <a:pt x="365" y="40"/>
                  <a:pt x="366" y="40"/>
                  <a:pt x="366" y="40"/>
                </a:cubicBezTo>
                <a:cubicBezTo>
                  <a:pt x="353" y="16"/>
                  <a:pt x="329" y="0"/>
                  <a:pt x="300" y="0"/>
                </a:cubicBezTo>
              </a:path>
            </a:pathLst>
          </a:custGeom>
          <a:solidFill>
            <a:srgbClr val="D2B8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5" name="Freeform 250"/>
          <p:cNvSpPr>
            <a:spLocks/>
          </p:cNvSpPr>
          <p:nvPr/>
        </p:nvSpPr>
        <p:spPr bwMode="auto">
          <a:xfrm>
            <a:off x="1311275" y="5238750"/>
            <a:ext cx="442913" cy="338138"/>
          </a:xfrm>
          <a:custGeom>
            <a:avLst/>
            <a:gdLst>
              <a:gd name="T0" fmla="*/ 427771 w 117"/>
              <a:gd name="T1" fmla="*/ 0 h 89"/>
              <a:gd name="T2" fmla="*/ 280133 w 117"/>
              <a:gd name="T3" fmla="*/ 0 h 89"/>
              <a:gd name="T4" fmla="*/ 0 w 117"/>
              <a:gd name="T5" fmla="*/ 284948 h 89"/>
              <a:gd name="T6" fmla="*/ 3786 w 117"/>
              <a:gd name="T7" fmla="*/ 338138 h 89"/>
              <a:gd name="T8" fmla="*/ 11357 w 117"/>
              <a:gd name="T9" fmla="*/ 334339 h 89"/>
              <a:gd name="T10" fmla="*/ 7571 w 117"/>
              <a:gd name="T11" fmla="*/ 281148 h 89"/>
              <a:gd name="T12" fmla="*/ 280133 w 117"/>
              <a:gd name="T13" fmla="*/ 3799 h 89"/>
              <a:gd name="T14" fmla="*/ 442913 w 117"/>
              <a:gd name="T15" fmla="*/ 3799 h 89"/>
              <a:gd name="T16" fmla="*/ 427771 w 117"/>
              <a:gd name="T17" fmla="*/ 0 h 8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7" h="89">
                <a:moveTo>
                  <a:pt x="113" y="0"/>
                </a:moveTo>
                <a:cubicBezTo>
                  <a:pt x="74" y="0"/>
                  <a:pt x="74" y="0"/>
                  <a:pt x="74" y="0"/>
                </a:cubicBezTo>
                <a:cubicBezTo>
                  <a:pt x="33" y="0"/>
                  <a:pt x="0" y="34"/>
                  <a:pt x="0" y="75"/>
                </a:cubicBezTo>
                <a:cubicBezTo>
                  <a:pt x="0" y="80"/>
                  <a:pt x="0" y="84"/>
                  <a:pt x="1" y="89"/>
                </a:cubicBezTo>
                <a:cubicBezTo>
                  <a:pt x="2" y="89"/>
                  <a:pt x="2" y="88"/>
                  <a:pt x="3" y="88"/>
                </a:cubicBezTo>
                <a:cubicBezTo>
                  <a:pt x="2" y="84"/>
                  <a:pt x="2" y="79"/>
                  <a:pt x="2" y="74"/>
                </a:cubicBezTo>
                <a:cubicBezTo>
                  <a:pt x="2" y="34"/>
                  <a:pt x="34" y="1"/>
                  <a:pt x="74" y="1"/>
                </a:cubicBezTo>
                <a:cubicBezTo>
                  <a:pt x="117" y="1"/>
                  <a:pt x="117" y="1"/>
                  <a:pt x="117" y="1"/>
                </a:cubicBezTo>
                <a:cubicBezTo>
                  <a:pt x="116" y="1"/>
                  <a:pt x="114" y="1"/>
                  <a:pt x="113" y="0"/>
                </a:cubicBezTo>
              </a:path>
            </a:pathLst>
          </a:custGeom>
          <a:solidFill>
            <a:srgbClr val="C9A7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6" name="Freeform 251"/>
          <p:cNvSpPr>
            <a:spLocks/>
          </p:cNvSpPr>
          <p:nvPr/>
        </p:nvSpPr>
        <p:spPr bwMode="auto">
          <a:xfrm>
            <a:off x="3003550" y="5391150"/>
            <a:ext cx="155575" cy="371475"/>
          </a:xfrm>
          <a:custGeom>
            <a:avLst/>
            <a:gdLst>
              <a:gd name="T0" fmla="*/ 121424 w 41"/>
              <a:gd name="T1" fmla="*/ 0 h 98"/>
              <a:gd name="T2" fmla="*/ 117630 w 41"/>
              <a:gd name="T3" fmla="*/ 0 h 98"/>
              <a:gd name="T4" fmla="*/ 147986 w 41"/>
              <a:gd name="T5" fmla="*/ 128879 h 98"/>
              <a:gd name="T6" fmla="*/ 0 w 41"/>
              <a:gd name="T7" fmla="*/ 371475 h 98"/>
              <a:gd name="T8" fmla="*/ 30356 w 41"/>
              <a:gd name="T9" fmla="*/ 371475 h 98"/>
              <a:gd name="T10" fmla="*/ 155575 w 41"/>
              <a:gd name="T11" fmla="*/ 132670 h 98"/>
              <a:gd name="T12" fmla="*/ 121424 w 41"/>
              <a:gd name="T13" fmla="*/ 0 h 9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1" h="98">
                <a:moveTo>
                  <a:pt x="32" y="0"/>
                </a:moveTo>
                <a:cubicBezTo>
                  <a:pt x="32" y="0"/>
                  <a:pt x="31" y="0"/>
                  <a:pt x="31" y="0"/>
                </a:cubicBezTo>
                <a:cubicBezTo>
                  <a:pt x="36" y="10"/>
                  <a:pt x="39" y="21"/>
                  <a:pt x="39" y="34"/>
                </a:cubicBezTo>
                <a:cubicBezTo>
                  <a:pt x="39" y="62"/>
                  <a:pt x="23" y="86"/>
                  <a:pt x="0" y="98"/>
                </a:cubicBezTo>
                <a:cubicBezTo>
                  <a:pt x="2" y="98"/>
                  <a:pt x="5" y="98"/>
                  <a:pt x="8" y="98"/>
                </a:cubicBezTo>
                <a:cubicBezTo>
                  <a:pt x="28" y="85"/>
                  <a:pt x="41" y="62"/>
                  <a:pt x="41" y="35"/>
                </a:cubicBezTo>
                <a:cubicBezTo>
                  <a:pt x="41" y="22"/>
                  <a:pt x="38" y="10"/>
                  <a:pt x="32" y="0"/>
                </a:cubicBezTo>
              </a:path>
            </a:pathLst>
          </a:custGeom>
          <a:solidFill>
            <a:srgbClr val="B88B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7" name="Freeform 252"/>
          <p:cNvSpPr>
            <a:spLocks/>
          </p:cNvSpPr>
          <p:nvPr/>
        </p:nvSpPr>
        <p:spPr bwMode="auto">
          <a:xfrm>
            <a:off x="1314450" y="5573713"/>
            <a:ext cx="1719263" cy="234950"/>
          </a:xfrm>
          <a:custGeom>
            <a:avLst/>
            <a:gdLst>
              <a:gd name="T0" fmla="*/ 7574 w 454"/>
              <a:gd name="T1" fmla="*/ 0 h 62"/>
              <a:gd name="T2" fmla="*/ 0 w 454"/>
              <a:gd name="T3" fmla="*/ 3790 h 62"/>
              <a:gd name="T4" fmla="*/ 276445 w 454"/>
              <a:gd name="T5" fmla="*/ 234950 h 62"/>
              <a:gd name="T6" fmla="*/ 1560212 w 454"/>
              <a:gd name="T7" fmla="*/ 234950 h 62"/>
              <a:gd name="T8" fmla="*/ 1719263 w 454"/>
              <a:gd name="T9" fmla="*/ 189476 h 62"/>
              <a:gd name="T10" fmla="*/ 1688968 w 454"/>
              <a:gd name="T11" fmla="*/ 189476 h 62"/>
              <a:gd name="T12" fmla="*/ 1560212 w 454"/>
              <a:gd name="T13" fmla="*/ 219792 h 62"/>
              <a:gd name="T14" fmla="*/ 276445 w 454"/>
              <a:gd name="T15" fmla="*/ 219792 h 62"/>
              <a:gd name="T16" fmla="*/ 7574 w 454"/>
              <a:gd name="T17" fmla="*/ 0 h 62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54" h="62">
                <a:moveTo>
                  <a:pt x="2" y="0"/>
                </a:moveTo>
                <a:cubicBezTo>
                  <a:pt x="1" y="0"/>
                  <a:pt x="1" y="1"/>
                  <a:pt x="0" y="1"/>
                </a:cubicBezTo>
                <a:cubicBezTo>
                  <a:pt x="6" y="36"/>
                  <a:pt x="37" y="62"/>
                  <a:pt x="73" y="62"/>
                </a:cubicBezTo>
                <a:cubicBezTo>
                  <a:pt x="412" y="62"/>
                  <a:pt x="412" y="62"/>
                  <a:pt x="412" y="62"/>
                </a:cubicBezTo>
                <a:cubicBezTo>
                  <a:pt x="428" y="62"/>
                  <a:pt x="442" y="58"/>
                  <a:pt x="454" y="50"/>
                </a:cubicBezTo>
                <a:cubicBezTo>
                  <a:pt x="451" y="50"/>
                  <a:pt x="448" y="50"/>
                  <a:pt x="446" y="50"/>
                </a:cubicBezTo>
                <a:cubicBezTo>
                  <a:pt x="436" y="56"/>
                  <a:pt x="424" y="58"/>
                  <a:pt x="412" y="58"/>
                </a:cubicBezTo>
                <a:cubicBezTo>
                  <a:pt x="73" y="58"/>
                  <a:pt x="73" y="58"/>
                  <a:pt x="73" y="58"/>
                </a:cubicBezTo>
                <a:cubicBezTo>
                  <a:pt x="38" y="58"/>
                  <a:pt x="9" y="34"/>
                  <a:pt x="2" y="0"/>
                </a:cubicBezTo>
              </a:path>
            </a:pathLst>
          </a:custGeom>
          <a:solidFill>
            <a:srgbClr val="A972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8" name="Freeform 253"/>
          <p:cNvSpPr>
            <a:spLocks/>
          </p:cNvSpPr>
          <p:nvPr/>
        </p:nvSpPr>
        <p:spPr bwMode="auto">
          <a:xfrm>
            <a:off x="1754188" y="5243513"/>
            <a:ext cx="1366837" cy="147637"/>
          </a:xfrm>
          <a:custGeom>
            <a:avLst/>
            <a:gdLst>
              <a:gd name="T0" fmla="*/ 1120731 w 361"/>
              <a:gd name="T1" fmla="*/ 0 h 39"/>
              <a:gd name="T2" fmla="*/ 0 w 361"/>
              <a:gd name="T3" fmla="*/ 0 h 39"/>
              <a:gd name="T4" fmla="*/ 15145 w 361"/>
              <a:gd name="T5" fmla="*/ 3786 h 39"/>
              <a:gd name="T6" fmla="*/ 1124518 w 361"/>
              <a:gd name="T7" fmla="*/ 3786 h 39"/>
              <a:gd name="T8" fmla="*/ 1359265 w 361"/>
              <a:gd name="T9" fmla="*/ 147638 h 39"/>
              <a:gd name="T10" fmla="*/ 1366838 w 361"/>
              <a:gd name="T11" fmla="*/ 147638 h 39"/>
              <a:gd name="T12" fmla="*/ 1120731 w 361"/>
              <a:gd name="T13" fmla="*/ 0 h 3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61" h="39">
                <a:moveTo>
                  <a:pt x="296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1"/>
                  <a:pt x="4" y="1"/>
                </a:cubicBezTo>
                <a:cubicBezTo>
                  <a:pt x="297" y="1"/>
                  <a:pt x="297" y="1"/>
                  <a:pt x="297" y="1"/>
                </a:cubicBezTo>
                <a:cubicBezTo>
                  <a:pt x="324" y="1"/>
                  <a:pt x="347" y="16"/>
                  <a:pt x="359" y="39"/>
                </a:cubicBezTo>
                <a:cubicBezTo>
                  <a:pt x="360" y="39"/>
                  <a:pt x="360" y="39"/>
                  <a:pt x="361" y="39"/>
                </a:cubicBezTo>
                <a:cubicBezTo>
                  <a:pt x="348" y="16"/>
                  <a:pt x="324" y="0"/>
                  <a:pt x="296" y="0"/>
                </a:cubicBezTo>
              </a:path>
            </a:pathLst>
          </a:custGeom>
          <a:solidFill>
            <a:srgbClr val="D1B6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89" name="Freeform 254"/>
          <p:cNvSpPr>
            <a:spLocks/>
          </p:cNvSpPr>
          <p:nvPr/>
        </p:nvSpPr>
        <p:spPr bwMode="auto">
          <a:xfrm>
            <a:off x="1317625" y="5243513"/>
            <a:ext cx="450850" cy="330200"/>
          </a:xfrm>
          <a:custGeom>
            <a:avLst/>
            <a:gdLst>
              <a:gd name="T0" fmla="*/ 435695 w 119"/>
              <a:gd name="T1" fmla="*/ 0 h 87"/>
              <a:gd name="T2" fmla="*/ 272783 w 119"/>
              <a:gd name="T3" fmla="*/ 0 h 87"/>
              <a:gd name="T4" fmla="*/ 0 w 119"/>
              <a:gd name="T5" fmla="*/ 277064 h 87"/>
              <a:gd name="T6" fmla="*/ 3789 w 119"/>
              <a:gd name="T7" fmla="*/ 330200 h 87"/>
              <a:gd name="T8" fmla="*/ 15155 w 119"/>
              <a:gd name="T9" fmla="*/ 330200 h 87"/>
              <a:gd name="T10" fmla="*/ 7577 w 119"/>
              <a:gd name="T11" fmla="*/ 269474 h 87"/>
              <a:gd name="T12" fmla="*/ 7577 w 119"/>
              <a:gd name="T13" fmla="*/ 269474 h 87"/>
              <a:gd name="T14" fmla="*/ 272783 w 119"/>
              <a:gd name="T15" fmla="*/ 3795 h 87"/>
              <a:gd name="T16" fmla="*/ 450850 w 119"/>
              <a:gd name="T17" fmla="*/ 3795 h 87"/>
              <a:gd name="T18" fmla="*/ 435695 w 119"/>
              <a:gd name="T19" fmla="*/ 0 h 8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19" h="87">
                <a:moveTo>
                  <a:pt x="115" y="0"/>
                </a:moveTo>
                <a:cubicBezTo>
                  <a:pt x="72" y="0"/>
                  <a:pt x="72" y="0"/>
                  <a:pt x="72" y="0"/>
                </a:cubicBezTo>
                <a:cubicBezTo>
                  <a:pt x="32" y="0"/>
                  <a:pt x="0" y="33"/>
                  <a:pt x="0" y="73"/>
                </a:cubicBezTo>
                <a:cubicBezTo>
                  <a:pt x="0" y="78"/>
                  <a:pt x="0" y="83"/>
                  <a:pt x="1" y="87"/>
                </a:cubicBezTo>
                <a:cubicBezTo>
                  <a:pt x="2" y="87"/>
                  <a:pt x="3" y="87"/>
                  <a:pt x="4" y="87"/>
                </a:cubicBezTo>
                <a:cubicBezTo>
                  <a:pt x="2" y="82"/>
                  <a:pt x="2" y="77"/>
                  <a:pt x="2" y="71"/>
                </a:cubicBezTo>
                <a:cubicBezTo>
                  <a:pt x="2" y="71"/>
                  <a:pt x="2" y="71"/>
                  <a:pt x="2" y="71"/>
                </a:cubicBezTo>
                <a:cubicBezTo>
                  <a:pt x="2" y="32"/>
                  <a:pt x="33" y="1"/>
                  <a:pt x="72" y="1"/>
                </a:cubicBezTo>
                <a:cubicBezTo>
                  <a:pt x="119" y="1"/>
                  <a:pt x="119" y="1"/>
                  <a:pt x="119" y="1"/>
                </a:cubicBezTo>
                <a:cubicBezTo>
                  <a:pt x="117" y="1"/>
                  <a:pt x="116" y="0"/>
                  <a:pt x="115" y="0"/>
                </a:cubicBezTo>
              </a:path>
            </a:pathLst>
          </a:custGeom>
          <a:solidFill>
            <a:srgbClr val="C7A6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0" name="Freeform 255"/>
          <p:cNvSpPr>
            <a:spLocks/>
          </p:cNvSpPr>
          <p:nvPr/>
        </p:nvSpPr>
        <p:spPr bwMode="auto">
          <a:xfrm>
            <a:off x="2965450" y="5391150"/>
            <a:ext cx="185738" cy="374650"/>
          </a:xfrm>
          <a:custGeom>
            <a:avLst/>
            <a:gdLst>
              <a:gd name="T0" fmla="*/ 155413 w 49"/>
              <a:gd name="T1" fmla="*/ 0 h 99"/>
              <a:gd name="T2" fmla="*/ 147832 w 49"/>
              <a:gd name="T3" fmla="*/ 0 h 99"/>
              <a:gd name="T4" fmla="*/ 178157 w 49"/>
              <a:gd name="T5" fmla="*/ 121099 h 99"/>
              <a:gd name="T6" fmla="*/ 178157 w 49"/>
              <a:gd name="T7" fmla="*/ 121099 h 99"/>
              <a:gd name="T8" fmla="*/ 0 w 49"/>
              <a:gd name="T9" fmla="*/ 374650 h 99"/>
              <a:gd name="T10" fmla="*/ 37906 w 49"/>
              <a:gd name="T11" fmla="*/ 370866 h 99"/>
              <a:gd name="T12" fmla="*/ 185738 w 49"/>
              <a:gd name="T13" fmla="*/ 128668 h 99"/>
              <a:gd name="T14" fmla="*/ 155413 w 49"/>
              <a:gd name="T15" fmla="*/ 0 h 9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49" h="99">
                <a:moveTo>
                  <a:pt x="41" y="0"/>
                </a:moveTo>
                <a:cubicBezTo>
                  <a:pt x="40" y="0"/>
                  <a:pt x="40" y="0"/>
                  <a:pt x="39" y="0"/>
                </a:cubicBezTo>
                <a:cubicBezTo>
                  <a:pt x="44" y="9"/>
                  <a:pt x="47" y="20"/>
                  <a:pt x="47" y="32"/>
                </a:cubicBezTo>
                <a:cubicBezTo>
                  <a:pt x="47" y="32"/>
                  <a:pt x="47" y="32"/>
                  <a:pt x="47" y="32"/>
                </a:cubicBezTo>
                <a:cubicBezTo>
                  <a:pt x="47" y="63"/>
                  <a:pt x="27" y="89"/>
                  <a:pt x="0" y="99"/>
                </a:cubicBezTo>
                <a:cubicBezTo>
                  <a:pt x="3" y="99"/>
                  <a:pt x="6" y="99"/>
                  <a:pt x="10" y="98"/>
                </a:cubicBezTo>
                <a:cubicBezTo>
                  <a:pt x="33" y="86"/>
                  <a:pt x="49" y="62"/>
                  <a:pt x="49" y="34"/>
                </a:cubicBezTo>
                <a:cubicBezTo>
                  <a:pt x="49" y="21"/>
                  <a:pt x="46" y="10"/>
                  <a:pt x="41" y="0"/>
                </a:cubicBezTo>
              </a:path>
            </a:pathLst>
          </a:custGeom>
          <a:solidFill>
            <a:srgbClr val="B68A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1" name="Freeform 256"/>
          <p:cNvSpPr>
            <a:spLocks/>
          </p:cNvSpPr>
          <p:nvPr/>
        </p:nvSpPr>
        <p:spPr bwMode="auto">
          <a:xfrm>
            <a:off x="1322388" y="5573713"/>
            <a:ext cx="1681162" cy="219075"/>
          </a:xfrm>
          <a:custGeom>
            <a:avLst/>
            <a:gdLst>
              <a:gd name="T0" fmla="*/ 11359 w 444"/>
              <a:gd name="T1" fmla="*/ 0 h 58"/>
              <a:gd name="T2" fmla="*/ 0 w 444"/>
              <a:gd name="T3" fmla="*/ 0 h 58"/>
              <a:gd name="T4" fmla="*/ 268835 w 444"/>
              <a:gd name="T5" fmla="*/ 219075 h 58"/>
              <a:gd name="T6" fmla="*/ 1552425 w 444"/>
              <a:gd name="T7" fmla="*/ 219075 h 58"/>
              <a:gd name="T8" fmla="*/ 1681163 w 444"/>
              <a:gd name="T9" fmla="*/ 188858 h 58"/>
              <a:gd name="T10" fmla="*/ 1643299 w 444"/>
              <a:gd name="T11" fmla="*/ 192635 h 58"/>
              <a:gd name="T12" fmla="*/ 1556212 w 444"/>
              <a:gd name="T13" fmla="*/ 207744 h 58"/>
              <a:gd name="T14" fmla="*/ 268835 w 444"/>
              <a:gd name="T15" fmla="*/ 207744 h 58"/>
              <a:gd name="T16" fmla="*/ 11359 w 444"/>
              <a:gd name="T17" fmla="*/ 0 h 5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44" h="58">
                <a:moveTo>
                  <a:pt x="3" y="0"/>
                </a:moveTo>
                <a:cubicBezTo>
                  <a:pt x="2" y="0"/>
                  <a:pt x="1" y="0"/>
                  <a:pt x="0" y="0"/>
                </a:cubicBezTo>
                <a:cubicBezTo>
                  <a:pt x="7" y="34"/>
                  <a:pt x="36" y="58"/>
                  <a:pt x="71" y="58"/>
                </a:cubicBezTo>
                <a:cubicBezTo>
                  <a:pt x="410" y="58"/>
                  <a:pt x="410" y="58"/>
                  <a:pt x="410" y="58"/>
                </a:cubicBezTo>
                <a:cubicBezTo>
                  <a:pt x="422" y="58"/>
                  <a:pt x="434" y="56"/>
                  <a:pt x="444" y="50"/>
                </a:cubicBezTo>
                <a:cubicBezTo>
                  <a:pt x="440" y="51"/>
                  <a:pt x="437" y="51"/>
                  <a:pt x="434" y="51"/>
                </a:cubicBezTo>
                <a:cubicBezTo>
                  <a:pt x="426" y="53"/>
                  <a:pt x="419" y="55"/>
                  <a:pt x="411" y="55"/>
                </a:cubicBezTo>
                <a:cubicBezTo>
                  <a:pt x="71" y="55"/>
                  <a:pt x="71" y="55"/>
                  <a:pt x="71" y="55"/>
                </a:cubicBezTo>
                <a:cubicBezTo>
                  <a:pt x="38" y="55"/>
                  <a:pt x="10" y="31"/>
                  <a:pt x="3" y="0"/>
                </a:cubicBezTo>
              </a:path>
            </a:pathLst>
          </a:custGeom>
          <a:solidFill>
            <a:srgbClr val="A871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2" name="Freeform 257"/>
          <p:cNvSpPr>
            <a:spLocks/>
          </p:cNvSpPr>
          <p:nvPr/>
        </p:nvSpPr>
        <p:spPr bwMode="auto">
          <a:xfrm>
            <a:off x="1768475" y="5246688"/>
            <a:ext cx="1344613" cy="144462"/>
          </a:xfrm>
          <a:custGeom>
            <a:avLst/>
            <a:gdLst>
              <a:gd name="T0" fmla="*/ 1109779 w 355"/>
              <a:gd name="T1" fmla="*/ 0 h 38"/>
              <a:gd name="T2" fmla="*/ 0 w 355"/>
              <a:gd name="T3" fmla="*/ 0 h 38"/>
              <a:gd name="T4" fmla="*/ 11363 w 355"/>
              <a:gd name="T5" fmla="*/ 0 h 38"/>
              <a:gd name="T6" fmla="*/ 1109779 w 355"/>
              <a:gd name="T7" fmla="*/ 0 h 38"/>
              <a:gd name="T8" fmla="*/ 1340825 w 355"/>
              <a:gd name="T9" fmla="*/ 144463 h 38"/>
              <a:gd name="T10" fmla="*/ 1344613 w 355"/>
              <a:gd name="T11" fmla="*/ 144463 h 38"/>
              <a:gd name="T12" fmla="*/ 1109779 w 355"/>
              <a:gd name="T13" fmla="*/ 0 h 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5" h="38">
                <a:moveTo>
                  <a:pt x="293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293" y="0"/>
                  <a:pt x="293" y="0"/>
                  <a:pt x="293" y="0"/>
                </a:cubicBezTo>
                <a:cubicBezTo>
                  <a:pt x="319" y="0"/>
                  <a:pt x="342" y="16"/>
                  <a:pt x="354" y="38"/>
                </a:cubicBezTo>
                <a:cubicBezTo>
                  <a:pt x="354" y="38"/>
                  <a:pt x="355" y="38"/>
                  <a:pt x="355" y="38"/>
                </a:cubicBezTo>
                <a:cubicBezTo>
                  <a:pt x="343" y="15"/>
                  <a:pt x="320" y="0"/>
                  <a:pt x="293" y="0"/>
                </a:cubicBezTo>
              </a:path>
            </a:pathLst>
          </a:custGeom>
          <a:solidFill>
            <a:srgbClr val="D0B5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3" name="Freeform 258"/>
          <p:cNvSpPr>
            <a:spLocks/>
          </p:cNvSpPr>
          <p:nvPr/>
        </p:nvSpPr>
        <p:spPr bwMode="auto">
          <a:xfrm>
            <a:off x="1325563" y="5246688"/>
            <a:ext cx="454025" cy="327025"/>
          </a:xfrm>
          <a:custGeom>
            <a:avLst/>
            <a:gdLst>
              <a:gd name="T0" fmla="*/ 442674 w 120"/>
              <a:gd name="T1" fmla="*/ 0 h 86"/>
              <a:gd name="T2" fmla="*/ 264848 w 120"/>
              <a:gd name="T3" fmla="*/ 0 h 86"/>
              <a:gd name="T4" fmla="*/ 0 w 120"/>
              <a:gd name="T5" fmla="*/ 266183 h 86"/>
              <a:gd name="T6" fmla="*/ 0 w 120"/>
              <a:gd name="T7" fmla="*/ 266183 h 86"/>
              <a:gd name="T8" fmla="*/ 7567 w 120"/>
              <a:gd name="T9" fmla="*/ 327025 h 86"/>
              <a:gd name="T10" fmla="*/ 15134 w 120"/>
              <a:gd name="T11" fmla="*/ 327025 h 86"/>
              <a:gd name="T12" fmla="*/ 7567 w 120"/>
              <a:gd name="T13" fmla="*/ 262381 h 86"/>
              <a:gd name="T14" fmla="*/ 264848 w 120"/>
              <a:gd name="T15" fmla="*/ 0 h 86"/>
              <a:gd name="T16" fmla="*/ 454025 w 120"/>
              <a:gd name="T17" fmla="*/ 0 h 86"/>
              <a:gd name="T18" fmla="*/ 442674 w 120"/>
              <a:gd name="T19" fmla="*/ 0 h 8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0" h="86">
                <a:moveTo>
                  <a:pt x="117" y="0"/>
                </a:moveTo>
                <a:cubicBezTo>
                  <a:pt x="70" y="0"/>
                  <a:pt x="70" y="0"/>
                  <a:pt x="70" y="0"/>
                </a:cubicBezTo>
                <a:cubicBezTo>
                  <a:pt x="31" y="0"/>
                  <a:pt x="0" y="31"/>
                  <a:pt x="0" y="70"/>
                </a:cubicBezTo>
                <a:cubicBezTo>
                  <a:pt x="0" y="70"/>
                  <a:pt x="0" y="70"/>
                  <a:pt x="0" y="70"/>
                </a:cubicBezTo>
                <a:cubicBezTo>
                  <a:pt x="0" y="76"/>
                  <a:pt x="0" y="81"/>
                  <a:pt x="2" y="86"/>
                </a:cubicBezTo>
                <a:cubicBezTo>
                  <a:pt x="2" y="86"/>
                  <a:pt x="3" y="86"/>
                  <a:pt x="4" y="86"/>
                </a:cubicBezTo>
                <a:cubicBezTo>
                  <a:pt x="3" y="80"/>
                  <a:pt x="2" y="74"/>
                  <a:pt x="2" y="69"/>
                </a:cubicBezTo>
                <a:cubicBezTo>
                  <a:pt x="2" y="31"/>
                  <a:pt x="32" y="0"/>
                  <a:pt x="70" y="0"/>
                </a:cubicBezTo>
                <a:cubicBezTo>
                  <a:pt x="120" y="0"/>
                  <a:pt x="120" y="0"/>
                  <a:pt x="120" y="0"/>
                </a:cubicBezTo>
                <a:cubicBezTo>
                  <a:pt x="119" y="0"/>
                  <a:pt x="118" y="0"/>
                  <a:pt x="117" y="0"/>
                </a:cubicBezTo>
              </a:path>
            </a:pathLst>
          </a:custGeom>
          <a:solidFill>
            <a:srgbClr val="C6A5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4" name="Freeform 259"/>
          <p:cNvSpPr>
            <a:spLocks/>
          </p:cNvSpPr>
          <p:nvPr/>
        </p:nvSpPr>
        <p:spPr bwMode="auto">
          <a:xfrm>
            <a:off x="2855913" y="5391150"/>
            <a:ext cx="287337" cy="374650"/>
          </a:xfrm>
          <a:custGeom>
            <a:avLst/>
            <a:gdLst>
              <a:gd name="T0" fmla="*/ 257092 w 76"/>
              <a:gd name="T1" fmla="*/ 0 h 99"/>
              <a:gd name="T2" fmla="*/ 253311 w 76"/>
              <a:gd name="T3" fmla="*/ 0 h 99"/>
              <a:gd name="T4" fmla="*/ 279776 w 76"/>
              <a:gd name="T5" fmla="*/ 117315 h 99"/>
              <a:gd name="T6" fmla="*/ 22685 w 76"/>
              <a:gd name="T7" fmla="*/ 374650 h 99"/>
              <a:gd name="T8" fmla="*/ 0 w 76"/>
              <a:gd name="T9" fmla="*/ 374650 h 99"/>
              <a:gd name="T10" fmla="*/ 52931 w 76"/>
              <a:gd name="T11" fmla="*/ 374650 h 99"/>
              <a:gd name="T12" fmla="*/ 109642 w 76"/>
              <a:gd name="T13" fmla="*/ 374650 h 99"/>
              <a:gd name="T14" fmla="*/ 287338 w 76"/>
              <a:gd name="T15" fmla="*/ 121099 h 99"/>
              <a:gd name="T16" fmla="*/ 287338 w 76"/>
              <a:gd name="T17" fmla="*/ 121099 h 99"/>
              <a:gd name="T18" fmla="*/ 257092 w 76"/>
              <a:gd name="T19" fmla="*/ 0 h 99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76" h="99">
                <a:moveTo>
                  <a:pt x="68" y="0"/>
                </a:moveTo>
                <a:cubicBezTo>
                  <a:pt x="68" y="0"/>
                  <a:pt x="67" y="0"/>
                  <a:pt x="67" y="0"/>
                </a:cubicBezTo>
                <a:cubicBezTo>
                  <a:pt x="71" y="9"/>
                  <a:pt x="74" y="19"/>
                  <a:pt x="74" y="31"/>
                </a:cubicBezTo>
                <a:cubicBezTo>
                  <a:pt x="74" y="68"/>
                  <a:pt x="43" y="99"/>
                  <a:pt x="6" y="99"/>
                </a:cubicBezTo>
                <a:cubicBezTo>
                  <a:pt x="0" y="99"/>
                  <a:pt x="0" y="99"/>
                  <a:pt x="0" y="99"/>
                </a:cubicBezTo>
                <a:cubicBezTo>
                  <a:pt x="5" y="99"/>
                  <a:pt x="9" y="99"/>
                  <a:pt x="14" y="99"/>
                </a:cubicBezTo>
                <a:cubicBezTo>
                  <a:pt x="19" y="99"/>
                  <a:pt x="24" y="99"/>
                  <a:pt x="29" y="99"/>
                </a:cubicBezTo>
                <a:cubicBezTo>
                  <a:pt x="56" y="89"/>
                  <a:pt x="76" y="63"/>
                  <a:pt x="76" y="32"/>
                </a:cubicBezTo>
                <a:cubicBezTo>
                  <a:pt x="76" y="32"/>
                  <a:pt x="76" y="32"/>
                  <a:pt x="76" y="32"/>
                </a:cubicBezTo>
                <a:cubicBezTo>
                  <a:pt x="76" y="20"/>
                  <a:pt x="73" y="9"/>
                  <a:pt x="68" y="0"/>
                </a:cubicBezTo>
              </a:path>
            </a:pathLst>
          </a:custGeom>
          <a:solidFill>
            <a:srgbClr val="B589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5" name="Freeform 260"/>
          <p:cNvSpPr>
            <a:spLocks/>
          </p:cNvSpPr>
          <p:nvPr/>
        </p:nvSpPr>
        <p:spPr bwMode="auto">
          <a:xfrm>
            <a:off x="1333500" y="5573713"/>
            <a:ext cx="1631950" cy="207962"/>
          </a:xfrm>
          <a:custGeom>
            <a:avLst/>
            <a:gdLst>
              <a:gd name="T0" fmla="*/ 7573 w 431"/>
              <a:gd name="T1" fmla="*/ 0 h 55"/>
              <a:gd name="T2" fmla="*/ 0 w 431"/>
              <a:gd name="T3" fmla="*/ 0 h 55"/>
              <a:gd name="T4" fmla="*/ 257477 w 431"/>
              <a:gd name="T5" fmla="*/ 207963 h 55"/>
              <a:gd name="T6" fmla="*/ 1544862 w 431"/>
              <a:gd name="T7" fmla="*/ 207963 h 55"/>
              <a:gd name="T8" fmla="*/ 1631950 w 431"/>
              <a:gd name="T9" fmla="*/ 192838 h 55"/>
              <a:gd name="T10" fmla="*/ 1575154 w 431"/>
              <a:gd name="T11" fmla="*/ 192838 h 55"/>
              <a:gd name="T12" fmla="*/ 1522144 w 431"/>
              <a:gd name="T13" fmla="*/ 192838 h 55"/>
              <a:gd name="T14" fmla="*/ 257477 w 431"/>
              <a:gd name="T15" fmla="*/ 192838 h 55"/>
              <a:gd name="T16" fmla="*/ 7573 w 431"/>
              <a:gd name="T17" fmla="*/ 0 h 5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1" h="55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7" y="31"/>
                  <a:pt x="35" y="55"/>
                  <a:pt x="68" y="55"/>
                </a:cubicBezTo>
                <a:cubicBezTo>
                  <a:pt x="408" y="55"/>
                  <a:pt x="408" y="55"/>
                  <a:pt x="408" y="55"/>
                </a:cubicBezTo>
                <a:cubicBezTo>
                  <a:pt x="416" y="55"/>
                  <a:pt x="423" y="53"/>
                  <a:pt x="431" y="51"/>
                </a:cubicBezTo>
                <a:cubicBezTo>
                  <a:pt x="426" y="51"/>
                  <a:pt x="421" y="51"/>
                  <a:pt x="416" y="51"/>
                </a:cubicBezTo>
                <a:cubicBezTo>
                  <a:pt x="411" y="51"/>
                  <a:pt x="407" y="51"/>
                  <a:pt x="402" y="51"/>
                </a:cubicBezTo>
                <a:cubicBezTo>
                  <a:pt x="68" y="51"/>
                  <a:pt x="68" y="51"/>
                  <a:pt x="68" y="51"/>
                </a:cubicBezTo>
                <a:cubicBezTo>
                  <a:pt x="36" y="51"/>
                  <a:pt x="10" y="29"/>
                  <a:pt x="2" y="0"/>
                </a:cubicBezTo>
              </a:path>
            </a:pathLst>
          </a:custGeom>
          <a:solidFill>
            <a:srgbClr val="A771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6" name="Freeform 261"/>
          <p:cNvSpPr>
            <a:spLocks/>
          </p:cNvSpPr>
          <p:nvPr/>
        </p:nvSpPr>
        <p:spPr bwMode="auto">
          <a:xfrm>
            <a:off x="1779588" y="5246688"/>
            <a:ext cx="1330325" cy="144462"/>
          </a:xfrm>
          <a:custGeom>
            <a:avLst/>
            <a:gdLst>
              <a:gd name="T0" fmla="*/ 1099129 w 351"/>
              <a:gd name="T1" fmla="*/ 0 h 38"/>
              <a:gd name="T2" fmla="*/ 0 w 351"/>
              <a:gd name="T3" fmla="*/ 0 h 38"/>
              <a:gd name="T4" fmla="*/ 15160 w 351"/>
              <a:gd name="T5" fmla="*/ 3802 h 38"/>
              <a:gd name="T6" fmla="*/ 1099129 w 351"/>
              <a:gd name="T7" fmla="*/ 3802 h 38"/>
              <a:gd name="T8" fmla="*/ 1322745 w 351"/>
              <a:gd name="T9" fmla="*/ 144463 h 38"/>
              <a:gd name="T10" fmla="*/ 1330325 w 351"/>
              <a:gd name="T11" fmla="*/ 144463 h 38"/>
              <a:gd name="T12" fmla="*/ 1099129 w 351"/>
              <a:gd name="T13" fmla="*/ 0 h 3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51" h="38">
                <a:moveTo>
                  <a:pt x="29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1"/>
                  <a:pt x="3" y="1"/>
                  <a:pt x="4" y="1"/>
                </a:cubicBezTo>
                <a:cubicBezTo>
                  <a:pt x="290" y="1"/>
                  <a:pt x="290" y="1"/>
                  <a:pt x="290" y="1"/>
                </a:cubicBezTo>
                <a:cubicBezTo>
                  <a:pt x="316" y="1"/>
                  <a:pt x="338" y="16"/>
                  <a:pt x="349" y="38"/>
                </a:cubicBezTo>
                <a:cubicBezTo>
                  <a:pt x="350" y="38"/>
                  <a:pt x="350" y="38"/>
                  <a:pt x="351" y="38"/>
                </a:cubicBezTo>
                <a:cubicBezTo>
                  <a:pt x="339" y="16"/>
                  <a:pt x="316" y="0"/>
                  <a:pt x="290" y="0"/>
                </a:cubicBezTo>
              </a:path>
            </a:pathLst>
          </a:custGeom>
          <a:solidFill>
            <a:srgbClr val="CFB4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7" name="Freeform 262"/>
          <p:cNvSpPr>
            <a:spLocks/>
          </p:cNvSpPr>
          <p:nvPr/>
        </p:nvSpPr>
        <p:spPr bwMode="auto">
          <a:xfrm>
            <a:off x="1333500" y="5246688"/>
            <a:ext cx="461963" cy="327025"/>
          </a:xfrm>
          <a:custGeom>
            <a:avLst/>
            <a:gdLst>
              <a:gd name="T0" fmla="*/ 446817 w 122"/>
              <a:gd name="T1" fmla="*/ 0 h 86"/>
              <a:gd name="T2" fmla="*/ 257488 w 122"/>
              <a:gd name="T3" fmla="*/ 0 h 86"/>
              <a:gd name="T4" fmla="*/ 0 w 122"/>
              <a:gd name="T5" fmla="*/ 262381 h 86"/>
              <a:gd name="T6" fmla="*/ 7573 w 122"/>
              <a:gd name="T7" fmla="*/ 327025 h 86"/>
              <a:gd name="T8" fmla="*/ 18933 w 122"/>
              <a:gd name="T9" fmla="*/ 323222 h 86"/>
              <a:gd name="T10" fmla="*/ 7573 w 122"/>
              <a:gd name="T11" fmla="*/ 254775 h 86"/>
              <a:gd name="T12" fmla="*/ 257488 w 122"/>
              <a:gd name="T13" fmla="*/ 3803 h 86"/>
              <a:gd name="T14" fmla="*/ 461963 w 122"/>
              <a:gd name="T15" fmla="*/ 3803 h 86"/>
              <a:gd name="T16" fmla="*/ 446817 w 122"/>
              <a:gd name="T17" fmla="*/ 0 h 8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2" h="86">
                <a:moveTo>
                  <a:pt x="118" y="0"/>
                </a:moveTo>
                <a:cubicBezTo>
                  <a:pt x="68" y="0"/>
                  <a:pt x="68" y="0"/>
                  <a:pt x="68" y="0"/>
                </a:cubicBezTo>
                <a:cubicBezTo>
                  <a:pt x="30" y="0"/>
                  <a:pt x="0" y="31"/>
                  <a:pt x="0" y="69"/>
                </a:cubicBezTo>
                <a:cubicBezTo>
                  <a:pt x="0" y="74"/>
                  <a:pt x="1" y="80"/>
                  <a:pt x="2" y="86"/>
                </a:cubicBezTo>
                <a:cubicBezTo>
                  <a:pt x="3" y="86"/>
                  <a:pt x="4" y="86"/>
                  <a:pt x="5" y="85"/>
                </a:cubicBezTo>
                <a:cubicBezTo>
                  <a:pt x="3" y="80"/>
                  <a:pt x="2" y="73"/>
                  <a:pt x="2" y="67"/>
                </a:cubicBezTo>
                <a:cubicBezTo>
                  <a:pt x="2" y="31"/>
                  <a:pt x="31" y="1"/>
                  <a:pt x="68" y="1"/>
                </a:cubicBezTo>
                <a:cubicBezTo>
                  <a:pt x="122" y="1"/>
                  <a:pt x="122" y="1"/>
                  <a:pt x="122" y="1"/>
                </a:cubicBezTo>
                <a:cubicBezTo>
                  <a:pt x="121" y="1"/>
                  <a:pt x="120" y="1"/>
                  <a:pt x="118" y="0"/>
                </a:cubicBezTo>
              </a:path>
            </a:pathLst>
          </a:custGeom>
          <a:solidFill>
            <a:srgbClr val="C5A4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8" name="Freeform 263"/>
          <p:cNvSpPr>
            <a:spLocks/>
          </p:cNvSpPr>
          <p:nvPr/>
        </p:nvSpPr>
        <p:spPr bwMode="auto">
          <a:xfrm>
            <a:off x="2659063" y="5391150"/>
            <a:ext cx="477837" cy="374650"/>
          </a:xfrm>
          <a:custGeom>
            <a:avLst/>
            <a:gdLst>
              <a:gd name="T0" fmla="*/ 451291 w 126"/>
              <a:gd name="T1" fmla="*/ 0 h 99"/>
              <a:gd name="T2" fmla="*/ 443707 w 126"/>
              <a:gd name="T3" fmla="*/ 0 h 99"/>
              <a:gd name="T4" fmla="*/ 470253 w 126"/>
              <a:gd name="T5" fmla="*/ 109746 h 99"/>
              <a:gd name="T6" fmla="*/ 219957 w 126"/>
              <a:gd name="T7" fmla="*/ 359513 h 99"/>
              <a:gd name="T8" fmla="*/ 0 w 126"/>
              <a:gd name="T9" fmla="*/ 359513 h 99"/>
              <a:gd name="T10" fmla="*/ 197203 w 126"/>
              <a:gd name="T11" fmla="*/ 374650 h 99"/>
              <a:gd name="T12" fmla="*/ 219957 w 126"/>
              <a:gd name="T13" fmla="*/ 374650 h 99"/>
              <a:gd name="T14" fmla="*/ 477838 w 126"/>
              <a:gd name="T15" fmla="*/ 117315 h 99"/>
              <a:gd name="T16" fmla="*/ 451291 w 126"/>
              <a:gd name="T17" fmla="*/ 0 h 9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6" h="99">
                <a:moveTo>
                  <a:pt x="119" y="0"/>
                </a:moveTo>
                <a:cubicBezTo>
                  <a:pt x="118" y="0"/>
                  <a:pt x="118" y="0"/>
                  <a:pt x="117" y="0"/>
                </a:cubicBezTo>
                <a:cubicBezTo>
                  <a:pt x="121" y="9"/>
                  <a:pt x="124" y="19"/>
                  <a:pt x="124" y="29"/>
                </a:cubicBezTo>
                <a:cubicBezTo>
                  <a:pt x="124" y="65"/>
                  <a:pt x="94" y="95"/>
                  <a:pt x="58" y="95"/>
                </a:cubicBezTo>
                <a:cubicBezTo>
                  <a:pt x="0" y="95"/>
                  <a:pt x="0" y="95"/>
                  <a:pt x="0" y="95"/>
                </a:cubicBezTo>
                <a:cubicBezTo>
                  <a:pt x="18" y="97"/>
                  <a:pt x="35" y="98"/>
                  <a:pt x="52" y="99"/>
                </a:cubicBezTo>
                <a:cubicBezTo>
                  <a:pt x="58" y="99"/>
                  <a:pt x="58" y="99"/>
                  <a:pt x="58" y="99"/>
                </a:cubicBezTo>
                <a:cubicBezTo>
                  <a:pt x="95" y="99"/>
                  <a:pt x="126" y="68"/>
                  <a:pt x="126" y="31"/>
                </a:cubicBezTo>
                <a:cubicBezTo>
                  <a:pt x="126" y="19"/>
                  <a:pt x="123" y="9"/>
                  <a:pt x="119" y="0"/>
                </a:cubicBezTo>
              </a:path>
            </a:pathLst>
          </a:custGeom>
          <a:solidFill>
            <a:srgbClr val="B488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99" name="Freeform 264"/>
          <p:cNvSpPr>
            <a:spLocks/>
          </p:cNvSpPr>
          <p:nvPr/>
        </p:nvSpPr>
        <p:spPr bwMode="auto">
          <a:xfrm>
            <a:off x="1341438" y="5568950"/>
            <a:ext cx="1514475" cy="196850"/>
          </a:xfrm>
          <a:custGeom>
            <a:avLst/>
            <a:gdLst>
              <a:gd name="T0" fmla="*/ 11359 w 400"/>
              <a:gd name="T1" fmla="*/ 0 h 52"/>
              <a:gd name="T2" fmla="*/ 0 w 400"/>
              <a:gd name="T3" fmla="*/ 3786 h 52"/>
              <a:gd name="T4" fmla="*/ 249888 w 400"/>
              <a:gd name="T5" fmla="*/ 196850 h 52"/>
              <a:gd name="T6" fmla="*/ 1514475 w 400"/>
              <a:gd name="T7" fmla="*/ 196850 h 52"/>
              <a:gd name="T8" fmla="*/ 1317593 w 400"/>
              <a:gd name="T9" fmla="*/ 181708 h 52"/>
              <a:gd name="T10" fmla="*/ 249888 w 400"/>
              <a:gd name="T11" fmla="*/ 181708 h 52"/>
              <a:gd name="T12" fmla="*/ 11359 w 400"/>
              <a:gd name="T13" fmla="*/ 0 h 5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00" h="52">
                <a:moveTo>
                  <a:pt x="3" y="0"/>
                </a:moveTo>
                <a:cubicBezTo>
                  <a:pt x="2" y="1"/>
                  <a:pt x="1" y="1"/>
                  <a:pt x="0" y="1"/>
                </a:cubicBezTo>
                <a:cubicBezTo>
                  <a:pt x="8" y="30"/>
                  <a:pt x="34" y="52"/>
                  <a:pt x="66" y="52"/>
                </a:cubicBezTo>
                <a:cubicBezTo>
                  <a:pt x="400" y="52"/>
                  <a:pt x="400" y="52"/>
                  <a:pt x="400" y="52"/>
                </a:cubicBezTo>
                <a:cubicBezTo>
                  <a:pt x="383" y="51"/>
                  <a:pt x="366" y="50"/>
                  <a:pt x="348" y="48"/>
                </a:cubicBezTo>
                <a:cubicBezTo>
                  <a:pt x="66" y="48"/>
                  <a:pt x="66" y="48"/>
                  <a:pt x="66" y="48"/>
                </a:cubicBezTo>
                <a:cubicBezTo>
                  <a:pt x="36" y="48"/>
                  <a:pt x="11" y="28"/>
                  <a:pt x="3" y="0"/>
                </a:cubicBezTo>
              </a:path>
            </a:pathLst>
          </a:custGeom>
          <a:solidFill>
            <a:srgbClr val="A670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0" name="Freeform 265"/>
          <p:cNvSpPr>
            <a:spLocks/>
          </p:cNvSpPr>
          <p:nvPr/>
        </p:nvSpPr>
        <p:spPr bwMode="auto">
          <a:xfrm>
            <a:off x="1795463" y="5251450"/>
            <a:ext cx="1306512" cy="139700"/>
          </a:xfrm>
          <a:custGeom>
            <a:avLst/>
            <a:gdLst>
              <a:gd name="T0" fmla="*/ 1083080 w 345"/>
              <a:gd name="T1" fmla="*/ 0 h 37"/>
              <a:gd name="T2" fmla="*/ 0 w 345"/>
              <a:gd name="T3" fmla="*/ 0 h 37"/>
              <a:gd name="T4" fmla="*/ 15148 w 345"/>
              <a:gd name="T5" fmla="*/ 3776 h 37"/>
              <a:gd name="T6" fmla="*/ 1083080 w 345"/>
              <a:gd name="T7" fmla="*/ 3776 h 37"/>
              <a:gd name="T8" fmla="*/ 1302726 w 345"/>
              <a:gd name="T9" fmla="*/ 139700 h 37"/>
              <a:gd name="T10" fmla="*/ 1306513 w 345"/>
              <a:gd name="T11" fmla="*/ 139700 h 37"/>
              <a:gd name="T12" fmla="*/ 1083080 w 345"/>
              <a:gd name="T13" fmla="*/ 0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45" h="37">
                <a:moveTo>
                  <a:pt x="286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4" y="1"/>
                </a:cubicBezTo>
                <a:cubicBezTo>
                  <a:pt x="286" y="1"/>
                  <a:pt x="286" y="1"/>
                  <a:pt x="286" y="1"/>
                </a:cubicBezTo>
                <a:cubicBezTo>
                  <a:pt x="311" y="1"/>
                  <a:pt x="333" y="15"/>
                  <a:pt x="344" y="37"/>
                </a:cubicBezTo>
                <a:cubicBezTo>
                  <a:pt x="344" y="37"/>
                  <a:pt x="345" y="37"/>
                  <a:pt x="345" y="37"/>
                </a:cubicBezTo>
                <a:cubicBezTo>
                  <a:pt x="334" y="15"/>
                  <a:pt x="312" y="0"/>
                  <a:pt x="286" y="0"/>
                </a:cubicBezTo>
              </a:path>
            </a:pathLst>
          </a:custGeom>
          <a:solidFill>
            <a:srgbClr val="CDB3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1" name="Freeform 266"/>
          <p:cNvSpPr>
            <a:spLocks/>
          </p:cNvSpPr>
          <p:nvPr/>
        </p:nvSpPr>
        <p:spPr bwMode="auto">
          <a:xfrm>
            <a:off x="1341438" y="5251450"/>
            <a:ext cx="469900" cy="317500"/>
          </a:xfrm>
          <a:custGeom>
            <a:avLst/>
            <a:gdLst>
              <a:gd name="T0" fmla="*/ 454742 w 124"/>
              <a:gd name="T1" fmla="*/ 0 h 84"/>
              <a:gd name="T2" fmla="*/ 250108 w 124"/>
              <a:gd name="T3" fmla="*/ 0 h 84"/>
              <a:gd name="T4" fmla="*/ 0 w 124"/>
              <a:gd name="T5" fmla="*/ 249464 h 84"/>
              <a:gd name="T6" fmla="*/ 11369 w 124"/>
              <a:gd name="T7" fmla="*/ 317500 h 84"/>
              <a:gd name="T8" fmla="*/ 18948 w 124"/>
              <a:gd name="T9" fmla="*/ 317500 h 84"/>
              <a:gd name="T10" fmla="*/ 7579 w 124"/>
              <a:gd name="T11" fmla="*/ 241905 h 84"/>
              <a:gd name="T12" fmla="*/ 250108 w 124"/>
              <a:gd name="T13" fmla="*/ 3780 h 84"/>
              <a:gd name="T14" fmla="*/ 469900 w 124"/>
              <a:gd name="T15" fmla="*/ 3780 h 84"/>
              <a:gd name="T16" fmla="*/ 454742 w 124"/>
              <a:gd name="T17" fmla="*/ 0 h 8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4" h="84">
                <a:moveTo>
                  <a:pt x="120" y="0"/>
                </a:moveTo>
                <a:cubicBezTo>
                  <a:pt x="66" y="0"/>
                  <a:pt x="66" y="0"/>
                  <a:pt x="66" y="0"/>
                </a:cubicBezTo>
                <a:cubicBezTo>
                  <a:pt x="29" y="0"/>
                  <a:pt x="0" y="30"/>
                  <a:pt x="0" y="66"/>
                </a:cubicBezTo>
                <a:cubicBezTo>
                  <a:pt x="0" y="72"/>
                  <a:pt x="1" y="79"/>
                  <a:pt x="3" y="84"/>
                </a:cubicBezTo>
                <a:cubicBezTo>
                  <a:pt x="3" y="84"/>
                  <a:pt x="4" y="84"/>
                  <a:pt x="5" y="84"/>
                </a:cubicBezTo>
                <a:cubicBezTo>
                  <a:pt x="3" y="78"/>
                  <a:pt x="2" y="71"/>
                  <a:pt x="2" y="64"/>
                </a:cubicBezTo>
                <a:cubicBezTo>
                  <a:pt x="2" y="29"/>
                  <a:pt x="31" y="1"/>
                  <a:pt x="66" y="1"/>
                </a:cubicBezTo>
                <a:cubicBezTo>
                  <a:pt x="124" y="1"/>
                  <a:pt x="124" y="1"/>
                  <a:pt x="124" y="1"/>
                </a:cubicBezTo>
                <a:cubicBezTo>
                  <a:pt x="122" y="0"/>
                  <a:pt x="121" y="0"/>
                  <a:pt x="120" y="0"/>
                </a:cubicBezTo>
              </a:path>
            </a:pathLst>
          </a:custGeom>
          <a:solidFill>
            <a:srgbClr val="C4A3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2" name="Freeform 267"/>
          <p:cNvSpPr>
            <a:spLocks/>
          </p:cNvSpPr>
          <p:nvPr/>
        </p:nvSpPr>
        <p:spPr bwMode="auto">
          <a:xfrm>
            <a:off x="2560638" y="5391150"/>
            <a:ext cx="568325" cy="360363"/>
          </a:xfrm>
          <a:custGeom>
            <a:avLst/>
            <a:gdLst>
              <a:gd name="T0" fmla="*/ 541803 w 150"/>
              <a:gd name="T1" fmla="*/ 0 h 95"/>
              <a:gd name="T2" fmla="*/ 538014 w 150"/>
              <a:gd name="T3" fmla="*/ 0 h 95"/>
              <a:gd name="T4" fmla="*/ 560747 w 150"/>
              <a:gd name="T5" fmla="*/ 102419 h 95"/>
              <a:gd name="T6" fmla="*/ 318262 w 150"/>
              <a:gd name="T7" fmla="*/ 345190 h 95"/>
              <a:gd name="T8" fmla="*/ 0 w 150"/>
              <a:gd name="T9" fmla="*/ 345190 h 95"/>
              <a:gd name="T10" fmla="*/ 98510 w 150"/>
              <a:gd name="T11" fmla="*/ 360363 h 95"/>
              <a:gd name="T12" fmla="*/ 318262 w 150"/>
              <a:gd name="T13" fmla="*/ 360363 h 95"/>
              <a:gd name="T14" fmla="*/ 568325 w 150"/>
              <a:gd name="T15" fmla="*/ 110006 h 95"/>
              <a:gd name="T16" fmla="*/ 541803 w 150"/>
              <a:gd name="T17" fmla="*/ 0 h 95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0" h="95">
                <a:moveTo>
                  <a:pt x="143" y="0"/>
                </a:moveTo>
                <a:cubicBezTo>
                  <a:pt x="143" y="0"/>
                  <a:pt x="142" y="0"/>
                  <a:pt x="142" y="0"/>
                </a:cubicBezTo>
                <a:cubicBezTo>
                  <a:pt x="146" y="8"/>
                  <a:pt x="148" y="18"/>
                  <a:pt x="148" y="27"/>
                </a:cubicBezTo>
                <a:cubicBezTo>
                  <a:pt x="148" y="63"/>
                  <a:pt x="119" y="91"/>
                  <a:pt x="84" y="91"/>
                </a:cubicBezTo>
                <a:cubicBezTo>
                  <a:pt x="0" y="91"/>
                  <a:pt x="0" y="91"/>
                  <a:pt x="0" y="91"/>
                </a:cubicBezTo>
                <a:cubicBezTo>
                  <a:pt x="9" y="93"/>
                  <a:pt x="18" y="94"/>
                  <a:pt x="26" y="95"/>
                </a:cubicBezTo>
                <a:cubicBezTo>
                  <a:pt x="84" y="95"/>
                  <a:pt x="84" y="95"/>
                  <a:pt x="84" y="95"/>
                </a:cubicBezTo>
                <a:cubicBezTo>
                  <a:pt x="120" y="95"/>
                  <a:pt x="150" y="65"/>
                  <a:pt x="150" y="29"/>
                </a:cubicBezTo>
                <a:cubicBezTo>
                  <a:pt x="150" y="19"/>
                  <a:pt x="147" y="9"/>
                  <a:pt x="143" y="0"/>
                </a:cubicBezTo>
              </a:path>
            </a:pathLst>
          </a:custGeom>
          <a:solidFill>
            <a:srgbClr val="B387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3" name="Freeform 268"/>
          <p:cNvSpPr>
            <a:spLocks/>
          </p:cNvSpPr>
          <p:nvPr/>
        </p:nvSpPr>
        <p:spPr bwMode="auto">
          <a:xfrm>
            <a:off x="1352550" y="5568950"/>
            <a:ext cx="1306513" cy="182563"/>
          </a:xfrm>
          <a:custGeom>
            <a:avLst/>
            <a:gdLst>
              <a:gd name="T0" fmla="*/ 7574 w 345"/>
              <a:gd name="T1" fmla="*/ 0 h 48"/>
              <a:gd name="T2" fmla="*/ 0 w 345"/>
              <a:gd name="T3" fmla="*/ 0 h 48"/>
              <a:gd name="T4" fmla="*/ 238581 w 345"/>
              <a:gd name="T5" fmla="*/ 182563 h 48"/>
              <a:gd name="T6" fmla="*/ 1306513 w 345"/>
              <a:gd name="T7" fmla="*/ 182563 h 48"/>
              <a:gd name="T8" fmla="*/ 1208051 w 345"/>
              <a:gd name="T9" fmla="*/ 167349 h 48"/>
              <a:gd name="T10" fmla="*/ 238581 w 345"/>
              <a:gd name="T11" fmla="*/ 167349 h 48"/>
              <a:gd name="T12" fmla="*/ 7574 w 345"/>
              <a:gd name="T13" fmla="*/ 0 h 4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45" h="48">
                <a:moveTo>
                  <a:pt x="2" y="0"/>
                </a:moveTo>
                <a:cubicBezTo>
                  <a:pt x="1" y="0"/>
                  <a:pt x="0" y="0"/>
                  <a:pt x="0" y="0"/>
                </a:cubicBezTo>
                <a:cubicBezTo>
                  <a:pt x="8" y="28"/>
                  <a:pt x="33" y="48"/>
                  <a:pt x="63" y="48"/>
                </a:cubicBezTo>
                <a:cubicBezTo>
                  <a:pt x="345" y="48"/>
                  <a:pt x="345" y="48"/>
                  <a:pt x="345" y="48"/>
                </a:cubicBezTo>
                <a:cubicBezTo>
                  <a:pt x="337" y="47"/>
                  <a:pt x="328" y="46"/>
                  <a:pt x="319" y="44"/>
                </a:cubicBezTo>
                <a:cubicBezTo>
                  <a:pt x="63" y="44"/>
                  <a:pt x="63" y="44"/>
                  <a:pt x="63" y="44"/>
                </a:cubicBezTo>
                <a:cubicBezTo>
                  <a:pt x="34" y="44"/>
                  <a:pt x="10" y="26"/>
                  <a:pt x="2" y="0"/>
                </a:cubicBezTo>
              </a:path>
            </a:pathLst>
          </a:custGeom>
          <a:solidFill>
            <a:srgbClr val="A56FF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4" name="Freeform 269"/>
          <p:cNvSpPr>
            <a:spLocks/>
          </p:cNvSpPr>
          <p:nvPr/>
        </p:nvSpPr>
        <p:spPr bwMode="auto">
          <a:xfrm>
            <a:off x="1811338" y="5254625"/>
            <a:ext cx="1287462" cy="136525"/>
          </a:xfrm>
          <a:custGeom>
            <a:avLst/>
            <a:gdLst>
              <a:gd name="T0" fmla="*/ 1067837 w 340"/>
              <a:gd name="T1" fmla="*/ 0 h 36"/>
              <a:gd name="T2" fmla="*/ 0 w 340"/>
              <a:gd name="T3" fmla="*/ 0 h 36"/>
              <a:gd name="T4" fmla="*/ 11360 w 340"/>
              <a:gd name="T5" fmla="*/ 0 h 36"/>
              <a:gd name="T6" fmla="*/ 1067837 w 340"/>
              <a:gd name="T7" fmla="*/ 0 h 36"/>
              <a:gd name="T8" fmla="*/ 1279890 w 340"/>
              <a:gd name="T9" fmla="*/ 136525 h 36"/>
              <a:gd name="T10" fmla="*/ 1287463 w 340"/>
              <a:gd name="T11" fmla="*/ 136525 h 36"/>
              <a:gd name="T12" fmla="*/ 1067837 w 340"/>
              <a:gd name="T13" fmla="*/ 0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40" h="36">
                <a:moveTo>
                  <a:pt x="282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282" y="0"/>
                  <a:pt x="282" y="0"/>
                  <a:pt x="282" y="0"/>
                </a:cubicBezTo>
                <a:cubicBezTo>
                  <a:pt x="307" y="0"/>
                  <a:pt x="328" y="15"/>
                  <a:pt x="338" y="36"/>
                </a:cubicBezTo>
                <a:cubicBezTo>
                  <a:pt x="339" y="36"/>
                  <a:pt x="339" y="36"/>
                  <a:pt x="340" y="36"/>
                </a:cubicBezTo>
                <a:cubicBezTo>
                  <a:pt x="329" y="14"/>
                  <a:pt x="307" y="0"/>
                  <a:pt x="282" y="0"/>
                </a:cubicBezTo>
              </a:path>
            </a:pathLst>
          </a:custGeom>
          <a:solidFill>
            <a:srgbClr val="CBB2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5" name="Freeform 270"/>
          <p:cNvSpPr>
            <a:spLocks/>
          </p:cNvSpPr>
          <p:nvPr/>
        </p:nvSpPr>
        <p:spPr bwMode="auto">
          <a:xfrm>
            <a:off x="1347788" y="5254625"/>
            <a:ext cx="474662" cy="314325"/>
          </a:xfrm>
          <a:custGeom>
            <a:avLst/>
            <a:gdLst>
              <a:gd name="T0" fmla="*/ 463271 w 125"/>
              <a:gd name="T1" fmla="*/ 0 h 83"/>
              <a:gd name="T2" fmla="*/ 243027 w 125"/>
              <a:gd name="T3" fmla="*/ 0 h 83"/>
              <a:gd name="T4" fmla="*/ 0 w 125"/>
              <a:gd name="T5" fmla="*/ 238584 h 83"/>
              <a:gd name="T6" fmla="*/ 11392 w 125"/>
              <a:gd name="T7" fmla="*/ 314325 h 83"/>
              <a:gd name="T8" fmla="*/ 22784 w 125"/>
              <a:gd name="T9" fmla="*/ 314325 h 83"/>
              <a:gd name="T10" fmla="*/ 7595 w 125"/>
              <a:gd name="T11" fmla="*/ 234797 h 83"/>
              <a:gd name="T12" fmla="*/ 243027 w 125"/>
              <a:gd name="T13" fmla="*/ 0 h 83"/>
              <a:gd name="T14" fmla="*/ 474663 w 125"/>
              <a:gd name="T15" fmla="*/ 0 h 83"/>
              <a:gd name="T16" fmla="*/ 463271 w 125"/>
              <a:gd name="T17" fmla="*/ 0 h 8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25" h="83">
                <a:moveTo>
                  <a:pt x="122" y="0"/>
                </a:moveTo>
                <a:cubicBezTo>
                  <a:pt x="64" y="0"/>
                  <a:pt x="64" y="0"/>
                  <a:pt x="64" y="0"/>
                </a:cubicBezTo>
                <a:cubicBezTo>
                  <a:pt x="29" y="0"/>
                  <a:pt x="0" y="28"/>
                  <a:pt x="0" y="63"/>
                </a:cubicBezTo>
                <a:cubicBezTo>
                  <a:pt x="0" y="70"/>
                  <a:pt x="1" y="77"/>
                  <a:pt x="3" y="83"/>
                </a:cubicBezTo>
                <a:cubicBezTo>
                  <a:pt x="4" y="83"/>
                  <a:pt x="5" y="83"/>
                  <a:pt x="6" y="83"/>
                </a:cubicBezTo>
                <a:cubicBezTo>
                  <a:pt x="3" y="76"/>
                  <a:pt x="2" y="69"/>
                  <a:pt x="2" y="62"/>
                </a:cubicBezTo>
                <a:cubicBezTo>
                  <a:pt x="2" y="28"/>
                  <a:pt x="30" y="0"/>
                  <a:pt x="64" y="0"/>
                </a:cubicBezTo>
                <a:cubicBezTo>
                  <a:pt x="125" y="0"/>
                  <a:pt x="125" y="0"/>
                  <a:pt x="125" y="0"/>
                </a:cubicBezTo>
                <a:cubicBezTo>
                  <a:pt x="124" y="0"/>
                  <a:pt x="123" y="0"/>
                  <a:pt x="122" y="0"/>
                </a:cubicBezTo>
              </a:path>
            </a:pathLst>
          </a:custGeom>
          <a:solidFill>
            <a:srgbClr val="C2A2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6" name="Freeform 271"/>
          <p:cNvSpPr>
            <a:spLocks/>
          </p:cNvSpPr>
          <p:nvPr/>
        </p:nvSpPr>
        <p:spPr bwMode="auto">
          <a:xfrm>
            <a:off x="2489200" y="5391150"/>
            <a:ext cx="631825" cy="344488"/>
          </a:xfrm>
          <a:custGeom>
            <a:avLst/>
            <a:gdLst>
              <a:gd name="T0" fmla="*/ 609125 w 167"/>
              <a:gd name="T1" fmla="*/ 0 h 91"/>
              <a:gd name="T2" fmla="*/ 601558 w 167"/>
              <a:gd name="T3" fmla="*/ 0 h 91"/>
              <a:gd name="T4" fmla="*/ 624258 w 167"/>
              <a:gd name="T5" fmla="*/ 98425 h 91"/>
              <a:gd name="T6" fmla="*/ 389688 w 167"/>
              <a:gd name="T7" fmla="*/ 329346 h 91"/>
              <a:gd name="T8" fmla="*/ 0 w 167"/>
              <a:gd name="T9" fmla="*/ 329346 h 91"/>
              <a:gd name="T10" fmla="*/ 71884 w 167"/>
              <a:gd name="T11" fmla="*/ 344488 h 91"/>
              <a:gd name="T12" fmla="*/ 389688 w 167"/>
              <a:gd name="T13" fmla="*/ 344488 h 91"/>
              <a:gd name="T14" fmla="*/ 631825 w 167"/>
              <a:gd name="T15" fmla="*/ 102211 h 91"/>
              <a:gd name="T16" fmla="*/ 609125 w 167"/>
              <a:gd name="T17" fmla="*/ 0 h 9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67" h="91">
                <a:moveTo>
                  <a:pt x="161" y="0"/>
                </a:moveTo>
                <a:cubicBezTo>
                  <a:pt x="160" y="0"/>
                  <a:pt x="160" y="0"/>
                  <a:pt x="159" y="0"/>
                </a:cubicBezTo>
                <a:cubicBezTo>
                  <a:pt x="163" y="8"/>
                  <a:pt x="165" y="17"/>
                  <a:pt x="165" y="26"/>
                </a:cubicBezTo>
                <a:cubicBezTo>
                  <a:pt x="165" y="60"/>
                  <a:pt x="137" y="87"/>
                  <a:pt x="103" y="87"/>
                </a:cubicBezTo>
                <a:cubicBezTo>
                  <a:pt x="0" y="87"/>
                  <a:pt x="0" y="87"/>
                  <a:pt x="0" y="87"/>
                </a:cubicBezTo>
                <a:cubicBezTo>
                  <a:pt x="6" y="89"/>
                  <a:pt x="13" y="90"/>
                  <a:pt x="19" y="91"/>
                </a:cubicBezTo>
                <a:cubicBezTo>
                  <a:pt x="103" y="91"/>
                  <a:pt x="103" y="91"/>
                  <a:pt x="103" y="91"/>
                </a:cubicBezTo>
                <a:cubicBezTo>
                  <a:pt x="138" y="91"/>
                  <a:pt x="167" y="63"/>
                  <a:pt x="167" y="27"/>
                </a:cubicBezTo>
                <a:cubicBezTo>
                  <a:pt x="167" y="18"/>
                  <a:pt x="165" y="8"/>
                  <a:pt x="161" y="0"/>
                </a:cubicBezTo>
              </a:path>
            </a:pathLst>
          </a:custGeom>
          <a:solidFill>
            <a:srgbClr val="B286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7" name="Freeform 272"/>
          <p:cNvSpPr>
            <a:spLocks/>
          </p:cNvSpPr>
          <p:nvPr/>
        </p:nvSpPr>
        <p:spPr bwMode="auto">
          <a:xfrm>
            <a:off x="1360488" y="5568950"/>
            <a:ext cx="1200150" cy="166688"/>
          </a:xfrm>
          <a:custGeom>
            <a:avLst/>
            <a:gdLst>
              <a:gd name="T0" fmla="*/ 11358 w 317"/>
              <a:gd name="T1" fmla="*/ 0 h 44"/>
              <a:gd name="T2" fmla="*/ 0 w 317"/>
              <a:gd name="T3" fmla="*/ 0 h 44"/>
              <a:gd name="T4" fmla="*/ 230944 w 317"/>
              <a:gd name="T5" fmla="*/ 166688 h 44"/>
              <a:gd name="T6" fmla="*/ 1200150 w 317"/>
              <a:gd name="T7" fmla="*/ 166688 h 44"/>
              <a:gd name="T8" fmla="*/ 1128217 w 317"/>
              <a:gd name="T9" fmla="*/ 151535 h 44"/>
              <a:gd name="T10" fmla="*/ 230944 w 317"/>
              <a:gd name="T11" fmla="*/ 151535 h 44"/>
              <a:gd name="T12" fmla="*/ 11358 w 317"/>
              <a:gd name="T13" fmla="*/ 0 h 4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7" h="44">
                <a:moveTo>
                  <a:pt x="3" y="0"/>
                </a:moveTo>
                <a:cubicBezTo>
                  <a:pt x="2" y="0"/>
                  <a:pt x="1" y="0"/>
                  <a:pt x="0" y="0"/>
                </a:cubicBezTo>
                <a:cubicBezTo>
                  <a:pt x="8" y="26"/>
                  <a:pt x="32" y="44"/>
                  <a:pt x="61" y="44"/>
                </a:cubicBezTo>
                <a:cubicBezTo>
                  <a:pt x="317" y="44"/>
                  <a:pt x="317" y="44"/>
                  <a:pt x="317" y="44"/>
                </a:cubicBezTo>
                <a:cubicBezTo>
                  <a:pt x="311" y="43"/>
                  <a:pt x="304" y="42"/>
                  <a:pt x="298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34" y="40"/>
                  <a:pt x="11" y="23"/>
                  <a:pt x="3" y="0"/>
                </a:cubicBezTo>
              </a:path>
            </a:pathLst>
          </a:custGeom>
          <a:solidFill>
            <a:srgbClr val="A46E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8" name="Freeform 273"/>
          <p:cNvSpPr>
            <a:spLocks/>
          </p:cNvSpPr>
          <p:nvPr/>
        </p:nvSpPr>
        <p:spPr bwMode="auto">
          <a:xfrm>
            <a:off x="1822450" y="5254625"/>
            <a:ext cx="1268413" cy="136525"/>
          </a:xfrm>
          <a:custGeom>
            <a:avLst/>
            <a:gdLst>
              <a:gd name="T0" fmla="*/ 1056380 w 335"/>
              <a:gd name="T1" fmla="*/ 0 h 36"/>
              <a:gd name="T2" fmla="*/ 0 w 335"/>
              <a:gd name="T3" fmla="*/ 0 h 36"/>
              <a:gd name="T4" fmla="*/ 15145 w 335"/>
              <a:gd name="T5" fmla="*/ 3792 h 36"/>
              <a:gd name="T6" fmla="*/ 1056380 w 335"/>
              <a:gd name="T7" fmla="*/ 3792 h 36"/>
              <a:gd name="T8" fmla="*/ 1260840 w 335"/>
              <a:gd name="T9" fmla="*/ 136525 h 36"/>
              <a:gd name="T10" fmla="*/ 1268413 w 335"/>
              <a:gd name="T11" fmla="*/ 136525 h 36"/>
              <a:gd name="T12" fmla="*/ 1056380 w 335"/>
              <a:gd name="T13" fmla="*/ 0 h 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35" h="36">
                <a:moveTo>
                  <a:pt x="279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1"/>
                  <a:pt x="4" y="1"/>
                </a:cubicBezTo>
                <a:cubicBezTo>
                  <a:pt x="279" y="1"/>
                  <a:pt x="279" y="1"/>
                  <a:pt x="279" y="1"/>
                </a:cubicBezTo>
                <a:cubicBezTo>
                  <a:pt x="303" y="1"/>
                  <a:pt x="324" y="15"/>
                  <a:pt x="333" y="36"/>
                </a:cubicBezTo>
                <a:cubicBezTo>
                  <a:pt x="334" y="36"/>
                  <a:pt x="334" y="36"/>
                  <a:pt x="335" y="36"/>
                </a:cubicBezTo>
                <a:cubicBezTo>
                  <a:pt x="325" y="15"/>
                  <a:pt x="304" y="0"/>
                  <a:pt x="279" y="0"/>
                </a:cubicBezTo>
              </a:path>
            </a:pathLst>
          </a:custGeom>
          <a:solidFill>
            <a:srgbClr val="CAB0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09" name="Freeform 274"/>
          <p:cNvSpPr>
            <a:spLocks/>
          </p:cNvSpPr>
          <p:nvPr/>
        </p:nvSpPr>
        <p:spPr bwMode="auto">
          <a:xfrm>
            <a:off x="1355725" y="5254625"/>
            <a:ext cx="481013" cy="314325"/>
          </a:xfrm>
          <a:custGeom>
            <a:avLst/>
            <a:gdLst>
              <a:gd name="T0" fmla="*/ 465863 w 127"/>
              <a:gd name="T1" fmla="*/ 0 h 83"/>
              <a:gd name="T2" fmla="*/ 234825 w 127"/>
              <a:gd name="T3" fmla="*/ 0 h 83"/>
              <a:gd name="T4" fmla="*/ 0 w 127"/>
              <a:gd name="T5" fmla="*/ 234797 h 83"/>
              <a:gd name="T6" fmla="*/ 15150 w 127"/>
              <a:gd name="T7" fmla="*/ 314325 h 83"/>
              <a:gd name="T8" fmla="*/ 26513 w 127"/>
              <a:gd name="T9" fmla="*/ 314325 h 83"/>
              <a:gd name="T10" fmla="*/ 7575 w 127"/>
              <a:gd name="T11" fmla="*/ 227223 h 83"/>
              <a:gd name="T12" fmla="*/ 7575 w 127"/>
              <a:gd name="T13" fmla="*/ 227223 h 83"/>
              <a:gd name="T14" fmla="*/ 231038 w 127"/>
              <a:gd name="T15" fmla="*/ 3787 h 83"/>
              <a:gd name="T16" fmla="*/ 481013 w 127"/>
              <a:gd name="T17" fmla="*/ 3787 h 83"/>
              <a:gd name="T18" fmla="*/ 465863 w 127"/>
              <a:gd name="T19" fmla="*/ 0 h 8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7" h="83">
                <a:moveTo>
                  <a:pt x="123" y="0"/>
                </a:moveTo>
                <a:cubicBezTo>
                  <a:pt x="62" y="0"/>
                  <a:pt x="62" y="0"/>
                  <a:pt x="62" y="0"/>
                </a:cubicBezTo>
                <a:cubicBezTo>
                  <a:pt x="28" y="0"/>
                  <a:pt x="0" y="28"/>
                  <a:pt x="0" y="62"/>
                </a:cubicBezTo>
                <a:cubicBezTo>
                  <a:pt x="0" y="69"/>
                  <a:pt x="1" y="76"/>
                  <a:pt x="4" y="83"/>
                </a:cubicBezTo>
                <a:cubicBezTo>
                  <a:pt x="5" y="83"/>
                  <a:pt x="6" y="83"/>
                  <a:pt x="7" y="83"/>
                </a:cubicBezTo>
                <a:cubicBezTo>
                  <a:pt x="4" y="76"/>
                  <a:pt x="2" y="68"/>
                  <a:pt x="2" y="60"/>
                </a:cubicBezTo>
                <a:cubicBezTo>
                  <a:pt x="2" y="60"/>
                  <a:pt x="2" y="60"/>
                  <a:pt x="2" y="60"/>
                </a:cubicBezTo>
                <a:cubicBezTo>
                  <a:pt x="2" y="27"/>
                  <a:pt x="29" y="1"/>
                  <a:pt x="61" y="1"/>
                </a:cubicBezTo>
                <a:cubicBezTo>
                  <a:pt x="127" y="1"/>
                  <a:pt x="127" y="1"/>
                  <a:pt x="127" y="1"/>
                </a:cubicBezTo>
                <a:cubicBezTo>
                  <a:pt x="125" y="1"/>
                  <a:pt x="124" y="0"/>
                  <a:pt x="123" y="0"/>
                </a:cubicBezTo>
              </a:path>
            </a:pathLst>
          </a:custGeom>
          <a:solidFill>
            <a:srgbClr val="C1A1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0" name="Freeform 275"/>
          <p:cNvSpPr>
            <a:spLocks/>
          </p:cNvSpPr>
          <p:nvPr/>
        </p:nvSpPr>
        <p:spPr bwMode="auto">
          <a:xfrm>
            <a:off x="2424113" y="5391150"/>
            <a:ext cx="688975" cy="330200"/>
          </a:xfrm>
          <a:custGeom>
            <a:avLst/>
            <a:gdLst>
              <a:gd name="T0" fmla="*/ 666262 w 182"/>
              <a:gd name="T1" fmla="*/ 0 h 87"/>
              <a:gd name="T2" fmla="*/ 658690 w 182"/>
              <a:gd name="T3" fmla="*/ 0 h 87"/>
              <a:gd name="T4" fmla="*/ 681404 w 182"/>
              <a:gd name="T5" fmla="*/ 91090 h 87"/>
              <a:gd name="T6" fmla="*/ 681404 w 182"/>
              <a:gd name="T7" fmla="*/ 91090 h 87"/>
              <a:gd name="T8" fmla="*/ 454269 w 182"/>
              <a:gd name="T9" fmla="*/ 315018 h 87"/>
              <a:gd name="T10" fmla="*/ 0 w 182"/>
              <a:gd name="T11" fmla="*/ 315018 h 87"/>
              <a:gd name="T12" fmla="*/ 64355 w 182"/>
              <a:gd name="T13" fmla="*/ 330200 h 87"/>
              <a:gd name="T14" fmla="*/ 454269 w 182"/>
              <a:gd name="T15" fmla="*/ 330200 h 87"/>
              <a:gd name="T16" fmla="*/ 688975 w 182"/>
              <a:gd name="T17" fmla="*/ 98680 h 87"/>
              <a:gd name="T18" fmla="*/ 666262 w 182"/>
              <a:gd name="T19" fmla="*/ 0 h 87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82" h="87">
                <a:moveTo>
                  <a:pt x="176" y="0"/>
                </a:moveTo>
                <a:cubicBezTo>
                  <a:pt x="175" y="0"/>
                  <a:pt x="175" y="0"/>
                  <a:pt x="174" y="0"/>
                </a:cubicBezTo>
                <a:cubicBezTo>
                  <a:pt x="178" y="7"/>
                  <a:pt x="180" y="16"/>
                  <a:pt x="180" y="24"/>
                </a:cubicBezTo>
                <a:cubicBezTo>
                  <a:pt x="180" y="24"/>
                  <a:pt x="180" y="24"/>
                  <a:pt x="180" y="24"/>
                </a:cubicBezTo>
                <a:cubicBezTo>
                  <a:pt x="180" y="57"/>
                  <a:pt x="153" y="83"/>
                  <a:pt x="120" y="83"/>
                </a:cubicBezTo>
                <a:cubicBezTo>
                  <a:pt x="0" y="83"/>
                  <a:pt x="0" y="83"/>
                  <a:pt x="0" y="83"/>
                </a:cubicBezTo>
                <a:cubicBezTo>
                  <a:pt x="6" y="85"/>
                  <a:pt x="11" y="86"/>
                  <a:pt x="17" y="87"/>
                </a:cubicBezTo>
                <a:cubicBezTo>
                  <a:pt x="120" y="87"/>
                  <a:pt x="120" y="87"/>
                  <a:pt x="120" y="87"/>
                </a:cubicBezTo>
                <a:cubicBezTo>
                  <a:pt x="154" y="87"/>
                  <a:pt x="182" y="60"/>
                  <a:pt x="182" y="26"/>
                </a:cubicBezTo>
                <a:cubicBezTo>
                  <a:pt x="182" y="17"/>
                  <a:pt x="180" y="8"/>
                  <a:pt x="176" y="0"/>
                </a:cubicBezTo>
              </a:path>
            </a:pathLst>
          </a:custGeom>
          <a:solidFill>
            <a:srgbClr val="B085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1" name="Freeform 276"/>
          <p:cNvSpPr>
            <a:spLocks/>
          </p:cNvSpPr>
          <p:nvPr/>
        </p:nvSpPr>
        <p:spPr bwMode="auto">
          <a:xfrm>
            <a:off x="1371600" y="5568950"/>
            <a:ext cx="1117600" cy="152400"/>
          </a:xfrm>
          <a:custGeom>
            <a:avLst/>
            <a:gdLst>
              <a:gd name="T0" fmla="*/ 11365 w 295"/>
              <a:gd name="T1" fmla="*/ 0 h 40"/>
              <a:gd name="T2" fmla="*/ 0 w 295"/>
              <a:gd name="T3" fmla="*/ 0 h 40"/>
              <a:gd name="T4" fmla="*/ 219732 w 295"/>
              <a:gd name="T5" fmla="*/ 152400 h 40"/>
              <a:gd name="T6" fmla="*/ 1117600 w 295"/>
              <a:gd name="T7" fmla="*/ 152400 h 40"/>
              <a:gd name="T8" fmla="*/ 1053196 w 295"/>
              <a:gd name="T9" fmla="*/ 137160 h 40"/>
              <a:gd name="T10" fmla="*/ 215943 w 295"/>
              <a:gd name="T11" fmla="*/ 137160 h 40"/>
              <a:gd name="T12" fmla="*/ 11365 w 295"/>
              <a:gd name="T13" fmla="*/ 0 h 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95" h="40">
                <a:moveTo>
                  <a:pt x="3" y="0"/>
                </a:moveTo>
                <a:cubicBezTo>
                  <a:pt x="2" y="0"/>
                  <a:pt x="1" y="0"/>
                  <a:pt x="0" y="0"/>
                </a:cubicBezTo>
                <a:cubicBezTo>
                  <a:pt x="8" y="23"/>
                  <a:pt x="31" y="40"/>
                  <a:pt x="58" y="40"/>
                </a:cubicBezTo>
                <a:cubicBezTo>
                  <a:pt x="295" y="40"/>
                  <a:pt x="295" y="40"/>
                  <a:pt x="295" y="40"/>
                </a:cubicBezTo>
                <a:cubicBezTo>
                  <a:pt x="289" y="39"/>
                  <a:pt x="284" y="38"/>
                  <a:pt x="278" y="36"/>
                </a:cubicBezTo>
                <a:cubicBezTo>
                  <a:pt x="57" y="36"/>
                  <a:pt x="57" y="36"/>
                  <a:pt x="57" y="36"/>
                </a:cubicBezTo>
                <a:cubicBezTo>
                  <a:pt x="33" y="36"/>
                  <a:pt x="11" y="21"/>
                  <a:pt x="3" y="0"/>
                </a:cubicBezTo>
              </a:path>
            </a:pathLst>
          </a:custGeom>
          <a:solidFill>
            <a:srgbClr val="A26DE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2" name="Freeform 277"/>
          <p:cNvSpPr>
            <a:spLocks/>
          </p:cNvSpPr>
          <p:nvPr/>
        </p:nvSpPr>
        <p:spPr bwMode="auto">
          <a:xfrm>
            <a:off x="1836738" y="5257800"/>
            <a:ext cx="1246187" cy="133350"/>
          </a:xfrm>
          <a:custGeom>
            <a:avLst/>
            <a:gdLst>
              <a:gd name="T0" fmla="*/ 1041647 w 329"/>
              <a:gd name="T1" fmla="*/ 0 h 35"/>
              <a:gd name="T2" fmla="*/ 0 w 329"/>
              <a:gd name="T3" fmla="*/ 0 h 35"/>
              <a:gd name="T4" fmla="*/ 11363 w 329"/>
              <a:gd name="T5" fmla="*/ 3810 h 35"/>
              <a:gd name="T6" fmla="*/ 1041647 w 329"/>
              <a:gd name="T7" fmla="*/ 3810 h 35"/>
              <a:gd name="T8" fmla="*/ 1242400 w 329"/>
              <a:gd name="T9" fmla="*/ 133350 h 35"/>
              <a:gd name="T10" fmla="*/ 1246188 w 329"/>
              <a:gd name="T11" fmla="*/ 133350 h 35"/>
              <a:gd name="T12" fmla="*/ 1041647 w 329"/>
              <a:gd name="T13" fmla="*/ 0 h 3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29" h="35">
                <a:moveTo>
                  <a:pt x="275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3" y="1"/>
                </a:cubicBezTo>
                <a:cubicBezTo>
                  <a:pt x="275" y="1"/>
                  <a:pt x="275" y="1"/>
                  <a:pt x="275" y="1"/>
                </a:cubicBezTo>
                <a:cubicBezTo>
                  <a:pt x="299" y="1"/>
                  <a:pt x="319" y="15"/>
                  <a:pt x="328" y="35"/>
                </a:cubicBezTo>
                <a:cubicBezTo>
                  <a:pt x="328" y="35"/>
                  <a:pt x="329" y="35"/>
                  <a:pt x="329" y="35"/>
                </a:cubicBezTo>
                <a:cubicBezTo>
                  <a:pt x="320" y="14"/>
                  <a:pt x="299" y="0"/>
                  <a:pt x="275" y="0"/>
                </a:cubicBezTo>
              </a:path>
            </a:pathLst>
          </a:custGeom>
          <a:solidFill>
            <a:srgbClr val="C8AF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3" name="Freeform 278"/>
          <p:cNvSpPr>
            <a:spLocks/>
          </p:cNvSpPr>
          <p:nvPr/>
        </p:nvSpPr>
        <p:spPr bwMode="auto">
          <a:xfrm>
            <a:off x="1363663" y="5257800"/>
            <a:ext cx="484187" cy="311150"/>
          </a:xfrm>
          <a:custGeom>
            <a:avLst/>
            <a:gdLst>
              <a:gd name="T0" fmla="*/ 472840 w 128"/>
              <a:gd name="T1" fmla="*/ 0 h 82"/>
              <a:gd name="T2" fmla="*/ 223180 w 128"/>
              <a:gd name="T3" fmla="*/ 0 h 82"/>
              <a:gd name="T4" fmla="*/ 0 w 128"/>
              <a:gd name="T5" fmla="*/ 223876 h 82"/>
              <a:gd name="T6" fmla="*/ 0 w 128"/>
              <a:gd name="T7" fmla="*/ 223876 h 82"/>
              <a:gd name="T8" fmla="*/ 18914 w 128"/>
              <a:gd name="T9" fmla="*/ 311150 h 82"/>
              <a:gd name="T10" fmla="*/ 26479 w 128"/>
              <a:gd name="T11" fmla="*/ 307355 h 82"/>
              <a:gd name="T12" fmla="*/ 7565 w 128"/>
              <a:gd name="T13" fmla="*/ 220082 h 82"/>
              <a:gd name="T14" fmla="*/ 223180 w 128"/>
              <a:gd name="T15" fmla="*/ 3795 h 82"/>
              <a:gd name="T16" fmla="*/ 484188 w 128"/>
              <a:gd name="T17" fmla="*/ 3795 h 82"/>
              <a:gd name="T18" fmla="*/ 472840 w 128"/>
              <a:gd name="T19" fmla="*/ 0 h 8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28" h="82">
                <a:moveTo>
                  <a:pt x="125" y="0"/>
                </a:moveTo>
                <a:cubicBezTo>
                  <a:pt x="59" y="0"/>
                  <a:pt x="59" y="0"/>
                  <a:pt x="59" y="0"/>
                </a:cubicBezTo>
                <a:cubicBezTo>
                  <a:pt x="27" y="0"/>
                  <a:pt x="0" y="26"/>
                  <a:pt x="0" y="59"/>
                </a:cubicBezTo>
                <a:cubicBezTo>
                  <a:pt x="0" y="59"/>
                  <a:pt x="0" y="59"/>
                  <a:pt x="0" y="59"/>
                </a:cubicBezTo>
                <a:cubicBezTo>
                  <a:pt x="0" y="67"/>
                  <a:pt x="2" y="75"/>
                  <a:pt x="5" y="82"/>
                </a:cubicBezTo>
                <a:cubicBezTo>
                  <a:pt x="6" y="81"/>
                  <a:pt x="7" y="81"/>
                  <a:pt x="7" y="81"/>
                </a:cubicBezTo>
                <a:cubicBezTo>
                  <a:pt x="4" y="74"/>
                  <a:pt x="2" y="66"/>
                  <a:pt x="2" y="58"/>
                </a:cubicBezTo>
                <a:cubicBezTo>
                  <a:pt x="2" y="26"/>
                  <a:pt x="28" y="1"/>
                  <a:pt x="59" y="1"/>
                </a:cubicBezTo>
                <a:cubicBezTo>
                  <a:pt x="128" y="1"/>
                  <a:pt x="128" y="1"/>
                  <a:pt x="128" y="1"/>
                </a:cubicBezTo>
                <a:cubicBezTo>
                  <a:pt x="127" y="0"/>
                  <a:pt x="126" y="0"/>
                  <a:pt x="125" y="0"/>
                </a:cubicBezTo>
              </a:path>
            </a:pathLst>
          </a:custGeom>
          <a:solidFill>
            <a:srgbClr val="BF9F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4" name="Freeform 279"/>
          <p:cNvSpPr>
            <a:spLocks/>
          </p:cNvSpPr>
          <p:nvPr/>
        </p:nvSpPr>
        <p:spPr bwMode="auto">
          <a:xfrm>
            <a:off x="2371725" y="5391150"/>
            <a:ext cx="733425" cy="314325"/>
          </a:xfrm>
          <a:custGeom>
            <a:avLst/>
            <a:gdLst>
              <a:gd name="T0" fmla="*/ 710742 w 194"/>
              <a:gd name="T1" fmla="*/ 0 h 83"/>
              <a:gd name="T2" fmla="*/ 706961 w 194"/>
              <a:gd name="T3" fmla="*/ 0 h 83"/>
              <a:gd name="T4" fmla="*/ 722083 w 194"/>
              <a:gd name="T5" fmla="*/ 87102 h 83"/>
              <a:gd name="T6" fmla="*/ 506593 w 194"/>
              <a:gd name="T7" fmla="*/ 302964 h 83"/>
              <a:gd name="T8" fmla="*/ 0 w 194"/>
              <a:gd name="T9" fmla="*/ 302964 h 83"/>
              <a:gd name="T10" fmla="*/ 52928 w 194"/>
              <a:gd name="T11" fmla="*/ 314325 h 83"/>
              <a:gd name="T12" fmla="*/ 506593 w 194"/>
              <a:gd name="T13" fmla="*/ 314325 h 83"/>
              <a:gd name="T14" fmla="*/ 733425 w 194"/>
              <a:gd name="T15" fmla="*/ 90889 h 83"/>
              <a:gd name="T16" fmla="*/ 733425 w 194"/>
              <a:gd name="T17" fmla="*/ 90889 h 83"/>
              <a:gd name="T18" fmla="*/ 710742 w 194"/>
              <a:gd name="T19" fmla="*/ 0 h 83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194" h="83">
                <a:moveTo>
                  <a:pt x="188" y="0"/>
                </a:moveTo>
                <a:cubicBezTo>
                  <a:pt x="188" y="0"/>
                  <a:pt x="187" y="0"/>
                  <a:pt x="187" y="0"/>
                </a:cubicBezTo>
                <a:cubicBezTo>
                  <a:pt x="190" y="7"/>
                  <a:pt x="191" y="15"/>
                  <a:pt x="191" y="23"/>
                </a:cubicBezTo>
                <a:cubicBezTo>
                  <a:pt x="191" y="54"/>
                  <a:pt x="166" y="80"/>
                  <a:pt x="134" y="80"/>
                </a:cubicBezTo>
                <a:cubicBezTo>
                  <a:pt x="0" y="80"/>
                  <a:pt x="0" y="80"/>
                  <a:pt x="0" y="80"/>
                </a:cubicBezTo>
                <a:cubicBezTo>
                  <a:pt x="5" y="81"/>
                  <a:pt x="9" y="82"/>
                  <a:pt x="14" y="83"/>
                </a:cubicBezTo>
                <a:cubicBezTo>
                  <a:pt x="134" y="83"/>
                  <a:pt x="134" y="83"/>
                  <a:pt x="134" y="83"/>
                </a:cubicBezTo>
                <a:cubicBezTo>
                  <a:pt x="167" y="83"/>
                  <a:pt x="194" y="57"/>
                  <a:pt x="194" y="24"/>
                </a:cubicBezTo>
                <a:cubicBezTo>
                  <a:pt x="194" y="24"/>
                  <a:pt x="194" y="24"/>
                  <a:pt x="194" y="24"/>
                </a:cubicBezTo>
                <a:cubicBezTo>
                  <a:pt x="194" y="16"/>
                  <a:pt x="192" y="7"/>
                  <a:pt x="188" y="0"/>
                </a:cubicBezTo>
              </a:path>
            </a:pathLst>
          </a:custGeom>
          <a:solidFill>
            <a:srgbClr val="AF84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5" name="Freeform 280"/>
          <p:cNvSpPr>
            <a:spLocks/>
          </p:cNvSpPr>
          <p:nvPr/>
        </p:nvSpPr>
        <p:spPr bwMode="auto">
          <a:xfrm>
            <a:off x="1382713" y="5565775"/>
            <a:ext cx="1041400" cy="139700"/>
          </a:xfrm>
          <a:custGeom>
            <a:avLst/>
            <a:gdLst>
              <a:gd name="T0" fmla="*/ 7574 w 275"/>
              <a:gd name="T1" fmla="*/ 0 h 37"/>
              <a:gd name="T2" fmla="*/ 0 w 275"/>
              <a:gd name="T3" fmla="*/ 3776 h 37"/>
              <a:gd name="T4" fmla="*/ 204493 w 275"/>
              <a:gd name="T5" fmla="*/ 139700 h 37"/>
              <a:gd name="T6" fmla="*/ 1041400 w 275"/>
              <a:gd name="T7" fmla="*/ 139700 h 37"/>
              <a:gd name="T8" fmla="*/ 988383 w 275"/>
              <a:gd name="T9" fmla="*/ 128373 h 37"/>
              <a:gd name="T10" fmla="*/ 204493 w 275"/>
              <a:gd name="T11" fmla="*/ 128373 h 37"/>
              <a:gd name="T12" fmla="*/ 7574 w 275"/>
              <a:gd name="T13" fmla="*/ 0 h 3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5" h="37">
                <a:moveTo>
                  <a:pt x="2" y="0"/>
                </a:moveTo>
                <a:cubicBezTo>
                  <a:pt x="2" y="0"/>
                  <a:pt x="1" y="0"/>
                  <a:pt x="0" y="1"/>
                </a:cubicBezTo>
                <a:cubicBezTo>
                  <a:pt x="8" y="22"/>
                  <a:pt x="30" y="37"/>
                  <a:pt x="54" y="37"/>
                </a:cubicBezTo>
                <a:cubicBezTo>
                  <a:pt x="275" y="37"/>
                  <a:pt x="275" y="37"/>
                  <a:pt x="275" y="37"/>
                </a:cubicBezTo>
                <a:cubicBezTo>
                  <a:pt x="270" y="36"/>
                  <a:pt x="266" y="35"/>
                  <a:pt x="261" y="34"/>
                </a:cubicBezTo>
                <a:cubicBezTo>
                  <a:pt x="54" y="34"/>
                  <a:pt x="54" y="34"/>
                  <a:pt x="54" y="34"/>
                </a:cubicBezTo>
                <a:cubicBezTo>
                  <a:pt x="31" y="34"/>
                  <a:pt x="11" y="20"/>
                  <a:pt x="2" y="0"/>
                </a:cubicBezTo>
              </a:path>
            </a:pathLst>
          </a:custGeom>
          <a:solidFill>
            <a:srgbClr val="A16CE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6" name="Freeform 281"/>
          <p:cNvSpPr>
            <a:spLocks/>
          </p:cNvSpPr>
          <p:nvPr/>
        </p:nvSpPr>
        <p:spPr bwMode="auto">
          <a:xfrm>
            <a:off x="1847850" y="5262563"/>
            <a:ext cx="1231900" cy="128587"/>
          </a:xfrm>
          <a:custGeom>
            <a:avLst/>
            <a:gdLst>
              <a:gd name="T0" fmla="*/ 1031006 w 325"/>
              <a:gd name="T1" fmla="*/ 0 h 34"/>
              <a:gd name="T2" fmla="*/ 0 w 325"/>
              <a:gd name="T3" fmla="*/ 0 h 34"/>
              <a:gd name="T4" fmla="*/ 15162 w 325"/>
              <a:gd name="T5" fmla="*/ 0 h 34"/>
              <a:gd name="T6" fmla="*/ 1034796 w 325"/>
              <a:gd name="T7" fmla="*/ 0 h 34"/>
              <a:gd name="T8" fmla="*/ 1224319 w 325"/>
              <a:gd name="T9" fmla="*/ 128588 h 34"/>
              <a:gd name="T10" fmla="*/ 1231900 w 325"/>
              <a:gd name="T11" fmla="*/ 128588 h 34"/>
              <a:gd name="T12" fmla="*/ 1031006 w 325"/>
              <a:gd name="T13" fmla="*/ 0 h 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25" h="34">
                <a:moveTo>
                  <a:pt x="272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4" y="0"/>
                </a:cubicBezTo>
                <a:cubicBezTo>
                  <a:pt x="273" y="0"/>
                  <a:pt x="273" y="0"/>
                  <a:pt x="273" y="0"/>
                </a:cubicBezTo>
                <a:cubicBezTo>
                  <a:pt x="295" y="0"/>
                  <a:pt x="315" y="14"/>
                  <a:pt x="323" y="34"/>
                </a:cubicBezTo>
                <a:cubicBezTo>
                  <a:pt x="324" y="34"/>
                  <a:pt x="324" y="34"/>
                  <a:pt x="325" y="34"/>
                </a:cubicBezTo>
                <a:cubicBezTo>
                  <a:pt x="316" y="14"/>
                  <a:pt x="296" y="0"/>
                  <a:pt x="272" y="0"/>
                </a:cubicBezTo>
              </a:path>
            </a:pathLst>
          </a:custGeom>
          <a:solidFill>
            <a:srgbClr val="C7AD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7" name="Freeform 282"/>
          <p:cNvSpPr>
            <a:spLocks/>
          </p:cNvSpPr>
          <p:nvPr/>
        </p:nvSpPr>
        <p:spPr bwMode="auto">
          <a:xfrm>
            <a:off x="1371600" y="5262563"/>
            <a:ext cx="492125" cy="303212"/>
          </a:xfrm>
          <a:custGeom>
            <a:avLst/>
            <a:gdLst>
              <a:gd name="T0" fmla="*/ 476983 w 130"/>
              <a:gd name="T1" fmla="*/ 0 h 80"/>
              <a:gd name="T2" fmla="*/ 215778 w 130"/>
              <a:gd name="T3" fmla="*/ 0 h 80"/>
              <a:gd name="T4" fmla="*/ 0 w 130"/>
              <a:gd name="T5" fmla="*/ 216039 h 80"/>
              <a:gd name="T6" fmla="*/ 18928 w 130"/>
              <a:gd name="T7" fmla="*/ 303213 h 80"/>
              <a:gd name="T8" fmla="*/ 30285 w 130"/>
              <a:gd name="T9" fmla="*/ 303213 h 80"/>
              <a:gd name="T10" fmla="*/ 7571 w 130"/>
              <a:gd name="T11" fmla="*/ 208459 h 80"/>
              <a:gd name="T12" fmla="*/ 215778 w 130"/>
              <a:gd name="T13" fmla="*/ 0 h 80"/>
              <a:gd name="T14" fmla="*/ 492125 w 130"/>
              <a:gd name="T15" fmla="*/ 0 h 80"/>
              <a:gd name="T16" fmla="*/ 476983 w 130"/>
              <a:gd name="T17" fmla="*/ 0 h 8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30" h="80">
                <a:moveTo>
                  <a:pt x="126" y="0"/>
                </a:moveTo>
                <a:cubicBezTo>
                  <a:pt x="57" y="0"/>
                  <a:pt x="57" y="0"/>
                  <a:pt x="57" y="0"/>
                </a:cubicBezTo>
                <a:cubicBezTo>
                  <a:pt x="26" y="0"/>
                  <a:pt x="0" y="25"/>
                  <a:pt x="0" y="57"/>
                </a:cubicBezTo>
                <a:cubicBezTo>
                  <a:pt x="0" y="65"/>
                  <a:pt x="2" y="73"/>
                  <a:pt x="5" y="80"/>
                </a:cubicBezTo>
                <a:cubicBezTo>
                  <a:pt x="6" y="80"/>
                  <a:pt x="7" y="80"/>
                  <a:pt x="8" y="80"/>
                </a:cubicBezTo>
                <a:cubicBezTo>
                  <a:pt x="5" y="72"/>
                  <a:pt x="2" y="64"/>
                  <a:pt x="2" y="55"/>
                </a:cubicBezTo>
                <a:cubicBezTo>
                  <a:pt x="2" y="25"/>
                  <a:pt x="27" y="0"/>
                  <a:pt x="57" y="0"/>
                </a:cubicBezTo>
                <a:cubicBezTo>
                  <a:pt x="130" y="0"/>
                  <a:pt x="130" y="0"/>
                  <a:pt x="130" y="0"/>
                </a:cubicBezTo>
                <a:cubicBezTo>
                  <a:pt x="128" y="0"/>
                  <a:pt x="127" y="0"/>
                  <a:pt x="126" y="0"/>
                </a:cubicBezTo>
              </a:path>
            </a:pathLst>
          </a:custGeom>
          <a:solidFill>
            <a:srgbClr val="BE9E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8" name="Freeform 283"/>
          <p:cNvSpPr>
            <a:spLocks/>
          </p:cNvSpPr>
          <p:nvPr/>
        </p:nvSpPr>
        <p:spPr bwMode="auto">
          <a:xfrm>
            <a:off x="2322513" y="5391150"/>
            <a:ext cx="771525" cy="303213"/>
          </a:xfrm>
          <a:custGeom>
            <a:avLst/>
            <a:gdLst>
              <a:gd name="T0" fmla="*/ 756397 w 204"/>
              <a:gd name="T1" fmla="*/ 0 h 80"/>
              <a:gd name="T2" fmla="*/ 748833 w 204"/>
              <a:gd name="T3" fmla="*/ 0 h 80"/>
              <a:gd name="T4" fmla="*/ 763961 w 204"/>
              <a:gd name="T5" fmla="*/ 79593 h 80"/>
              <a:gd name="T6" fmla="*/ 559734 w 204"/>
              <a:gd name="T7" fmla="*/ 288052 h 80"/>
              <a:gd name="T8" fmla="*/ 0 w 204"/>
              <a:gd name="T9" fmla="*/ 288052 h 80"/>
              <a:gd name="T10" fmla="*/ 49166 w 204"/>
              <a:gd name="T11" fmla="*/ 303213 h 80"/>
              <a:gd name="T12" fmla="*/ 555952 w 204"/>
              <a:gd name="T13" fmla="*/ 303213 h 80"/>
              <a:gd name="T14" fmla="*/ 771525 w 204"/>
              <a:gd name="T15" fmla="*/ 87174 h 80"/>
              <a:gd name="T16" fmla="*/ 756397 w 204"/>
              <a:gd name="T17" fmla="*/ 0 h 8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04" h="80">
                <a:moveTo>
                  <a:pt x="200" y="0"/>
                </a:moveTo>
                <a:cubicBezTo>
                  <a:pt x="199" y="0"/>
                  <a:pt x="199" y="0"/>
                  <a:pt x="198" y="0"/>
                </a:cubicBezTo>
                <a:cubicBezTo>
                  <a:pt x="201" y="7"/>
                  <a:pt x="202" y="14"/>
                  <a:pt x="202" y="21"/>
                </a:cubicBezTo>
                <a:cubicBezTo>
                  <a:pt x="202" y="51"/>
                  <a:pt x="178" y="76"/>
                  <a:pt x="148" y="76"/>
                </a:cubicBezTo>
                <a:cubicBezTo>
                  <a:pt x="0" y="76"/>
                  <a:pt x="0" y="76"/>
                  <a:pt x="0" y="76"/>
                </a:cubicBezTo>
                <a:cubicBezTo>
                  <a:pt x="4" y="77"/>
                  <a:pt x="8" y="78"/>
                  <a:pt x="13" y="80"/>
                </a:cubicBezTo>
                <a:cubicBezTo>
                  <a:pt x="147" y="80"/>
                  <a:pt x="147" y="80"/>
                  <a:pt x="147" y="80"/>
                </a:cubicBezTo>
                <a:cubicBezTo>
                  <a:pt x="179" y="80"/>
                  <a:pt x="204" y="54"/>
                  <a:pt x="204" y="23"/>
                </a:cubicBezTo>
                <a:cubicBezTo>
                  <a:pt x="204" y="15"/>
                  <a:pt x="203" y="7"/>
                  <a:pt x="200" y="0"/>
                </a:cubicBezTo>
              </a:path>
            </a:pathLst>
          </a:custGeom>
          <a:solidFill>
            <a:srgbClr val="AD82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19" name="Freeform 284"/>
          <p:cNvSpPr>
            <a:spLocks/>
          </p:cNvSpPr>
          <p:nvPr/>
        </p:nvSpPr>
        <p:spPr bwMode="auto">
          <a:xfrm>
            <a:off x="1390650" y="5565775"/>
            <a:ext cx="981075" cy="128588"/>
          </a:xfrm>
          <a:custGeom>
            <a:avLst/>
            <a:gdLst>
              <a:gd name="T0" fmla="*/ 11364 w 259"/>
              <a:gd name="T1" fmla="*/ 0 h 34"/>
              <a:gd name="T2" fmla="*/ 0 w 259"/>
              <a:gd name="T3" fmla="*/ 0 h 34"/>
              <a:gd name="T4" fmla="*/ 196973 w 259"/>
              <a:gd name="T5" fmla="*/ 128588 h 34"/>
              <a:gd name="T6" fmla="*/ 981075 w 259"/>
              <a:gd name="T7" fmla="*/ 128588 h 34"/>
              <a:gd name="T8" fmla="*/ 931832 w 259"/>
              <a:gd name="T9" fmla="*/ 113460 h 34"/>
              <a:gd name="T10" fmla="*/ 196973 w 259"/>
              <a:gd name="T11" fmla="*/ 113460 h 34"/>
              <a:gd name="T12" fmla="*/ 11364 w 259"/>
              <a:gd name="T13" fmla="*/ 0 h 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9" h="34">
                <a:moveTo>
                  <a:pt x="3" y="0"/>
                </a:moveTo>
                <a:cubicBezTo>
                  <a:pt x="2" y="0"/>
                  <a:pt x="1" y="0"/>
                  <a:pt x="0" y="0"/>
                </a:cubicBezTo>
                <a:cubicBezTo>
                  <a:pt x="9" y="20"/>
                  <a:pt x="29" y="34"/>
                  <a:pt x="52" y="34"/>
                </a:cubicBezTo>
                <a:cubicBezTo>
                  <a:pt x="259" y="34"/>
                  <a:pt x="259" y="34"/>
                  <a:pt x="259" y="34"/>
                </a:cubicBezTo>
                <a:cubicBezTo>
                  <a:pt x="254" y="32"/>
                  <a:pt x="250" y="31"/>
                  <a:pt x="246" y="30"/>
                </a:cubicBezTo>
                <a:cubicBezTo>
                  <a:pt x="52" y="30"/>
                  <a:pt x="52" y="30"/>
                  <a:pt x="52" y="30"/>
                </a:cubicBezTo>
                <a:cubicBezTo>
                  <a:pt x="31" y="30"/>
                  <a:pt x="13" y="18"/>
                  <a:pt x="3" y="0"/>
                </a:cubicBezTo>
              </a:path>
            </a:pathLst>
          </a:custGeom>
          <a:solidFill>
            <a:srgbClr val="9F6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0" name="Freeform 285"/>
          <p:cNvSpPr>
            <a:spLocks/>
          </p:cNvSpPr>
          <p:nvPr/>
        </p:nvSpPr>
        <p:spPr bwMode="auto">
          <a:xfrm>
            <a:off x="1863725" y="5262563"/>
            <a:ext cx="1208088" cy="128587"/>
          </a:xfrm>
          <a:custGeom>
            <a:avLst/>
            <a:gdLst>
              <a:gd name="T0" fmla="*/ 1018733 w 319"/>
              <a:gd name="T1" fmla="*/ 0 h 34"/>
              <a:gd name="T2" fmla="*/ 0 w 319"/>
              <a:gd name="T3" fmla="*/ 0 h 34"/>
              <a:gd name="T4" fmla="*/ 11361 w 319"/>
              <a:gd name="T5" fmla="*/ 3782 h 34"/>
              <a:gd name="T6" fmla="*/ 1018733 w 319"/>
              <a:gd name="T7" fmla="*/ 3782 h 34"/>
              <a:gd name="T8" fmla="*/ 1204301 w 319"/>
              <a:gd name="T9" fmla="*/ 128588 h 34"/>
              <a:gd name="T10" fmla="*/ 1208088 w 319"/>
              <a:gd name="T11" fmla="*/ 128588 h 34"/>
              <a:gd name="T12" fmla="*/ 1018733 w 319"/>
              <a:gd name="T13" fmla="*/ 0 h 3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9" h="34">
                <a:moveTo>
                  <a:pt x="269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1"/>
                  <a:pt x="3" y="1"/>
                </a:cubicBezTo>
                <a:cubicBezTo>
                  <a:pt x="269" y="1"/>
                  <a:pt x="269" y="1"/>
                  <a:pt x="269" y="1"/>
                </a:cubicBezTo>
                <a:cubicBezTo>
                  <a:pt x="291" y="1"/>
                  <a:pt x="310" y="15"/>
                  <a:pt x="318" y="34"/>
                </a:cubicBezTo>
                <a:cubicBezTo>
                  <a:pt x="318" y="34"/>
                  <a:pt x="319" y="34"/>
                  <a:pt x="319" y="34"/>
                </a:cubicBezTo>
                <a:cubicBezTo>
                  <a:pt x="311" y="14"/>
                  <a:pt x="291" y="0"/>
                  <a:pt x="269" y="0"/>
                </a:cubicBezTo>
              </a:path>
            </a:pathLst>
          </a:custGeom>
          <a:solidFill>
            <a:srgbClr val="C4AB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1" name="Freeform 286"/>
          <p:cNvSpPr>
            <a:spLocks/>
          </p:cNvSpPr>
          <p:nvPr/>
        </p:nvSpPr>
        <p:spPr bwMode="auto">
          <a:xfrm>
            <a:off x="1379538" y="5262563"/>
            <a:ext cx="495300" cy="303212"/>
          </a:xfrm>
          <a:custGeom>
            <a:avLst/>
            <a:gdLst>
              <a:gd name="T0" fmla="*/ 483957 w 131"/>
              <a:gd name="T1" fmla="*/ 0 h 80"/>
              <a:gd name="T2" fmla="*/ 207950 w 131"/>
              <a:gd name="T3" fmla="*/ 0 h 80"/>
              <a:gd name="T4" fmla="*/ 0 w 131"/>
              <a:gd name="T5" fmla="*/ 208459 h 80"/>
              <a:gd name="T6" fmla="*/ 22685 w 131"/>
              <a:gd name="T7" fmla="*/ 303213 h 80"/>
              <a:gd name="T8" fmla="*/ 37809 w 131"/>
              <a:gd name="T9" fmla="*/ 303213 h 80"/>
              <a:gd name="T10" fmla="*/ 11343 w 131"/>
              <a:gd name="T11" fmla="*/ 200879 h 80"/>
              <a:gd name="T12" fmla="*/ 207950 w 131"/>
              <a:gd name="T13" fmla="*/ 3790 h 80"/>
              <a:gd name="T14" fmla="*/ 495300 w 131"/>
              <a:gd name="T15" fmla="*/ 3790 h 80"/>
              <a:gd name="T16" fmla="*/ 483957 w 131"/>
              <a:gd name="T17" fmla="*/ 0 h 8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31" h="80">
                <a:moveTo>
                  <a:pt x="128" y="0"/>
                </a:moveTo>
                <a:cubicBezTo>
                  <a:pt x="55" y="0"/>
                  <a:pt x="55" y="0"/>
                  <a:pt x="55" y="0"/>
                </a:cubicBezTo>
                <a:cubicBezTo>
                  <a:pt x="25" y="0"/>
                  <a:pt x="0" y="25"/>
                  <a:pt x="0" y="55"/>
                </a:cubicBezTo>
                <a:cubicBezTo>
                  <a:pt x="0" y="64"/>
                  <a:pt x="3" y="72"/>
                  <a:pt x="6" y="80"/>
                </a:cubicBezTo>
                <a:cubicBezTo>
                  <a:pt x="8" y="80"/>
                  <a:pt x="9" y="80"/>
                  <a:pt x="10" y="80"/>
                </a:cubicBezTo>
                <a:cubicBezTo>
                  <a:pt x="5" y="72"/>
                  <a:pt x="3" y="63"/>
                  <a:pt x="3" y="53"/>
                </a:cubicBezTo>
                <a:cubicBezTo>
                  <a:pt x="3" y="24"/>
                  <a:pt x="26" y="1"/>
                  <a:pt x="55" y="1"/>
                </a:cubicBezTo>
                <a:cubicBezTo>
                  <a:pt x="131" y="1"/>
                  <a:pt x="131" y="1"/>
                  <a:pt x="131" y="1"/>
                </a:cubicBezTo>
                <a:cubicBezTo>
                  <a:pt x="130" y="1"/>
                  <a:pt x="129" y="0"/>
                  <a:pt x="128" y="0"/>
                </a:cubicBezTo>
              </a:path>
            </a:pathLst>
          </a:custGeom>
          <a:solidFill>
            <a:srgbClr val="BB9B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2" name="Freeform 287"/>
          <p:cNvSpPr>
            <a:spLocks/>
          </p:cNvSpPr>
          <p:nvPr/>
        </p:nvSpPr>
        <p:spPr bwMode="auto">
          <a:xfrm>
            <a:off x="2276475" y="5391150"/>
            <a:ext cx="811213" cy="287338"/>
          </a:xfrm>
          <a:custGeom>
            <a:avLst/>
            <a:gdLst>
              <a:gd name="T0" fmla="*/ 796050 w 214"/>
              <a:gd name="T1" fmla="*/ 0 h 76"/>
              <a:gd name="T2" fmla="*/ 792259 w 214"/>
              <a:gd name="T3" fmla="*/ 0 h 76"/>
              <a:gd name="T4" fmla="*/ 803632 w 214"/>
              <a:gd name="T5" fmla="*/ 71835 h 76"/>
              <a:gd name="T6" fmla="*/ 606514 w 214"/>
              <a:gd name="T7" fmla="*/ 272215 h 76"/>
              <a:gd name="T8" fmla="*/ 0 w 214"/>
              <a:gd name="T9" fmla="*/ 272215 h 76"/>
              <a:gd name="T10" fmla="*/ 45489 w 214"/>
              <a:gd name="T11" fmla="*/ 287338 h 76"/>
              <a:gd name="T12" fmla="*/ 606514 w 214"/>
              <a:gd name="T13" fmla="*/ 287338 h 76"/>
              <a:gd name="T14" fmla="*/ 811213 w 214"/>
              <a:gd name="T15" fmla="*/ 79396 h 76"/>
              <a:gd name="T16" fmla="*/ 796050 w 214"/>
              <a:gd name="T17" fmla="*/ 0 h 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214" h="76">
                <a:moveTo>
                  <a:pt x="210" y="0"/>
                </a:moveTo>
                <a:cubicBezTo>
                  <a:pt x="210" y="0"/>
                  <a:pt x="209" y="0"/>
                  <a:pt x="209" y="0"/>
                </a:cubicBezTo>
                <a:cubicBezTo>
                  <a:pt x="211" y="6"/>
                  <a:pt x="212" y="13"/>
                  <a:pt x="212" y="19"/>
                </a:cubicBezTo>
                <a:cubicBezTo>
                  <a:pt x="212" y="48"/>
                  <a:pt x="189" y="72"/>
                  <a:pt x="160" y="72"/>
                </a:cubicBezTo>
                <a:cubicBezTo>
                  <a:pt x="0" y="72"/>
                  <a:pt x="0" y="72"/>
                  <a:pt x="0" y="72"/>
                </a:cubicBezTo>
                <a:cubicBezTo>
                  <a:pt x="4" y="73"/>
                  <a:pt x="8" y="74"/>
                  <a:pt x="12" y="76"/>
                </a:cubicBezTo>
                <a:cubicBezTo>
                  <a:pt x="160" y="76"/>
                  <a:pt x="160" y="76"/>
                  <a:pt x="160" y="76"/>
                </a:cubicBezTo>
                <a:cubicBezTo>
                  <a:pt x="190" y="76"/>
                  <a:pt x="214" y="51"/>
                  <a:pt x="214" y="21"/>
                </a:cubicBezTo>
                <a:cubicBezTo>
                  <a:pt x="214" y="14"/>
                  <a:pt x="213" y="7"/>
                  <a:pt x="210" y="0"/>
                </a:cubicBezTo>
              </a:path>
            </a:pathLst>
          </a:custGeom>
          <a:solidFill>
            <a:srgbClr val="AB80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3" name="Freeform 288"/>
          <p:cNvSpPr>
            <a:spLocks/>
          </p:cNvSpPr>
          <p:nvPr/>
        </p:nvSpPr>
        <p:spPr bwMode="auto">
          <a:xfrm>
            <a:off x="1401763" y="5565775"/>
            <a:ext cx="920750" cy="112713"/>
          </a:xfrm>
          <a:custGeom>
            <a:avLst/>
            <a:gdLst>
              <a:gd name="T0" fmla="*/ 15156 w 243"/>
              <a:gd name="T1" fmla="*/ 0 h 30"/>
              <a:gd name="T2" fmla="*/ 0 w 243"/>
              <a:gd name="T3" fmla="*/ 0 h 30"/>
              <a:gd name="T4" fmla="*/ 185666 w 243"/>
              <a:gd name="T5" fmla="*/ 112713 h 30"/>
              <a:gd name="T6" fmla="*/ 920750 w 243"/>
              <a:gd name="T7" fmla="*/ 112713 h 30"/>
              <a:gd name="T8" fmla="*/ 875281 w 243"/>
              <a:gd name="T9" fmla="*/ 97685 h 30"/>
              <a:gd name="T10" fmla="*/ 185666 w 243"/>
              <a:gd name="T11" fmla="*/ 97685 h 30"/>
              <a:gd name="T12" fmla="*/ 15156 w 243"/>
              <a:gd name="T13" fmla="*/ 0 h 3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43" h="30">
                <a:moveTo>
                  <a:pt x="4" y="0"/>
                </a:moveTo>
                <a:cubicBezTo>
                  <a:pt x="3" y="0"/>
                  <a:pt x="2" y="0"/>
                  <a:pt x="0" y="0"/>
                </a:cubicBezTo>
                <a:cubicBezTo>
                  <a:pt x="10" y="18"/>
                  <a:pt x="28" y="30"/>
                  <a:pt x="49" y="30"/>
                </a:cubicBezTo>
                <a:cubicBezTo>
                  <a:pt x="243" y="30"/>
                  <a:pt x="243" y="30"/>
                  <a:pt x="243" y="30"/>
                </a:cubicBezTo>
                <a:cubicBezTo>
                  <a:pt x="239" y="28"/>
                  <a:pt x="235" y="27"/>
                  <a:pt x="231" y="26"/>
                </a:cubicBezTo>
                <a:cubicBezTo>
                  <a:pt x="49" y="26"/>
                  <a:pt x="49" y="26"/>
                  <a:pt x="49" y="26"/>
                </a:cubicBezTo>
                <a:cubicBezTo>
                  <a:pt x="30" y="26"/>
                  <a:pt x="13" y="15"/>
                  <a:pt x="4" y="0"/>
                </a:cubicBezTo>
              </a:path>
            </a:pathLst>
          </a:custGeom>
          <a:solidFill>
            <a:srgbClr val="9D69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4" name="Freeform 289"/>
          <p:cNvSpPr>
            <a:spLocks/>
          </p:cNvSpPr>
          <p:nvPr/>
        </p:nvSpPr>
        <p:spPr bwMode="auto">
          <a:xfrm>
            <a:off x="1874838" y="5265738"/>
            <a:ext cx="1193800" cy="125412"/>
          </a:xfrm>
          <a:custGeom>
            <a:avLst/>
            <a:gdLst>
              <a:gd name="T0" fmla="*/ 1008098 w 315"/>
              <a:gd name="T1" fmla="*/ 0 h 33"/>
              <a:gd name="T2" fmla="*/ 0 w 315"/>
              <a:gd name="T3" fmla="*/ 0 h 33"/>
              <a:gd name="T4" fmla="*/ 11370 w 315"/>
              <a:gd name="T5" fmla="*/ 0 h 33"/>
              <a:gd name="T6" fmla="*/ 1008098 w 315"/>
              <a:gd name="T7" fmla="*/ 0 h 33"/>
              <a:gd name="T8" fmla="*/ 1186220 w 315"/>
              <a:gd name="T9" fmla="*/ 125413 h 33"/>
              <a:gd name="T10" fmla="*/ 1193800 w 315"/>
              <a:gd name="T11" fmla="*/ 125413 h 33"/>
              <a:gd name="T12" fmla="*/ 1008098 w 315"/>
              <a:gd name="T13" fmla="*/ 0 h 3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315" h="33">
                <a:moveTo>
                  <a:pt x="266" y="0"/>
                </a:moveTo>
                <a:cubicBezTo>
                  <a:pt x="0" y="0"/>
                  <a:pt x="0" y="0"/>
                  <a:pt x="0" y="0"/>
                </a:cubicBezTo>
                <a:cubicBezTo>
                  <a:pt x="1" y="0"/>
                  <a:pt x="2" y="0"/>
                  <a:pt x="3" y="0"/>
                </a:cubicBezTo>
                <a:cubicBezTo>
                  <a:pt x="266" y="0"/>
                  <a:pt x="266" y="0"/>
                  <a:pt x="266" y="0"/>
                </a:cubicBezTo>
                <a:cubicBezTo>
                  <a:pt x="288" y="0"/>
                  <a:pt x="306" y="14"/>
                  <a:pt x="313" y="33"/>
                </a:cubicBezTo>
                <a:cubicBezTo>
                  <a:pt x="314" y="33"/>
                  <a:pt x="314" y="33"/>
                  <a:pt x="315" y="33"/>
                </a:cubicBezTo>
                <a:cubicBezTo>
                  <a:pt x="307" y="14"/>
                  <a:pt x="288" y="0"/>
                  <a:pt x="266" y="0"/>
                </a:cubicBezTo>
              </a:path>
            </a:pathLst>
          </a:custGeom>
          <a:solidFill>
            <a:srgbClr val="C2A9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5" name="Freeform 290"/>
          <p:cNvSpPr>
            <a:spLocks/>
          </p:cNvSpPr>
          <p:nvPr/>
        </p:nvSpPr>
        <p:spPr bwMode="auto">
          <a:xfrm>
            <a:off x="1390650" y="5265738"/>
            <a:ext cx="495300" cy="300037"/>
          </a:xfrm>
          <a:custGeom>
            <a:avLst/>
            <a:gdLst>
              <a:gd name="T0" fmla="*/ 483957 w 131"/>
              <a:gd name="T1" fmla="*/ 0 h 79"/>
              <a:gd name="T2" fmla="*/ 196608 w 131"/>
              <a:gd name="T3" fmla="*/ 0 h 79"/>
              <a:gd name="T4" fmla="*/ 0 w 131"/>
              <a:gd name="T5" fmla="*/ 197493 h 79"/>
              <a:gd name="T6" fmla="*/ 26466 w 131"/>
              <a:gd name="T7" fmla="*/ 300038 h 79"/>
              <a:gd name="T8" fmla="*/ 37809 w 131"/>
              <a:gd name="T9" fmla="*/ 296240 h 79"/>
              <a:gd name="T10" fmla="*/ 7562 w 131"/>
              <a:gd name="T11" fmla="*/ 193695 h 79"/>
              <a:gd name="T12" fmla="*/ 196608 w 131"/>
              <a:gd name="T13" fmla="*/ 0 h 79"/>
              <a:gd name="T14" fmla="*/ 495300 w 131"/>
              <a:gd name="T15" fmla="*/ 0 h 79"/>
              <a:gd name="T16" fmla="*/ 483957 w 131"/>
              <a:gd name="T17" fmla="*/ 0 h 7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31" h="79">
                <a:moveTo>
                  <a:pt x="128" y="0"/>
                </a:move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ubicBezTo>
                  <a:pt x="0" y="62"/>
                  <a:pt x="2" y="71"/>
                  <a:pt x="7" y="79"/>
                </a:cubicBezTo>
                <a:cubicBezTo>
                  <a:pt x="8" y="79"/>
                  <a:pt x="9" y="78"/>
                  <a:pt x="10" y="78"/>
                </a:cubicBezTo>
                <a:cubicBezTo>
                  <a:pt x="5" y="70"/>
                  <a:pt x="2" y="61"/>
                  <a:pt x="2" y="51"/>
                </a:cubicBezTo>
                <a:cubicBezTo>
                  <a:pt x="2" y="23"/>
                  <a:pt x="24" y="0"/>
                  <a:pt x="52" y="0"/>
                </a:cubicBezTo>
                <a:cubicBezTo>
                  <a:pt x="131" y="0"/>
                  <a:pt x="131" y="0"/>
                  <a:pt x="131" y="0"/>
                </a:cubicBezTo>
                <a:cubicBezTo>
                  <a:pt x="130" y="0"/>
                  <a:pt x="129" y="0"/>
                  <a:pt x="128" y="0"/>
                </a:cubicBezTo>
              </a:path>
            </a:pathLst>
          </a:custGeom>
          <a:solidFill>
            <a:srgbClr val="B99A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6" name="Freeform 291"/>
          <p:cNvSpPr>
            <a:spLocks/>
          </p:cNvSpPr>
          <p:nvPr/>
        </p:nvSpPr>
        <p:spPr bwMode="auto">
          <a:xfrm>
            <a:off x="2235200" y="5391150"/>
            <a:ext cx="844550" cy="273050"/>
          </a:xfrm>
          <a:custGeom>
            <a:avLst/>
            <a:gdLst>
              <a:gd name="T0" fmla="*/ 833188 w 223"/>
              <a:gd name="T1" fmla="*/ 0 h 72"/>
              <a:gd name="T2" fmla="*/ 825614 w 223"/>
              <a:gd name="T3" fmla="*/ 0 h 72"/>
              <a:gd name="T4" fmla="*/ 836976 w 223"/>
              <a:gd name="T5" fmla="*/ 68263 h 72"/>
              <a:gd name="T6" fmla="*/ 647615 w 223"/>
              <a:gd name="T7" fmla="*/ 257881 h 72"/>
              <a:gd name="T8" fmla="*/ 0 w 223"/>
              <a:gd name="T9" fmla="*/ 257881 h 72"/>
              <a:gd name="T10" fmla="*/ 0 w 223"/>
              <a:gd name="T11" fmla="*/ 257881 h 72"/>
              <a:gd name="T12" fmla="*/ 41659 w 223"/>
              <a:gd name="T13" fmla="*/ 273050 h 72"/>
              <a:gd name="T14" fmla="*/ 647615 w 223"/>
              <a:gd name="T15" fmla="*/ 273050 h 72"/>
              <a:gd name="T16" fmla="*/ 844550 w 223"/>
              <a:gd name="T17" fmla="*/ 72055 h 72"/>
              <a:gd name="T18" fmla="*/ 833188 w 223"/>
              <a:gd name="T19" fmla="*/ 0 h 7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223" h="72">
                <a:moveTo>
                  <a:pt x="220" y="0"/>
                </a:moveTo>
                <a:cubicBezTo>
                  <a:pt x="219" y="0"/>
                  <a:pt x="219" y="0"/>
                  <a:pt x="218" y="0"/>
                </a:cubicBezTo>
                <a:cubicBezTo>
                  <a:pt x="220" y="6"/>
                  <a:pt x="221" y="12"/>
                  <a:pt x="221" y="18"/>
                </a:cubicBezTo>
                <a:cubicBezTo>
                  <a:pt x="221" y="45"/>
                  <a:pt x="199" y="68"/>
                  <a:pt x="171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0" y="68"/>
                  <a:pt x="0" y="68"/>
                  <a:pt x="0" y="68"/>
                </a:cubicBezTo>
                <a:cubicBezTo>
                  <a:pt x="4" y="69"/>
                  <a:pt x="7" y="71"/>
                  <a:pt x="11" y="72"/>
                </a:cubicBezTo>
                <a:cubicBezTo>
                  <a:pt x="171" y="72"/>
                  <a:pt x="171" y="72"/>
                  <a:pt x="171" y="72"/>
                </a:cubicBezTo>
                <a:cubicBezTo>
                  <a:pt x="200" y="72"/>
                  <a:pt x="223" y="48"/>
                  <a:pt x="223" y="19"/>
                </a:cubicBezTo>
                <a:cubicBezTo>
                  <a:pt x="223" y="13"/>
                  <a:pt x="222" y="6"/>
                  <a:pt x="220" y="0"/>
                </a:cubicBezTo>
              </a:path>
            </a:pathLst>
          </a:custGeom>
          <a:solidFill>
            <a:srgbClr val="A97F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7" name="Freeform 292"/>
          <p:cNvSpPr>
            <a:spLocks/>
          </p:cNvSpPr>
          <p:nvPr/>
        </p:nvSpPr>
        <p:spPr bwMode="auto">
          <a:xfrm>
            <a:off x="1416050" y="5561013"/>
            <a:ext cx="860425" cy="103187"/>
          </a:xfrm>
          <a:custGeom>
            <a:avLst/>
            <a:gdLst>
              <a:gd name="T0" fmla="*/ 11371 w 227"/>
              <a:gd name="T1" fmla="*/ 0 h 27"/>
              <a:gd name="T2" fmla="*/ 0 w 227"/>
              <a:gd name="T3" fmla="*/ 3822 h 27"/>
              <a:gd name="T4" fmla="*/ 170569 w 227"/>
              <a:gd name="T5" fmla="*/ 103188 h 27"/>
              <a:gd name="T6" fmla="*/ 860425 w 227"/>
              <a:gd name="T7" fmla="*/ 103188 h 27"/>
              <a:gd name="T8" fmla="*/ 818730 w 227"/>
              <a:gd name="T9" fmla="*/ 87901 h 27"/>
              <a:gd name="T10" fmla="*/ 818730 w 227"/>
              <a:gd name="T11" fmla="*/ 87901 h 27"/>
              <a:gd name="T12" fmla="*/ 170569 w 227"/>
              <a:gd name="T13" fmla="*/ 87901 h 27"/>
              <a:gd name="T14" fmla="*/ 11371 w 227"/>
              <a:gd name="T15" fmla="*/ 0 h 27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27" h="27">
                <a:moveTo>
                  <a:pt x="3" y="0"/>
                </a:moveTo>
                <a:cubicBezTo>
                  <a:pt x="2" y="0"/>
                  <a:pt x="1" y="1"/>
                  <a:pt x="0" y="1"/>
                </a:cubicBezTo>
                <a:cubicBezTo>
                  <a:pt x="9" y="16"/>
                  <a:pt x="26" y="27"/>
                  <a:pt x="45" y="27"/>
                </a:cubicBezTo>
                <a:cubicBezTo>
                  <a:pt x="227" y="27"/>
                  <a:pt x="227" y="27"/>
                  <a:pt x="227" y="27"/>
                </a:cubicBezTo>
                <a:cubicBezTo>
                  <a:pt x="223" y="26"/>
                  <a:pt x="220" y="24"/>
                  <a:pt x="216" y="23"/>
                </a:cubicBezTo>
                <a:cubicBezTo>
                  <a:pt x="216" y="23"/>
                  <a:pt x="216" y="23"/>
                  <a:pt x="21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27" y="23"/>
                  <a:pt x="12" y="14"/>
                  <a:pt x="3" y="0"/>
                </a:cubicBezTo>
              </a:path>
            </a:pathLst>
          </a:custGeom>
          <a:solidFill>
            <a:srgbClr val="9B67E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8" name="Freeform 293"/>
          <p:cNvSpPr>
            <a:spLocks/>
          </p:cNvSpPr>
          <p:nvPr/>
        </p:nvSpPr>
        <p:spPr bwMode="auto">
          <a:xfrm>
            <a:off x="1885950" y="5265738"/>
            <a:ext cx="1174750" cy="166687"/>
          </a:xfrm>
          <a:custGeom>
            <a:avLst/>
            <a:gdLst>
              <a:gd name="T0" fmla="*/ 996643 w 310"/>
              <a:gd name="T1" fmla="*/ 0 h 44"/>
              <a:gd name="T2" fmla="*/ 0 w 310"/>
              <a:gd name="T3" fmla="*/ 0 h 44"/>
              <a:gd name="T4" fmla="*/ 348635 w 310"/>
              <a:gd name="T5" fmla="*/ 79556 h 44"/>
              <a:gd name="T6" fmla="*/ 852641 w 310"/>
              <a:gd name="T7" fmla="*/ 166688 h 44"/>
              <a:gd name="T8" fmla="*/ 1174750 w 310"/>
              <a:gd name="T9" fmla="*/ 125016 h 44"/>
              <a:gd name="T10" fmla="*/ 996643 w 310"/>
              <a:gd name="T11" fmla="*/ 0 h 44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310" h="44">
                <a:moveTo>
                  <a:pt x="263" y="0"/>
                </a:moveTo>
                <a:cubicBezTo>
                  <a:pt x="0" y="0"/>
                  <a:pt x="0" y="0"/>
                  <a:pt x="0" y="0"/>
                </a:cubicBezTo>
                <a:cubicBezTo>
                  <a:pt x="29" y="6"/>
                  <a:pt x="59" y="13"/>
                  <a:pt x="92" y="21"/>
                </a:cubicBezTo>
                <a:cubicBezTo>
                  <a:pt x="140" y="33"/>
                  <a:pt x="185" y="40"/>
                  <a:pt x="225" y="44"/>
                </a:cubicBezTo>
                <a:cubicBezTo>
                  <a:pt x="255" y="38"/>
                  <a:pt x="283" y="35"/>
                  <a:pt x="310" y="33"/>
                </a:cubicBezTo>
                <a:cubicBezTo>
                  <a:pt x="303" y="14"/>
                  <a:pt x="285" y="0"/>
                  <a:pt x="263" y="0"/>
                </a:cubicBezTo>
              </a:path>
            </a:pathLst>
          </a:custGeom>
          <a:solidFill>
            <a:srgbClr val="C0A7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29" name="Freeform 294"/>
          <p:cNvSpPr>
            <a:spLocks/>
          </p:cNvSpPr>
          <p:nvPr/>
        </p:nvSpPr>
        <p:spPr bwMode="auto">
          <a:xfrm>
            <a:off x="1397000" y="5265738"/>
            <a:ext cx="1341438" cy="349250"/>
          </a:xfrm>
          <a:custGeom>
            <a:avLst/>
            <a:gdLst>
              <a:gd name="T0" fmla="*/ 488829 w 354"/>
              <a:gd name="T1" fmla="*/ 0 h 92"/>
              <a:gd name="T2" fmla="*/ 189469 w 354"/>
              <a:gd name="T3" fmla="*/ 0 h 92"/>
              <a:gd name="T4" fmla="*/ 0 w 354"/>
              <a:gd name="T5" fmla="*/ 193606 h 92"/>
              <a:gd name="T6" fmla="*/ 30315 w 354"/>
              <a:gd name="T7" fmla="*/ 296103 h 92"/>
              <a:gd name="T8" fmla="*/ 242520 w 354"/>
              <a:gd name="T9" fmla="*/ 288511 h 92"/>
              <a:gd name="T10" fmla="*/ 727560 w 354"/>
              <a:gd name="T11" fmla="*/ 349250 h 92"/>
              <a:gd name="T12" fmla="*/ 837451 w 354"/>
              <a:gd name="T13" fmla="*/ 307492 h 92"/>
              <a:gd name="T14" fmla="*/ 1341438 w 354"/>
              <a:gd name="T15" fmla="*/ 167033 h 92"/>
              <a:gd name="T16" fmla="*/ 837451 w 354"/>
              <a:gd name="T17" fmla="*/ 79720 h 92"/>
              <a:gd name="T18" fmla="*/ 488829 w 354"/>
              <a:gd name="T19" fmla="*/ 0 h 92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0" t="0" r="r" b="b"/>
            <a:pathLst>
              <a:path w="354" h="92">
                <a:moveTo>
                  <a:pt x="129" y="0"/>
                </a:moveTo>
                <a:cubicBezTo>
                  <a:pt x="50" y="0"/>
                  <a:pt x="50" y="0"/>
                  <a:pt x="50" y="0"/>
                </a:cubicBezTo>
                <a:cubicBezTo>
                  <a:pt x="22" y="0"/>
                  <a:pt x="0" y="23"/>
                  <a:pt x="0" y="51"/>
                </a:cubicBezTo>
                <a:cubicBezTo>
                  <a:pt x="0" y="61"/>
                  <a:pt x="3" y="70"/>
                  <a:pt x="8" y="78"/>
                </a:cubicBezTo>
                <a:cubicBezTo>
                  <a:pt x="26" y="77"/>
                  <a:pt x="45" y="76"/>
                  <a:pt x="64" y="76"/>
                </a:cubicBezTo>
                <a:cubicBezTo>
                  <a:pt x="106" y="76"/>
                  <a:pt x="150" y="80"/>
                  <a:pt x="192" y="92"/>
                </a:cubicBezTo>
                <a:cubicBezTo>
                  <a:pt x="201" y="88"/>
                  <a:pt x="211" y="85"/>
                  <a:pt x="221" y="81"/>
                </a:cubicBezTo>
                <a:cubicBezTo>
                  <a:pt x="267" y="63"/>
                  <a:pt x="312" y="51"/>
                  <a:pt x="354" y="44"/>
                </a:cubicBezTo>
                <a:cubicBezTo>
                  <a:pt x="314" y="40"/>
                  <a:pt x="269" y="33"/>
                  <a:pt x="221" y="21"/>
                </a:cubicBezTo>
                <a:cubicBezTo>
                  <a:pt x="188" y="13"/>
                  <a:pt x="158" y="6"/>
                  <a:pt x="129" y="0"/>
                </a:cubicBezTo>
              </a:path>
            </a:pathLst>
          </a:custGeom>
          <a:solidFill>
            <a:srgbClr val="B798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0" name="Freeform 295"/>
          <p:cNvSpPr>
            <a:spLocks/>
          </p:cNvSpPr>
          <p:nvPr/>
        </p:nvSpPr>
        <p:spPr bwMode="auto">
          <a:xfrm>
            <a:off x="2125663" y="5391150"/>
            <a:ext cx="946150" cy="257175"/>
          </a:xfrm>
          <a:custGeom>
            <a:avLst/>
            <a:gdLst>
              <a:gd name="T0" fmla="*/ 934796 w 250"/>
              <a:gd name="T1" fmla="*/ 0 h 68"/>
              <a:gd name="T2" fmla="*/ 613105 w 250"/>
              <a:gd name="T3" fmla="*/ 41602 h 68"/>
              <a:gd name="T4" fmla="*/ 109753 w 250"/>
              <a:gd name="T5" fmla="*/ 181535 h 68"/>
              <a:gd name="T6" fmla="*/ 0 w 250"/>
              <a:gd name="T7" fmla="*/ 223137 h 68"/>
              <a:gd name="T8" fmla="*/ 109753 w 250"/>
              <a:gd name="T9" fmla="*/ 257175 h 68"/>
              <a:gd name="T10" fmla="*/ 756920 w 250"/>
              <a:gd name="T11" fmla="*/ 257175 h 68"/>
              <a:gd name="T12" fmla="*/ 946150 w 250"/>
              <a:gd name="T13" fmla="*/ 68076 h 68"/>
              <a:gd name="T14" fmla="*/ 934796 w 250"/>
              <a:gd name="T15" fmla="*/ 0 h 6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50" h="68">
                <a:moveTo>
                  <a:pt x="247" y="0"/>
                </a:moveTo>
                <a:cubicBezTo>
                  <a:pt x="220" y="2"/>
                  <a:pt x="192" y="5"/>
                  <a:pt x="162" y="11"/>
                </a:cubicBezTo>
                <a:cubicBezTo>
                  <a:pt x="120" y="18"/>
                  <a:pt x="75" y="30"/>
                  <a:pt x="29" y="48"/>
                </a:cubicBezTo>
                <a:cubicBezTo>
                  <a:pt x="19" y="52"/>
                  <a:pt x="9" y="55"/>
                  <a:pt x="0" y="59"/>
                </a:cubicBezTo>
                <a:cubicBezTo>
                  <a:pt x="10" y="61"/>
                  <a:pt x="19" y="64"/>
                  <a:pt x="29" y="68"/>
                </a:cubicBezTo>
                <a:cubicBezTo>
                  <a:pt x="200" y="68"/>
                  <a:pt x="200" y="68"/>
                  <a:pt x="200" y="68"/>
                </a:cubicBezTo>
                <a:cubicBezTo>
                  <a:pt x="228" y="68"/>
                  <a:pt x="250" y="45"/>
                  <a:pt x="250" y="18"/>
                </a:cubicBezTo>
                <a:cubicBezTo>
                  <a:pt x="250" y="12"/>
                  <a:pt x="249" y="6"/>
                  <a:pt x="247" y="0"/>
                </a:cubicBezTo>
              </a:path>
            </a:pathLst>
          </a:custGeom>
          <a:solidFill>
            <a:srgbClr val="A77D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1" name="Freeform 296"/>
          <p:cNvSpPr>
            <a:spLocks/>
          </p:cNvSpPr>
          <p:nvPr/>
        </p:nvSpPr>
        <p:spPr bwMode="auto">
          <a:xfrm>
            <a:off x="1428750" y="5554663"/>
            <a:ext cx="806450" cy="93662"/>
          </a:xfrm>
          <a:custGeom>
            <a:avLst/>
            <a:gdLst>
              <a:gd name="T0" fmla="*/ 212024 w 213"/>
              <a:gd name="T1" fmla="*/ 0 h 25"/>
              <a:gd name="T2" fmla="*/ 0 w 213"/>
              <a:gd name="T3" fmla="*/ 7493 h 25"/>
              <a:gd name="T4" fmla="*/ 159018 w 213"/>
              <a:gd name="T5" fmla="*/ 93663 h 25"/>
              <a:gd name="T6" fmla="*/ 806450 w 213"/>
              <a:gd name="T7" fmla="*/ 93663 h 25"/>
              <a:gd name="T8" fmla="*/ 696652 w 213"/>
              <a:gd name="T9" fmla="*/ 59944 h 25"/>
              <a:gd name="T10" fmla="*/ 212024 w 213"/>
              <a:gd name="T11" fmla="*/ 0 h 25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13" h="25">
                <a:moveTo>
                  <a:pt x="56" y="0"/>
                </a:moveTo>
                <a:cubicBezTo>
                  <a:pt x="37" y="0"/>
                  <a:pt x="18" y="1"/>
                  <a:pt x="0" y="2"/>
                </a:cubicBezTo>
                <a:cubicBezTo>
                  <a:pt x="9" y="16"/>
                  <a:pt x="24" y="25"/>
                  <a:pt x="42" y="25"/>
                </a:cubicBezTo>
                <a:cubicBezTo>
                  <a:pt x="213" y="25"/>
                  <a:pt x="213" y="25"/>
                  <a:pt x="213" y="25"/>
                </a:cubicBezTo>
                <a:cubicBezTo>
                  <a:pt x="203" y="21"/>
                  <a:pt x="194" y="18"/>
                  <a:pt x="184" y="16"/>
                </a:cubicBezTo>
                <a:cubicBezTo>
                  <a:pt x="142" y="4"/>
                  <a:pt x="98" y="0"/>
                  <a:pt x="56" y="0"/>
                </a:cubicBezTo>
              </a:path>
            </a:pathLst>
          </a:custGeom>
          <a:solidFill>
            <a:srgbClr val="9A65E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2" name="Freeform 297"/>
          <p:cNvSpPr>
            <a:spLocks/>
          </p:cNvSpPr>
          <p:nvPr/>
        </p:nvSpPr>
        <p:spPr bwMode="auto">
          <a:xfrm>
            <a:off x="5253038" y="5265738"/>
            <a:ext cx="1677987" cy="382587"/>
          </a:xfrm>
          <a:custGeom>
            <a:avLst/>
            <a:gdLst>
              <a:gd name="T0" fmla="*/ 1484811 w 443"/>
              <a:gd name="T1" fmla="*/ 382588 h 101"/>
              <a:gd name="T2" fmla="*/ 189389 w 443"/>
              <a:gd name="T3" fmla="*/ 382588 h 101"/>
              <a:gd name="T4" fmla="*/ 0 w 443"/>
              <a:gd name="T5" fmla="*/ 193188 h 101"/>
              <a:gd name="T6" fmla="*/ 0 w 443"/>
              <a:gd name="T7" fmla="*/ 193188 h 101"/>
              <a:gd name="T8" fmla="*/ 189389 w 443"/>
              <a:gd name="T9" fmla="*/ 0 h 101"/>
              <a:gd name="T10" fmla="*/ 1484811 w 443"/>
              <a:gd name="T11" fmla="*/ 0 h 101"/>
              <a:gd name="T12" fmla="*/ 1677988 w 443"/>
              <a:gd name="T13" fmla="*/ 193188 h 101"/>
              <a:gd name="T14" fmla="*/ 1677988 w 443"/>
              <a:gd name="T15" fmla="*/ 193188 h 101"/>
              <a:gd name="T16" fmla="*/ 1484811 w 443"/>
              <a:gd name="T17" fmla="*/ 382588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43" h="101">
                <a:moveTo>
                  <a:pt x="392" y="101"/>
                </a:moveTo>
                <a:cubicBezTo>
                  <a:pt x="50" y="101"/>
                  <a:pt x="50" y="101"/>
                  <a:pt x="50" y="101"/>
                </a:cubicBezTo>
                <a:cubicBezTo>
                  <a:pt x="23" y="101"/>
                  <a:pt x="0" y="78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3" y="0"/>
                  <a:pt x="50" y="0"/>
                </a:cubicBezTo>
                <a:cubicBezTo>
                  <a:pt x="392" y="0"/>
                  <a:pt x="392" y="0"/>
                  <a:pt x="392" y="0"/>
                </a:cubicBezTo>
                <a:cubicBezTo>
                  <a:pt x="420" y="0"/>
                  <a:pt x="443" y="23"/>
                  <a:pt x="443" y="51"/>
                </a:cubicBezTo>
                <a:cubicBezTo>
                  <a:pt x="443" y="51"/>
                  <a:pt x="443" y="51"/>
                  <a:pt x="443" y="51"/>
                </a:cubicBezTo>
                <a:cubicBezTo>
                  <a:pt x="443" y="78"/>
                  <a:pt x="420" y="101"/>
                  <a:pt x="392" y="1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3" name="Freeform 298"/>
          <p:cNvSpPr>
            <a:spLocks/>
          </p:cNvSpPr>
          <p:nvPr/>
        </p:nvSpPr>
        <p:spPr bwMode="auto">
          <a:xfrm>
            <a:off x="9112250" y="5265738"/>
            <a:ext cx="1674813" cy="382587"/>
          </a:xfrm>
          <a:custGeom>
            <a:avLst/>
            <a:gdLst>
              <a:gd name="T0" fmla="*/ 1485355 w 442"/>
              <a:gd name="T1" fmla="*/ 382588 h 101"/>
              <a:gd name="T2" fmla="*/ 189458 w 442"/>
              <a:gd name="T3" fmla="*/ 382588 h 101"/>
              <a:gd name="T4" fmla="*/ 0 w 442"/>
              <a:gd name="T5" fmla="*/ 193188 h 101"/>
              <a:gd name="T6" fmla="*/ 0 w 442"/>
              <a:gd name="T7" fmla="*/ 193188 h 101"/>
              <a:gd name="T8" fmla="*/ 189458 w 442"/>
              <a:gd name="T9" fmla="*/ 0 h 101"/>
              <a:gd name="T10" fmla="*/ 1485355 w 442"/>
              <a:gd name="T11" fmla="*/ 0 h 101"/>
              <a:gd name="T12" fmla="*/ 1674813 w 442"/>
              <a:gd name="T13" fmla="*/ 193188 h 101"/>
              <a:gd name="T14" fmla="*/ 1674813 w 442"/>
              <a:gd name="T15" fmla="*/ 193188 h 101"/>
              <a:gd name="T16" fmla="*/ 1485355 w 442"/>
              <a:gd name="T17" fmla="*/ 382588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42" h="101">
                <a:moveTo>
                  <a:pt x="392" y="101"/>
                </a:moveTo>
                <a:cubicBezTo>
                  <a:pt x="50" y="101"/>
                  <a:pt x="50" y="101"/>
                  <a:pt x="50" y="101"/>
                </a:cubicBezTo>
                <a:cubicBezTo>
                  <a:pt x="22" y="101"/>
                  <a:pt x="0" y="78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2" y="0"/>
                  <a:pt x="50" y="0"/>
                </a:cubicBezTo>
                <a:cubicBezTo>
                  <a:pt x="392" y="0"/>
                  <a:pt x="392" y="0"/>
                  <a:pt x="392" y="0"/>
                </a:cubicBezTo>
                <a:cubicBezTo>
                  <a:pt x="420" y="0"/>
                  <a:pt x="442" y="23"/>
                  <a:pt x="442" y="51"/>
                </a:cubicBezTo>
                <a:cubicBezTo>
                  <a:pt x="442" y="51"/>
                  <a:pt x="442" y="51"/>
                  <a:pt x="442" y="51"/>
                </a:cubicBezTo>
                <a:cubicBezTo>
                  <a:pt x="442" y="78"/>
                  <a:pt x="420" y="101"/>
                  <a:pt x="392" y="1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4" name="Freeform 299"/>
          <p:cNvSpPr>
            <a:spLocks/>
          </p:cNvSpPr>
          <p:nvPr/>
        </p:nvSpPr>
        <p:spPr bwMode="auto">
          <a:xfrm>
            <a:off x="1397000" y="5265738"/>
            <a:ext cx="1674813" cy="382587"/>
          </a:xfrm>
          <a:custGeom>
            <a:avLst/>
            <a:gdLst>
              <a:gd name="T0" fmla="*/ 1485355 w 442"/>
              <a:gd name="T1" fmla="*/ 382588 h 101"/>
              <a:gd name="T2" fmla="*/ 189458 w 442"/>
              <a:gd name="T3" fmla="*/ 382588 h 101"/>
              <a:gd name="T4" fmla="*/ 0 w 442"/>
              <a:gd name="T5" fmla="*/ 193188 h 101"/>
              <a:gd name="T6" fmla="*/ 0 w 442"/>
              <a:gd name="T7" fmla="*/ 193188 h 101"/>
              <a:gd name="T8" fmla="*/ 189458 w 442"/>
              <a:gd name="T9" fmla="*/ 0 h 101"/>
              <a:gd name="T10" fmla="*/ 1485355 w 442"/>
              <a:gd name="T11" fmla="*/ 0 h 101"/>
              <a:gd name="T12" fmla="*/ 1674813 w 442"/>
              <a:gd name="T13" fmla="*/ 193188 h 101"/>
              <a:gd name="T14" fmla="*/ 1674813 w 442"/>
              <a:gd name="T15" fmla="*/ 193188 h 101"/>
              <a:gd name="T16" fmla="*/ 1485355 w 442"/>
              <a:gd name="T17" fmla="*/ 382588 h 1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42" h="101">
                <a:moveTo>
                  <a:pt x="392" y="101"/>
                </a:moveTo>
                <a:cubicBezTo>
                  <a:pt x="50" y="101"/>
                  <a:pt x="50" y="101"/>
                  <a:pt x="50" y="101"/>
                </a:cubicBezTo>
                <a:cubicBezTo>
                  <a:pt x="22" y="101"/>
                  <a:pt x="0" y="78"/>
                  <a:pt x="0" y="51"/>
                </a:cubicBezTo>
                <a:cubicBezTo>
                  <a:pt x="0" y="51"/>
                  <a:pt x="0" y="51"/>
                  <a:pt x="0" y="51"/>
                </a:cubicBezTo>
                <a:cubicBezTo>
                  <a:pt x="0" y="23"/>
                  <a:pt x="22" y="0"/>
                  <a:pt x="50" y="0"/>
                </a:cubicBezTo>
                <a:cubicBezTo>
                  <a:pt x="392" y="0"/>
                  <a:pt x="392" y="0"/>
                  <a:pt x="392" y="0"/>
                </a:cubicBezTo>
                <a:cubicBezTo>
                  <a:pt x="420" y="0"/>
                  <a:pt x="442" y="23"/>
                  <a:pt x="442" y="51"/>
                </a:cubicBezTo>
                <a:cubicBezTo>
                  <a:pt x="442" y="51"/>
                  <a:pt x="442" y="51"/>
                  <a:pt x="442" y="51"/>
                </a:cubicBezTo>
                <a:cubicBezTo>
                  <a:pt x="442" y="78"/>
                  <a:pt x="420" y="101"/>
                  <a:pt x="392" y="10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35" name="Rectangle 300"/>
          <p:cNvSpPr>
            <a:spLocks noChangeArrowheads="1"/>
          </p:cNvSpPr>
          <p:nvPr/>
        </p:nvSpPr>
        <p:spPr bwMode="auto">
          <a:xfrm>
            <a:off x="5473700" y="5356225"/>
            <a:ext cx="1408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200" b="1">
                <a:solidFill>
                  <a:srgbClr val="333333"/>
                </a:solidFill>
                <a:latin typeface="Open Sans Semibold" panose="020B0706030804020204" pitchFamily="34" charset="0"/>
              </a:rPr>
              <a:t>Seleccione esta PLAN</a:t>
            </a:r>
            <a:endParaRPr lang="en-US" altLang="en-US"/>
          </a:p>
        </p:txBody>
      </p:sp>
      <p:sp>
        <p:nvSpPr>
          <p:cNvPr id="14436" name="Rectangle 301"/>
          <p:cNvSpPr>
            <a:spLocks noChangeArrowheads="1"/>
          </p:cNvSpPr>
          <p:nvPr/>
        </p:nvSpPr>
        <p:spPr bwMode="auto">
          <a:xfrm>
            <a:off x="9324975" y="5356225"/>
            <a:ext cx="1408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200" b="1">
                <a:solidFill>
                  <a:srgbClr val="333333"/>
                </a:solidFill>
                <a:latin typeface="Open Sans Semibold" panose="020B0706030804020204" pitchFamily="34" charset="0"/>
              </a:rPr>
              <a:t>Seleccione esta PLAN</a:t>
            </a:r>
            <a:endParaRPr lang="en-US" altLang="en-US"/>
          </a:p>
        </p:txBody>
      </p:sp>
      <p:sp>
        <p:nvSpPr>
          <p:cNvPr id="14437" name="Rectangle 302"/>
          <p:cNvSpPr>
            <a:spLocks noChangeArrowheads="1"/>
          </p:cNvSpPr>
          <p:nvPr/>
        </p:nvSpPr>
        <p:spPr bwMode="auto">
          <a:xfrm>
            <a:off x="1612900" y="5356225"/>
            <a:ext cx="14081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200" b="1">
                <a:solidFill>
                  <a:srgbClr val="333333"/>
                </a:solidFill>
                <a:latin typeface="Open Sans Semibold" panose="020B0706030804020204" pitchFamily="34" charset="0"/>
              </a:rPr>
              <a:t>Seleccione esta PLAN</a:t>
            </a:r>
            <a:endParaRPr lang="en-US" altLang="en-US"/>
          </a:p>
        </p:txBody>
      </p:sp>
      <p:sp>
        <p:nvSpPr>
          <p:cNvPr id="14438" name="Rectangle 303"/>
          <p:cNvSpPr>
            <a:spLocks noChangeArrowheads="1"/>
          </p:cNvSpPr>
          <p:nvPr/>
        </p:nvSpPr>
        <p:spPr bwMode="auto">
          <a:xfrm>
            <a:off x="5522913" y="3979863"/>
            <a:ext cx="1423987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700">
                <a:solidFill>
                  <a:srgbClr val="000000"/>
                </a:solidFill>
                <a:latin typeface="Montserrat" panose="02000505000000020004" pitchFamily="2" charset="0"/>
              </a:rPr>
              <a:t>$ 299</a:t>
            </a:r>
            <a:endParaRPr lang="en-US" altLang="en-US"/>
          </a:p>
        </p:txBody>
      </p:sp>
      <p:sp>
        <p:nvSpPr>
          <p:cNvPr id="14439" name="Rectangle 304"/>
          <p:cNvSpPr>
            <a:spLocks noChangeArrowheads="1"/>
          </p:cNvSpPr>
          <p:nvPr/>
        </p:nvSpPr>
        <p:spPr bwMode="auto">
          <a:xfrm>
            <a:off x="5700713" y="4514850"/>
            <a:ext cx="8667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Open Sans Semibold" panose="020B0706030804020204" pitchFamily="34" charset="0"/>
              </a:rPr>
              <a:t>por mes</a:t>
            </a:r>
            <a:endParaRPr lang="en-US" altLang="en-US"/>
          </a:p>
        </p:txBody>
      </p:sp>
      <p:sp>
        <p:nvSpPr>
          <p:cNvPr id="14440" name="Rectangle 305"/>
          <p:cNvSpPr>
            <a:spLocks noChangeArrowheads="1"/>
          </p:cNvSpPr>
          <p:nvPr/>
        </p:nvSpPr>
        <p:spPr bwMode="auto">
          <a:xfrm>
            <a:off x="9278938" y="3979863"/>
            <a:ext cx="1484381" cy="56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700" dirty="0">
                <a:solidFill>
                  <a:srgbClr val="000000"/>
                </a:solidFill>
                <a:latin typeface="Montserrat" panose="02000505000000020004" pitchFamily="2" charset="0"/>
              </a:rPr>
              <a:t>$ 1999</a:t>
            </a:r>
            <a:endParaRPr lang="en-US" altLang="en-US" dirty="0"/>
          </a:p>
        </p:txBody>
      </p:sp>
      <p:sp>
        <p:nvSpPr>
          <p:cNvPr id="14441" name="Rectangle 306"/>
          <p:cNvSpPr>
            <a:spLocks noChangeArrowheads="1"/>
          </p:cNvSpPr>
          <p:nvPr/>
        </p:nvSpPr>
        <p:spPr bwMode="auto">
          <a:xfrm>
            <a:off x="9654381" y="4524376"/>
            <a:ext cx="8667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2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por </a:t>
            </a:r>
            <a:r>
              <a:rPr lang="en-US" altLang="en-US" sz="12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mes</a:t>
            </a:r>
            <a:endParaRPr lang="en-US" altLang="en-US" dirty="0"/>
          </a:p>
        </p:txBody>
      </p:sp>
      <p:sp>
        <p:nvSpPr>
          <p:cNvPr id="14442" name="Rectangle 307"/>
          <p:cNvSpPr>
            <a:spLocks noChangeArrowheads="1"/>
          </p:cNvSpPr>
          <p:nvPr/>
        </p:nvSpPr>
        <p:spPr bwMode="auto">
          <a:xfrm>
            <a:off x="1814513" y="3979863"/>
            <a:ext cx="1123950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700">
                <a:solidFill>
                  <a:srgbClr val="000000"/>
                </a:solidFill>
                <a:latin typeface="Montserrat" panose="02000505000000020004" pitchFamily="2" charset="0"/>
              </a:rPr>
              <a:t>$ 49</a:t>
            </a:r>
            <a:endParaRPr lang="en-US" altLang="en-US"/>
          </a:p>
        </p:txBody>
      </p:sp>
      <p:sp>
        <p:nvSpPr>
          <p:cNvPr id="14443" name="Rectangle 308"/>
          <p:cNvSpPr>
            <a:spLocks noChangeArrowheads="1"/>
          </p:cNvSpPr>
          <p:nvPr/>
        </p:nvSpPr>
        <p:spPr bwMode="auto">
          <a:xfrm>
            <a:off x="1844675" y="4514850"/>
            <a:ext cx="86677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200" b="1">
                <a:solidFill>
                  <a:srgbClr val="000000"/>
                </a:solidFill>
                <a:latin typeface="Open Sans Semibold" panose="020B0706030804020204" pitchFamily="34" charset="0"/>
              </a:rPr>
              <a:t>por mes</a:t>
            </a:r>
            <a:endParaRPr lang="en-US" altLang="en-US"/>
          </a:p>
        </p:txBody>
      </p:sp>
      <p:sp>
        <p:nvSpPr>
          <p:cNvPr id="14444" name="Rectangle 309"/>
          <p:cNvSpPr>
            <a:spLocks noChangeArrowheads="1"/>
          </p:cNvSpPr>
          <p:nvPr/>
        </p:nvSpPr>
        <p:spPr bwMode="auto">
          <a:xfrm>
            <a:off x="5662613" y="1700213"/>
            <a:ext cx="858837" cy="25400"/>
          </a:xfrm>
          <a:prstGeom prst="rect">
            <a:avLst/>
          </a:prstGeom>
          <a:solidFill>
            <a:srgbClr val="2FC1F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445" name="Freeform 310"/>
          <p:cNvSpPr>
            <a:spLocks/>
          </p:cNvSpPr>
          <p:nvPr/>
        </p:nvSpPr>
        <p:spPr bwMode="auto">
          <a:xfrm>
            <a:off x="5662613" y="1700213"/>
            <a:ext cx="858837" cy="25400"/>
          </a:xfrm>
          <a:custGeom>
            <a:avLst/>
            <a:gdLst>
              <a:gd name="T0" fmla="*/ 0 w 541"/>
              <a:gd name="T1" fmla="*/ 25400 h 16"/>
              <a:gd name="T2" fmla="*/ 858838 w 541"/>
              <a:gd name="T3" fmla="*/ 25400 h 16"/>
              <a:gd name="T4" fmla="*/ 858838 w 541"/>
              <a:gd name="T5" fmla="*/ 0 h 16"/>
              <a:gd name="T6" fmla="*/ 0 w 541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41" h="16">
                <a:moveTo>
                  <a:pt x="0" y="16"/>
                </a:moveTo>
                <a:lnTo>
                  <a:pt x="541" y="16"/>
                </a:lnTo>
                <a:lnTo>
                  <a:pt x="541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6" name="Rectangle 311"/>
          <p:cNvSpPr>
            <a:spLocks noChangeArrowheads="1"/>
          </p:cNvSpPr>
          <p:nvPr/>
        </p:nvSpPr>
        <p:spPr bwMode="auto">
          <a:xfrm>
            <a:off x="9540875" y="1700213"/>
            <a:ext cx="855663" cy="25400"/>
          </a:xfrm>
          <a:prstGeom prst="rect">
            <a:avLst/>
          </a:prstGeom>
          <a:solidFill>
            <a:srgbClr val="FC667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447" name="Freeform 312"/>
          <p:cNvSpPr>
            <a:spLocks/>
          </p:cNvSpPr>
          <p:nvPr/>
        </p:nvSpPr>
        <p:spPr bwMode="auto">
          <a:xfrm>
            <a:off x="9540875" y="1700213"/>
            <a:ext cx="855663" cy="25400"/>
          </a:xfrm>
          <a:custGeom>
            <a:avLst/>
            <a:gdLst>
              <a:gd name="T0" fmla="*/ 0 w 539"/>
              <a:gd name="T1" fmla="*/ 25400 h 16"/>
              <a:gd name="T2" fmla="*/ 855663 w 539"/>
              <a:gd name="T3" fmla="*/ 25400 h 16"/>
              <a:gd name="T4" fmla="*/ 855663 w 539"/>
              <a:gd name="T5" fmla="*/ 0 h 16"/>
              <a:gd name="T6" fmla="*/ 0 w 539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9" h="16">
                <a:moveTo>
                  <a:pt x="0" y="16"/>
                </a:moveTo>
                <a:lnTo>
                  <a:pt x="539" y="16"/>
                </a:lnTo>
                <a:lnTo>
                  <a:pt x="539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48" name="Rectangle 313"/>
          <p:cNvSpPr>
            <a:spLocks noChangeArrowheads="1"/>
          </p:cNvSpPr>
          <p:nvPr/>
        </p:nvSpPr>
        <p:spPr bwMode="auto">
          <a:xfrm>
            <a:off x="1806575" y="1700213"/>
            <a:ext cx="855663" cy="25400"/>
          </a:xfrm>
          <a:prstGeom prst="rect">
            <a:avLst/>
          </a:prstGeom>
          <a:solidFill>
            <a:srgbClr val="AB71F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4449" name="Freeform 314"/>
          <p:cNvSpPr>
            <a:spLocks/>
          </p:cNvSpPr>
          <p:nvPr/>
        </p:nvSpPr>
        <p:spPr bwMode="auto">
          <a:xfrm>
            <a:off x="1806575" y="1700213"/>
            <a:ext cx="855663" cy="25400"/>
          </a:xfrm>
          <a:custGeom>
            <a:avLst/>
            <a:gdLst>
              <a:gd name="T0" fmla="*/ 0 w 539"/>
              <a:gd name="T1" fmla="*/ 25400 h 16"/>
              <a:gd name="T2" fmla="*/ 855663 w 539"/>
              <a:gd name="T3" fmla="*/ 25400 h 16"/>
              <a:gd name="T4" fmla="*/ 855663 w 539"/>
              <a:gd name="T5" fmla="*/ 0 h 16"/>
              <a:gd name="T6" fmla="*/ 0 w 539"/>
              <a:gd name="T7" fmla="*/ 0 h 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39" h="16">
                <a:moveTo>
                  <a:pt x="0" y="16"/>
                </a:moveTo>
                <a:lnTo>
                  <a:pt x="539" y="16"/>
                </a:lnTo>
                <a:lnTo>
                  <a:pt x="539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0" name="Freeform 315"/>
          <p:cNvSpPr>
            <a:spLocks/>
          </p:cNvSpPr>
          <p:nvPr/>
        </p:nvSpPr>
        <p:spPr bwMode="auto">
          <a:xfrm>
            <a:off x="996950" y="2479675"/>
            <a:ext cx="150813" cy="133350"/>
          </a:xfrm>
          <a:custGeom>
            <a:avLst/>
            <a:gdLst>
              <a:gd name="T0" fmla="*/ 0 w 95"/>
              <a:gd name="T1" fmla="*/ 73025 h 84"/>
              <a:gd name="T2" fmla="*/ 55563 w 95"/>
              <a:gd name="T3" fmla="*/ 133350 h 84"/>
              <a:gd name="T4" fmla="*/ 150813 w 95"/>
              <a:gd name="T5" fmla="*/ 19050 h 84"/>
              <a:gd name="T6" fmla="*/ 128588 w 95"/>
              <a:gd name="T7" fmla="*/ 0 h 84"/>
              <a:gd name="T8" fmla="*/ 55563 w 95"/>
              <a:gd name="T9" fmla="*/ 92075 h 84"/>
              <a:gd name="T10" fmla="*/ 19050 w 95"/>
              <a:gd name="T11" fmla="*/ 53975 h 84"/>
              <a:gd name="T12" fmla="*/ 0 w 95"/>
              <a:gd name="T13" fmla="*/ 73025 h 84"/>
              <a:gd name="T14" fmla="*/ 0 w 95"/>
              <a:gd name="T15" fmla="*/ 73025 h 8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4">
                <a:moveTo>
                  <a:pt x="0" y="46"/>
                </a:moveTo>
                <a:lnTo>
                  <a:pt x="35" y="84"/>
                </a:lnTo>
                <a:lnTo>
                  <a:pt x="95" y="12"/>
                </a:lnTo>
                <a:lnTo>
                  <a:pt x="81" y="0"/>
                </a:lnTo>
                <a:lnTo>
                  <a:pt x="35" y="58"/>
                </a:lnTo>
                <a:lnTo>
                  <a:pt x="12" y="34"/>
                </a:lnTo>
                <a:lnTo>
                  <a:pt x="0" y="46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1" name="Rectangle 316"/>
          <p:cNvSpPr>
            <a:spLocks noChangeArrowheads="1"/>
          </p:cNvSpPr>
          <p:nvPr/>
        </p:nvSpPr>
        <p:spPr bwMode="auto">
          <a:xfrm>
            <a:off x="1314450" y="2427288"/>
            <a:ext cx="19923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 sit</a:t>
            </a:r>
            <a:endParaRPr lang="en-US" altLang="en-US"/>
          </a:p>
        </p:txBody>
      </p:sp>
      <p:sp>
        <p:nvSpPr>
          <p:cNvPr id="14452" name="Rectangle 317"/>
          <p:cNvSpPr>
            <a:spLocks noChangeArrowheads="1"/>
          </p:cNvSpPr>
          <p:nvPr/>
        </p:nvSpPr>
        <p:spPr bwMode="auto">
          <a:xfrm>
            <a:off x="1314450" y="2779713"/>
            <a:ext cx="2484438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conscter vaina</a:t>
            </a:r>
            <a:endParaRPr lang="en-US" altLang="en-US"/>
          </a:p>
        </p:txBody>
      </p:sp>
      <p:sp>
        <p:nvSpPr>
          <p:cNvPr id="14453" name="Freeform 318"/>
          <p:cNvSpPr>
            <a:spLocks/>
          </p:cNvSpPr>
          <p:nvPr/>
        </p:nvSpPr>
        <p:spPr bwMode="auto">
          <a:xfrm>
            <a:off x="996950" y="2844800"/>
            <a:ext cx="150813" cy="128588"/>
          </a:xfrm>
          <a:custGeom>
            <a:avLst/>
            <a:gdLst>
              <a:gd name="T0" fmla="*/ 0 w 95"/>
              <a:gd name="T1" fmla="*/ 71438 h 81"/>
              <a:gd name="T2" fmla="*/ 55563 w 95"/>
              <a:gd name="T3" fmla="*/ 128588 h 81"/>
              <a:gd name="T4" fmla="*/ 150813 w 95"/>
              <a:gd name="T5" fmla="*/ 14288 h 81"/>
              <a:gd name="T6" fmla="*/ 128588 w 95"/>
              <a:gd name="T7" fmla="*/ 0 h 81"/>
              <a:gd name="T8" fmla="*/ 55563 w 95"/>
              <a:gd name="T9" fmla="*/ 90488 h 81"/>
              <a:gd name="T10" fmla="*/ 19050 w 95"/>
              <a:gd name="T11" fmla="*/ 52388 h 81"/>
              <a:gd name="T12" fmla="*/ 0 w 95"/>
              <a:gd name="T13" fmla="*/ 71438 h 81"/>
              <a:gd name="T14" fmla="*/ 0 w 95"/>
              <a:gd name="T15" fmla="*/ 71438 h 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1">
                <a:moveTo>
                  <a:pt x="0" y="45"/>
                </a:moveTo>
                <a:lnTo>
                  <a:pt x="35" y="81"/>
                </a:lnTo>
                <a:lnTo>
                  <a:pt x="95" y="9"/>
                </a:lnTo>
                <a:lnTo>
                  <a:pt x="81" y="0"/>
                </a:lnTo>
                <a:lnTo>
                  <a:pt x="35" y="57"/>
                </a:lnTo>
                <a:lnTo>
                  <a:pt x="12" y="33"/>
                </a:lnTo>
                <a:lnTo>
                  <a:pt x="0" y="45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4" name="Rectangle 319"/>
          <p:cNvSpPr>
            <a:spLocks noChangeArrowheads="1"/>
          </p:cNvSpPr>
          <p:nvPr/>
        </p:nvSpPr>
        <p:spPr bwMode="auto">
          <a:xfrm>
            <a:off x="1314450" y="3155950"/>
            <a:ext cx="20605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adipiscing consectetur</a:t>
            </a:r>
            <a:endParaRPr lang="en-US" altLang="en-US"/>
          </a:p>
        </p:txBody>
      </p:sp>
      <p:sp>
        <p:nvSpPr>
          <p:cNvPr id="14455" name="Freeform 320"/>
          <p:cNvSpPr>
            <a:spLocks/>
          </p:cNvSpPr>
          <p:nvPr/>
        </p:nvSpPr>
        <p:spPr bwMode="auto">
          <a:xfrm>
            <a:off x="996950" y="3203575"/>
            <a:ext cx="150813" cy="133350"/>
          </a:xfrm>
          <a:custGeom>
            <a:avLst/>
            <a:gdLst>
              <a:gd name="T0" fmla="*/ 0 w 95"/>
              <a:gd name="T1" fmla="*/ 73025 h 84"/>
              <a:gd name="T2" fmla="*/ 55563 w 95"/>
              <a:gd name="T3" fmla="*/ 133350 h 84"/>
              <a:gd name="T4" fmla="*/ 150813 w 95"/>
              <a:gd name="T5" fmla="*/ 19050 h 84"/>
              <a:gd name="T6" fmla="*/ 128588 w 95"/>
              <a:gd name="T7" fmla="*/ 0 h 84"/>
              <a:gd name="T8" fmla="*/ 55563 w 95"/>
              <a:gd name="T9" fmla="*/ 92075 h 84"/>
              <a:gd name="T10" fmla="*/ 19050 w 95"/>
              <a:gd name="T11" fmla="*/ 53975 h 84"/>
              <a:gd name="T12" fmla="*/ 0 w 95"/>
              <a:gd name="T13" fmla="*/ 73025 h 84"/>
              <a:gd name="T14" fmla="*/ 0 w 95"/>
              <a:gd name="T15" fmla="*/ 73025 h 8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4">
                <a:moveTo>
                  <a:pt x="0" y="46"/>
                </a:moveTo>
                <a:lnTo>
                  <a:pt x="35" y="84"/>
                </a:lnTo>
                <a:lnTo>
                  <a:pt x="95" y="12"/>
                </a:lnTo>
                <a:lnTo>
                  <a:pt x="81" y="0"/>
                </a:lnTo>
                <a:lnTo>
                  <a:pt x="35" y="58"/>
                </a:lnTo>
                <a:lnTo>
                  <a:pt x="12" y="34"/>
                </a:lnTo>
                <a:lnTo>
                  <a:pt x="0" y="46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6" name="Freeform 321"/>
          <p:cNvSpPr>
            <a:spLocks/>
          </p:cNvSpPr>
          <p:nvPr/>
        </p:nvSpPr>
        <p:spPr bwMode="auto">
          <a:xfrm>
            <a:off x="4886325" y="2298700"/>
            <a:ext cx="150813" cy="131763"/>
          </a:xfrm>
          <a:custGeom>
            <a:avLst/>
            <a:gdLst>
              <a:gd name="T0" fmla="*/ 0 w 95"/>
              <a:gd name="T1" fmla="*/ 71438 h 83"/>
              <a:gd name="T2" fmla="*/ 60325 w 95"/>
              <a:gd name="T3" fmla="*/ 131763 h 83"/>
              <a:gd name="T4" fmla="*/ 150813 w 95"/>
              <a:gd name="T5" fmla="*/ 19050 h 83"/>
              <a:gd name="T6" fmla="*/ 131763 w 95"/>
              <a:gd name="T7" fmla="*/ 0 h 83"/>
              <a:gd name="T8" fmla="*/ 57150 w 95"/>
              <a:gd name="T9" fmla="*/ 90488 h 83"/>
              <a:gd name="T10" fmla="*/ 19050 w 95"/>
              <a:gd name="T11" fmla="*/ 52388 h 83"/>
              <a:gd name="T12" fmla="*/ 0 w 95"/>
              <a:gd name="T13" fmla="*/ 71438 h 83"/>
              <a:gd name="T14" fmla="*/ 0 w 95"/>
              <a:gd name="T15" fmla="*/ 71438 h 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3">
                <a:moveTo>
                  <a:pt x="0" y="45"/>
                </a:moveTo>
                <a:lnTo>
                  <a:pt x="38" y="83"/>
                </a:lnTo>
                <a:lnTo>
                  <a:pt x="95" y="12"/>
                </a:lnTo>
                <a:lnTo>
                  <a:pt x="83" y="0"/>
                </a:lnTo>
                <a:lnTo>
                  <a:pt x="36" y="57"/>
                </a:lnTo>
                <a:lnTo>
                  <a:pt x="12" y="33"/>
                </a:lnTo>
                <a:lnTo>
                  <a:pt x="0" y="45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57" name="Rectangle 322"/>
          <p:cNvSpPr>
            <a:spLocks noChangeArrowheads="1"/>
          </p:cNvSpPr>
          <p:nvPr/>
        </p:nvSpPr>
        <p:spPr bwMode="auto">
          <a:xfrm>
            <a:off x="5203825" y="2246313"/>
            <a:ext cx="1738313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4458" name="Rectangle 323"/>
          <p:cNvSpPr>
            <a:spLocks noChangeArrowheads="1"/>
          </p:cNvSpPr>
          <p:nvPr/>
        </p:nvSpPr>
        <p:spPr bwMode="auto">
          <a:xfrm>
            <a:off x="5203825" y="2598738"/>
            <a:ext cx="2427288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4459" name="Freeform 324"/>
          <p:cNvSpPr>
            <a:spLocks/>
          </p:cNvSpPr>
          <p:nvPr/>
        </p:nvSpPr>
        <p:spPr bwMode="auto">
          <a:xfrm>
            <a:off x="4886325" y="2662238"/>
            <a:ext cx="150813" cy="128587"/>
          </a:xfrm>
          <a:custGeom>
            <a:avLst/>
            <a:gdLst>
              <a:gd name="T0" fmla="*/ 0 w 95"/>
              <a:gd name="T1" fmla="*/ 71438 h 81"/>
              <a:gd name="T2" fmla="*/ 60325 w 95"/>
              <a:gd name="T3" fmla="*/ 128588 h 81"/>
              <a:gd name="T4" fmla="*/ 150813 w 95"/>
              <a:gd name="T5" fmla="*/ 15875 h 81"/>
              <a:gd name="T6" fmla="*/ 131763 w 95"/>
              <a:gd name="T7" fmla="*/ 0 h 81"/>
              <a:gd name="T8" fmla="*/ 57150 w 95"/>
              <a:gd name="T9" fmla="*/ 90488 h 81"/>
              <a:gd name="T10" fmla="*/ 19050 w 95"/>
              <a:gd name="T11" fmla="*/ 52388 h 81"/>
              <a:gd name="T12" fmla="*/ 0 w 95"/>
              <a:gd name="T13" fmla="*/ 71438 h 81"/>
              <a:gd name="T14" fmla="*/ 0 w 95"/>
              <a:gd name="T15" fmla="*/ 71438 h 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1">
                <a:moveTo>
                  <a:pt x="0" y="45"/>
                </a:moveTo>
                <a:lnTo>
                  <a:pt x="38" y="81"/>
                </a:lnTo>
                <a:lnTo>
                  <a:pt x="95" y="10"/>
                </a:lnTo>
                <a:lnTo>
                  <a:pt x="83" y="0"/>
                </a:lnTo>
                <a:lnTo>
                  <a:pt x="36" y="57"/>
                </a:lnTo>
                <a:lnTo>
                  <a:pt x="12" y="33"/>
                </a:lnTo>
                <a:lnTo>
                  <a:pt x="0" y="45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0" name="Rectangle 325"/>
          <p:cNvSpPr>
            <a:spLocks noChangeArrowheads="1"/>
          </p:cNvSpPr>
          <p:nvPr/>
        </p:nvSpPr>
        <p:spPr bwMode="auto">
          <a:xfrm>
            <a:off x="5203825" y="2976563"/>
            <a:ext cx="17113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4461" name="Freeform 326"/>
          <p:cNvSpPr>
            <a:spLocks/>
          </p:cNvSpPr>
          <p:nvPr/>
        </p:nvSpPr>
        <p:spPr bwMode="auto">
          <a:xfrm>
            <a:off x="4886325" y="3025775"/>
            <a:ext cx="150813" cy="128588"/>
          </a:xfrm>
          <a:custGeom>
            <a:avLst/>
            <a:gdLst>
              <a:gd name="T0" fmla="*/ 0 w 95"/>
              <a:gd name="T1" fmla="*/ 73025 h 81"/>
              <a:gd name="T2" fmla="*/ 60325 w 95"/>
              <a:gd name="T3" fmla="*/ 128588 h 81"/>
              <a:gd name="T4" fmla="*/ 150813 w 95"/>
              <a:gd name="T5" fmla="*/ 15875 h 81"/>
              <a:gd name="T6" fmla="*/ 131763 w 95"/>
              <a:gd name="T7" fmla="*/ 0 h 81"/>
              <a:gd name="T8" fmla="*/ 57150 w 95"/>
              <a:gd name="T9" fmla="*/ 87313 h 81"/>
              <a:gd name="T10" fmla="*/ 19050 w 95"/>
              <a:gd name="T11" fmla="*/ 53975 h 81"/>
              <a:gd name="T12" fmla="*/ 0 w 95"/>
              <a:gd name="T13" fmla="*/ 73025 h 81"/>
              <a:gd name="T14" fmla="*/ 0 w 95"/>
              <a:gd name="T15" fmla="*/ 73025 h 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1">
                <a:moveTo>
                  <a:pt x="0" y="46"/>
                </a:moveTo>
                <a:lnTo>
                  <a:pt x="38" y="81"/>
                </a:lnTo>
                <a:lnTo>
                  <a:pt x="95" y="10"/>
                </a:lnTo>
                <a:lnTo>
                  <a:pt x="83" y="0"/>
                </a:lnTo>
                <a:lnTo>
                  <a:pt x="36" y="55"/>
                </a:lnTo>
                <a:lnTo>
                  <a:pt x="12" y="34"/>
                </a:lnTo>
                <a:lnTo>
                  <a:pt x="0" y="46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2" name="Rectangle 327"/>
          <p:cNvSpPr>
            <a:spLocks noChangeArrowheads="1"/>
          </p:cNvSpPr>
          <p:nvPr/>
        </p:nvSpPr>
        <p:spPr bwMode="auto">
          <a:xfrm>
            <a:off x="5203825" y="3333750"/>
            <a:ext cx="913712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Plan </a:t>
            </a:r>
            <a:r>
              <a:rPr lang="en-US" altLang="en-US" sz="1300" b="1" dirty="0" err="1">
                <a:solidFill>
                  <a:srgbClr val="000000"/>
                </a:solidFill>
                <a:latin typeface="Open Sans Semibold" panose="020B0706030804020204" pitchFamily="34" charset="0"/>
              </a:rPr>
              <a:t>Básico</a:t>
            </a:r>
            <a:endParaRPr lang="en-US" altLang="en-US" dirty="0"/>
          </a:p>
        </p:txBody>
      </p:sp>
      <p:sp>
        <p:nvSpPr>
          <p:cNvPr id="14463" name="Rectangle 328"/>
          <p:cNvSpPr>
            <a:spLocks noChangeArrowheads="1"/>
          </p:cNvSpPr>
          <p:nvPr/>
        </p:nvSpPr>
        <p:spPr bwMode="auto">
          <a:xfrm>
            <a:off x="4886325" y="3233738"/>
            <a:ext cx="3587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>
                <a:solidFill>
                  <a:srgbClr val="000000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4464" name="Freeform 329"/>
          <p:cNvSpPr>
            <a:spLocks/>
          </p:cNvSpPr>
          <p:nvPr/>
        </p:nvSpPr>
        <p:spPr bwMode="auto">
          <a:xfrm>
            <a:off x="8783638" y="2298700"/>
            <a:ext cx="150812" cy="131763"/>
          </a:xfrm>
          <a:custGeom>
            <a:avLst/>
            <a:gdLst>
              <a:gd name="T0" fmla="*/ 0 w 95"/>
              <a:gd name="T1" fmla="*/ 71438 h 83"/>
              <a:gd name="T2" fmla="*/ 60325 w 95"/>
              <a:gd name="T3" fmla="*/ 131763 h 83"/>
              <a:gd name="T4" fmla="*/ 150813 w 95"/>
              <a:gd name="T5" fmla="*/ 19050 h 83"/>
              <a:gd name="T6" fmla="*/ 128588 w 95"/>
              <a:gd name="T7" fmla="*/ 0 h 83"/>
              <a:gd name="T8" fmla="*/ 57150 w 95"/>
              <a:gd name="T9" fmla="*/ 90488 h 83"/>
              <a:gd name="T10" fmla="*/ 19050 w 95"/>
              <a:gd name="T11" fmla="*/ 52388 h 83"/>
              <a:gd name="T12" fmla="*/ 0 w 95"/>
              <a:gd name="T13" fmla="*/ 71438 h 83"/>
              <a:gd name="T14" fmla="*/ 0 w 95"/>
              <a:gd name="T15" fmla="*/ 71438 h 8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3">
                <a:moveTo>
                  <a:pt x="0" y="45"/>
                </a:moveTo>
                <a:lnTo>
                  <a:pt x="38" y="83"/>
                </a:lnTo>
                <a:lnTo>
                  <a:pt x="95" y="12"/>
                </a:lnTo>
                <a:lnTo>
                  <a:pt x="81" y="0"/>
                </a:lnTo>
                <a:lnTo>
                  <a:pt x="36" y="57"/>
                </a:lnTo>
                <a:lnTo>
                  <a:pt x="12" y="33"/>
                </a:lnTo>
                <a:lnTo>
                  <a:pt x="0" y="45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5" name="Rectangle 330"/>
          <p:cNvSpPr>
            <a:spLocks noChangeArrowheads="1"/>
          </p:cNvSpPr>
          <p:nvPr/>
        </p:nvSpPr>
        <p:spPr bwMode="auto">
          <a:xfrm>
            <a:off x="9097963" y="2246313"/>
            <a:ext cx="1738312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4466" name="Rectangle 331"/>
          <p:cNvSpPr>
            <a:spLocks noChangeArrowheads="1"/>
          </p:cNvSpPr>
          <p:nvPr/>
        </p:nvSpPr>
        <p:spPr bwMode="auto">
          <a:xfrm>
            <a:off x="9097963" y="2598738"/>
            <a:ext cx="2427287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4467" name="Freeform 332"/>
          <p:cNvSpPr>
            <a:spLocks/>
          </p:cNvSpPr>
          <p:nvPr/>
        </p:nvSpPr>
        <p:spPr bwMode="auto">
          <a:xfrm>
            <a:off x="8783638" y="2662238"/>
            <a:ext cx="150812" cy="128587"/>
          </a:xfrm>
          <a:custGeom>
            <a:avLst/>
            <a:gdLst>
              <a:gd name="T0" fmla="*/ 0 w 95"/>
              <a:gd name="T1" fmla="*/ 71438 h 81"/>
              <a:gd name="T2" fmla="*/ 60325 w 95"/>
              <a:gd name="T3" fmla="*/ 128588 h 81"/>
              <a:gd name="T4" fmla="*/ 150813 w 95"/>
              <a:gd name="T5" fmla="*/ 15875 h 81"/>
              <a:gd name="T6" fmla="*/ 128588 w 95"/>
              <a:gd name="T7" fmla="*/ 0 h 81"/>
              <a:gd name="T8" fmla="*/ 57150 w 95"/>
              <a:gd name="T9" fmla="*/ 90488 h 81"/>
              <a:gd name="T10" fmla="*/ 19050 w 95"/>
              <a:gd name="T11" fmla="*/ 52388 h 81"/>
              <a:gd name="T12" fmla="*/ 0 w 95"/>
              <a:gd name="T13" fmla="*/ 71438 h 81"/>
              <a:gd name="T14" fmla="*/ 0 w 95"/>
              <a:gd name="T15" fmla="*/ 71438 h 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1">
                <a:moveTo>
                  <a:pt x="0" y="45"/>
                </a:moveTo>
                <a:lnTo>
                  <a:pt x="38" y="81"/>
                </a:lnTo>
                <a:lnTo>
                  <a:pt x="95" y="10"/>
                </a:lnTo>
                <a:lnTo>
                  <a:pt x="81" y="0"/>
                </a:lnTo>
                <a:lnTo>
                  <a:pt x="36" y="57"/>
                </a:lnTo>
                <a:lnTo>
                  <a:pt x="12" y="33"/>
                </a:lnTo>
                <a:lnTo>
                  <a:pt x="0" y="45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68" name="Rectangle 333"/>
          <p:cNvSpPr>
            <a:spLocks noChangeArrowheads="1"/>
          </p:cNvSpPr>
          <p:nvPr/>
        </p:nvSpPr>
        <p:spPr bwMode="auto">
          <a:xfrm>
            <a:off x="9097963" y="2976563"/>
            <a:ext cx="171132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>
                <a:solidFill>
                  <a:srgbClr val="000000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4469" name="Freeform 334"/>
          <p:cNvSpPr>
            <a:spLocks/>
          </p:cNvSpPr>
          <p:nvPr/>
        </p:nvSpPr>
        <p:spPr bwMode="auto">
          <a:xfrm>
            <a:off x="8783638" y="3025775"/>
            <a:ext cx="150812" cy="128588"/>
          </a:xfrm>
          <a:custGeom>
            <a:avLst/>
            <a:gdLst>
              <a:gd name="T0" fmla="*/ 0 w 95"/>
              <a:gd name="T1" fmla="*/ 73025 h 81"/>
              <a:gd name="T2" fmla="*/ 60325 w 95"/>
              <a:gd name="T3" fmla="*/ 128588 h 81"/>
              <a:gd name="T4" fmla="*/ 150813 w 95"/>
              <a:gd name="T5" fmla="*/ 15875 h 81"/>
              <a:gd name="T6" fmla="*/ 128588 w 95"/>
              <a:gd name="T7" fmla="*/ 0 h 81"/>
              <a:gd name="T8" fmla="*/ 57150 w 95"/>
              <a:gd name="T9" fmla="*/ 87313 h 81"/>
              <a:gd name="T10" fmla="*/ 19050 w 95"/>
              <a:gd name="T11" fmla="*/ 53975 h 81"/>
              <a:gd name="T12" fmla="*/ 0 w 95"/>
              <a:gd name="T13" fmla="*/ 73025 h 81"/>
              <a:gd name="T14" fmla="*/ 0 w 95"/>
              <a:gd name="T15" fmla="*/ 73025 h 81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95" h="81">
                <a:moveTo>
                  <a:pt x="0" y="46"/>
                </a:moveTo>
                <a:lnTo>
                  <a:pt x="38" y="81"/>
                </a:lnTo>
                <a:lnTo>
                  <a:pt x="95" y="10"/>
                </a:lnTo>
                <a:lnTo>
                  <a:pt x="81" y="0"/>
                </a:lnTo>
                <a:lnTo>
                  <a:pt x="36" y="55"/>
                </a:lnTo>
                <a:lnTo>
                  <a:pt x="12" y="34"/>
                </a:lnTo>
                <a:lnTo>
                  <a:pt x="0" y="46"/>
                </a:lnTo>
                <a:close/>
              </a:path>
            </a:pathLst>
          </a:custGeom>
          <a:solidFill>
            <a:srgbClr val="0A0A0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70" name="Rectangle 335"/>
          <p:cNvSpPr>
            <a:spLocks noChangeArrowheads="1"/>
          </p:cNvSpPr>
          <p:nvPr/>
        </p:nvSpPr>
        <p:spPr bwMode="auto">
          <a:xfrm>
            <a:off x="9097963" y="3333750"/>
            <a:ext cx="671659" cy="200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3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Plan Pro</a:t>
            </a:r>
            <a:endParaRPr lang="en-US" altLang="en-US" dirty="0"/>
          </a:p>
        </p:txBody>
      </p:sp>
      <p:sp>
        <p:nvSpPr>
          <p:cNvPr id="14471" name="Rectangle 336"/>
          <p:cNvSpPr>
            <a:spLocks noChangeArrowheads="1"/>
          </p:cNvSpPr>
          <p:nvPr/>
        </p:nvSpPr>
        <p:spPr bwMode="auto">
          <a:xfrm>
            <a:off x="8778875" y="3233738"/>
            <a:ext cx="358775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>
                <a:solidFill>
                  <a:srgbClr val="000000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4472" name="Freeform 337"/>
          <p:cNvSpPr>
            <a:spLocks/>
          </p:cNvSpPr>
          <p:nvPr/>
        </p:nvSpPr>
        <p:spPr bwMode="auto">
          <a:xfrm>
            <a:off x="6753225" y="922338"/>
            <a:ext cx="965200" cy="966787"/>
          </a:xfrm>
          <a:custGeom>
            <a:avLst/>
            <a:gdLst>
              <a:gd name="T0" fmla="*/ 420688 w 608"/>
              <a:gd name="T1" fmla="*/ 0 h 609"/>
              <a:gd name="T2" fmla="*/ 0 w 608"/>
              <a:gd name="T3" fmla="*/ 0 h 609"/>
              <a:gd name="T4" fmla="*/ 965200 w 608"/>
              <a:gd name="T5" fmla="*/ 966788 h 609"/>
              <a:gd name="T6" fmla="*/ 965200 w 608"/>
              <a:gd name="T7" fmla="*/ 546100 h 609"/>
              <a:gd name="T8" fmla="*/ 420688 w 608"/>
              <a:gd name="T9" fmla="*/ 0 h 6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608" h="609">
                <a:moveTo>
                  <a:pt x="265" y="0"/>
                </a:moveTo>
                <a:lnTo>
                  <a:pt x="0" y="0"/>
                </a:lnTo>
                <a:lnTo>
                  <a:pt x="608" y="609"/>
                </a:lnTo>
                <a:lnTo>
                  <a:pt x="608" y="344"/>
                </a:lnTo>
                <a:lnTo>
                  <a:pt x="265" y="0"/>
                </a:lnTo>
                <a:close/>
              </a:path>
            </a:pathLst>
          </a:custGeom>
          <a:solidFill>
            <a:srgbClr val="FC667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473" name="Rectangle 338"/>
          <p:cNvSpPr>
            <a:spLocks noChangeArrowheads="1"/>
          </p:cNvSpPr>
          <p:nvPr/>
        </p:nvSpPr>
        <p:spPr bwMode="auto">
          <a:xfrm rot="2700000">
            <a:off x="6914357" y="1246981"/>
            <a:ext cx="874712" cy="212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POPULAR</a:t>
            </a:r>
            <a:endParaRPr lang="en-US" altLang="en-US"/>
          </a:p>
        </p:txBody>
      </p:sp>
      <p:grpSp>
        <p:nvGrpSpPr>
          <p:cNvPr id="14474" name="Group 1153"/>
          <p:cNvGrpSpPr>
            <a:grpSpLocks/>
          </p:cNvGrpSpPr>
          <p:nvPr/>
        </p:nvGrpSpPr>
        <p:grpSpPr bwMode="auto">
          <a:xfrm>
            <a:off x="604838" y="4773613"/>
            <a:ext cx="3252787" cy="1228725"/>
            <a:chOff x="604838" y="4773613"/>
            <a:chExt cx="3252788" cy="1228724"/>
          </a:xfrm>
        </p:grpSpPr>
        <p:sp>
          <p:nvSpPr>
            <p:cNvPr id="14490" name="Freeform 346"/>
            <p:cNvSpPr>
              <a:spLocks/>
            </p:cNvSpPr>
            <p:nvPr/>
          </p:nvSpPr>
          <p:spPr bwMode="auto">
            <a:xfrm>
              <a:off x="604838" y="4773613"/>
              <a:ext cx="3252788" cy="1173162"/>
            </a:xfrm>
            <a:custGeom>
              <a:avLst/>
              <a:gdLst>
                <a:gd name="T0" fmla="*/ 189116 w 860"/>
                <a:gd name="T1" fmla="*/ 1173162 h 310"/>
                <a:gd name="T2" fmla="*/ 3063672 w 860"/>
                <a:gd name="T3" fmla="*/ 1173162 h 310"/>
                <a:gd name="T4" fmla="*/ 3252788 w 860"/>
                <a:gd name="T5" fmla="*/ 980158 h 310"/>
                <a:gd name="T6" fmla="*/ 3252788 w 860"/>
                <a:gd name="T7" fmla="*/ 49197 h 310"/>
                <a:gd name="T8" fmla="*/ 1626394 w 860"/>
                <a:gd name="T9" fmla="*/ 170298 h 310"/>
                <a:gd name="T10" fmla="*/ 0 w 860"/>
                <a:gd name="T11" fmla="*/ 162729 h 310"/>
                <a:gd name="T12" fmla="*/ 0 w 860"/>
                <a:gd name="T13" fmla="*/ 980158 h 310"/>
                <a:gd name="T14" fmla="*/ 189116 w 860"/>
                <a:gd name="T15" fmla="*/ 1173162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7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6" y="0"/>
                    <a:pt x="430" y="45"/>
                  </a:cubicBezTo>
                  <a:cubicBezTo>
                    <a:pt x="223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EBDE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1" name="Freeform 347"/>
            <p:cNvSpPr>
              <a:spLocks/>
            </p:cNvSpPr>
            <p:nvPr/>
          </p:nvSpPr>
          <p:spPr bwMode="auto">
            <a:xfrm>
              <a:off x="604838" y="4810125"/>
              <a:ext cx="3252788" cy="1136650"/>
            </a:xfrm>
            <a:custGeom>
              <a:avLst/>
              <a:gdLst>
                <a:gd name="T0" fmla="*/ 189116 w 860"/>
                <a:gd name="T1" fmla="*/ 1136650 h 300"/>
                <a:gd name="T2" fmla="*/ 3063672 w 860"/>
                <a:gd name="T3" fmla="*/ 1136650 h 300"/>
                <a:gd name="T4" fmla="*/ 3252788 w 860"/>
                <a:gd name="T5" fmla="*/ 943420 h 300"/>
                <a:gd name="T6" fmla="*/ 3252788 w 860"/>
                <a:gd name="T7" fmla="*/ 287951 h 300"/>
                <a:gd name="T8" fmla="*/ 1611265 w 860"/>
                <a:gd name="T9" fmla="*/ 219752 h 300"/>
                <a:gd name="T10" fmla="*/ 0 w 860"/>
                <a:gd name="T11" fmla="*/ 329629 h 300"/>
                <a:gd name="T12" fmla="*/ 0 w 860"/>
                <a:gd name="T13" fmla="*/ 943420 h 300"/>
                <a:gd name="T14" fmla="*/ 189116 w 860"/>
                <a:gd name="T15" fmla="*/ 1136650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7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0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D6BA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2" name="Freeform 348"/>
            <p:cNvSpPr>
              <a:spLocks/>
            </p:cNvSpPr>
            <p:nvPr/>
          </p:nvSpPr>
          <p:spPr bwMode="auto">
            <a:xfrm>
              <a:off x="604838" y="5045075"/>
              <a:ext cx="3252788" cy="901700"/>
            </a:xfrm>
            <a:custGeom>
              <a:avLst/>
              <a:gdLst>
                <a:gd name="T0" fmla="*/ 189116 w 860"/>
                <a:gd name="T1" fmla="*/ 901700 h 238"/>
                <a:gd name="T2" fmla="*/ 3063672 w 860"/>
                <a:gd name="T3" fmla="*/ 901700 h 238"/>
                <a:gd name="T4" fmla="*/ 3252788 w 860"/>
                <a:gd name="T5" fmla="*/ 708479 h 238"/>
                <a:gd name="T6" fmla="*/ 3252788 w 860"/>
                <a:gd name="T7" fmla="*/ 185644 h 238"/>
                <a:gd name="T8" fmla="*/ 1626394 w 860"/>
                <a:gd name="T9" fmla="*/ 291726 h 238"/>
                <a:gd name="T10" fmla="*/ 0 w 860"/>
                <a:gd name="T11" fmla="*/ 185644 h 238"/>
                <a:gd name="T12" fmla="*/ 0 w 860"/>
                <a:gd name="T13" fmla="*/ 708479 h 238"/>
                <a:gd name="T14" fmla="*/ 189116 w 860"/>
                <a:gd name="T15" fmla="*/ 901700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7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2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CCA9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3" name="Freeform 349"/>
            <p:cNvSpPr>
              <a:spLocks/>
            </p:cNvSpPr>
            <p:nvPr/>
          </p:nvSpPr>
          <p:spPr bwMode="auto">
            <a:xfrm>
              <a:off x="604838" y="5219700"/>
              <a:ext cx="3252788" cy="782637"/>
            </a:xfrm>
            <a:custGeom>
              <a:avLst/>
              <a:gdLst>
                <a:gd name="T0" fmla="*/ 189116 w 860"/>
                <a:gd name="T1" fmla="*/ 725924 h 207"/>
                <a:gd name="T2" fmla="*/ 3063672 w 860"/>
                <a:gd name="T3" fmla="*/ 725924 h 207"/>
                <a:gd name="T4" fmla="*/ 3252788 w 860"/>
                <a:gd name="T5" fmla="*/ 533101 h 207"/>
                <a:gd name="T6" fmla="*/ 3252788 w 860"/>
                <a:gd name="T7" fmla="*/ 241975 h 207"/>
                <a:gd name="T8" fmla="*/ 1626394 w 860"/>
                <a:gd name="T9" fmla="*/ 344058 h 207"/>
                <a:gd name="T10" fmla="*/ 0 w 860"/>
                <a:gd name="T11" fmla="*/ 238194 h 207"/>
                <a:gd name="T12" fmla="*/ 0 w 860"/>
                <a:gd name="T13" fmla="*/ 533101 h 207"/>
                <a:gd name="T14" fmla="*/ 189116 w 860"/>
                <a:gd name="T15" fmla="*/ 725924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7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2" y="0"/>
                    <a:pt x="430" y="91"/>
                  </a:cubicBezTo>
                  <a:cubicBezTo>
                    <a:pt x="133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BA8B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94" name="Freeform 350"/>
            <p:cNvSpPr>
              <a:spLocks/>
            </p:cNvSpPr>
            <p:nvPr/>
          </p:nvSpPr>
          <p:spPr bwMode="auto">
            <a:xfrm>
              <a:off x="604838" y="5375275"/>
              <a:ext cx="3252788" cy="577850"/>
            </a:xfrm>
            <a:custGeom>
              <a:avLst/>
              <a:gdLst>
                <a:gd name="T0" fmla="*/ 189116 w 860"/>
                <a:gd name="T1" fmla="*/ 570296 h 153"/>
                <a:gd name="T2" fmla="*/ 3063672 w 860"/>
                <a:gd name="T3" fmla="*/ 570296 h 153"/>
                <a:gd name="T4" fmla="*/ 3252788 w 860"/>
                <a:gd name="T5" fmla="*/ 377680 h 153"/>
                <a:gd name="T6" fmla="*/ 3252788 w 860"/>
                <a:gd name="T7" fmla="*/ 162402 h 153"/>
                <a:gd name="T8" fmla="*/ 1626394 w 860"/>
                <a:gd name="T9" fmla="*/ 264376 h 153"/>
                <a:gd name="T10" fmla="*/ 0 w 860"/>
                <a:gd name="T11" fmla="*/ 366349 h 153"/>
                <a:gd name="T12" fmla="*/ 0 w 860"/>
                <a:gd name="T13" fmla="*/ 377680 h 153"/>
                <a:gd name="T14" fmla="*/ 189116 w 860"/>
                <a:gd name="T15" fmla="*/ 57029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7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8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AB71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75" name="Group 1154"/>
          <p:cNvGrpSpPr>
            <a:grpSpLocks/>
          </p:cNvGrpSpPr>
          <p:nvPr/>
        </p:nvGrpSpPr>
        <p:grpSpPr bwMode="auto">
          <a:xfrm>
            <a:off x="4454525" y="4773613"/>
            <a:ext cx="3252788" cy="1228725"/>
            <a:chOff x="4454525" y="4773613"/>
            <a:chExt cx="3252788" cy="1228724"/>
          </a:xfrm>
        </p:grpSpPr>
        <p:sp>
          <p:nvSpPr>
            <p:cNvPr id="14485" name="Freeform 351"/>
            <p:cNvSpPr>
              <a:spLocks/>
            </p:cNvSpPr>
            <p:nvPr/>
          </p:nvSpPr>
          <p:spPr bwMode="auto">
            <a:xfrm>
              <a:off x="4454525" y="4773613"/>
              <a:ext cx="3252788" cy="1173162"/>
            </a:xfrm>
            <a:custGeom>
              <a:avLst/>
              <a:gdLst>
                <a:gd name="T0" fmla="*/ 192898 w 860"/>
                <a:gd name="T1" fmla="*/ 1173162 h 310"/>
                <a:gd name="T2" fmla="*/ 3063672 w 860"/>
                <a:gd name="T3" fmla="*/ 1173162 h 310"/>
                <a:gd name="T4" fmla="*/ 3252788 w 860"/>
                <a:gd name="T5" fmla="*/ 980158 h 310"/>
                <a:gd name="T6" fmla="*/ 3252788 w 860"/>
                <a:gd name="T7" fmla="*/ 49197 h 310"/>
                <a:gd name="T8" fmla="*/ 1626394 w 860"/>
                <a:gd name="T9" fmla="*/ 170298 h 310"/>
                <a:gd name="T10" fmla="*/ 0 w 860"/>
                <a:gd name="T11" fmla="*/ 162729 h 310"/>
                <a:gd name="T12" fmla="*/ 0 w 860"/>
                <a:gd name="T13" fmla="*/ 980158 h 310"/>
                <a:gd name="T14" fmla="*/ 192898 w 860"/>
                <a:gd name="T15" fmla="*/ 1173162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1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8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7" y="0"/>
                    <a:pt x="430" y="45"/>
                  </a:cubicBezTo>
                  <a:cubicBezTo>
                    <a:pt x="224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3" y="310"/>
                    <a:pt x="51" y="310"/>
                  </a:cubicBezTo>
                  <a:close/>
                </a:path>
              </a:pathLst>
            </a:custGeom>
            <a:solidFill>
              <a:srgbClr val="D9F6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6" name="Freeform 352"/>
            <p:cNvSpPr>
              <a:spLocks/>
            </p:cNvSpPr>
            <p:nvPr/>
          </p:nvSpPr>
          <p:spPr bwMode="auto">
            <a:xfrm>
              <a:off x="4454525" y="4810125"/>
              <a:ext cx="3252788" cy="1136650"/>
            </a:xfrm>
            <a:custGeom>
              <a:avLst/>
              <a:gdLst>
                <a:gd name="T0" fmla="*/ 192898 w 860"/>
                <a:gd name="T1" fmla="*/ 1136650 h 300"/>
                <a:gd name="T2" fmla="*/ 3063672 w 860"/>
                <a:gd name="T3" fmla="*/ 1136650 h 300"/>
                <a:gd name="T4" fmla="*/ 3252788 w 860"/>
                <a:gd name="T5" fmla="*/ 943420 h 300"/>
                <a:gd name="T6" fmla="*/ 3252788 w 860"/>
                <a:gd name="T7" fmla="*/ 287951 h 300"/>
                <a:gd name="T8" fmla="*/ 1611265 w 860"/>
                <a:gd name="T9" fmla="*/ 219752 h 300"/>
                <a:gd name="T10" fmla="*/ 0 w 860"/>
                <a:gd name="T11" fmla="*/ 329629 h 300"/>
                <a:gd name="T12" fmla="*/ 0 w 860"/>
                <a:gd name="T13" fmla="*/ 943420 h 300"/>
                <a:gd name="T14" fmla="*/ 192898 w 860"/>
                <a:gd name="T15" fmla="*/ 1136650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1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8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1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3" y="300"/>
                    <a:pt x="51" y="300"/>
                  </a:cubicBezTo>
                  <a:close/>
                </a:path>
              </a:pathLst>
            </a:custGeom>
            <a:solidFill>
              <a:srgbClr val="AEE7F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7" name="Freeform 353"/>
            <p:cNvSpPr>
              <a:spLocks/>
            </p:cNvSpPr>
            <p:nvPr/>
          </p:nvSpPr>
          <p:spPr bwMode="auto">
            <a:xfrm>
              <a:off x="4454525" y="5045075"/>
              <a:ext cx="3252788" cy="901700"/>
            </a:xfrm>
            <a:custGeom>
              <a:avLst/>
              <a:gdLst>
                <a:gd name="T0" fmla="*/ 192898 w 860"/>
                <a:gd name="T1" fmla="*/ 901700 h 238"/>
                <a:gd name="T2" fmla="*/ 3063672 w 860"/>
                <a:gd name="T3" fmla="*/ 901700 h 238"/>
                <a:gd name="T4" fmla="*/ 3252788 w 860"/>
                <a:gd name="T5" fmla="*/ 708479 h 238"/>
                <a:gd name="T6" fmla="*/ 3252788 w 860"/>
                <a:gd name="T7" fmla="*/ 185644 h 238"/>
                <a:gd name="T8" fmla="*/ 1626394 w 860"/>
                <a:gd name="T9" fmla="*/ 291726 h 238"/>
                <a:gd name="T10" fmla="*/ 0 w 860"/>
                <a:gd name="T11" fmla="*/ 185644 h 238"/>
                <a:gd name="T12" fmla="*/ 0 w 860"/>
                <a:gd name="T13" fmla="*/ 708479 h 238"/>
                <a:gd name="T14" fmla="*/ 192898 w 860"/>
                <a:gd name="T15" fmla="*/ 901700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1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8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3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3" y="238"/>
                    <a:pt x="51" y="238"/>
                  </a:cubicBezTo>
                  <a:close/>
                </a:path>
              </a:pathLst>
            </a:custGeom>
            <a:solidFill>
              <a:srgbClr val="87DBF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8" name="Freeform 354"/>
            <p:cNvSpPr>
              <a:spLocks/>
            </p:cNvSpPr>
            <p:nvPr/>
          </p:nvSpPr>
          <p:spPr bwMode="auto">
            <a:xfrm>
              <a:off x="4454525" y="5219700"/>
              <a:ext cx="3252788" cy="782637"/>
            </a:xfrm>
            <a:custGeom>
              <a:avLst/>
              <a:gdLst>
                <a:gd name="T0" fmla="*/ 192898 w 860"/>
                <a:gd name="T1" fmla="*/ 725924 h 207"/>
                <a:gd name="T2" fmla="*/ 3063672 w 860"/>
                <a:gd name="T3" fmla="*/ 725924 h 207"/>
                <a:gd name="T4" fmla="*/ 3252788 w 860"/>
                <a:gd name="T5" fmla="*/ 533101 h 207"/>
                <a:gd name="T6" fmla="*/ 3252788 w 860"/>
                <a:gd name="T7" fmla="*/ 241975 h 207"/>
                <a:gd name="T8" fmla="*/ 1626394 w 860"/>
                <a:gd name="T9" fmla="*/ 344058 h 207"/>
                <a:gd name="T10" fmla="*/ 0 w 860"/>
                <a:gd name="T11" fmla="*/ 238194 h 207"/>
                <a:gd name="T12" fmla="*/ 0 w 860"/>
                <a:gd name="T13" fmla="*/ 533101 h 207"/>
                <a:gd name="T14" fmla="*/ 192898 w 860"/>
                <a:gd name="T15" fmla="*/ 725924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1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8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3" y="0"/>
                    <a:pt x="430" y="91"/>
                  </a:cubicBezTo>
                  <a:cubicBezTo>
                    <a:pt x="134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3" y="192"/>
                    <a:pt x="51" y="192"/>
                  </a:cubicBezTo>
                  <a:close/>
                </a:path>
              </a:pathLst>
            </a:custGeom>
            <a:solidFill>
              <a:srgbClr val="5CCFF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9" name="Freeform 355"/>
            <p:cNvSpPr>
              <a:spLocks/>
            </p:cNvSpPr>
            <p:nvPr/>
          </p:nvSpPr>
          <p:spPr bwMode="auto">
            <a:xfrm>
              <a:off x="4454525" y="5375275"/>
              <a:ext cx="3252788" cy="577850"/>
            </a:xfrm>
            <a:custGeom>
              <a:avLst/>
              <a:gdLst>
                <a:gd name="T0" fmla="*/ 192898 w 860"/>
                <a:gd name="T1" fmla="*/ 570296 h 153"/>
                <a:gd name="T2" fmla="*/ 3063672 w 860"/>
                <a:gd name="T3" fmla="*/ 570296 h 153"/>
                <a:gd name="T4" fmla="*/ 3252788 w 860"/>
                <a:gd name="T5" fmla="*/ 377680 h 153"/>
                <a:gd name="T6" fmla="*/ 3252788 w 860"/>
                <a:gd name="T7" fmla="*/ 162402 h 153"/>
                <a:gd name="T8" fmla="*/ 1626394 w 860"/>
                <a:gd name="T9" fmla="*/ 264376 h 153"/>
                <a:gd name="T10" fmla="*/ 0 w 860"/>
                <a:gd name="T11" fmla="*/ 366349 h 153"/>
                <a:gd name="T12" fmla="*/ 0 w 860"/>
                <a:gd name="T13" fmla="*/ 377680 h 153"/>
                <a:gd name="T14" fmla="*/ 192898 w 860"/>
                <a:gd name="T15" fmla="*/ 57029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1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8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9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3" y="151"/>
                    <a:pt x="51" y="151"/>
                  </a:cubicBezTo>
                  <a:close/>
                </a:path>
              </a:pathLst>
            </a:custGeom>
            <a:solidFill>
              <a:srgbClr val="2FC1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476" name="Group 1155"/>
          <p:cNvGrpSpPr>
            <a:grpSpLocks/>
          </p:cNvGrpSpPr>
          <p:nvPr/>
        </p:nvGrpSpPr>
        <p:grpSpPr bwMode="auto">
          <a:xfrm>
            <a:off x="8308975" y="4773613"/>
            <a:ext cx="3251200" cy="1228725"/>
            <a:chOff x="8308975" y="4773613"/>
            <a:chExt cx="3251200" cy="1228724"/>
          </a:xfrm>
        </p:grpSpPr>
        <p:sp>
          <p:nvSpPr>
            <p:cNvPr id="14480" name="Freeform 356"/>
            <p:cNvSpPr>
              <a:spLocks/>
            </p:cNvSpPr>
            <p:nvPr/>
          </p:nvSpPr>
          <p:spPr bwMode="auto">
            <a:xfrm>
              <a:off x="8308975" y="4773613"/>
              <a:ext cx="3251200" cy="1173162"/>
            </a:xfrm>
            <a:custGeom>
              <a:avLst/>
              <a:gdLst>
                <a:gd name="T0" fmla="*/ 189023 w 860"/>
                <a:gd name="T1" fmla="*/ 1173162 h 310"/>
                <a:gd name="T2" fmla="*/ 3062177 w 860"/>
                <a:gd name="T3" fmla="*/ 1173162 h 310"/>
                <a:gd name="T4" fmla="*/ 3251200 w 860"/>
                <a:gd name="T5" fmla="*/ 980158 h 310"/>
                <a:gd name="T6" fmla="*/ 3251200 w 860"/>
                <a:gd name="T7" fmla="*/ 49197 h 310"/>
                <a:gd name="T8" fmla="*/ 1625600 w 860"/>
                <a:gd name="T9" fmla="*/ 170298 h 310"/>
                <a:gd name="T10" fmla="*/ 0 w 860"/>
                <a:gd name="T11" fmla="*/ 162729 h 310"/>
                <a:gd name="T12" fmla="*/ 0 w 860"/>
                <a:gd name="T13" fmla="*/ 980158 h 310"/>
                <a:gd name="T14" fmla="*/ 189023 w 860"/>
                <a:gd name="T15" fmla="*/ 1173162 h 31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10">
                  <a:moveTo>
                    <a:pt x="50" y="310"/>
                  </a:moveTo>
                  <a:cubicBezTo>
                    <a:pt x="810" y="310"/>
                    <a:pt x="810" y="310"/>
                    <a:pt x="810" y="310"/>
                  </a:cubicBezTo>
                  <a:cubicBezTo>
                    <a:pt x="838" y="310"/>
                    <a:pt x="860" y="287"/>
                    <a:pt x="860" y="259"/>
                  </a:cubicBezTo>
                  <a:cubicBezTo>
                    <a:pt x="860" y="13"/>
                    <a:pt x="860" y="13"/>
                    <a:pt x="860" y="13"/>
                  </a:cubicBezTo>
                  <a:cubicBezTo>
                    <a:pt x="860" y="13"/>
                    <a:pt x="676" y="0"/>
                    <a:pt x="430" y="45"/>
                  </a:cubicBezTo>
                  <a:cubicBezTo>
                    <a:pt x="223" y="83"/>
                    <a:pt x="0" y="43"/>
                    <a:pt x="0" y="43"/>
                  </a:cubicBezTo>
                  <a:cubicBezTo>
                    <a:pt x="0" y="259"/>
                    <a:pt x="0" y="259"/>
                    <a:pt x="0" y="259"/>
                  </a:cubicBezTo>
                  <a:cubicBezTo>
                    <a:pt x="0" y="287"/>
                    <a:pt x="22" y="310"/>
                    <a:pt x="50" y="310"/>
                  </a:cubicBezTo>
                  <a:close/>
                </a:path>
              </a:pathLst>
            </a:custGeom>
            <a:solidFill>
              <a:srgbClr val="FFE3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1" name="Freeform 357"/>
            <p:cNvSpPr>
              <a:spLocks/>
            </p:cNvSpPr>
            <p:nvPr/>
          </p:nvSpPr>
          <p:spPr bwMode="auto">
            <a:xfrm>
              <a:off x="8308975" y="4810125"/>
              <a:ext cx="3251200" cy="1136650"/>
            </a:xfrm>
            <a:custGeom>
              <a:avLst/>
              <a:gdLst>
                <a:gd name="T0" fmla="*/ 189023 w 860"/>
                <a:gd name="T1" fmla="*/ 1136650 h 300"/>
                <a:gd name="T2" fmla="*/ 3062177 w 860"/>
                <a:gd name="T3" fmla="*/ 1136650 h 300"/>
                <a:gd name="T4" fmla="*/ 3251200 w 860"/>
                <a:gd name="T5" fmla="*/ 943420 h 300"/>
                <a:gd name="T6" fmla="*/ 3251200 w 860"/>
                <a:gd name="T7" fmla="*/ 287951 h 300"/>
                <a:gd name="T8" fmla="*/ 1610478 w 860"/>
                <a:gd name="T9" fmla="*/ 219752 h 300"/>
                <a:gd name="T10" fmla="*/ 0 w 860"/>
                <a:gd name="T11" fmla="*/ 329629 h 300"/>
                <a:gd name="T12" fmla="*/ 0 w 860"/>
                <a:gd name="T13" fmla="*/ 943420 h 300"/>
                <a:gd name="T14" fmla="*/ 189023 w 860"/>
                <a:gd name="T15" fmla="*/ 1136650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300">
                  <a:moveTo>
                    <a:pt x="50" y="300"/>
                  </a:moveTo>
                  <a:cubicBezTo>
                    <a:pt x="810" y="300"/>
                    <a:pt x="810" y="300"/>
                    <a:pt x="810" y="300"/>
                  </a:cubicBezTo>
                  <a:cubicBezTo>
                    <a:pt x="838" y="300"/>
                    <a:pt x="860" y="277"/>
                    <a:pt x="860" y="249"/>
                  </a:cubicBezTo>
                  <a:cubicBezTo>
                    <a:pt x="860" y="76"/>
                    <a:pt x="860" y="76"/>
                    <a:pt x="860" y="76"/>
                  </a:cubicBezTo>
                  <a:cubicBezTo>
                    <a:pt x="860" y="76"/>
                    <a:pt x="654" y="126"/>
                    <a:pt x="426" y="58"/>
                  </a:cubicBezTo>
                  <a:cubicBezTo>
                    <a:pt x="230" y="0"/>
                    <a:pt x="0" y="87"/>
                    <a:pt x="0" y="87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77"/>
                    <a:pt x="22" y="300"/>
                    <a:pt x="50" y="300"/>
                  </a:cubicBezTo>
                  <a:close/>
                </a:path>
              </a:pathLst>
            </a:custGeom>
            <a:solidFill>
              <a:srgbClr val="FCBA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2" name="Freeform 358"/>
            <p:cNvSpPr>
              <a:spLocks/>
            </p:cNvSpPr>
            <p:nvPr/>
          </p:nvSpPr>
          <p:spPr bwMode="auto">
            <a:xfrm>
              <a:off x="8308975" y="5045075"/>
              <a:ext cx="3251200" cy="901700"/>
            </a:xfrm>
            <a:custGeom>
              <a:avLst/>
              <a:gdLst>
                <a:gd name="T0" fmla="*/ 189023 w 860"/>
                <a:gd name="T1" fmla="*/ 901700 h 238"/>
                <a:gd name="T2" fmla="*/ 3062177 w 860"/>
                <a:gd name="T3" fmla="*/ 901700 h 238"/>
                <a:gd name="T4" fmla="*/ 3251200 w 860"/>
                <a:gd name="T5" fmla="*/ 708479 h 238"/>
                <a:gd name="T6" fmla="*/ 3251200 w 860"/>
                <a:gd name="T7" fmla="*/ 185644 h 238"/>
                <a:gd name="T8" fmla="*/ 1625600 w 860"/>
                <a:gd name="T9" fmla="*/ 291726 h 238"/>
                <a:gd name="T10" fmla="*/ 0 w 860"/>
                <a:gd name="T11" fmla="*/ 185644 h 238"/>
                <a:gd name="T12" fmla="*/ 0 w 860"/>
                <a:gd name="T13" fmla="*/ 708479 h 238"/>
                <a:gd name="T14" fmla="*/ 189023 w 860"/>
                <a:gd name="T15" fmla="*/ 901700 h 2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38">
                  <a:moveTo>
                    <a:pt x="50" y="238"/>
                  </a:moveTo>
                  <a:cubicBezTo>
                    <a:pt x="810" y="238"/>
                    <a:pt x="810" y="238"/>
                    <a:pt x="810" y="238"/>
                  </a:cubicBezTo>
                  <a:cubicBezTo>
                    <a:pt x="838" y="238"/>
                    <a:pt x="860" y="215"/>
                    <a:pt x="860" y="187"/>
                  </a:cubicBezTo>
                  <a:cubicBezTo>
                    <a:pt x="860" y="49"/>
                    <a:pt x="860" y="49"/>
                    <a:pt x="860" y="49"/>
                  </a:cubicBezTo>
                  <a:cubicBezTo>
                    <a:pt x="860" y="49"/>
                    <a:pt x="723" y="149"/>
                    <a:pt x="430" y="77"/>
                  </a:cubicBezTo>
                  <a:cubicBezTo>
                    <a:pt x="121" y="0"/>
                    <a:pt x="0" y="49"/>
                    <a:pt x="0" y="49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0" y="215"/>
                    <a:pt x="22" y="238"/>
                    <a:pt x="50" y="238"/>
                  </a:cubicBezTo>
                  <a:close/>
                </a:path>
              </a:pathLst>
            </a:custGeom>
            <a:solidFill>
              <a:srgbClr val="FCA9B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3" name="Freeform 359"/>
            <p:cNvSpPr>
              <a:spLocks/>
            </p:cNvSpPr>
            <p:nvPr/>
          </p:nvSpPr>
          <p:spPr bwMode="auto">
            <a:xfrm>
              <a:off x="8308975" y="5219700"/>
              <a:ext cx="3251200" cy="782637"/>
            </a:xfrm>
            <a:custGeom>
              <a:avLst/>
              <a:gdLst>
                <a:gd name="T0" fmla="*/ 189023 w 860"/>
                <a:gd name="T1" fmla="*/ 725924 h 207"/>
                <a:gd name="T2" fmla="*/ 3062177 w 860"/>
                <a:gd name="T3" fmla="*/ 725924 h 207"/>
                <a:gd name="T4" fmla="*/ 3251200 w 860"/>
                <a:gd name="T5" fmla="*/ 533101 h 207"/>
                <a:gd name="T6" fmla="*/ 3251200 w 860"/>
                <a:gd name="T7" fmla="*/ 241975 h 207"/>
                <a:gd name="T8" fmla="*/ 1625600 w 860"/>
                <a:gd name="T9" fmla="*/ 344058 h 207"/>
                <a:gd name="T10" fmla="*/ 0 w 860"/>
                <a:gd name="T11" fmla="*/ 238194 h 207"/>
                <a:gd name="T12" fmla="*/ 0 w 860"/>
                <a:gd name="T13" fmla="*/ 533101 h 207"/>
                <a:gd name="T14" fmla="*/ 189023 w 860"/>
                <a:gd name="T15" fmla="*/ 725924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207">
                  <a:moveTo>
                    <a:pt x="50" y="192"/>
                  </a:moveTo>
                  <a:cubicBezTo>
                    <a:pt x="810" y="192"/>
                    <a:pt x="810" y="192"/>
                    <a:pt x="810" y="192"/>
                  </a:cubicBezTo>
                  <a:cubicBezTo>
                    <a:pt x="838" y="192"/>
                    <a:pt x="860" y="169"/>
                    <a:pt x="860" y="141"/>
                  </a:cubicBezTo>
                  <a:cubicBezTo>
                    <a:pt x="860" y="64"/>
                    <a:pt x="860" y="64"/>
                    <a:pt x="860" y="64"/>
                  </a:cubicBezTo>
                  <a:cubicBezTo>
                    <a:pt x="860" y="64"/>
                    <a:pt x="662" y="0"/>
                    <a:pt x="430" y="91"/>
                  </a:cubicBezTo>
                  <a:cubicBezTo>
                    <a:pt x="133" y="207"/>
                    <a:pt x="0" y="63"/>
                    <a:pt x="0" y="63"/>
                  </a:cubicBezTo>
                  <a:cubicBezTo>
                    <a:pt x="0" y="141"/>
                    <a:pt x="0" y="141"/>
                    <a:pt x="0" y="141"/>
                  </a:cubicBezTo>
                  <a:cubicBezTo>
                    <a:pt x="0" y="169"/>
                    <a:pt x="22" y="192"/>
                    <a:pt x="50" y="192"/>
                  </a:cubicBezTo>
                  <a:close/>
                </a:path>
              </a:pathLst>
            </a:custGeom>
            <a:solidFill>
              <a:srgbClr val="FC8B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484" name="Freeform 360"/>
            <p:cNvSpPr>
              <a:spLocks/>
            </p:cNvSpPr>
            <p:nvPr/>
          </p:nvSpPr>
          <p:spPr bwMode="auto">
            <a:xfrm>
              <a:off x="8308975" y="5375275"/>
              <a:ext cx="3251200" cy="577850"/>
            </a:xfrm>
            <a:custGeom>
              <a:avLst/>
              <a:gdLst>
                <a:gd name="T0" fmla="*/ 189023 w 860"/>
                <a:gd name="T1" fmla="*/ 570296 h 153"/>
                <a:gd name="T2" fmla="*/ 3062177 w 860"/>
                <a:gd name="T3" fmla="*/ 570296 h 153"/>
                <a:gd name="T4" fmla="*/ 3251200 w 860"/>
                <a:gd name="T5" fmla="*/ 377680 h 153"/>
                <a:gd name="T6" fmla="*/ 3251200 w 860"/>
                <a:gd name="T7" fmla="*/ 162402 h 153"/>
                <a:gd name="T8" fmla="*/ 1625600 w 860"/>
                <a:gd name="T9" fmla="*/ 264376 h 153"/>
                <a:gd name="T10" fmla="*/ 0 w 860"/>
                <a:gd name="T11" fmla="*/ 366349 h 153"/>
                <a:gd name="T12" fmla="*/ 0 w 860"/>
                <a:gd name="T13" fmla="*/ 377680 h 153"/>
                <a:gd name="T14" fmla="*/ 189023 w 860"/>
                <a:gd name="T15" fmla="*/ 570296 h 15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0" h="153">
                  <a:moveTo>
                    <a:pt x="50" y="151"/>
                  </a:moveTo>
                  <a:cubicBezTo>
                    <a:pt x="810" y="151"/>
                    <a:pt x="810" y="151"/>
                    <a:pt x="810" y="151"/>
                  </a:cubicBezTo>
                  <a:cubicBezTo>
                    <a:pt x="838" y="151"/>
                    <a:pt x="860" y="128"/>
                    <a:pt x="860" y="100"/>
                  </a:cubicBezTo>
                  <a:cubicBezTo>
                    <a:pt x="860" y="43"/>
                    <a:pt x="860" y="43"/>
                    <a:pt x="860" y="43"/>
                  </a:cubicBezTo>
                  <a:cubicBezTo>
                    <a:pt x="860" y="43"/>
                    <a:pt x="659" y="153"/>
                    <a:pt x="430" y="70"/>
                  </a:cubicBezTo>
                  <a:cubicBezTo>
                    <a:pt x="238" y="0"/>
                    <a:pt x="0" y="97"/>
                    <a:pt x="0" y="97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0" y="128"/>
                    <a:pt x="22" y="151"/>
                    <a:pt x="50" y="151"/>
                  </a:cubicBezTo>
                  <a:close/>
                </a:path>
              </a:pathLst>
            </a:custGeom>
            <a:solidFill>
              <a:srgbClr val="FC66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477" name="Rectangle 365"/>
          <p:cNvSpPr>
            <a:spLocks noChangeArrowheads="1"/>
          </p:cNvSpPr>
          <p:nvPr/>
        </p:nvSpPr>
        <p:spPr bwMode="auto">
          <a:xfrm>
            <a:off x="5688013" y="1127125"/>
            <a:ext cx="1039812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00000"/>
                </a:solidFill>
                <a:latin typeface="Open Sans Semibold" panose="020B0706030804020204" pitchFamily="34" charset="0"/>
              </a:rPr>
              <a:t>PRO</a:t>
            </a:r>
            <a:endParaRPr lang="en-US" altLang="en-US"/>
          </a:p>
        </p:txBody>
      </p:sp>
      <p:sp>
        <p:nvSpPr>
          <p:cNvPr id="14478" name="Rectangle 366"/>
          <p:cNvSpPr>
            <a:spLocks noChangeArrowheads="1"/>
          </p:cNvSpPr>
          <p:nvPr/>
        </p:nvSpPr>
        <p:spPr bwMode="auto">
          <a:xfrm>
            <a:off x="8998072" y="1115331"/>
            <a:ext cx="1857375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EMPRESA</a:t>
            </a:r>
            <a:endParaRPr lang="en-US" altLang="en-US" dirty="0"/>
          </a:p>
        </p:txBody>
      </p:sp>
      <p:sp>
        <p:nvSpPr>
          <p:cNvPr id="14479" name="Rectangle 367"/>
          <p:cNvSpPr>
            <a:spLocks noChangeArrowheads="1"/>
          </p:cNvSpPr>
          <p:nvPr/>
        </p:nvSpPr>
        <p:spPr bwMode="auto">
          <a:xfrm>
            <a:off x="1687513" y="1127125"/>
            <a:ext cx="1429879" cy="4770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 dirty="0">
                <a:solidFill>
                  <a:srgbClr val="000000"/>
                </a:solidFill>
                <a:latin typeface="Open Sans Semibold" panose="020B0706030804020204" pitchFamily="34" charset="0"/>
              </a:rPr>
              <a:t>BÁSICO</a:t>
            </a:r>
            <a:endParaRPr lang="en-US" altLang="en-US" dirty="0"/>
          </a:p>
        </p:txBody>
      </p:sp>
      <p:sp>
        <p:nvSpPr>
          <p:cNvPr id="6" name="Freeform 6"/>
          <p:cNvSpPr>
            <a:spLocks/>
          </p:cNvSpPr>
          <p:nvPr/>
        </p:nvSpPr>
        <p:spPr bwMode="auto">
          <a:xfrm>
            <a:off x="5254625" y="5257800"/>
            <a:ext cx="1676400" cy="382587"/>
          </a:xfrm>
          <a:custGeom>
            <a:avLst/>
            <a:gdLst>
              <a:gd name="T0" fmla="*/ 335 w 378"/>
              <a:gd name="T1" fmla="*/ 86 h 86"/>
              <a:gd name="T2" fmla="*/ 43 w 378"/>
              <a:gd name="T3" fmla="*/ 86 h 86"/>
              <a:gd name="T4" fmla="*/ 0 w 378"/>
              <a:gd name="T5" fmla="*/ 43 h 86"/>
              <a:gd name="T6" fmla="*/ 0 w 378"/>
              <a:gd name="T7" fmla="*/ 43 h 86"/>
              <a:gd name="T8" fmla="*/ 43 w 378"/>
              <a:gd name="T9" fmla="*/ 0 h 86"/>
              <a:gd name="T10" fmla="*/ 335 w 378"/>
              <a:gd name="T11" fmla="*/ 0 h 86"/>
              <a:gd name="T12" fmla="*/ 378 w 378"/>
              <a:gd name="T13" fmla="*/ 43 h 86"/>
              <a:gd name="T14" fmla="*/ 378 w 378"/>
              <a:gd name="T15" fmla="*/ 43 h 86"/>
              <a:gd name="T16" fmla="*/ 335 w 378"/>
              <a:gd name="T1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8" h="86">
                <a:moveTo>
                  <a:pt x="335" y="86"/>
                </a:moveTo>
                <a:cubicBezTo>
                  <a:pt x="43" y="86"/>
                  <a:pt x="43" y="86"/>
                  <a:pt x="43" y="86"/>
                </a:cubicBezTo>
                <a:cubicBezTo>
                  <a:pt x="19" y="86"/>
                  <a:pt x="0" y="67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20"/>
                  <a:pt x="19" y="0"/>
                  <a:pt x="43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359" y="0"/>
                  <a:pt x="378" y="20"/>
                  <a:pt x="378" y="43"/>
                </a:cubicBezTo>
                <a:cubicBezTo>
                  <a:pt x="378" y="43"/>
                  <a:pt x="378" y="43"/>
                  <a:pt x="378" y="43"/>
                </a:cubicBezTo>
                <a:cubicBezTo>
                  <a:pt x="378" y="67"/>
                  <a:pt x="359" y="86"/>
                  <a:pt x="335" y="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Freeform 7"/>
          <p:cNvSpPr>
            <a:spLocks/>
          </p:cNvSpPr>
          <p:nvPr/>
        </p:nvSpPr>
        <p:spPr bwMode="auto">
          <a:xfrm>
            <a:off x="9113838" y="5257800"/>
            <a:ext cx="1671637" cy="382587"/>
          </a:xfrm>
          <a:custGeom>
            <a:avLst/>
            <a:gdLst>
              <a:gd name="T0" fmla="*/ 334 w 377"/>
              <a:gd name="T1" fmla="*/ 86 h 86"/>
              <a:gd name="T2" fmla="*/ 43 w 377"/>
              <a:gd name="T3" fmla="*/ 86 h 86"/>
              <a:gd name="T4" fmla="*/ 0 w 377"/>
              <a:gd name="T5" fmla="*/ 43 h 86"/>
              <a:gd name="T6" fmla="*/ 0 w 377"/>
              <a:gd name="T7" fmla="*/ 43 h 86"/>
              <a:gd name="T8" fmla="*/ 43 w 377"/>
              <a:gd name="T9" fmla="*/ 0 h 86"/>
              <a:gd name="T10" fmla="*/ 334 w 377"/>
              <a:gd name="T11" fmla="*/ 0 h 86"/>
              <a:gd name="T12" fmla="*/ 377 w 377"/>
              <a:gd name="T13" fmla="*/ 43 h 86"/>
              <a:gd name="T14" fmla="*/ 377 w 377"/>
              <a:gd name="T15" fmla="*/ 43 h 86"/>
              <a:gd name="T16" fmla="*/ 334 w 377"/>
              <a:gd name="T1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7" h="86">
                <a:moveTo>
                  <a:pt x="334" y="86"/>
                </a:moveTo>
                <a:cubicBezTo>
                  <a:pt x="43" y="86"/>
                  <a:pt x="43" y="86"/>
                  <a:pt x="43" y="86"/>
                </a:cubicBezTo>
                <a:cubicBezTo>
                  <a:pt x="19" y="86"/>
                  <a:pt x="0" y="67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20"/>
                  <a:pt x="19" y="0"/>
                  <a:pt x="43" y="0"/>
                </a:cubicBezTo>
                <a:cubicBezTo>
                  <a:pt x="334" y="0"/>
                  <a:pt x="334" y="0"/>
                  <a:pt x="334" y="0"/>
                </a:cubicBezTo>
                <a:cubicBezTo>
                  <a:pt x="358" y="0"/>
                  <a:pt x="377" y="20"/>
                  <a:pt x="377" y="43"/>
                </a:cubicBezTo>
                <a:cubicBezTo>
                  <a:pt x="377" y="43"/>
                  <a:pt x="377" y="43"/>
                  <a:pt x="377" y="43"/>
                </a:cubicBezTo>
                <a:cubicBezTo>
                  <a:pt x="377" y="67"/>
                  <a:pt x="358" y="86"/>
                  <a:pt x="334" y="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Freeform 8"/>
          <p:cNvSpPr>
            <a:spLocks/>
          </p:cNvSpPr>
          <p:nvPr/>
        </p:nvSpPr>
        <p:spPr bwMode="auto">
          <a:xfrm>
            <a:off x="1398588" y="5257800"/>
            <a:ext cx="1673225" cy="382587"/>
          </a:xfrm>
          <a:custGeom>
            <a:avLst/>
            <a:gdLst>
              <a:gd name="T0" fmla="*/ 334 w 377"/>
              <a:gd name="T1" fmla="*/ 86 h 86"/>
              <a:gd name="T2" fmla="*/ 43 w 377"/>
              <a:gd name="T3" fmla="*/ 86 h 86"/>
              <a:gd name="T4" fmla="*/ 0 w 377"/>
              <a:gd name="T5" fmla="*/ 43 h 86"/>
              <a:gd name="T6" fmla="*/ 0 w 377"/>
              <a:gd name="T7" fmla="*/ 43 h 86"/>
              <a:gd name="T8" fmla="*/ 43 w 377"/>
              <a:gd name="T9" fmla="*/ 0 h 86"/>
              <a:gd name="T10" fmla="*/ 334 w 377"/>
              <a:gd name="T11" fmla="*/ 0 h 86"/>
              <a:gd name="T12" fmla="*/ 377 w 377"/>
              <a:gd name="T13" fmla="*/ 43 h 86"/>
              <a:gd name="T14" fmla="*/ 377 w 377"/>
              <a:gd name="T15" fmla="*/ 43 h 86"/>
              <a:gd name="T16" fmla="*/ 334 w 377"/>
              <a:gd name="T1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7" h="86">
                <a:moveTo>
                  <a:pt x="334" y="86"/>
                </a:moveTo>
                <a:cubicBezTo>
                  <a:pt x="43" y="86"/>
                  <a:pt x="43" y="86"/>
                  <a:pt x="43" y="86"/>
                </a:cubicBezTo>
                <a:cubicBezTo>
                  <a:pt x="19" y="86"/>
                  <a:pt x="0" y="67"/>
                  <a:pt x="0" y="4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20"/>
                  <a:pt x="19" y="0"/>
                  <a:pt x="43" y="0"/>
                </a:cubicBezTo>
                <a:cubicBezTo>
                  <a:pt x="334" y="0"/>
                  <a:pt x="334" y="0"/>
                  <a:pt x="334" y="0"/>
                </a:cubicBezTo>
                <a:cubicBezTo>
                  <a:pt x="358" y="0"/>
                  <a:pt x="377" y="20"/>
                  <a:pt x="377" y="43"/>
                </a:cubicBezTo>
                <a:cubicBezTo>
                  <a:pt x="377" y="43"/>
                  <a:pt x="377" y="43"/>
                  <a:pt x="377" y="43"/>
                </a:cubicBezTo>
                <a:cubicBezTo>
                  <a:pt x="377" y="67"/>
                  <a:pt x="358" y="86"/>
                  <a:pt x="334" y="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5391150" y="5335588"/>
            <a:ext cx="1401762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 SemiBold" panose="020B0706030804020204" pitchFamily="34" charset="0"/>
              </a:rPr>
              <a:t>Seleccione esta PLAN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9266238" y="5349815"/>
            <a:ext cx="1401762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 SemiBold" panose="020B0706030804020204" pitchFamily="34" charset="0"/>
              </a:rPr>
              <a:t>Seleccione esta PLAN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568451" y="5360990"/>
            <a:ext cx="1401762" cy="249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 SemiBold" panose="020B0706030804020204" pitchFamily="34" charset="0"/>
              </a:rPr>
              <a:t>Seleccione esta PLAN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2012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64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87238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3" name="Freeform 1456"/>
          <p:cNvSpPr>
            <a:spLocks/>
          </p:cNvSpPr>
          <p:nvPr/>
        </p:nvSpPr>
        <p:spPr bwMode="auto">
          <a:xfrm>
            <a:off x="0" y="-3175"/>
            <a:ext cx="12190413" cy="4140200"/>
          </a:xfrm>
          <a:custGeom>
            <a:avLst/>
            <a:gdLst>
              <a:gd name="T0" fmla="*/ 12190413 w 2770"/>
              <a:gd name="T1" fmla="*/ 3365014 h 940"/>
              <a:gd name="T2" fmla="*/ 8880958 w 2770"/>
              <a:gd name="T3" fmla="*/ 3219666 h 940"/>
              <a:gd name="T4" fmla="*/ 3124618 w 2770"/>
              <a:gd name="T5" fmla="*/ 3294542 h 940"/>
              <a:gd name="T6" fmla="*/ 0 w 2770"/>
              <a:gd name="T7" fmla="*/ 1915944 h 940"/>
              <a:gd name="T8" fmla="*/ 0 w 2770"/>
              <a:gd name="T9" fmla="*/ 0 h 940"/>
              <a:gd name="T10" fmla="*/ 12190413 w 2770"/>
              <a:gd name="T11" fmla="*/ 0 h 940"/>
              <a:gd name="T12" fmla="*/ 12190413 w 2770"/>
              <a:gd name="T13" fmla="*/ 3365014 h 9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70" h="940">
                <a:moveTo>
                  <a:pt x="2770" y="764"/>
                </a:moveTo>
                <a:cubicBezTo>
                  <a:pt x="2770" y="764"/>
                  <a:pt x="2447" y="531"/>
                  <a:pt x="2018" y="731"/>
                </a:cubicBezTo>
                <a:cubicBezTo>
                  <a:pt x="1568" y="940"/>
                  <a:pt x="1502" y="395"/>
                  <a:pt x="710" y="748"/>
                </a:cubicBezTo>
                <a:cubicBezTo>
                  <a:pt x="296" y="932"/>
                  <a:pt x="0" y="435"/>
                  <a:pt x="0" y="435"/>
                </a:cubicBezTo>
                <a:cubicBezTo>
                  <a:pt x="0" y="0"/>
                  <a:pt x="0" y="0"/>
                  <a:pt x="0" y="0"/>
                </a:cubicBezTo>
                <a:cubicBezTo>
                  <a:pt x="2770" y="0"/>
                  <a:pt x="2770" y="0"/>
                  <a:pt x="2770" y="0"/>
                </a:cubicBezTo>
                <a:lnTo>
                  <a:pt x="2770" y="764"/>
                </a:lnTo>
                <a:close/>
              </a:path>
            </a:pathLst>
          </a:custGeom>
          <a:solidFill>
            <a:srgbClr val="172D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4" name="Rectangle 1461"/>
          <p:cNvSpPr>
            <a:spLocks noChangeArrowheads="1"/>
          </p:cNvSpPr>
          <p:nvPr/>
        </p:nvSpPr>
        <p:spPr bwMode="auto">
          <a:xfrm>
            <a:off x="0" y="-3175"/>
            <a:ext cx="12187238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5365" name="Rectangle 1462"/>
          <p:cNvSpPr>
            <a:spLocks noChangeArrowheads="1"/>
          </p:cNvSpPr>
          <p:nvPr/>
        </p:nvSpPr>
        <p:spPr bwMode="auto">
          <a:xfrm>
            <a:off x="3040063" y="260229"/>
            <a:ext cx="621003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b="1" dirty="0" err="1">
                <a:solidFill>
                  <a:srgbClr val="FFFFFF"/>
                </a:solidFill>
                <a:latin typeface="Open Sans" panose="020B0606030504020204" pitchFamily="34" charset="0"/>
              </a:rPr>
              <a:t>Nuestros</a:t>
            </a:r>
            <a:r>
              <a:rPr lang="en-US" altLang="en-US" sz="3600" b="1" dirty="0">
                <a:solidFill>
                  <a:srgbClr val="FFFFFF"/>
                </a:solidFill>
                <a:latin typeface="Open Sans" panose="020B0606030504020204" pitchFamily="34" charset="0"/>
              </a:rPr>
              <a:t> Planes de </a:t>
            </a:r>
            <a:r>
              <a:rPr lang="en-US" altLang="en-US" sz="3600" b="1" dirty="0" err="1">
                <a:solidFill>
                  <a:srgbClr val="FFFFFF"/>
                </a:solidFill>
                <a:latin typeface="Open Sans" panose="020B0606030504020204" pitchFamily="34" charset="0"/>
              </a:rPr>
              <a:t>Precios</a:t>
            </a:r>
            <a:endParaRPr lang="en-US" altLang="en-US" dirty="0"/>
          </a:p>
        </p:txBody>
      </p:sp>
      <p:sp>
        <p:nvSpPr>
          <p:cNvPr id="15366" name="Freeform 1463"/>
          <p:cNvSpPr>
            <a:spLocks/>
          </p:cNvSpPr>
          <p:nvPr/>
        </p:nvSpPr>
        <p:spPr bwMode="auto">
          <a:xfrm>
            <a:off x="889000" y="2357438"/>
            <a:ext cx="2335213" cy="3932237"/>
          </a:xfrm>
          <a:custGeom>
            <a:avLst/>
            <a:gdLst>
              <a:gd name="T0" fmla="*/ 2106529 w 531"/>
              <a:gd name="T1" fmla="*/ 3932237 h 893"/>
              <a:gd name="T2" fmla="*/ 228684 w 531"/>
              <a:gd name="T3" fmla="*/ 3932237 h 893"/>
              <a:gd name="T4" fmla="*/ 0 w 531"/>
              <a:gd name="T5" fmla="*/ 3703260 h 893"/>
              <a:gd name="T6" fmla="*/ 0 w 531"/>
              <a:gd name="T7" fmla="*/ 228977 h 893"/>
              <a:gd name="T8" fmla="*/ 228684 w 531"/>
              <a:gd name="T9" fmla="*/ 0 h 893"/>
              <a:gd name="T10" fmla="*/ 2106529 w 531"/>
              <a:gd name="T11" fmla="*/ 0 h 893"/>
              <a:gd name="T12" fmla="*/ 2335213 w 531"/>
              <a:gd name="T13" fmla="*/ 228977 h 893"/>
              <a:gd name="T14" fmla="*/ 2335213 w 531"/>
              <a:gd name="T15" fmla="*/ 3703260 h 893"/>
              <a:gd name="T16" fmla="*/ 2106529 w 531"/>
              <a:gd name="T17" fmla="*/ 3932237 h 8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1" h="893">
                <a:moveTo>
                  <a:pt x="479" y="893"/>
                </a:moveTo>
                <a:cubicBezTo>
                  <a:pt x="52" y="893"/>
                  <a:pt x="52" y="893"/>
                  <a:pt x="52" y="893"/>
                </a:cubicBezTo>
                <a:cubicBezTo>
                  <a:pt x="23" y="893"/>
                  <a:pt x="0" y="870"/>
                  <a:pt x="0" y="841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23"/>
                  <a:pt x="23" y="0"/>
                  <a:pt x="52" y="0"/>
                </a:cubicBezTo>
                <a:cubicBezTo>
                  <a:pt x="479" y="0"/>
                  <a:pt x="479" y="0"/>
                  <a:pt x="479" y="0"/>
                </a:cubicBezTo>
                <a:cubicBezTo>
                  <a:pt x="508" y="0"/>
                  <a:pt x="531" y="23"/>
                  <a:pt x="531" y="52"/>
                </a:cubicBezTo>
                <a:cubicBezTo>
                  <a:pt x="531" y="841"/>
                  <a:pt x="531" y="841"/>
                  <a:pt x="531" y="841"/>
                </a:cubicBezTo>
                <a:cubicBezTo>
                  <a:pt x="531" y="870"/>
                  <a:pt x="508" y="893"/>
                  <a:pt x="479" y="893"/>
                </a:cubicBezTo>
              </a:path>
            </a:pathLst>
          </a:custGeom>
          <a:solidFill>
            <a:srgbClr val="D12E2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7" name="Freeform 1464"/>
          <p:cNvSpPr>
            <a:spLocks/>
          </p:cNvSpPr>
          <p:nvPr/>
        </p:nvSpPr>
        <p:spPr bwMode="auto">
          <a:xfrm>
            <a:off x="3576638" y="2357438"/>
            <a:ext cx="2341562" cy="3932237"/>
          </a:xfrm>
          <a:custGeom>
            <a:avLst/>
            <a:gdLst>
              <a:gd name="T0" fmla="*/ 2112688 w 532"/>
              <a:gd name="T1" fmla="*/ 3932237 h 893"/>
              <a:gd name="T2" fmla="*/ 228875 w 532"/>
              <a:gd name="T3" fmla="*/ 3932237 h 893"/>
              <a:gd name="T4" fmla="*/ 0 w 532"/>
              <a:gd name="T5" fmla="*/ 3703260 h 893"/>
              <a:gd name="T6" fmla="*/ 0 w 532"/>
              <a:gd name="T7" fmla="*/ 228977 h 893"/>
              <a:gd name="T8" fmla="*/ 228875 w 532"/>
              <a:gd name="T9" fmla="*/ 0 h 893"/>
              <a:gd name="T10" fmla="*/ 2112688 w 532"/>
              <a:gd name="T11" fmla="*/ 0 h 893"/>
              <a:gd name="T12" fmla="*/ 2341563 w 532"/>
              <a:gd name="T13" fmla="*/ 228977 h 893"/>
              <a:gd name="T14" fmla="*/ 2341563 w 532"/>
              <a:gd name="T15" fmla="*/ 3703260 h 893"/>
              <a:gd name="T16" fmla="*/ 2112688 w 532"/>
              <a:gd name="T17" fmla="*/ 3932237 h 8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2" h="893">
                <a:moveTo>
                  <a:pt x="480" y="893"/>
                </a:moveTo>
                <a:cubicBezTo>
                  <a:pt x="52" y="893"/>
                  <a:pt x="52" y="893"/>
                  <a:pt x="52" y="893"/>
                </a:cubicBezTo>
                <a:cubicBezTo>
                  <a:pt x="24" y="893"/>
                  <a:pt x="0" y="870"/>
                  <a:pt x="0" y="841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23"/>
                  <a:pt x="24" y="0"/>
                  <a:pt x="52" y="0"/>
                </a:cubicBezTo>
                <a:cubicBezTo>
                  <a:pt x="480" y="0"/>
                  <a:pt x="480" y="0"/>
                  <a:pt x="480" y="0"/>
                </a:cubicBezTo>
                <a:cubicBezTo>
                  <a:pt x="509" y="0"/>
                  <a:pt x="532" y="23"/>
                  <a:pt x="532" y="52"/>
                </a:cubicBezTo>
                <a:cubicBezTo>
                  <a:pt x="532" y="841"/>
                  <a:pt x="532" y="841"/>
                  <a:pt x="532" y="841"/>
                </a:cubicBezTo>
                <a:cubicBezTo>
                  <a:pt x="532" y="870"/>
                  <a:pt x="509" y="893"/>
                  <a:pt x="480" y="893"/>
                </a:cubicBezTo>
              </a:path>
            </a:pathLst>
          </a:custGeom>
          <a:solidFill>
            <a:srgbClr val="FFAD1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8" name="Freeform 1465"/>
          <p:cNvSpPr>
            <a:spLocks/>
          </p:cNvSpPr>
          <p:nvPr/>
        </p:nvSpPr>
        <p:spPr bwMode="auto">
          <a:xfrm>
            <a:off x="6269038" y="2357438"/>
            <a:ext cx="2341562" cy="3932237"/>
          </a:xfrm>
          <a:custGeom>
            <a:avLst/>
            <a:gdLst>
              <a:gd name="T0" fmla="*/ 2112688 w 532"/>
              <a:gd name="T1" fmla="*/ 3932237 h 893"/>
              <a:gd name="T2" fmla="*/ 228875 w 532"/>
              <a:gd name="T3" fmla="*/ 3932237 h 893"/>
              <a:gd name="T4" fmla="*/ 0 w 532"/>
              <a:gd name="T5" fmla="*/ 3703260 h 893"/>
              <a:gd name="T6" fmla="*/ 0 w 532"/>
              <a:gd name="T7" fmla="*/ 228977 h 893"/>
              <a:gd name="T8" fmla="*/ 228875 w 532"/>
              <a:gd name="T9" fmla="*/ 0 h 893"/>
              <a:gd name="T10" fmla="*/ 2112688 w 532"/>
              <a:gd name="T11" fmla="*/ 0 h 893"/>
              <a:gd name="T12" fmla="*/ 2341563 w 532"/>
              <a:gd name="T13" fmla="*/ 228977 h 893"/>
              <a:gd name="T14" fmla="*/ 2341563 w 532"/>
              <a:gd name="T15" fmla="*/ 3703260 h 893"/>
              <a:gd name="T16" fmla="*/ 2112688 w 532"/>
              <a:gd name="T17" fmla="*/ 3932237 h 8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2" h="893">
                <a:moveTo>
                  <a:pt x="480" y="893"/>
                </a:moveTo>
                <a:cubicBezTo>
                  <a:pt x="52" y="893"/>
                  <a:pt x="52" y="893"/>
                  <a:pt x="52" y="893"/>
                </a:cubicBezTo>
                <a:cubicBezTo>
                  <a:pt x="23" y="893"/>
                  <a:pt x="0" y="870"/>
                  <a:pt x="0" y="841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23"/>
                  <a:pt x="23" y="0"/>
                  <a:pt x="52" y="0"/>
                </a:cubicBezTo>
                <a:cubicBezTo>
                  <a:pt x="480" y="0"/>
                  <a:pt x="480" y="0"/>
                  <a:pt x="480" y="0"/>
                </a:cubicBezTo>
                <a:cubicBezTo>
                  <a:pt x="508" y="0"/>
                  <a:pt x="532" y="23"/>
                  <a:pt x="532" y="52"/>
                </a:cubicBezTo>
                <a:cubicBezTo>
                  <a:pt x="532" y="841"/>
                  <a:pt x="532" y="841"/>
                  <a:pt x="532" y="841"/>
                </a:cubicBezTo>
                <a:cubicBezTo>
                  <a:pt x="532" y="870"/>
                  <a:pt x="508" y="893"/>
                  <a:pt x="480" y="893"/>
                </a:cubicBezTo>
              </a:path>
            </a:pathLst>
          </a:custGeom>
          <a:solidFill>
            <a:srgbClr val="94D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69" name="Freeform 1466"/>
          <p:cNvSpPr>
            <a:spLocks/>
          </p:cNvSpPr>
          <p:nvPr/>
        </p:nvSpPr>
        <p:spPr bwMode="auto">
          <a:xfrm>
            <a:off x="8961438" y="2357438"/>
            <a:ext cx="2336800" cy="3932237"/>
          </a:xfrm>
          <a:custGeom>
            <a:avLst/>
            <a:gdLst>
              <a:gd name="T0" fmla="*/ 2107961 w 531"/>
              <a:gd name="T1" fmla="*/ 3932237 h 893"/>
              <a:gd name="T2" fmla="*/ 228839 w 531"/>
              <a:gd name="T3" fmla="*/ 3932237 h 893"/>
              <a:gd name="T4" fmla="*/ 0 w 531"/>
              <a:gd name="T5" fmla="*/ 3703260 h 893"/>
              <a:gd name="T6" fmla="*/ 0 w 531"/>
              <a:gd name="T7" fmla="*/ 228977 h 893"/>
              <a:gd name="T8" fmla="*/ 228839 w 531"/>
              <a:gd name="T9" fmla="*/ 0 h 893"/>
              <a:gd name="T10" fmla="*/ 2107961 w 531"/>
              <a:gd name="T11" fmla="*/ 0 h 893"/>
              <a:gd name="T12" fmla="*/ 2336800 w 531"/>
              <a:gd name="T13" fmla="*/ 228977 h 893"/>
              <a:gd name="T14" fmla="*/ 2336800 w 531"/>
              <a:gd name="T15" fmla="*/ 3703260 h 893"/>
              <a:gd name="T16" fmla="*/ 2107961 w 531"/>
              <a:gd name="T17" fmla="*/ 3932237 h 8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31" h="893">
                <a:moveTo>
                  <a:pt x="479" y="893"/>
                </a:moveTo>
                <a:cubicBezTo>
                  <a:pt x="52" y="893"/>
                  <a:pt x="52" y="893"/>
                  <a:pt x="52" y="893"/>
                </a:cubicBezTo>
                <a:cubicBezTo>
                  <a:pt x="23" y="893"/>
                  <a:pt x="0" y="870"/>
                  <a:pt x="0" y="841"/>
                </a:cubicBezTo>
                <a:cubicBezTo>
                  <a:pt x="0" y="52"/>
                  <a:pt x="0" y="52"/>
                  <a:pt x="0" y="52"/>
                </a:cubicBezTo>
                <a:cubicBezTo>
                  <a:pt x="0" y="23"/>
                  <a:pt x="23" y="0"/>
                  <a:pt x="52" y="0"/>
                </a:cubicBezTo>
                <a:cubicBezTo>
                  <a:pt x="479" y="0"/>
                  <a:pt x="479" y="0"/>
                  <a:pt x="479" y="0"/>
                </a:cubicBezTo>
                <a:cubicBezTo>
                  <a:pt x="508" y="0"/>
                  <a:pt x="531" y="23"/>
                  <a:pt x="531" y="52"/>
                </a:cubicBezTo>
                <a:cubicBezTo>
                  <a:pt x="531" y="841"/>
                  <a:pt x="531" y="841"/>
                  <a:pt x="531" y="841"/>
                </a:cubicBezTo>
                <a:cubicBezTo>
                  <a:pt x="531" y="870"/>
                  <a:pt x="508" y="893"/>
                  <a:pt x="479" y="893"/>
                </a:cubicBezTo>
              </a:path>
            </a:pathLst>
          </a:custGeom>
          <a:solidFill>
            <a:srgbClr val="00B1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0" name="Freeform 1467"/>
          <p:cNvSpPr>
            <a:spLocks/>
          </p:cNvSpPr>
          <p:nvPr/>
        </p:nvSpPr>
        <p:spPr bwMode="auto">
          <a:xfrm>
            <a:off x="889000" y="2357438"/>
            <a:ext cx="2335213" cy="1335087"/>
          </a:xfrm>
          <a:custGeom>
            <a:avLst/>
            <a:gdLst>
              <a:gd name="T0" fmla="*/ 0 w 531"/>
              <a:gd name="T1" fmla="*/ 229124 h 303"/>
              <a:gd name="T2" fmla="*/ 0 w 531"/>
              <a:gd name="T3" fmla="*/ 555185 h 303"/>
              <a:gd name="T4" fmla="*/ 2234064 w 531"/>
              <a:gd name="T5" fmla="*/ 934120 h 303"/>
              <a:gd name="T6" fmla="*/ 2335213 w 531"/>
              <a:gd name="T7" fmla="*/ 885652 h 303"/>
              <a:gd name="T8" fmla="*/ 2335213 w 531"/>
              <a:gd name="T9" fmla="*/ 229124 h 303"/>
              <a:gd name="T10" fmla="*/ 2106529 w 531"/>
              <a:gd name="T11" fmla="*/ 0 h 303"/>
              <a:gd name="T12" fmla="*/ 228684 w 531"/>
              <a:gd name="T13" fmla="*/ 0 h 303"/>
              <a:gd name="T14" fmla="*/ 0 w 531"/>
              <a:gd name="T15" fmla="*/ 229124 h 30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31" h="303">
                <a:moveTo>
                  <a:pt x="0" y="52"/>
                </a:moveTo>
                <a:cubicBezTo>
                  <a:pt x="0" y="126"/>
                  <a:pt x="0" y="126"/>
                  <a:pt x="0" y="126"/>
                </a:cubicBezTo>
                <a:cubicBezTo>
                  <a:pt x="125" y="226"/>
                  <a:pt x="302" y="303"/>
                  <a:pt x="508" y="212"/>
                </a:cubicBezTo>
                <a:cubicBezTo>
                  <a:pt x="516" y="208"/>
                  <a:pt x="523" y="205"/>
                  <a:pt x="531" y="201"/>
                </a:cubicBezTo>
                <a:cubicBezTo>
                  <a:pt x="531" y="52"/>
                  <a:pt x="531" y="52"/>
                  <a:pt x="531" y="52"/>
                </a:cubicBezTo>
                <a:cubicBezTo>
                  <a:pt x="531" y="23"/>
                  <a:pt x="508" y="0"/>
                  <a:pt x="479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lose/>
              </a:path>
            </a:pathLst>
          </a:custGeom>
          <a:solidFill>
            <a:srgbClr val="EB424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1" name="Freeform 1468"/>
          <p:cNvSpPr>
            <a:spLocks/>
          </p:cNvSpPr>
          <p:nvPr/>
        </p:nvSpPr>
        <p:spPr bwMode="auto">
          <a:xfrm>
            <a:off x="3576638" y="2357438"/>
            <a:ext cx="2341562" cy="744537"/>
          </a:xfrm>
          <a:custGeom>
            <a:avLst/>
            <a:gdLst>
              <a:gd name="T0" fmla="*/ 0 w 532"/>
              <a:gd name="T1" fmla="*/ 229088 h 169"/>
              <a:gd name="T2" fmla="*/ 0 w 532"/>
              <a:gd name="T3" fmla="*/ 744537 h 169"/>
              <a:gd name="T4" fmla="*/ 2341563 w 532"/>
              <a:gd name="T5" fmla="*/ 462582 h 169"/>
              <a:gd name="T6" fmla="*/ 2341563 w 532"/>
              <a:gd name="T7" fmla="*/ 229088 h 169"/>
              <a:gd name="T8" fmla="*/ 2112688 w 532"/>
              <a:gd name="T9" fmla="*/ 0 h 169"/>
              <a:gd name="T10" fmla="*/ 228875 w 532"/>
              <a:gd name="T11" fmla="*/ 0 h 169"/>
              <a:gd name="T12" fmla="*/ 0 w 532"/>
              <a:gd name="T13" fmla="*/ 229088 h 16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2" h="169">
                <a:moveTo>
                  <a:pt x="0" y="52"/>
                </a:moveTo>
                <a:cubicBezTo>
                  <a:pt x="0" y="169"/>
                  <a:pt x="0" y="169"/>
                  <a:pt x="0" y="169"/>
                </a:cubicBezTo>
                <a:cubicBezTo>
                  <a:pt x="236" y="80"/>
                  <a:pt x="400" y="78"/>
                  <a:pt x="532" y="105"/>
                </a:cubicBezTo>
                <a:cubicBezTo>
                  <a:pt x="532" y="52"/>
                  <a:pt x="532" y="52"/>
                  <a:pt x="532" y="52"/>
                </a:cubicBezTo>
                <a:cubicBezTo>
                  <a:pt x="532" y="23"/>
                  <a:pt x="509" y="0"/>
                  <a:pt x="480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4" y="0"/>
                  <a:pt x="0" y="23"/>
                  <a:pt x="0" y="52"/>
                </a:cubicBezTo>
                <a:close/>
              </a:path>
            </a:pathLst>
          </a:custGeom>
          <a:solidFill>
            <a:srgbClr val="FFC4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2" name="Freeform 1469"/>
          <p:cNvSpPr>
            <a:spLocks/>
          </p:cNvSpPr>
          <p:nvPr/>
        </p:nvSpPr>
        <p:spPr bwMode="auto">
          <a:xfrm>
            <a:off x="6269038" y="2357438"/>
            <a:ext cx="2341562" cy="1290637"/>
          </a:xfrm>
          <a:custGeom>
            <a:avLst/>
            <a:gdLst>
              <a:gd name="T0" fmla="*/ 0 w 532"/>
              <a:gd name="T1" fmla="*/ 229055 h 293"/>
              <a:gd name="T2" fmla="*/ 0 w 532"/>
              <a:gd name="T3" fmla="*/ 555018 h 293"/>
              <a:gd name="T4" fmla="*/ 2341563 w 532"/>
              <a:gd name="T5" fmla="*/ 964674 h 293"/>
              <a:gd name="T6" fmla="*/ 2341563 w 532"/>
              <a:gd name="T7" fmla="*/ 229055 h 293"/>
              <a:gd name="T8" fmla="*/ 2112688 w 532"/>
              <a:gd name="T9" fmla="*/ 0 h 293"/>
              <a:gd name="T10" fmla="*/ 228875 w 532"/>
              <a:gd name="T11" fmla="*/ 0 h 293"/>
              <a:gd name="T12" fmla="*/ 0 w 532"/>
              <a:gd name="T13" fmla="*/ 229055 h 29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2" h="293">
                <a:moveTo>
                  <a:pt x="0" y="52"/>
                </a:moveTo>
                <a:cubicBezTo>
                  <a:pt x="0" y="126"/>
                  <a:pt x="0" y="126"/>
                  <a:pt x="0" y="126"/>
                </a:cubicBezTo>
                <a:cubicBezTo>
                  <a:pt x="191" y="186"/>
                  <a:pt x="317" y="293"/>
                  <a:pt x="532" y="219"/>
                </a:cubicBezTo>
                <a:cubicBezTo>
                  <a:pt x="532" y="52"/>
                  <a:pt x="532" y="52"/>
                  <a:pt x="532" y="52"/>
                </a:cubicBezTo>
                <a:cubicBezTo>
                  <a:pt x="532" y="23"/>
                  <a:pt x="508" y="0"/>
                  <a:pt x="480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lose/>
              </a:path>
            </a:pathLst>
          </a:custGeom>
          <a:solidFill>
            <a:srgbClr val="A7E3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3" name="Freeform 1470"/>
          <p:cNvSpPr>
            <a:spLocks/>
          </p:cNvSpPr>
          <p:nvPr/>
        </p:nvSpPr>
        <p:spPr bwMode="auto">
          <a:xfrm>
            <a:off x="8961438" y="2357438"/>
            <a:ext cx="2336800" cy="819150"/>
          </a:xfrm>
          <a:custGeom>
            <a:avLst/>
            <a:gdLst>
              <a:gd name="T0" fmla="*/ 0 w 531"/>
              <a:gd name="T1" fmla="*/ 229010 h 186"/>
              <a:gd name="T2" fmla="*/ 0 w 531"/>
              <a:gd name="T3" fmla="*/ 819150 h 186"/>
              <a:gd name="T4" fmla="*/ 2336800 w 531"/>
              <a:gd name="T5" fmla="*/ 616565 h 186"/>
              <a:gd name="T6" fmla="*/ 2336800 w 531"/>
              <a:gd name="T7" fmla="*/ 229010 h 186"/>
              <a:gd name="T8" fmla="*/ 2107961 w 531"/>
              <a:gd name="T9" fmla="*/ 0 h 186"/>
              <a:gd name="T10" fmla="*/ 228839 w 531"/>
              <a:gd name="T11" fmla="*/ 0 h 186"/>
              <a:gd name="T12" fmla="*/ 0 w 531"/>
              <a:gd name="T13" fmla="*/ 229010 h 18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31" h="186">
                <a:moveTo>
                  <a:pt x="0" y="52"/>
                </a:moveTo>
                <a:cubicBezTo>
                  <a:pt x="0" y="186"/>
                  <a:pt x="0" y="186"/>
                  <a:pt x="0" y="186"/>
                </a:cubicBezTo>
                <a:cubicBezTo>
                  <a:pt x="214" y="92"/>
                  <a:pt x="400" y="105"/>
                  <a:pt x="531" y="140"/>
                </a:cubicBezTo>
                <a:cubicBezTo>
                  <a:pt x="531" y="52"/>
                  <a:pt x="531" y="52"/>
                  <a:pt x="531" y="52"/>
                </a:cubicBezTo>
                <a:cubicBezTo>
                  <a:pt x="531" y="23"/>
                  <a:pt x="508" y="0"/>
                  <a:pt x="479" y="0"/>
                </a:cubicBezTo>
                <a:cubicBezTo>
                  <a:pt x="52" y="0"/>
                  <a:pt x="52" y="0"/>
                  <a:pt x="52" y="0"/>
                </a:cubicBezTo>
                <a:cubicBezTo>
                  <a:pt x="23" y="0"/>
                  <a:pt x="0" y="23"/>
                  <a:pt x="0" y="52"/>
                </a:cubicBezTo>
                <a:close/>
              </a:path>
            </a:pathLst>
          </a:custGeom>
          <a:solidFill>
            <a:srgbClr val="00C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74" name="Rectangle 1587"/>
          <p:cNvSpPr>
            <a:spLocks noChangeArrowheads="1"/>
          </p:cNvSpPr>
          <p:nvPr/>
        </p:nvSpPr>
        <p:spPr bwMode="auto">
          <a:xfrm>
            <a:off x="1646238" y="2674938"/>
            <a:ext cx="1025525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>
                <a:solidFill>
                  <a:srgbClr val="FFFFFF"/>
                </a:solidFill>
                <a:latin typeface="Montserrat" panose="02000505000000020004" pitchFamily="2" charset="0"/>
              </a:rPr>
              <a:t>GRATIS</a:t>
            </a:r>
            <a:endParaRPr lang="en-US" altLang="en-US"/>
          </a:p>
        </p:txBody>
      </p:sp>
      <p:sp>
        <p:nvSpPr>
          <p:cNvPr id="15375" name="Rectangle 1588"/>
          <p:cNvSpPr>
            <a:spLocks noChangeArrowheads="1"/>
          </p:cNvSpPr>
          <p:nvPr/>
        </p:nvSpPr>
        <p:spPr bwMode="auto">
          <a:xfrm>
            <a:off x="4189252" y="2674938"/>
            <a:ext cx="1269578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 dirty="0">
                <a:solidFill>
                  <a:srgbClr val="FFFFFF"/>
                </a:solidFill>
                <a:latin typeface="Montserrat" panose="02000505000000020004" pitchFamily="2" charset="0"/>
              </a:rPr>
              <a:t>BÁSICO</a:t>
            </a:r>
            <a:endParaRPr lang="en-US" altLang="en-US" dirty="0"/>
          </a:p>
        </p:txBody>
      </p:sp>
      <p:sp>
        <p:nvSpPr>
          <p:cNvPr id="15376" name="Rectangle 1591"/>
          <p:cNvSpPr>
            <a:spLocks noChangeArrowheads="1"/>
          </p:cNvSpPr>
          <p:nvPr/>
        </p:nvSpPr>
        <p:spPr bwMode="auto">
          <a:xfrm>
            <a:off x="6279540" y="2674938"/>
            <a:ext cx="2378856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s-EC" altLang="en-US" sz="2500" b="1" dirty="0">
                <a:solidFill>
                  <a:srgbClr val="FFFFFF"/>
                </a:solidFill>
                <a:latin typeface="Montserrat" panose="02000505000000020004" pitchFamily="2" charset="0"/>
              </a:rPr>
              <a:t>EMPRESARIAL</a:t>
            </a:r>
            <a:endParaRPr lang="en-US" altLang="en-US" dirty="0"/>
          </a:p>
        </p:txBody>
      </p:sp>
      <p:sp>
        <p:nvSpPr>
          <p:cNvPr id="15377" name="Rectangle 1595"/>
          <p:cNvSpPr>
            <a:spLocks noChangeArrowheads="1"/>
          </p:cNvSpPr>
          <p:nvPr/>
        </p:nvSpPr>
        <p:spPr bwMode="auto">
          <a:xfrm>
            <a:off x="9785350" y="2674938"/>
            <a:ext cx="712788" cy="38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500" b="1">
                <a:solidFill>
                  <a:srgbClr val="FFFFFF"/>
                </a:solidFill>
                <a:latin typeface="Montserrat" panose="02000505000000020004" pitchFamily="2" charset="0"/>
              </a:rPr>
              <a:t>PRO</a:t>
            </a:r>
            <a:endParaRPr lang="en-US" altLang="en-US"/>
          </a:p>
        </p:txBody>
      </p:sp>
      <p:sp>
        <p:nvSpPr>
          <p:cNvPr id="15378" name="Rectangle 1606"/>
          <p:cNvSpPr>
            <a:spLocks noChangeArrowheads="1"/>
          </p:cNvSpPr>
          <p:nvPr/>
        </p:nvSpPr>
        <p:spPr bwMode="auto">
          <a:xfrm>
            <a:off x="3852863" y="4899025"/>
            <a:ext cx="1778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FFFFF"/>
                </a:solidFill>
                <a:latin typeface="Montserrat" panose="02000505000000020004" pitchFamily="2" charset="0"/>
              </a:rPr>
              <a:t>$ 49 / mes</a:t>
            </a:r>
            <a:endParaRPr lang="en-US" altLang="en-US"/>
          </a:p>
        </p:txBody>
      </p:sp>
      <p:sp>
        <p:nvSpPr>
          <p:cNvPr id="15379" name="Freeform 1627"/>
          <p:cNvSpPr>
            <a:spLocks/>
          </p:cNvSpPr>
          <p:nvPr/>
        </p:nvSpPr>
        <p:spPr bwMode="auto">
          <a:xfrm>
            <a:off x="1108075" y="3806825"/>
            <a:ext cx="119063" cy="101600"/>
          </a:xfrm>
          <a:custGeom>
            <a:avLst/>
            <a:gdLst>
              <a:gd name="T0" fmla="*/ 0 w 75"/>
              <a:gd name="T1" fmla="*/ 52388 h 64"/>
              <a:gd name="T2" fmla="*/ 49213 w 75"/>
              <a:gd name="T3" fmla="*/ 101600 h 64"/>
              <a:gd name="T4" fmla="*/ 119063 w 75"/>
              <a:gd name="T5" fmla="*/ 7938 h 64"/>
              <a:gd name="T6" fmla="*/ 106363 w 75"/>
              <a:gd name="T7" fmla="*/ 0 h 64"/>
              <a:gd name="T8" fmla="*/ 49213 w 75"/>
              <a:gd name="T9" fmla="*/ 69850 h 64"/>
              <a:gd name="T10" fmla="*/ 14288 w 75"/>
              <a:gd name="T11" fmla="*/ 39688 h 64"/>
              <a:gd name="T12" fmla="*/ 0 w 75"/>
              <a:gd name="T13" fmla="*/ 52388 h 64"/>
              <a:gd name="T14" fmla="*/ 0 w 75"/>
              <a:gd name="T15" fmla="*/ 52388 h 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5" h="64">
                <a:moveTo>
                  <a:pt x="0" y="33"/>
                </a:moveTo>
                <a:lnTo>
                  <a:pt x="31" y="64"/>
                </a:lnTo>
                <a:lnTo>
                  <a:pt x="75" y="5"/>
                </a:lnTo>
                <a:lnTo>
                  <a:pt x="67" y="0"/>
                </a:lnTo>
                <a:lnTo>
                  <a:pt x="31" y="44"/>
                </a:lnTo>
                <a:lnTo>
                  <a:pt x="9" y="25"/>
                </a:lnTo>
                <a:lnTo>
                  <a:pt x="0" y="3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0" name="Rectangle 1628"/>
          <p:cNvSpPr>
            <a:spLocks noChangeArrowheads="1"/>
          </p:cNvSpPr>
          <p:nvPr/>
        </p:nvSpPr>
        <p:spPr bwMode="auto">
          <a:xfrm>
            <a:off x="1363663" y="3767138"/>
            <a:ext cx="12493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5381" name="Rectangle 1629"/>
          <p:cNvSpPr>
            <a:spLocks noChangeArrowheads="1"/>
          </p:cNvSpPr>
          <p:nvPr/>
        </p:nvSpPr>
        <p:spPr bwMode="auto">
          <a:xfrm>
            <a:off x="1363663" y="4035425"/>
            <a:ext cx="17414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5382" name="Freeform 1630"/>
          <p:cNvSpPr>
            <a:spLocks/>
          </p:cNvSpPr>
          <p:nvPr/>
        </p:nvSpPr>
        <p:spPr bwMode="auto">
          <a:xfrm>
            <a:off x="1108075" y="4079875"/>
            <a:ext cx="119063" cy="101600"/>
          </a:xfrm>
          <a:custGeom>
            <a:avLst/>
            <a:gdLst>
              <a:gd name="T0" fmla="*/ 0 w 75"/>
              <a:gd name="T1" fmla="*/ 57150 h 64"/>
              <a:gd name="T2" fmla="*/ 49213 w 75"/>
              <a:gd name="T3" fmla="*/ 101600 h 64"/>
              <a:gd name="T4" fmla="*/ 119063 w 75"/>
              <a:gd name="T5" fmla="*/ 12700 h 64"/>
              <a:gd name="T6" fmla="*/ 106363 w 75"/>
              <a:gd name="T7" fmla="*/ 0 h 64"/>
              <a:gd name="T8" fmla="*/ 49213 w 75"/>
              <a:gd name="T9" fmla="*/ 74613 h 64"/>
              <a:gd name="T10" fmla="*/ 14288 w 75"/>
              <a:gd name="T11" fmla="*/ 42863 h 64"/>
              <a:gd name="T12" fmla="*/ 0 w 75"/>
              <a:gd name="T13" fmla="*/ 57150 h 64"/>
              <a:gd name="T14" fmla="*/ 0 w 75"/>
              <a:gd name="T15" fmla="*/ 57150 h 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5" h="64">
                <a:moveTo>
                  <a:pt x="0" y="36"/>
                </a:moveTo>
                <a:lnTo>
                  <a:pt x="31" y="64"/>
                </a:lnTo>
                <a:lnTo>
                  <a:pt x="75" y="8"/>
                </a:lnTo>
                <a:lnTo>
                  <a:pt x="67" y="0"/>
                </a:lnTo>
                <a:lnTo>
                  <a:pt x="31" y="47"/>
                </a:lnTo>
                <a:lnTo>
                  <a:pt x="9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3" name="Rectangle 1631"/>
          <p:cNvSpPr>
            <a:spLocks noChangeArrowheads="1"/>
          </p:cNvSpPr>
          <p:nvPr/>
        </p:nvSpPr>
        <p:spPr bwMode="auto">
          <a:xfrm>
            <a:off x="1363663" y="4321175"/>
            <a:ext cx="12271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5384" name="Freeform 1632"/>
          <p:cNvSpPr>
            <a:spLocks/>
          </p:cNvSpPr>
          <p:nvPr/>
        </p:nvSpPr>
        <p:spPr bwMode="auto">
          <a:xfrm>
            <a:off x="1108075" y="4352925"/>
            <a:ext cx="119063" cy="100013"/>
          </a:xfrm>
          <a:custGeom>
            <a:avLst/>
            <a:gdLst>
              <a:gd name="T0" fmla="*/ 0 w 75"/>
              <a:gd name="T1" fmla="*/ 57150 h 63"/>
              <a:gd name="T2" fmla="*/ 49213 w 75"/>
              <a:gd name="T3" fmla="*/ 100012 h 63"/>
              <a:gd name="T4" fmla="*/ 119063 w 75"/>
              <a:gd name="T5" fmla="*/ 12700 h 63"/>
              <a:gd name="T6" fmla="*/ 106363 w 75"/>
              <a:gd name="T7" fmla="*/ 0 h 63"/>
              <a:gd name="T8" fmla="*/ 49213 w 75"/>
              <a:gd name="T9" fmla="*/ 74612 h 63"/>
              <a:gd name="T10" fmla="*/ 14288 w 75"/>
              <a:gd name="T11" fmla="*/ 42862 h 63"/>
              <a:gd name="T12" fmla="*/ 0 w 75"/>
              <a:gd name="T13" fmla="*/ 57150 h 63"/>
              <a:gd name="T14" fmla="*/ 0 w 75"/>
              <a:gd name="T15" fmla="*/ 57150 h 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5" h="63">
                <a:moveTo>
                  <a:pt x="0" y="36"/>
                </a:moveTo>
                <a:lnTo>
                  <a:pt x="31" y="63"/>
                </a:lnTo>
                <a:lnTo>
                  <a:pt x="75" y="8"/>
                </a:lnTo>
                <a:lnTo>
                  <a:pt x="67" y="0"/>
                </a:lnTo>
                <a:lnTo>
                  <a:pt x="31" y="47"/>
                </a:lnTo>
                <a:lnTo>
                  <a:pt x="9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5" name="Freeform 1633"/>
          <p:cNvSpPr>
            <a:spLocks/>
          </p:cNvSpPr>
          <p:nvPr/>
        </p:nvSpPr>
        <p:spPr bwMode="auto">
          <a:xfrm>
            <a:off x="3800475" y="3538538"/>
            <a:ext cx="119063" cy="100012"/>
          </a:xfrm>
          <a:custGeom>
            <a:avLst/>
            <a:gdLst>
              <a:gd name="T0" fmla="*/ 0 w 75"/>
              <a:gd name="T1" fmla="*/ 57150 h 63"/>
              <a:gd name="T2" fmla="*/ 49213 w 75"/>
              <a:gd name="T3" fmla="*/ 100012 h 63"/>
              <a:gd name="T4" fmla="*/ 119063 w 75"/>
              <a:gd name="T5" fmla="*/ 12700 h 63"/>
              <a:gd name="T6" fmla="*/ 106363 w 75"/>
              <a:gd name="T7" fmla="*/ 0 h 63"/>
              <a:gd name="T8" fmla="*/ 44450 w 75"/>
              <a:gd name="T9" fmla="*/ 74612 h 63"/>
              <a:gd name="T10" fmla="*/ 14288 w 75"/>
              <a:gd name="T11" fmla="*/ 42862 h 63"/>
              <a:gd name="T12" fmla="*/ 0 w 75"/>
              <a:gd name="T13" fmla="*/ 57150 h 63"/>
              <a:gd name="T14" fmla="*/ 0 w 75"/>
              <a:gd name="T15" fmla="*/ 57150 h 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5" h="63">
                <a:moveTo>
                  <a:pt x="0" y="36"/>
                </a:moveTo>
                <a:lnTo>
                  <a:pt x="31" y="63"/>
                </a:lnTo>
                <a:lnTo>
                  <a:pt x="75" y="8"/>
                </a:lnTo>
                <a:lnTo>
                  <a:pt x="67" y="0"/>
                </a:lnTo>
                <a:lnTo>
                  <a:pt x="28" y="47"/>
                </a:lnTo>
                <a:lnTo>
                  <a:pt x="9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6" name="Rectangle 1634"/>
          <p:cNvSpPr>
            <a:spLocks noChangeArrowheads="1"/>
          </p:cNvSpPr>
          <p:nvPr/>
        </p:nvSpPr>
        <p:spPr bwMode="auto">
          <a:xfrm>
            <a:off x="4056063" y="3503613"/>
            <a:ext cx="12493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5387" name="Rectangle 1635"/>
          <p:cNvSpPr>
            <a:spLocks noChangeArrowheads="1"/>
          </p:cNvSpPr>
          <p:nvPr/>
        </p:nvSpPr>
        <p:spPr bwMode="auto">
          <a:xfrm>
            <a:off x="4056063" y="3767138"/>
            <a:ext cx="17414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5388" name="Freeform 1636"/>
          <p:cNvSpPr>
            <a:spLocks/>
          </p:cNvSpPr>
          <p:nvPr/>
        </p:nvSpPr>
        <p:spPr bwMode="auto">
          <a:xfrm>
            <a:off x="3800475" y="3811588"/>
            <a:ext cx="119063" cy="104775"/>
          </a:xfrm>
          <a:custGeom>
            <a:avLst/>
            <a:gdLst>
              <a:gd name="T0" fmla="*/ 0 w 75"/>
              <a:gd name="T1" fmla="*/ 57150 h 66"/>
              <a:gd name="T2" fmla="*/ 49213 w 75"/>
              <a:gd name="T3" fmla="*/ 104775 h 66"/>
              <a:gd name="T4" fmla="*/ 119063 w 75"/>
              <a:gd name="T5" fmla="*/ 12700 h 66"/>
              <a:gd name="T6" fmla="*/ 106363 w 75"/>
              <a:gd name="T7" fmla="*/ 0 h 66"/>
              <a:gd name="T8" fmla="*/ 44450 w 75"/>
              <a:gd name="T9" fmla="*/ 74613 h 66"/>
              <a:gd name="T10" fmla="*/ 14288 w 75"/>
              <a:gd name="T11" fmla="*/ 42863 h 66"/>
              <a:gd name="T12" fmla="*/ 0 w 75"/>
              <a:gd name="T13" fmla="*/ 57150 h 66"/>
              <a:gd name="T14" fmla="*/ 0 w 75"/>
              <a:gd name="T15" fmla="*/ 57150 h 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5" h="66">
                <a:moveTo>
                  <a:pt x="0" y="36"/>
                </a:moveTo>
                <a:lnTo>
                  <a:pt x="31" y="66"/>
                </a:lnTo>
                <a:lnTo>
                  <a:pt x="75" y="8"/>
                </a:lnTo>
                <a:lnTo>
                  <a:pt x="67" y="0"/>
                </a:lnTo>
                <a:lnTo>
                  <a:pt x="28" y="47"/>
                </a:lnTo>
                <a:lnTo>
                  <a:pt x="9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89" name="Rectangle 1637"/>
          <p:cNvSpPr>
            <a:spLocks noChangeArrowheads="1"/>
          </p:cNvSpPr>
          <p:nvPr/>
        </p:nvSpPr>
        <p:spPr bwMode="auto">
          <a:xfrm>
            <a:off x="4056063" y="4052888"/>
            <a:ext cx="12271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5390" name="Freeform 1638"/>
          <p:cNvSpPr>
            <a:spLocks/>
          </p:cNvSpPr>
          <p:nvPr/>
        </p:nvSpPr>
        <p:spPr bwMode="auto">
          <a:xfrm>
            <a:off x="3800475" y="4087813"/>
            <a:ext cx="119063" cy="101600"/>
          </a:xfrm>
          <a:custGeom>
            <a:avLst/>
            <a:gdLst>
              <a:gd name="T0" fmla="*/ 0 w 75"/>
              <a:gd name="T1" fmla="*/ 53975 h 64"/>
              <a:gd name="T2" fmla="*/ 49213 w 75"/>
              <a:gd name="T3" fmla="*/ 101600 h 64"/>
              <a:gd name="T4" fmla="*/ 119063 w 75"/>
              <a:gd name="T5" fmla="*/ 9525 h 64"/>
              <a:gd name="T6" fmla="*/ 106363 w 75"/>
              <a:gd name="T7" fmla="*/ 0 h 64"/>
              <a:gd name="T8" fmla="*/ 44450 w 75"/>
              <a:gd name="T9" fmla="*/ 71438 h 64"/>
              <a:gd name="T10" fmla="*/ 14288 w 75"/>
              <a:gd name="T11" fmla="*/ 39688 h 64"/>
              <a:gd name="T12" fmla="*/ 0 w 75"/>
              <a:gd name="T13" fmla="*/ 53975 h 64"/>
              <a:gd name="T14" fmla="*/ 0 w 75"/>
              <a:gd name="T15" fmla="*/ 53975 h 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5" h="64">
                <a:moveTo>
                  <a:pt x="0" y="34"/>
                </a:moveTo>
                <a:lnTo>
                  <a:pt x="31" y="64"/>
                </a:lnTo>
                <a:lnTo>
                  <a:pt x="75" y="6"/>
                </a:lnTo>
                <a:lnTo>
                  <a:pt x="67" y="0"/>
                </a:lnTo>
                <a:lnTo>
                  <a:pt x="28" y="45"/>
                </a:lnTo>
                <a:lnTo>
                  <a:pt x="9" y="25"/>
                </a:lnTo>
                <a:lnTo>
                  <a:pt x="0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1" name="Rectangle 1639"/>
          <p:cNvSpPr>
            <a:spLocks noChangeArrowheads="1"/>
          </p:cNvSpPr>
          <p:nvPr/>
        </p:nvSpPr>
        <p:spPr bwMode="auto">
          <a:xfrm>
            <a:off x="4056063" y="4325938"/>
            <a:ext cx="81913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 dirty="0">
                <a:solidFill>
                  <a:srgbClr val="FFFFFF"/>
                </a:solidFill>
                <a:latin typeface="Open Sans Semibold" panose="020B0706030804020204" pitchFamily="34" charset="0"/>
              </a:rPr>
              <a:t>Plan </a:t>
            </a:r>
            <a:r>
              <a:rPr lang="en-US" altLang="en-US" sz="1000" b="1" dirty="0" err="1">
                <a:solidFill>
                  <a:srgbClr val="FFFFFF"/>
                </a:solidFill>
                <a:latin typeface="Open Sans Semibold" panose="020B0706030804020204" pitchFamily="34" charset="0"/>
              </a:rPr>
              <a:t>Gratuito</a:t>
            </a:r>
            <a:endParaRPr lang="en-US" altLang="en-US" dirty="0"/>
          </a:p>
        </p:txBody>
      </p:sp>
      <p:sp>
        <p:nvSpPr>
          <p:cNvPr id="15392" name="Rectangle 1640"/>
          <p:cNvSpPr>
            <a:spLocks noChangeArrowheads="1"/>
          </p:cNvSpPr>
          <p:nvPr/>
        </p:nvSpPr>
        <p:spPr bwMode="auto">
          <a:xfrm>
            <a:off x="3800475" y="4229100"/>
            <a:ext cx="2984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900" b="1">
                <a:solidFill>
                  <a:srgbClr val="FFFFFF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5393" name="Freeform 1641"/>
          <p:cNvSpPr>
            <a:spLocks/>
          </p:cNvSpPr>
          <p:nvPr/>
        </p:nvSpPr>
        <p:spPr bwMode="auto">
          <a:xfrm>
            <a:off x="6494463" y="3538538"/>
            <a:ext cx="117475" cy="100012"/>
          </a:xfrm>
          <a:custGeom>
            <a:avLst/>
            <a:gdLst>
              <a:gd name="T0" fmla="*/ 0 w 74"/>
              <a:gd name="T1" fmla="*/ 57150 h 63"/>
              <a:gd name="T2" fmla="*/ 42863 w 74"/>
              <a:gd name="T3" fmla="*/ 100012 h 63"/>
              <a:gd name="T4" fmla="*/ 117475 w 74"/>
              <a:gd name="T5" fmla="*/ 12700 h 63"/>
              <a:gd name="T6" fmla="*/ 104775 w 74"/>
              <a:gd name="T7" fmla="*/ 0 h 63"/>
              <a:gd name="T8" fmla="*/ 42863 w 74"/>
              <a:gd name="T9" fmla="*/ 74612 h 63"/>
              <a:gd name="T10" fmla="*/ 12700 w 74"/>
              <a:gd name="T11" fmla="*/ 42862 h 63"/>
              <a:gd name="T12" fmla="*/ 0 w 74"/>
              <a:gd name="T13" fmla="*/ 57150 h 63"/>
              <a:gd name="T14" fmla="*/ 0 w 74"/>
              <a:gd name="T15" fmla="*/ 57150 h 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3">
                <a:moveTo>
                  <a:pt x="0" y="36"/>
                </a:moveTo>
                <a:lnTo>
                  <a:pt x="27" y="63"/>
                </a:lnTo>
                <a:lnTo>
                  <a:pt x="74" y="8"/>
                </a:lnTo>
                <a:lnTo>
                  <a:pt x="66" y="0"/>
                </a:lnTo>
                <a:lnTo>
                  <a:pt x="27" y="47"/>
                </a:lnTo>
                <a:lnTo>
                  <a:pt x="8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4" name="Rectangle 1642"/>
          <p:cNvSpPr>
            <a:spLocks noChangeArrowheads="1"/>
          </p:cNvSpPr>
          <p:nvPr/>
        </p:nvSpPr>
        <p:spPr bwMode="auto">
          <a:xfrm>
            <a:off x="6748463" y="3503613"/>
            <a:ext cx="12493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5395" name="Rectangle 1643"/>
          <p:cNvSpPr>
            <a:spLocks noChangeArrowheads="1"/>
          </p:cNvSpPr>
          <p:nvPr/>
        </p:nvSpPr>
        <p:spPr bwMode="auto">
          <a:xfrm>
            <a:off x="6748463" y="3767138"/>
            <a:ext cx="17414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5396" name="Freeform 1644"/>
          <p:cNvSpPr>
            <a:spLocks/>
          </p:cNvSpPr>
          <p:nvPr/>
        </p:nvSpPr>
        <p:spPr bwMode="auto">
          <a:xfrm>
            <a:off x="6494463" y="3811588"/>
            <a:ext cx="117475" cy="104775"/>
          </a:xfrm>
          <a:custGeom>
            <a:avLst/>
            <a:gdLst>
              <a:gd name="T0" fmla="*/ 0 w 74"/>
              <a:gd name="T1" fmla="*/ 57150 h 66"/>
              <a:gd name="T2" fmla="*/ 42863 w 74"/>
              <a:gd name="T3" fmla="*/ 104775 h 66"/>
              <a:gd name="T4" fmla="*/ 117475 w 74"/>
              <a:gd name="T5" fmla="*/ 12700 h 66"/>
              <a:gd name="T6" fmla="*/ 104775 w 74"/>
              <a:gd name="T7" fmla="*/ 0 h 66"/>
              <a:gd name="T8" fmla="*/ 42863 w 74"/>
              <a:gd name="T9" fmla="*/ 74613 h 66"/>
              <a:gd name="T10" fmla="*/ 12700 w 74"/>
              <a:gd name="T11" fmla="*/ 42863 h 66"/>
              <a:gd name="T12" fmla="*/ 0 w 74"/>
              <a:gd name="T13" fmla="*/ 57150 h 66"/>
              <a:gd name="T14" fmla="*/ 0 w 74"/>
              <a:gd name="T15" fmla="*/ 57150 h 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6">
                <a:moveTo>
                  <a:pt x="0" y="36"/>
                </a:moveTo>
                <a:lnTo>
                  <a:pt x="27" y="66"/>
                </a:lnTo>
                <a:lnTo>
                  <a:pt x="74" y="8"/>
                </a:lnTo>
                <a:lnTo>
                  <a:pt x="66" y="0"/>
                </a:lnTo>
                <a:lnTo>
                  <a:pt x="27" y="47"/>
                </a:lnTo>
                <a:lnTo>
                  <a:pt x="8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7" name="Rectangle 1645"/>
          <p:cNvSpPr>
            <a:spLocks noChangeArrowheads="1"/>
          </p:cNvSpPr>
          <p:nvPr/>
        </p:nvSpPr>
        <p:spPr bwMode="auto">
          <a:xfrm>
            <a:off x="6748463" y="4052888"/>
            <a:ext cx="12271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5398" name="Freeform 1646"/>
          <p:cNvSpPr>
            <a:spLocks/>
          </p:cNvSpPr>
          <p:nvPr/>
        </p:nvSpPr>
        <p:spPr bwMode="auto">
          <a:xfrm>
            <a:off x="6494463" y="4087813"/>
            <a:ext cx="117475" cy="101600"/>
          </a:xfrm>
          <a:custGeom>
            <a:avLst/>
            <a:gdLst>
              <a:gd name="T0" fmla="*/ 0 w 74"/>
              <a:gd name="T1" fmla="*/ 53975 h 64"/>
              <a:gd name="T2" fmla="*/ 42863 w 74"/>
              <a:gd name="T3" fmla="*/ 101600 h 64"/>
              <a:gd name="T4" fmla="*/ 117475 w 74"/>
              <a:gd name="T5" fmla="*/ 9525 h 64"/>
              <a:gd name="T6" fmla="*/ 104775 w 74"/>
              <a:gd name="T7" fmla="*/ 0 h 64"/>
              <a:gd name="T8" fmla="*/ 42863 w 74"/>
              <a:gd name="T9" fmla="*/ 71438 h 64"/>
              <a:gd name="T10" fmla="*/ 12700 w 74"/>
              <a:gd name="T11" fmla="*/ 39688 h 64"/>
              <a:gd name="T12" fmla="*/ 0 w 74"/>
              <a:gd name="T13" fmla="*/ 53975 h 64"/>
              <a:gd name="T14" fmla="*/ 0 w 74"/>
              <a:gd name="T15" fmla="*/ 53975 h 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4">
                <a:moveTo>
                  <a:pt x="0" y="34"/>
                </a:moveTo>
                <a:lnTo>
                  <a:pt x="27" y="64"/>
                </a:lnTo>
                <a:lnTo>
                  <a:pt x="74" y="6"/>
                </a:lnTo>
                <a:lnTo>
                  <a:pt x="66" y="0"/>
                </a:lnTo>
                <a:lnTo>
                  <a:pt x="27" y="45"/>
                </a:lnTo>
                <a:lnTo>
                  <a:pt x="8" y="25"/>
                </a:lnTo>
                <a:lnTo>
                  <a:pt x="0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399" name="Rectangle 1647"/>
          <p:cNvSpPr>
            <a:spLocks noChangeArrowheads="1"/>
          </p:cNvSpPr>
          <p:nvPr/>
        </p:nvSpPr>
        <p:spPr bwMode="auto">
          <a:xfrm>
            <a:off x="6748463" y="4325938"/>
            <a:ext cx="702115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 dirty="0">
                <a:solidFill>
                  <a:srgbClr val="FFFFFF"/>
                </a:solidFill>
                <a:latin typeface="Open Sans Semibold" panose="020B0706030804020204" pitchFamily="34" charset="0"/>
              </a:rPr>
              <a:t>Plan </a:t>
            </a:r>
            <a:r>
              <a:rPr lang="en-US" altLang="en-US" sz="1000" b="1" dirty="0" err="1">
                <a:solidFill>
                  <a:srgbClr val="FFFFFF"/>
                </a:solidFill>
                <a:latin typeface="Open Sans Semibold" panose="020B0706030804020204" pitchFamily="34" charset="0"/>
              </a:rPr>
              <a:t>Básico</a:t>
            </a:r>
            <a:endParaRPr lang="en-US" altLang="en-US" dirty="0"/>
          </a:p>
        </p:txBody>
      </p:sp>
      <p:sp>
        <p:nvSpPr>
          <p:cNvPr id="15400" name="Rectangle 1648"/>
          <p:cNvSpPr>
            <a:spLocks noChangeArrowheads="1"/>
          </p:cNvSpPr>
          <p:nvPr/>
        </p:nvSpPr>
        <p:spPr bwMode="auto">
          <a:xfrm>
            <a:off x="6494463" y="4229100"/>
            <a:ext cx="2984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900" b="1">
                <a:solidFill>
                  <a:srgbClr val="FFFFFF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5401" name="Freeform 1649"/>
          <p:cNvSpPr>
            <a:spLocks/>
          </p:cNvSpPr>
          <p:nvPr/>
        </p:nvSpPr>
        <p:spPr bwMode="auto">
          <a:xfrm>
            <a:off x="9186863" y="3538538"/>
            <a:ext cx="117475" cy="100012"/>
          </a:xfrm>
          <a:custGeom>
            <a:avLst/>
            <a:gdLst>
              <a:gd name="T0" fmla="*/ 0 w 74"/>
              <a:gd name="T1" fmla="*/ 57150 h 63"/>
              <a:gd name="T2" fmla="*/ 42863 w 74"/>
              <a:gd name="T3" fmla="*/ 100012 h 63"/>
              <a:gd name="T4" fmla="*/ 117475 w 74"/>
              <a:gd name="T5" fmla="*/ 12700 h 63"/>
              <a:gd name="T6" fmla="*/ 100013 w 74"/>
              <a:gd name="T7" fmla="*/ 0 h 63"/>
              <a:gd name="T8" fmla="*/ 42863 w 74"/>
              <a:gd name="T9" fmla="*/ 74612 h 63"/>
              <a:gd name="T10" fmla="*/ 12700 w 74"/>
              <a:gd name="T11" fmla="*/ 42862 h 63"/>
              <a:gd name="T12" fmla="*/ 0 w 74"/>
              <a:gd name="T13" fmla="*/ 57150 h 63"/>
              <a:gd name="T14" fmla="*/ 0 w 74"/>
              <a:gd name="T15" fmla="*/ 57150 h 63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3">
                <a:moveTo>
                  <a:pt x="0" y="36"/>
                </a:moveTo>
                <a:lnTo>
                  <a:pt x="27" y="63"/>
                </a:lnTo>
                <a:lnTo>
                  <a:pt x="74" y="8"/>
                </a:lnTo>
                <a:lnTo>
                  <a:pt x="63" y="0"/>
                </a:lnTo>
                <a:lnTo>
                  <a:pt x="27" y="47"/>
                </a:lnTo>
                <a:lnTo>
                  <a:pt x="8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2" name="Rectangle 1650"/>
          <p:cNvSpPr>
            <a:spLocks noChangeArrowheads="1"/>
          </p:cNvSpPr>
          <p:nvPr/>
        </p:nvSpPr>
        <p:spPr bwMode="auto">
          <a:xfrm>
            <a:off x="9440863" y="3503613"/>
            <a:ext cx="1249362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Lorem ipsum dolor</a:t>
            </a:r>
            <a:endParaRPr lang="en-US" altLang="en-US"/>
          </a:p>
        </p:txBody>
      </p:sp>
      <p:sp>
        <p:nvSpPr>
          <p:cNvPr id="15403" name="Rectangle 1651"/>
          <p:cNvSpPr>
            <a:spLocks noChangeArrowheads="1"/>
          </p:cNvSpPr>
          <p:nvPr/>
        </p:nvSpPr>
        <p:spPr bwMode="auto">
          <a:xfrm>
            <a:off x="9440863" y="3767138"/>
            <a:ext cx="174148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Dolor sit amet contras mecter</a:t>
            </a:r>
            <a:endParaRPr lang="en-US" altLang="en-US"/>
          </a:p>
        </p:txBody>
      </p:sp>
      <p:sp>
        <p:nvSpPr>
          <p:cNvPr id="15404" name="Freeform 1652"/>
          <p:cNvSpPr>
            <a:spLocks/>
          </p:cNvSpPr>
          <p:nvPr/>
        </p:nvSpPr>
        <p:spPr bwMode="auto">
          <a:xfrm>
            <a:off x="9186863" y="3811588"/>
            <a:ext cx="117475" cy="104775"/>
          </a:xfrm>
          <a:custGeom>
            <a:avLst/>
            <a:gdLst>
              <a:gd name="T0" fmla="*/ 0 w 74"/>
              <a:gd name="T1" fmla="*/ 57150 h 66"/>
              <a:gd name="T2" fmla="*/ 42863 w 74"/>
              <a:gd name="T3" fmla="*/ 104775 h 66"/>
              <a:gd name="T4" fmla="*/ 117475 w 74"/>
              <a:gd name="T5" fmla="*/ 12700 h 66"/>
              <a:gd name="T6" fmla="*/ 100013 w 74"/>
              <a:gd name="T7" fmla="*/ 0 h 66"/>
              <a:gd name="T8" fmla="*/ 42863 w 74"/>
              <a:gd name="T9" fmla="*/ 74613 h 66"/>
              <a:gd name="T10" fmla="*/ 12700 w 74"/>
              <a:gd name="T11" fmla="*/ 42863 h 66"/>
              <a:gd name="T12" fmla="*/ 0 w 74"/>
              <a:gd name="T13" fmla="*/ 57150 h 66"/>
              <a:gd name="T14" fmla="*/ 0 w 74"/>
              <a:gd name="T15" fmla="*/ 57150 h 6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6">
                <a:moveTo>
                  <a:pt x="0" y="36"/>
                </a:moveTo>
                <a:lnTo>
                  <a:pt x="27" y="66"/>
                </a:lnTo>
                <a:lnTo>
                  <a:pt x="74" y="8"/>
                </a:lnTo>
                <a:lnTo>
                  <a:pt x="63" y="0"/>
                </a:lnTo>
                <a:lnTo>
                  <a:pt x="27" y="47"/>
                </a:lnTo>
                <a:lnTo>
                  <a:pt x="8" y="27"/>
                </a:lnTo>
                <a:lnTo>
                  <a:pt x="0" y="3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5" name="Rectangle 1653"/>
          <p:cNvSpPr>
            <a:spLocks noChangeArrowheads="1"/>
          </p:cNvSpPr>
          <p:nvPr/>
        </p:nvSpPr>
        <p:spPr bwMode="auto">
          <a:xfrm>
            <a:off x="9440863" y="4052888"/>
            <a:ext cx="1227137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adipis consectetur</a:t>
            </a:r>
            <a:endParaRPr lang="en-US" altLang="en-US"/>
          </a:p>
        </p:txBody>
      </p:sp>
      <p:sp>
        <p:nvSpPr>
          <p:cNvPr id="15406" name="Freeform 1654"/>
          <p:cNvSpPr>
            <a:spLocks/>
          </p:cNvSpPr>
          <p:nvPr/>
        </p:nvSpPr>
        <p:spPr bwMode="auto">
          <a:xfrm>
            <a:off x="9186863" y="4087813"/>
            <a:ext cx="117475" cy="101600"/>
          </a:xfrm>
          <a:custGeom>
            <a:avLst/>
            <a:gdLst>
              <a:gd name="T0" fmla="*/ 0 w 74"/>
              <a:gd name="T1" fmla="*/ 53975 h 64"/>
              <a:gd name="T2" fmla="*/ 42863 w 74"/>
              <a:gd name="T3" fmla="*/ 101600 h 64"/>
              <a:gd name="T4" fmla="*/ 117475 w 74"/>
              <a:gd name="T5" fmla="*/ 9525 h 64"/>
              <a:gd name="T6" fmla="*/ 100013 w 74"/>
              <a:gd name="T7" fmla="*/ 0 h 64"/>
              <a:gd name="T8" fmla="*/ 42863 w 74"/>
              <a:gd name="T9" fmla="*/ 71438 h 64"/>
              <a:gd name="T10" fmla="*/ 12700 w 74"/>
              <a:gd name="T11" fmla="*/ 39688 h 64"/>
              <a:gd name="T12" fmla="*/ 0 w 74"/>
              <a:gd name="T13" fmla="*/ 53975 h 64"/>
              <a:gd name="T14" fmla="*/ 0 w 74"/>
              <a:gd name="T15" fmla="*/ 53975 h 64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4" h="64">
                <a:moveTo>
                  <a:pt x="0" y="34"/>
                </a:moveTo>
                <a:lnTo>
                  <a:pt x="27" y="64"/>
                </a:lnTo>
                <a:lnTo>
                  <a:pt x="74" y="6"/>
                </a:lnTo>
                <a:lnTo>
                  <a:pt x="63" y="0"/>
                </a:lnTo>
                <a:lnTo>
                  <a:pt x="27" y="45"/>
                </a:lnTo>
                <a:lnTo>
                  <a:pt x="8" y="25"/>
                </a:lnTo>
                <a:lnTo>
                  <a:pt x="0" y="3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07" name="Rectangle 1655"/>
          <p:cNvSpPr>
            <a:spLocks noChangeArrowheads="1"/>
          </p:cNvSpPr>
          <p:nvPr/>
        </p:nvSpPr>
        <p:spPr bwMode="auto">
          <a:xfrm>
            <a:off x="9440863" y="4325938"/>
            <a:ext cx="1040349" cy="153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 dirty="0">
                <a:solidFill>
                  <a:srgbClr val="FFFFFF"/>
                </a:solidFill>
                <a:latin typeface="Open Sans Semibold" panose="020B0706030804020204" pitchFamily="34" charset="0"/>
              </a:rPr>
              <a:t>Plan </a:t>
            </a:r>
            <a:r>
              <a:rPr lang="en-US" altLang="en-US" sz="1000" b="1" dirty="0" err="1">
                <a:solidFill>
                  <a:srgbClr val="FFFFFF"/>
                </a:solidFill>
                <a:latin typeface="Open Sans Semibold" panose="020B0706030804020204" pitchFamily="34" charset="0"/>
              </a:rPr>
              <a:t>Empresarial</a:t>
            </a:r>
            <a:endParaRPr lang="en-US" altLang="en-US" dirty="0"/>
          </a:p>
        </p:txBody>
      </p:sp>
      <p:sp>
        <p:nvSpPr>
          <p:cNvPr id="15408" name="Rectangle 1656"/>
          <p:cNvSpPr>
            <a:spLocks noChangeArrowheads="1"/>
          </p:cNvSpPr>
          <p:nvPr/>
        </p:nvSpPr>
        <p:spPr bwMode="auto">
          <a:xfrm>
            <a:off x="9182100" y="4229100"/>
            <a:ext cx="2984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900" b="1">
                <a:solidFill>
                  <a:srgbClr val="FFFFFF"/>
                </a:solidFill>
                <a:latin typeface="Open Sans Semibold" panose="020B0706030804020204" pitchFamily="34" charset="0"/>
              </a:rPr>
              <a:t>+</a:t>
            </a:r>
            <a:endParaRPr lang="en-US" altLang="en-US"/>
          </a:p>
        </p:txBody>
      </p:sp>
      <p:sp>
        <p:nvSpPr>
          <p:cNvPr id="15409" name="Rectangle 1606"/>
          <p:cNvSpPr>
            <a:spLocks noChangeArrowheads="1"/>
          </p:cNvSpPr>
          <p:nvPr/>
        </p:nvSpPr>
        <p:spPr bwMode="auto">
          <a:xfrm>
            <a:off x="1089025" y="4899025"/>
            <a:ext cx="1930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000">
                <a:solidFill>
                  <a:srgbClr val="FFFFFF"/>
                </a:solidFill>
                <a:latin typeface="Montserrat" panose="02000505000000020004" pitchFamily="2" charset="0"/>
              </a:rPr>
              <a:t>$ 0 / primer mes</a:t>
            </a:r>
            <a:endParaRPr lang="en-US" altLang="en-US" sz="2000"/>
          </a:p>
        </p:txBody>
      </p:sp>
      <p:sp>
        <p:nvSpPr>
          <p:cNvPr id="15410" name="Rectangle 1606"/>
          <p:cNvSpPr>
            <a:spLocks noChangeArrowheads="1"/>
          </p:cNvSpPr>
          <p:nvPr/>
        </p:nvSpPr>
        <p:spPr bwMode="auto">
          <a:xfrm>
            <a:off x="9155113" y="4903788"/>
            <a:ext cx="19589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FFFFF"/>
                </a:solidFill>
                <a:latin typeface="Montserrat" panose="02000505000000020004" pitchFamily="2" charset="0"/>
              </a:rPr>
              <a:t>$ 249 / mes</a:t>
            </a:r>
            <a:endParaRPr lang="en-US" altLang="en-US"/>
          </a:p>
        </p:txBody>
      </p:sp>
      <p:sp>
        <p:nvSpPr>
          <p:cNvPr id="15411" name="Rectangle 1606"/>
          <p:cNvSpPr>
            <a:spLocks noChangeArrowheads="1"/>
          </p:cNvSpPr>
          <p:nvPr/>
        </p:nvSpPr>
        <p:spPr bwMode="auto">
          <a:xfrm>
            <a:off x="6499225" y="4903788"/>
            <a:ext cx="18954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2400">
                <a:solidFill>
                  <a:srgbClr val="FFFFFF"/>
                </a:solidFill>
                <a:latin typeface="Montserrat" panose="02000505000000020004" pitchFamily="2" charset="0"/>
              </a:rPr>
              <a:t>$ 149 / mes</a:t>
            </a:r>
            <a:endParaRPr lang="en-US" altLang="en-US"/>
          </a:p>
        </p:txBody>
      </p:sp>
      <p:sp>
        <p:nvSpPr>
          <p:cNvPr id="15412" name="Freeform 1661"/>
          <p:cNvSpPr>
            <a:spLocks/>
          </p:cNvSpPr>
          <p:nvPr/>
        </p:nvSpPr>
        <p:spPr bwMode="auto">
          <a:xfrm>
            <a:off x="1109663" y="5602288"/>
            <a:ext cx="1897062" cy="431800"/>
          </a:xfrm>
          <a:custGeom>
            <a:avLst/>
            <a:gdLst>
              <a:gd name="T0" fmla="*/ 1681388 w 431"/>
              <a:gd name="T1" fmla="*/ 431800 h 98"/>
              <a:gd name="T2" fmla="*/ 215675 w 431"/>
              <a:gd name="T3" fmla="*/ 431800 h 98"/>
              <a:gd name="T4" fmla="*/ 0 w 431"/>
              <a:gd name="T5" fmla="*/ 215900 h 98"/>
              <a:gd name="T6" fmla="*/ 0 w 431"/>
              <a:gd name="T7" fmla="*/ 215900 h 98"/>
              <a:gd name="T8" fmla="*/ 215675 w 431"/>
              <a:gd name="T9" fmla="*/ 0 h 98"/>
              <a:gd name="T10" fmla="*/ 1681388 w 431"/>
              <a:gd name="T11" fmla="*/ 0 h 98"/>
              <a:gd name="T12" fmla="*/ 1897063 w 431"/>
              <a:gd name="T13" fmla="*/ 215900 h 98"/>
              <a:gd name="T14" fmla="*/ 1897063 w 431"/>
              <a:gd name="T15" fmla="*/ 215900 h 98"/>
              <a:gd name="T16" fmla="*/ 1681388 w 431"/>
              <a:gd name="T17" fmla="*/ 431800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1" h="98">
                <a:moveTo>
                  <a:pt x="382" y="98"/>
                </a:moveTo>
                <a:cubicBezTo>
                  <a:pt x="49" y="98"/>
                  <a:pt x="49" y="98"/>
                  <a:pt x="49" y="98"/>
                </a:cubicBezTo>
                <a:cubicBezTo>
                  <a:pt x="21" y="98"/>
                  <a:pt x="0" y="76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22"/>
                  <a:pt x="21" y="0"/>
                  <a:pt x="49" y="0"/>
                </a:cubicBezTo>
                <a:cubicBezTo>
                  <a:pt x="382" y="0"/>
                  <a:pt x="382" y="0"/>
                  <a:pt x="382" y="0"/>
                </a:cubicBezTo>
                <a:cubicBezTo>
                  <a:pt x="409" y="0"/>
                  <a:pt x="431" y="22"/>
                  <a:pt x="431" y="49"/>
                </a:cubicBezTo>
                <a:cubicBezTo>
                  <a:pt x="431" y="49"/>
                  <a:pt x="431" y="49"/>
                  <a:pt x="431" y="49"/>
                </a:cubicBezTo>
                <a:cubicBezTo>
                  <a:pt x="431" y="76"/>
                  <a:pt x="409" y="98"/>
                  <a:pt x="382" y="98"/>
                </a:cubicBezTo>
                <a:close/>
              </a:path>
            </a:pathLst>
          </a:custGeom>
          <a:solidFill>
            <a:srgbClr val="FFC2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3" name="Freeform 1662"/>
          <p:cNvSpPr>
            <a:spLocks/>
          </p:cNvSpPr>
          <p:nvPr/>
        </p:nvSpPr>
        <p:spPr bwMode="auto">
          <a:xfrm>
            <a:off x="3800475" y="5602288"/>
            <a:ext cx="1901825" cy="431800"/>
          </a:xfrm>
          <a:custGeom>
            <a:avLst/>
            <a:gdLst>
              <a:gd name="T0" fmla="*/ 1686109 w 432"/>
              <a:gd name="T1" fmla="*/ 431800 h 98"/>
              <a:gd name="T2" fmla="*/ 215716 w 432"/>
              <a:gd name="T3" fmla="*/ 431800 h 98"/>
              <a:gd name="T4" fmla="*/ 0 w 432"/>
              <a:gd name="T5" fmla="*/ 215900 h 98"/>
              <a:gd name="T6" fmla="*/ 0 w 432"/>
              <a:gd name="T7" fmla="*/ 215900 h 98"/>
              <a:gd name="T8" fmla="*/ 215716 w 432"/>
              <a:gd name="T9" fmla="*/ 0 h 98"/>
              <a:gd name="T10" fmla="*/ 1686109 w 432"/>
              <a:gd name="T11" fmla="*/ 0 h 98"/>
              <a:gd name="T12" fmla="*/ 1901825 w 432"/>
              <a:gd name="T13" fmla="*/ 215900 h 98"/>
              <a:gd name="T14" fmla="*/ 1901825 w 432"/>
              <a:gd name="T15" fmla="*/ 215900 h 98"/>
              <a:gd name="T16" fmla="*/ 1686109 w 432"/>
              <a:gd name="T17" fmla="*/ 431800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2" h="98">
                <a:moveTo>
                  <a:pt x="383" y="98"/>
                </a:moveTo>
                <a:cubicBezTo>
                  <a:pt x="49" y="98"/>
                  <a:pt x="49" y="98"/>
                  <a:pt x="49" y="98"/>
                </a:cubicBezTo>
                <a:cubicBezTo>
                  <a:pt x="22" y="98"/>
                  <a:pt x="0" y="76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383" y="0"/>
                  <a:pt x="383" y="0"/>
                  <a:pt x="383" y="0"/>
                </a:cubicBezTo>
                <a:cubicBezTo>
                  <a:pt x="410" y="0"/>
                  <a:pt x="432" y="22"/>
                  <a:pt x="432" y="49"/>
                </a:cubicBezTo>
                <a:cubicBezTo>
                  <a:pt x="432" y="49"/>
                  <a:pt x="432" y="49"/>
                  <a:pt x="432" y="49"/>
                </a:cubicBezTo>
                <a:cubicBezTo>
                  <a:pt x="432" y="76"/>
                  <a:pt x="410" y="98"/>
                  <a:pt x="383" y="98"/>
                </a:cubicBezTo>
                <a:close/>
              </a:path>
            </a:pathLst>
          </a:custGeom>
          <a:solidFill>
            <a:srgbClr val="FFEAB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4" name="Freeform 1663"/>
          <p:cNvSpPr>
            <a:spLocks/>
          </p:cNvSpPr>
          <p:nvPr/>
        </p:nvSpPr>
        <p:spPr bwMode="auto">
          <a:xfrm>
            <a:off x="6494463" y="5602288"/>
            <a:ext cx="1901825" cy="431800"/>
          </a:xfrm>
          <a:custGeom>
            <a:avLst/>
            <a:gdLst>
              <a:gd name="T0" fmla="*/ 1686109 w 432"/>
              <a:gd name="T1" fmla="*/ 431800 h 98"/>
              <a:gd name="T2" fmla="*/ 215716 w 432"/>
              <a:gd name="T3" fmla="*/ 431800 h 98"/>
              <a:gd name="T4" fmla="*/ 0 w 432"/>
              <a:gd name="T5" fmla="*/ 215900 h 98"/>
              <a:gd name="T6" fmla="*/ 0 w 432"/>
              <a:gd name="T7" fmla="*/ 215900 h 98"/>
              <a:gd name="T8" fmla="*/ 215716 w 432"/>
              <a:gd name="T9" fmla="*/ 0 h 98"/>
              <a:gd name="T10" fmla="*/ 1686109 w 432"/>
              <a:gd name="T11" fmla="*/ 0 h 98"/>
              <a:gd name="T12" fmla="*/ 1901825 w 432"/>
              <a:gd name="T13" fmla="*/ 215900 h 98"/>
              <a:gd name="T14" fmla="*/ 1901825 w 432"/>
              <a:gd name="T15" fmla="*/ 215900 h 98"/>
              <a:gd name="T16" fmla="*/ 1686109 w 432"/>
              <a:gd name="T17" fmla="*/ 431800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2" h="98">
                <a:moveTo>
                  <a:pt x="383" y="98"/>
                </a:moveTo>
                <a:cubicBezTo>
                  <a:pt x="49" y="98"/>
                  <a:pt x="49" y="98"/>
                  <a:pt x="49" y="98"/>
                </a:cubicBezTo>
                <a:cubicBezTo>
                  <a:pt x="22" y="98"/>
                  <a:pt x="0" y="76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383" y="0"/>
                  <a:pt x="383" y="0"/>
                  <a:pt x="383" y="0"/>
                </a:cubicBezTo>
                <a:cubicBezTo>
                  <a:pt x="410" y="0"/>
                  <a:pt x="432" y="22"/>
                  <a:pt x="432" y="49"/>
                </a:cubicBezTo>
                <a:cubicBezTo>
                  <a:pt x="432" y="49"/>
                  <a:pt x="432" y="49"/>
                  <a:pt x="432" y="49"/>
                </a:cubicBezTo>
                <a:cubicBezTo>
                  <a:pt x="432" y="76"/>
                  <a:pt x="410" y="98"/>
                  <a:pt x="383" y="98"/>
                </a:cubicBezTo>
                <a:close/>
              </a:path>
            </a:pathLst>
          </a:custGeom>
          <a:solidFill>
            <a:srgbClr val="E5FFA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5" name="Freeform 1664"/>
          <p:cNvSpPr>
            <a:spLocks/>
          </p:cNvSpPr>
          <p:nvPr/>
        </p:nvSpPr>
        <p:spPr bwMode="auto">
          <a:xfrm>
            <a:off x="9188450" y="5602288"/>
            <a:ext cx="1903413" cy="431800"/>
          </a:xfrm>
          <a:custGeom>
            <a:avLst/>
            <a:gdLst>
              <a:gd name="T0" fmla="*/ 1687517 w 432"/>
              <a:gd name="T1" fmla="*/ 431800 h 98"/>
              <a:gd name="T2" fmla="*/ 215896 w 432"/>
              <a:gd name="T3" fmla="*/ 431800 h 98"/>
              <a:gd name="T4" fmla="*/ 0 w 432"/>
              <a:gd name="T5" fmla="*/ 215900 h 98"/>
              <a:gd name="T6" fmla="*/ 0 w 432"/>
              <a:gd name="T7" fmla="*/ 215900 h 98"/>
              <a:gd name="T8" fmla="*/ 215896 w 432"/>
              <a:gd name="T9" fmla="*/ 0 h 98"/>
              <a:gd name="T10" fmla="*/ 1687517 w 432"/>
              <a:gd name="T11" fmla="*/ 0 h 98"/>
              <a:gd name="T12" fmla="*/ 1903413 w 432"/>
              <a:gd name="T13" fmla="*/ 215900 h 98"/>
              <a:gd name="T14" fmla="*/ 1903413 w 432"/>
              <a:gd name="T15" fmla="*/ 215900 h 98"/>
              <a:gd name="T16" fmla="*/ 1687517 w 432"/>
              <a:gd name="T17" fmla="*/ 431800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2" h="98">
                <a:moveTo>
                  <a:pt x="383" y="98"/>
                </a:moveTo>
                <a:cubicBezTo>
                  <a:pt x="49" y="98"/>
                  <a:pt x="49" y="98"/>
                  <a:pt x="49" y="98"/>
                </a:cubicBezTo>
                <a:cubicBezTo>
                  <a:pt x="22" y="98"/>
                  <a:pt x="0" y="76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383" y="0"/>
                  <a:pt x="383" y="0"/>
                  <a:pt x="383" y="0"/>
                </a:cubicBezTo>
                <a:cubicBezTo>
                  <a:pt x="410" y="0"/>
                  <a:pt x="432" y="22"/>
                  <a:pt x="432" y="49"/>
                </a:cubicBezTo>
                <a:cubicBezTo>
                  <a:pt x="432" y="49"/>
                  <a:pt x="432" y="49"/>
                  <a:pt x="432" y="49"/>
                </a:cubicBezTo>
                <a:cubicBezTo>
                  <a:pt x="432" y="76"/>
                  <a:pt x="410" y="98"/>
                  <a:pt x="383" y="98"/>
                </a:cubicBezTo>
                <a:close/>
              </a:path>
            </a:pathLst>
          </a:custGeom>
          <a:solidFill>
            <a:srgbClr val="BFF3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6" name="Rectangle 1665"/>
          <p:cNvSpPr>
            <a:spLocks noChangeArrowheads="1"/>
          </p:cNvSpPr>
          <p:nvPr/>
        </p:nvSpPr>
        <p:spPr bwMode="auto">
          <a:xfrm>
            <a:off x="1722438" y="5749925"/>
            <a:ext cx="6032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5417" name="Freeform 1666"/>
          <p:cNvSpPr>
            <a:spLocks/>
          </p:cNvSpPr>
          <p:nvPr/>
        </p:nvSpPr>
        <p:spPr bwMode="auto">
          <a:xfrm>
            <a:off x="2373313" y="5761038"/>
            <a:ext cx="74612" cy="119062"/>
          </a:xfrm>
          <a:custGeom>
            <a:avLst/>
            <a:gdLst>
              <a:gd name="T0" fmla="*/ 12700 w 47"/>
              <a:gd name="T1" fmla="*/ 119063 h 75"/>
              <a:gd name="T2" fmla="*/ 0 w 47"/>
              <a:gd name="T3" fmla="*/ 106363 h 75"/>
              <a:gd name="T4" fmla="*/ 49213 w 47"/>
              <a:gd name="T5" fmla="*/ 57150 h 75"/>
              <a:gd name="T6" fmla="*/ 0 w 47"/>
              <a:gd name="T7" fmla="*/ 12700 h 75"/>
              <a:gd name="T8" fmla="*/ 12700 w 47"/>
              <a:gd name="T9" fmla="*/ 0 h 75"/>
              <a:gd name="T10" fmla="*/ 74613 w 47"/>
              <a:gd name="T11" fmla="*/ 57150 h 75"/>
              <a:gd name="T12" fmla="*/ 12700 w 47"/>
              <a:gd name="T13" fmla="*/ 119063 h 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7" h="75">
                <a:moveTo>
                  <a:pt x="8" y="75"/>
                </a:moveTo>
                <a:lnTo>
                  <a:pt x="0" y="67"/>
                </a:lnTo>
                <a:lnTo>
                  <a:pt x="31" y="36"/>
                </a:lnTo>
                <a:lnTo>
                  <a:pt x="0" y="8"/>
                </a:lnTo>
                <a:lnTo>
                  <a:pt x="8" y="0"/>
                </a:lnTo>
                <a:lnTo>
                  <a:pt x="47" y="36"/>
                </a:lnTo>
                <a:lnTo>
                  <a:pt x="8" y="75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18" name="Rectangle 1667"/>
          <p:cNvSpPr>
            <a:spLocks noChangeArrowheads="1"/>
          </p:cNvSpPr>
          <p:nvPr/>
        </p:nvSpPr>
        <p:spPr bwMode="auto">
          <a:xfrm>
            <a:off x="4411663" y="5749925"/>
            <a:ext cx="6032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5419" name="Freeform 1668"/>
          <p:cNvSpPr>
            <a:spLocks/>
          </p:cNvSpPr>
          <p:nvPr/>
        </p:nvSpPr>
        <p:spPr bwMode="auto">
          <a:xfrm>
            <a:off x="5067300" y="5761038"/>
            <a:ext cx="71438" cy="119062"/>
          </a:xfrm>
          <a:custGeom>
            <a:avLst/>
            <a:gdLst>
              <a:gd name="T0" fmla="*/ 14288 w 45"/>
              <a:gd name="T1" fmla="*/ 119063 h 75"/>
              <a:gd name="T2" fmla="*/ 0 w 45"/>
              <a:gd name="T3" fmla="*/ 106363 h 75"/>
              <a:gd name="T4" fmla="*/ 49213 w 45"/>
              <a:gd name="T5" fmla="*/ 57150 h 75"/>
              <a:gd name="T6" fmla="*/ 0 w 45"/>
              <a:gd name="T7" fmla="*/ 12700 h 75"/>
              <a:gd name="T8" fmla="*/ 14288 w 45"/>
              <a:gd name="T9" fmla="*/ 0 h 75"/>
              <a:gd name="T10" fmla="*/ 71438 w 45"/>
              <a:gd name="T11" fmla="*/ 57150 h 75"/>
              <a:gd name="T12" fmla="*/ 14288 w 45"/>
              <a:gd name="T13" fmla="*/ 119063 h 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75">
                <a:moveTo>
                  <a:pt x="9" y="75"/>
                </a:moveTo>
                <a:lnTo>
                  <a:pt x="0" y="67"/>
                </a:lnTo>
                <a:lnTo>
                  <a:pt x="31" y="36"/>
                </a:lnTo>
                <a:lnTo>
                  <a:pt x="0" y="8"/>
                </a:lnTo>
                <a:lnTo>
                  <a:pt x="9" y="0"/>
                </a:lnTo>
                <a:lnTo>
                  <a:pt x="45" y="36"/>
                </a:lnTo>
                <a:lnTo>
                  <a:pt x="9" y="75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0" name="Rectangle 1669"/>
          <p:cNvSpPr>
            <a:spLocks noChangeArrowheads="1"/>
          </p:cNvSpPr>
          <p:nvPr/>
        </p:nvSpPr>
        <p:spPr bwMode="auto">
          <a:xfrm>
            <a:off x="7107238" y="5749925"/>
            <a:ext cx="6032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5421" name="Freeform 1670"/>
          <p:cNvSpPr>
            <a:spLocks/>
          </p:cNvSpPr>
          <p:nvPr/>
        </p:nvSpPr>
        <p:spPr bwMode="auto">
          <a:xfrm>
            <a:off x="7762875" y="5761038"/>
            <a:ext cx="69850" cy="119062"/>
          </a:xfrm>
          <a:custGeom>
            <a:avLst/>
            <a:gdLst>
              <a:gd name="T0" fmla="*/ 12700 w 44"/>
              <a:gd name="T1" fmla="*/ 119063 h 75"/>
              <a:gd name="T2" fmla="*/ 0 w 44"/>
              <a:gd name="T3" fmla="*/ 106363 h 75"/>
              <a:gd name="T4" fmla="*/ 47625 w 44"/>
              <a:gd name="T5" fmla="*/ 57150 h 75"/>
              <a:gd name="T6" fmla="*/ 0 w 44"/>
              <a:gd name="T7" fmla="*/ 12700 h 75"/>
              <a:gd name="T8" fmla="*/ 12700 w 44"/>
              <a:gd name="T9" fmla="*/ 0 h 75"/>
              <a:gd name="T10" fmla="*/ 69850 w 44"/>
              <a:gd name="T11" fmla="*/ 57150 h 75"/>
              <a:gd name="T12" fmla="*/ 12700 w 44"/>
              <a:gd name="T13" fmla="*/ 119063 h 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4" h="75">
                <a:moveTo>
                  <a:pt x="8" y="75"/>
                </a:moveTo>
                <a:lnTo>
                  <a:pt x="0" y="67"/>
                </a:lnTo>
                <a:lnTo>
                  <a:pt x="30" y="36"/>
                </a:lnTo>
                <a:lnTo>
                  <a:pt x="0" y="8"/>
                </a:lnTo>
                <a:lnTo>
                  <a:pt x="8" y="0"/>
                </a:lnTo>
                <a:lnTo>
                  <a:pt x="44" y="36"/>
                </a:lnTo>
                <a:lnTo>
                  <a:pt x="8" y="75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2" name="Rectangle 1671"/>
          <p:cNvSpPr>
            <a:spLocks noChangeArrowheads="1"/>
          </p:cNvSpPr>
          <p:nvPr/>
        </p:nvSpPr>
        <p:spPr bwMode="auto">
          <a:xfrm>
            <a:off x="9801225" y="5749925"/>
            <a:ext cx="603250" cy="21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5423" name="Freeform 1672"/>
          <p:cNvSpPr>
            <a:spLocks/>
          </p:cNvSpPr>
          <p:nvPr/>
        </p:nvSpPr>
        <p:spPr bwMode="auto">
          <a:xfrm>
            <a:off x="10456863" y="5761038"/>
            <a:ext cx="71437" cy="119062"/>
          </a:xfrm>
          <a:custGeom>
            <a:avLst/>
            <a:gdLst>
              <a:gd name="T0" fmla="*/ 9525 w 45"/>
              <a:gd name="T1" fmla="*/ 119063 h 75"/>
              <a:gd name="T2" fmla="*/ 0 w 45"/>
              <a:gd name="T3" fmla="*/ 106363 h 75"/>
              <a:gd name="T4" fmla="*/ 44450 w 45"/>
              <a:gd name="T5" fmla="*/ 57150 h 75"/>
              <a:gd name="T6" fmla="*/ 0 w 45"/>
              <a:gd name="T7" fmla="*/ 12700 h 75"/>
              <a:gd name="T8" fmla="*/ 9525 w 45"/>
              <a:gd name="T9" fmla="*/ 0 h 75"/>
              <a:gd name="T10" fmla="*/ 71438 w 45"/>
              <a:gd name="T11" fmla="*/ 57150 h 75"/>
              <a:gd name="T12" fmla="*/ 9525 w 45"/>
              <a:gd name="T13" fmla="*/ 119063 h 7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75">
                <a:moveTo>
                  <a:pt x="6" y="75"/>
                </a:moveTo>
                <a:lnTo>
                  <a:pt x="0" y="67"/>
                </a:lnTo>
                <a:lnTo>
                  <a:pt x="28" y="36"/>
                </a:lnTo>
                <a:lnTo>
                  <a:pt x="0" y="8"/>
                </a:lnTo>
                <a:lnTo>
                  <a:pt x="6" y="0"/>
                </a:lnTo>
                <a:lnTo>
                  <a:pt x="45" y="36"/>
                </a:lnTo>
                <a:lnTo>
                  <a:pt x="6" y="75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5424" name="Rectangle 2666"/>
          <p:cNvSpPr>
            <a:spLocks noChangeArrowheads="1"/>
          </p:cNvSpPr>
          <p:nvPr/>
        </p:nvSpPr>
        <p:spPr bwMode="auto">
          <a:xfrm>
            <a:off x="2044700" y="849313"/>
            <a:ext cx="8102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hacer eiusmod tempor incididunt ut labore et dolore magna aliqua. Ut enim ad minim</a:t>
            </a:r>
          </a:p>
        </p:txBody>
      </p:sp>
    </p:spTree>
    <p:extLst>
      <p:ext uri="{BB962C8B-B14F-4D97-AF65-F5344CB8AC3E}">
        <p14:creationId xmlns:p14="http://schemas.microsoft.com/office/powerpoint/2010/main" val="7008269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75"/>
            <a:ext cx="12187238" cy="685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Freeform 1456"/>
          <p:cNvSpPr>
            <a:spLocks/>
          </p:cNvSpPr>
          <p:nvPr/>
        </p:nvSpPr>
        <p:spPr bwMode="auto">
          <a:xfrm>
            <a:off x="0" y="-3175"/>
            <a:ext cx="12190413" cy="4140200"/>
          </a:xfrm>
          <a:custGeom>
            <a:avLst/>
            <a:gdLst>
              <a:gd name="T0" fmla="*/ 12190413 w 2770"/>
              <a:gd name="T1" fmla="*/ 3365014 h 940"/>
              <a:gd name="T2" fmla="*/ 8880958 w 2770"/>
              <a:gd name="T3" fmla="*/ 3219666 h 940"/>
              <a:gd name="T4" fmla="*/ 3124618 w 2770"/>
              <a:gd name="T5" fmla="*/ 3294542 h 940"/>
              <a:gd name="T6" fmla="*/ 0 w 2770"/>
              <a:gd name="T7" fmla="*/ 1915944 h 940"/>
              <a:gd name="T8" fmla="*/ 0 w 2770"/>
              <a:gd name="T9" fmla="*/ 0 h 940"/>
              <a:gd name="T10" fmla="*/ 12190413 w 2770"/>
              <a:gd name="T11" fmla="*/ 0 h 940"/>
              <a:gd name="T12" fmla="*/ 12190413 w 2770"/>
              <a:gd name="T13" fmla="*/ 3365014 h 940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770" h="940">
                <a:moveTo>
                  <a:pt x="2770" y="764"/>
                </a:moveTo>
                <a:cubicBezTo>
                  <a:pt x="2770" y="764"/>
                  <a:pt x="2447" y="531"/>
                  <a:pt x="2018" y="731"/>
                </a:cubicBezTo>
                <a:cubicBezTo>
                  <a:pt x="1568" y="940"/>
                  <a:pt x="1502" y="395"/>
                  <a:pt x="710" y="748"/>
                </a:cubicBezTo>
                <a:cubicBezTo>
                  <a:pt x="296" y="932"/>
                  <a:pt x="0" y="435"/>
                  <a:pt x="0" y="435"/>
                </a:cubicBezTo>
                <a:cubicBezTo>
                  <a:pt x="0" y="0"/>
                  <a:pt x="0" y="0"/>
                  <a:pt x="0" y="0"/>
                </a:cubicBezTo>
                <a:cubicBezTo>
                  <a:pt x="2770" y="0"/>
                  <a:pt x="2770" y="0"/>
                  <a:pt x="2770" y="0"/>
                </a:cubicBezTo>
                <a:lnTo>
                  <a:pt x="2770" y="764"/>
                </a:lnTo>
                <a:close/>
              </a:path>
            </a:pathLst>
          </a:custGeom>
          <a:solidFill>
            <a:srgbClr val="172D3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88" name="Rectangle 1461"/>
          <p:cNvSpPr>
            <a:spLocks noChangeArrowheads="1"/>
          </p:cNvSpPr>
          <p:nvPr/>
        </p:nvSpPr>
        <p:spPr bwMode="auto">
          <a:xfrm>
            <a:off x="0" y="-3175"/>
            <a:ext cx="12187238" cy="686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16389" name="Rectangle 1462"/>
          <p:cNvSpPr>
            <a:spLocks noChangeArrowheads="1"/>
          </p:cNvSpPr>
          <p:nvPr/>
        </p:nvSpPr>
        <p:spPr bwMode="auto">
          <a:xfrm>
            <a:off x="3124333" y="340539"/>
            <a:ext cx="621003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b="1" dirty="0" err="1">
                <a:solidFill>
                  <a:srgbClr val="FFFFFF"/>
                </a:solidFill>
                <a:latin typeface="Open Sans" panose="020B0606030504020204" pitchFamily="34" charset="0"/>
              </a:rPr>
              <a:t>Nuestros</a:t>
            </a:r>
            <a:r>
              <a:rPr lang="en-US" altLang="en-US" sz="3600" b="1" dirty="0">
                <a:solidFill>
                  <a:srgbClr val="FFFFFF"/>
                </a:solidFill>
                <a:latin typeface="Open Sans" panose="020B0606030504020204" pitchFamily="34" charset="0"/>
              </a:rPr>
              <a:t> Planes de </a:t>
            </a:r>
            <a:r>
              <a:rPr lang="en-US" altLang="en-US" sz="3600" b="1" dirty="0" err="1">
                <a:solidFill>
                  <a:srgbClr val="FFFFFF"/>
                </a:solidFill>
                <a:latin typeface="Open Sans" panose="020B0606030504020204" pitchFamily="34" charset="0"/>
              </a:rPr>
              <a:t>Precios</a:t>
            </a:r>
            <a:endParaRPr lang="en-US" altLang="en-US" dirty="0"/>
          </a:p>
        </p:txBody>
      </p:sp>
      <p:sp>
        <p:nvSpPr>
          <p:cNvPr id="16390" name="Rectangle 2666"/>
          <p:cNvSpPr>
            <a:spLocks noChangeArrowheads="1"/>
          </p:cNvSpPr>
          <p:nvPr/>
        </p:nvSpPr>
        <p:spPr bwMode="auto">
          <a:xfrm>
            <a:off x="2044700" y="849313"/>
            <a:ext cx="81026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hacer eiusmod tempor incididunt ut labore et dolore magna aliqua. Ut enim ad minim</a:t>
            </a:r>
          </a:p>
        </p:txBody>
      </p:sp>
      <p:sp>
        <p:nvSpPr>
          <p:cNvPr id="16391" name="Freeform 8"/>
          <p:cNvSpPr>
            <a:spLocks/>
          </p:cNvSpPr>
          <p:nvPr/>
        </p:nvSpPr>
        <p:spPr bwMode="auto">
          <a:xfrm>
            <a:off x="1238250" y="2360613"/>
            <a:ext cx="2487613" cy="3935412"/>
          </a:xfrm>
          <a:custGeom>
            <a:avLst/>
            <a:gdLst>
              <a:gd name="T0" fmla="*/ 2294531 w 554"/>
              <a:gd name="T1" fmla="*/ 3935413 h 876"/>
              <a:gd name="T2" fmla="*/ 193082 w 554"/>
              <a:gd name="T3" fmla="*/ 3935413 h 876"/>
              <a:gd name="T4" fmla="*/ 0 w 554"/>
              <a:gd name="T5" fmla="*/ 3742236 h 876"/>
              <a:gd name="T6" fmla="*/ 0 w 554"/>
              <a:gd name="T7" fmla="*/ 193177 h 876"/>
              <a:gd name="T8" fmla="*/ 193082 w 554"/>
              <a:gd name="T9" fmla="*/ 0 h 876"/>
              <a:gd name="T10" fmla="*/ 2294531 w 554"/>
              <a:gd name="T11" fmla="*/ 0 h 876"/>
              <a:gd name="T12" fmla="*/ 2487613 w 554"/>
              <a:gd name="T13" fmla="*/ 193177 h 876"/>
              <a:gd name="T14" fmla="*/ 2487613 w 554"/>
              <a:gd name="T15" fmla="*/ 3742236 h 876"/>
              <a:gd name="T16" fmla="*/ 2294531 w 554"/>
              <a:gd name="T17" fmla="*/ 3935413 h 8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54" h="876">
                <a:moveTo>
                  <a:pt x="511" y="876"/>
                </a:moveTo>
                <a:cubicBezTo>
                  <a:pt x="43" y="876"/>
                  <a:pt x="43" y="876"/>
                  <a:pt x="43" y="876"/>
                </a:cubicBezTo>
                <a:cubicBezTo>
                  <a:pt x="19" y="876"/>
                  <a:pt x="0" y="857"/>
                  <a:pt x="0" y="83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19"/>
                  <a:pt x="19" y="0"/>
                  <a:pt x="43" y="0"/>
                </a:cubicBezTo>
                <a:cubicBezTo>
                  <a:pt x="511" y="0"/>
                  <a:pt x="511" y="0"/>
                  <a:pt x="511" y="0"/>
                </a:cubicBezTo>
                <a:cubicBezTo>
                  <a:pt x="535" y="0"/>
                  <a:pt x="554" y="19"/>
                  <a:pt x="554" y="43"/>
                </a:cubicBezTo>
                <a:cubicBezTo>
                  <a:pt x="554" y="833"/>
                  <a:pt x="554" y="833"/>
                  <a:pt x="554" y="833"/>
                </a:cubicBezTo>
                <a:cubicBezTo>
                  <a:pt x="554" y="857"/>
                  <a:pt x="535" y="876"/>
                  <a:pt x="511" y="876"/>
                </a:cubicBezTo>
                <a:close/>
              </a:path>
            </a:pathLst>
          </a:custGeom>
          <a:solidFill>
            <a:srgbClr val="FFAD1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2" name="Freeform 9"/>
          <p:cNvSpPr>
            <a:spLocks/>
          </p:cNvSpPr>
          <p:nvPr/>
        </p:nvSpPr>
        <p:spPr bwMode="auto">
          <a:xfrm>
            <a:off x="4843463" y="2360613"/>
            <a:ext cx="2487612" cy="3935412"/>
          </a:xfrm>
          <a:custGeom>
            <a:avLst/>
            <a:gdLst>
              <a:gd name="T0" fmla="*/ 2294531 w 554"/>
              <a:gd name="T1" fmla="*/ 3935413 h 876"/>
              <a:gd name="T2" fmla="*/ 193082 w 554"/>
              <a:gd name="T3" fmla="*/ 3935413 h 876"/>
              <a:gd name="T4" fmla="*/ 0 w 554"/>
              <a:gd name="T5" fmla="*/ 3742236 h 876"/>
              <a:gd name="T6" fmla="*/ 0 w 554"/>
              <a:gd name="T7" fmla="*/ 193177 h 876"/>
              <a:gd name="T8" fmla="*/ 193082 w 554"/>
              <a:gd name="T9" fmla="*/ 0 h 876"/>
              <a:gd name="T10" fmla="*/ 2294531 w 554"/>
              <a:gd name="T11" fmla="*/ 0 h 876"/>
              <a:gd name="T12" fmla="*/ 2487613 w 554"/>
              <a:gd name="T13" fmla="*/ 193177 h 876"/>
              <a:gd name="T14" fmla="*/ 2487613 w 554"/>
              <a:gd name="T15" fmla="*/ 3742236 h 876"/>
              <a:gd name="T16" fmla="*/ 2294531 w 554"/>
              <a:gd name="T17" fmla="*/ 3935413 h 8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54" h="876">
                <a:moveTo>
                  <a:pt x="511" y="876"/>
                </a:moveTo>
                <a:cubicBezTo>
                  <a:pt x="43" y="876"/>
                  <a:pt x="43" y="876"/>
                  <a:pt x="43" y="876"/>
                </a:cubicBezTo>
                <a:cubicBezTo>
                  <a:pt x="19" y="876"/>
                  <a:pt x="0" y="857"/>
                  <a:pt x="0" y="83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19"/>
                  <a:pt x="19" y="0"/>
                  <a:pt x="43" y="0"/>
                </a:cubicBezTo>
                <a:cubicBezTo>
                  <a:pt x="511" y="0"/>
                  <a:pt x="511" y="0"/>
                  <a:pt x="511" y="0"/>
                </a:cubicBezTo>
                <a:cubicBezTo>
                  <a:pt x="535" y="0"/>
                  <a:pt x="554" y="19"/>
                  <a:pt x="554" y="43"/>
                </a:cubicBezTo>
                <a:cubicBezTo>
                  <a:pt x="554" y="833"/>
                  <a:pt x="554" y="833"/>
                  <a:pt x="554" y="833"/>
                </a:cubicBezTo>
                <a:cubicBezTo>
                  <a:pt x="554" y="857"/>
                  <a:pt x="535" y="876"/>
                  <a:pt x="511" y="876"/>
                </a:cubicBezTo>
                <a:close/>
              </a:path>
            </a:pathLst>
          </a:custGeom>
          <a:solidFill>
            <a:srgbClr val="94D4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3" name="Freeform 10"/>
          <p:cNvSpPr>
            <a:spLocks/>
          </p:cNvSpPr>
          <p:nvPr/>
        </p:nvSpPr>
        <p:spPr bwMode="auto">
          <a:xfrm>
            <a:off x="8451850" y="2360613"/>
            <a:ext cx="2487613" cy="3935412"/>
          </a:xfrm>
          <a:custGeom>
            <a:avLst/>
            <a:gdLst>
              <a:gd name="T0" fmla="*/ 2294531 w 554"/>
              <a:gd name="T1" fmla="*/ 3935413 h 876"/>
              <a:gd name="T2" fmla="*/ 193082 w 554"/>
              <a:gd name="T3" fmla="*/ 3935413 h 876"/>
              <a:gd name="T4" fmla="*/ 0 w 554"/>
              <a:gd name="T5" fmla="*/ 3742236 h 876"/>
              <a:gd name="T6" fmla="*/ 0 w 554"/>
              <a:gd name="T7" fmla="*/ 193177 h 876"/>
              <a:gd name="T8" fmla="*/ 193082 w 554"/>
              <a:gd name="T9" fmla="*/ 0 h 876"/>
              <a:gd name="T10" fmla="*/ 2294531 w 554"/>
              <a:gd name="T11" fmla="*/ 0 h 876"/>
              <a:gd name="T12" fmla="*/ 2487613 w 554"/>
              <a:gd name="T13" fmla="*/ 193177 h 876"/>
              <a:gd name="T14" fmla="*/ 2487613 w 554"/>
              <a:gd name="T15" fmla="*/ 3742236 h 876"/>
              <a:gd name="T16" fmla="*/ 2294531 w 554"/>
              <a:gd name="T17" fmla="*/ 3935413 h 87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554" h="876">
                <a:moveTo>
                  <a:pt x="511" y="876"/>
                </a:moveTo>
                <a:cubicBezTo>
                  <a:pt x="43" y="876"/>
                  <a:pt x="43" y="876"/>
                  <a:pt x="43" y="876"/>
                </a:cubicBezTo>
                <a:cubicBezTo>
                  <a:pt x="19" y="876"/>
                  <a:pt x="0" y="857"/>
                  <a:pt x="0" y="833"/>
                </a:cubicBezTo>
                <a:cubicBezTo>
                  <a:pt x="0" y="43"/>
                  <a:pt x="0" y="43"/>
                  <a:pt x="0" y="43"/>
                </a:cubicBezTo>
                <a:cubicBezTo>
                  <a:pt x="0" y="19"/>
                  <a:pt x="19" y="0"/>
                  <a:pt x="43" y="0"/>
                </a:cubicBezTo>
                <a:cubicBezTo>
                  <a:pt x="511" y="0"/>
                  <a:pt x="511" y="0"/>
                  <a:pt x="511" y="0"/>
                </a:cubicBezTo>
                <a:cubicBezTo>
                  <a:pt x="535" y="0"/>
                  <a:pt x="554" y="19"/>
                  <a:pt x="554" y="43"/>
                </a:cubicBezTo>
                <a:cubicBezTo>
                  <a:pt x="554" y="833"/>
                  <a:pt x="554" y="833"/>
                  <a:pt x="554" y="833"/>
                </a:cubicBezTo>
                <a:cubicBezTo>
                  <a:pt x="554" y="857"/>
                  <a:pt x="535" y="876"/>
                  <a:pt x="511" y="876"/>
                </a:cubicBezTo>
                <a:close/>
              </a:path>
            </a:pathLst>
          </a:custGeom>
          <a:solidFill>
            <a:srgbClr val="00B1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4" name="Freeform 11"/>
          <p:cNvSpPr>
            <a:spLocks/>
          </p:cNvSpPr>
          <p:nvPr/>
        </p:nvSpPr>
        <p:spPr bwMode="auto">
          <a:xfrm>
            <a:off x="1238250" y="2360613"/>
            <a:ext cx="2487613" cy="1254125"/>
          </a:xfrm>
          <a:custGeom>
            <a:avLst/>
            <a:gdLst>
              <a:gd name="T0" fmla="*/ 2294531 w 554"/>
              <a:gd name="T1" fmla="*/ 0 h 279"/>
              <a:gd name="T2" fmla="*/ 193082 w 554"/>
              <a:gd name="T3" fmla="*/ 0 h 279"/>
              <a:gd name="T4" fmla="*/ 0 w 554"/>
              <a:gd name="T5" fmla="*/ 193288 h 279"/>
              <a:gd name="T6" fmla="*/ 0 w 554"/>
              <a:gd name="T7" fmla="*/ 804618 h 279"/>
              <a:gd name="T8" fmla="*/ 1876935 w 554"/>
              <a:gd name="T9" fmla="*/ 930480 h 279"/>
              <a:gd name="T10" fmla="*/ 2487613 w 554"/>
              <a:gd name="T11" fmla="*/ 687746 h 279"/>
              <a:gd name="T12" fmla="*/ 2487613 w 554"/>
              <a:gd name="T13" fmla="*/ 193288 h 279"/>
              <a:gd name="T14" fmla="*/ 2294531 w 554"/>
              <a:gd name="T15" fmla="*/ 0 h 27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54" h="279">
                <a:moveTo>
                  <a:pt x="511" y="0"/>
                </a:moveTo>
                <a:cubicBezTo>
                  <a:pt x="43" y="0"/>
                  <a:pt x="43" y="0"/>
                  <a:pt x="43" y="0"/>
                </a:cubicBezTo>
                <a:cubicBezTo>
                  <a:pt x="19" y="0"/>
                  <a:pt x="0" y="19"/>
                  <a:pt x="0" y="43"/>
                </a:cubicBezTo>
                <a:cubicBezTo>
                  <a:pt x="0" y="179"/>
                  <a:pt x="0" y="179"/>
                  <a:pt x="0" y="179"/>
                </a:cubicBezTo>
                <a:cubicBezTo>
                  <a:pt x="113" y="245"/>
                  <a:pt x="257" y="279"/>
                  <a:pt x="418" y="207"/>
                </a:cubicBezTo>
                <a:cubicBezTo>
                  <a:pt x="466" y="186"/>
                  <a:pt x="511" y="168"/>
                  <a:pt x="554" y="153"/>
                </a:cubicBezTo>
                <a:cubicBezTo>
                  <a:pt x="554" y="43"/>
                  <a:pt x="554" y="43"/>
                  <a:pt x="554" y="43"/>
                </a:cubicBezTo>
                <a:cubicBezTo>
                  <a:pt x="554" y="19"/>
                  <a:pt x="535" y="0"/>
                  <a:pt x="511" y="0"/>
                </a:cubicBezTo>
                <a:close/>
              </a:path>
            </a:pathLst>
          </a:custGeom>
          <a:solidFill>
            <a:srgbClr val="FFC4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Freeform 12"/>
          <p:cNvSpPr>
            <a:spLocks/>
          </p:cNvSpPr>
          <p:nvPr/>
        </p:nvSpPr>
        <p:spPr bwMode="auto">
          <a:xfrm>
            <a:off x="4843463" y="2360613"/>
            <a:ext cx="2487612" cy="962025"/>
          </a:xfrm>
          <a:custGeom>
            <a:avLst/>
            <a:gdLst>
              <a:gd name="T0" fmla="*/ 2294531 w 554"/>
              <a:gd name="T1" fmla="*/ 0 h 214"/>
              <a:gd name="T2" fmla="*/ 193082 w 554"/>
              <a:gd name="T3" fmla="*/ 0 h 214"/>
              <a:gd name="T4" fmla="*/ 0 w 554"/>
              <a:gd name="T5" fmla="*/ 193304 h 214"/>
              <a:gd name="T6" fmla="*/ 0 w 554"/>
              <a:gd name="T7" fmla="*/ 418076 h 214"/>
              <a:gd name="T8" fmla="*/ 2487613 w 554"/>
              <a:gd name="T9" fmla="*/ 962025 h 214"/>
              <a:gd name="T10" fmla="*/ 2487613 w 554"/>
              <a:gd name="T11" fmla="*/ 193304 h 214"/>
              <a:gd name="T12" fmla="*/ 2294531 w 554"/>
              <a:gd name="T13" fmla="*/ 0 h 21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554" h="214">
                <a:moveTo>
                  <a:pt x="511" y="0"/>
                </a:moveTo>
                <a:cubicBezTo>
                  <a:pt x="43" y="0"/>
                  <a:pt x="43" y="0"/>
                  <a:pt x="43" y="0"/>
                </a:cubicBezTo>
                <a:cubicBezTo>
                  <a:pt x="19" y="0"/>
                  <a:pt x="0" y="19"/>
                  <a:pt x="0" y="43"/>
                </a:cubicBezTo>
                <a:cubicBezTo>
                  <a:pt x="0" y="93"/>
                  <a:pt x="0" y="93"/>
                  <a:pt x="0" y="93"/>
                </a:cubicBezTo>
                <a:cubicBezTo>
                  <a:pt x="260" y="64"/>
                  <a:pt x="404" y="165"/>
                  <a:pt x="554" y="214"/>
                </a:cubicBezTo>
                <a:cubicBezTo>
                  <a:pt x="554" y="43"/>
                  <a:pt x="554" y="43"/>
                  <a:pt x="554" y="43"/>
                </a:cubicBezTo>
                <a:cubicBezTo>
                  <a:pt x="554" y="19"/>
                  <a:pt x="535" y="0"/>
                  <a:pt x="511" y="0"/>
                </a:cubicBezTo>
                <a:close/>
              </a:path>
            </a:pathLst>
          </a:custGeom>
          <a:solidFill>
            <a:srgbClr val="A7E31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6" name="Freeform 13"/>
          <p:cNvSpPr>
            <a:spLocks/>
          </p:cNvSpPr>
          <p:nvPr/>
        </p:nvSpPr>
        <p:spPr bwMode="auto">
          <a:xfrm>
            <a:off x="8451850" y="2360613"/>
            <a:ext cx="2487613" cy="1011237"/>
          </a:xfrm>
          <a:custGeom>
            <a:avLst/>
            <a:gdLst>
              <a:gd name="T0" fmla="*/ 2294531 w 554"/>
              <a:gd name="T1" fmla="*/ 0 h 225"/>
              <a:gd name="T2" fmla="*/ 193082 w 554"/>
              <a:gd name="T3" fmla="*/ 0 h 225"/>
              <a:gd name="T4" fmla="*/ 0 w 554"/>
              <a:gd name="T5" fmla="*/ 193259 h 225"/>
              <a:gd name="T6" fmla="*/ 0 w 554"/>
              <a:gd name="T7" fmla="*/ 1011238 h 225"/>
              <a:gd name="T8" fmla="*/ 417596 w 554"/>
              <a:gd name="T9" fmla="*/ 858429 h 225"/>
              <a:gd name="T10" fmla="*/ 2487613 w 554"/>
              <a:gd name="T11" fmla="*/ 543821 h 225"/>
              <a:gd name="T12" fmla="*/ 2487613 w 554"/>
              <a:gd name="T13" fmla="*/ 193259 h 225"/>
              <a:gd name="T14" fmla="*/ 2294531 w 554"/>
              <a:gd name="T15" fmla="*/ 0 h 225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554" h="225">
                <a:moveTo>
                  <a:pt x="511" y="0"/>
                </a:moveTo>
                <a:cubicBezTo>
                  <a:pt x="43" y="0"/>
                  <a:pt x="43" y="0"/>
                  <a:pt x="43" y="0"/>
                </a:cubicBezTo>
                <a:cubicBezTo>
                  <a:pt x="19" y="0"/>
                  <a:pt x="0" y="19"/>
                  <a:pt x="0" y="43"/>
                </a:cubicBezTo>
                <a:cubicBezTo>
                  <a:pt x="0" y="225"/>
                  <a:pt x="0" y="225"/>
                  <a:pt x="0" y="225"/>
                </a:cubicBezTo>
                <a:cubicBezTo>
                  <a:pt x="29" y="217"/>
                  <a:pt x="60" y="206"/>
                  <a:pt x="93" y="191"/>
                </a:cubicBezTo>
                <a:cubicBezTo>
                  <a:pt x="271" y="108"/>
                  <a:pt x="430" y="101"/>
                  <a:pt x="554" y="121"/>
                </a:cubicBezTo>
                <a:cubicBezTo>
                  <a:pt x="554" y="43"/>
                  <a:pt x="554" y="43"/>
                  <a:pt x="554" y="43"/>
                </a:cubicBezTo>
                <a:cubicBezTo>
                  <a:pt x="554" y="19"/>
                  <a:pt x="535" y="0"/>
                  <a:pt x="511" y="0"/>
                </a:cubicBezTo>
                <a:close/>
              </a:path>
            </a:pathLst>
          </a:custGeom>
          <a:solidFill>
            <a:srgbClr val="00C4F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7" name="Rectangle 14"/>
          <p:cNvSpPr>
            <a:spLocks noChangeArrowheads="1"/>
          </p:cNvSpPr>
          <p:nvPr/>
        </p:nvSpPr>
        <p:spPr bwMode="auto">
          <a:xfrm>
            <a:off x="1989138" y="2787650"/>
            <a:ext cx="9636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>
                <a:solidFill>
                  <a:srgbClr val="FFFFFF"/>
                </a:solidFill>
                <a:latin typeface="Montserrat" panose="02000505000000020004" pitchFamily="2" charset="0"/>
              </a:rPr>
              <a:t>BASIC</a:t>
            </a:r>
            <a:endParaRPr lang="en-US" altLang="en-US"/>
          </a:p>
        </p:txBody>
      </p:sp>
      <p:sp>
        <p:nvSpPr>
          <p:cNvPr id="16398" name="Rectangle 17"/>
          <p:cNvSpPr>
            <a:spLocks noChangeArrowheads="1"/>
          </p:cNvSpPr>
          <p:nvPr/>
        </p:nvSpPr>
        <p:spPr bwMode="auto">
          <a:xfrm>
            <a:off x="5741988" y="2787650"/>
            <a:ext cx="687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>
                <a:solidFill>
                  <a:srgbClr val="FFFFFF"/>
                </a:solidFill>
                <a:latin typeface="Montserrat" panose="02000505000000020004" pitchFamily="2" charset="0"/>
              </a:rPr>
              <a:t>PRO</a:t>
            </a:r>
            <a:endParaRPr lang="en-US" altLang="en-US"/>
          </a:p>
        </p:txBody>
      </p:sp>
      <p:sp>
        <p:nvSpPr>
          <p:cNvPr id="16399" name="Rectangle 20"/>
          <p:cNvSpPr>
            <a:spLocks noChangeArrowheads="1"/>
          </p:cNvSpPr>
          <p:nvPr/>
        </p:nvSpPr>
        <p:spPr bwMode="auto">
          <a:xfrm>
            <a:off x="8866188" y="2787650"/>
            <a:ext cx="16764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 dirty="0">
                <a:solidFill>
                  <a:srgbClr val="FFFFFF"/>
                </a:solidFill>
                <a:latin typeface="Montserrat" panose="02000505000000020004" pitchFamily="2" charset="0"/>
              </a:rPr>
              <a:t>EMPRESA</a:t>
            </a:r>
            <a:endParaRPr lang="en-US" altLang="en-US" dirty="0"/>
          </a:p>
        </p:txBody>
      </p:sp>
      <p:sp>
        <p:nvSpPr>
          <p:cNvPr id="16400" name="Freeform 21"/>
          <p:cNvSpPr>
            <a:spLocks/>
          </p:cNvSpPr>
          <p:nvPr/>
        </p:nvSpPr>
        <p:spPr bwMode="auto">
          <a:xfrm>
            <a:off x="1522413" y="5510213"/>
            <a:ext cx="1898650" cy="431800"/>
          </a:xfrm>
          <a:custGeom>
            <a:avLst/>
            <a:gdLst>
              <a:gd name="T0" fmla="*/ 1683200 w 423"/>
              <a:gd name="T1" fmla="*/ 431800 h 96"/>
              <a:gd name="T2" fmla="*/ 215450 w 423"/>
              <a:gd name="T3" fmla="*/ 431800 h 96"/>
              <a:gd name="T4" fmla="*/ 0 w 423"/>
              <a:gd name="T5" fmla="*/ 215900 h 96"/>
              <a:gd name="T6" fmla="*/ 0 w 423"/>
              <a:gd name="T7" fmla="*/ 215900 h 96"/>
              <a:gd name="T8" fmla="*/ 215450 w 423"/>
              <a:gd name="T9" fmla="*/ 0 h 96"/>
              <a:gd name="T10" fmla="*/ 1683200 w 423"/>
              <a:gd name="T11" fmla="*/ 0 h 96"/>
              <a:gd name="T12" fmla="*/ 1898650 w 423"/>
              <a:gd name="T13" fmla="*/ 215900 h 96"/>
              <a:gd name="T14" fmla="*/ 1898650 w 423"/>
              <a:gd name="T15" fmla="*/ 215900 h 96"/>
              <a:gd name="T16" fmla="*/ 1683200 w 423"/>
              <a:gd name="T17" fmla="*/ 431800 h 9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23" h="96">
                <a:moveTo>
                  <a:pt x="375" y="96"/>
                </a:moveTo>
                <a:cubicBezTo>
                  <a:pt x="48" y="96"/>
                  <a:pt x="48" y="96"/>
                  <a:pt x="48" y="96"/>
                </a:cubicBezTo>
                <a:cubicBezTo>
                  <a:pt x="21" y="96"/>
                  <a:pt x="0" y="74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1"/>
                  <a:pt x="21" y="0"/>
                  <a:pt x="48" y="0"/>
                </a:cubicBezTo>
                <a:cubicBezTo>
                  <a:pt x="375" y="0"/>
                  <a:pt x="375" y="0"/>
                  <a:pt x="375" y="0"/>
                </a:cubicBezTo>
                <a:cubicBezTo>
                  <a:pt x="402" y="0"/>
                  <a:pt x="423" y="21"/>
                  <a:pt x="423" y="48"/>
                </a:cubicBezTo>
                <a:cubicBezTo>
                  <a:pt x="423" y="48"/>
                  <a:pt x="423" y="48"/>
                  <a:pt x="423" y="48"/>
                </a:cubicBezTo>
                <a:cubicBezTo>
                  <a:pt x="423" y="74"/>
                  <a:pt x="402" y="96"/>
                  <a:pt x="375" y="96"/>
                </a:cubicBezTo>
                <a:close/>
              </a:path>
            </a:pathLst>
          </a:custGeom>
          <a:solidFill>
            <a:srgbClr val="FFF1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1" name="Freeform 22"/>
          <p:cNvSpPr>
            <a:spLocks/>
          </p:cNvSpPr>
          <p:nvPr/>
        </p:nvSpPr>
        <p:spPr bwMode="auto">
          <a:xfrm>
            <a:off x="5126038" y="5510213"/>
            <a:ext cx="1890712" cy="431800"/>
          </a:xfrm>
          <a:custGeom>
            <a:avLst/>
            <a:gdLst>
              <a:gd name="T0" fmla="*/ 1675145 w 421"/>
              <a:gd name="T1" fmla="*/ 431800 h 96"/>
              <a:gd name="T2" fmla="*/ 215568 w 421"/>
              <a:gd name="T3" fmla="*/ 431800 h 96"/>
              <a:gd name="T4" fmla="*/ 0 w 421"/>
              <a:gd name="T5" fmla="*/ 215900 h 96"/>
              <a:gd name="T6" fmla="*/ 0 w 421"/>
              <a:gd name="T7" fmla="*/ 215900 h 96"/>
              <a:gd name="T8" fmla="*/ 215568 w 421"/>
              <a:gd name="T9" fmla="*/ 0 h 96"/>
              <a:gd name="T10" fmla="*/ 1675145 w 421"/>
              <a:gd name="T11" fmla="*/ 0 h 96"/>
              <a:gd name="T12" fmla="*/ 1890713 w 421"/>
              <a:gd name="T13" fmla="*/ 215900 h 96"/>
              <a:gd name="T14" fmla="*/ 1890713 w 421"/>
              <a:gd name="T15" fmla="*/ 215900 h 96"/>
              <a:gd name="T16" fmla="*/ 1675145 w 421"/>
              <a:gd name="T17" fmla="*/ 431800 h 9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21" h="96">
                <a:moveTo>
                  <a:pt x="373" y="96"/>
                </a:moveTo>
                <a:cubicBezTo>
                  <a:pt x="48" y="96"/>
                  <a:pt x="48" y="96"/>
                  <a:pt x="48" y="96"/>
                </a:cubicBezTo>
                <a:cubicBezTo>
                  <a:pt x="22" y="96"/>
                  <a:pt x="0" y="74"/>
                  <a:pt x="0" y="48"/>
                </a:cubicBezTo>
                <a:cubicBezTo>
                  <a:pt x="0" y="48"/>
                  <a:pt x="0" y="48"/>
                  <a:pt x="0" y="48"/>
                </a:cubicBezTo>
                <a:cubicBezTo>
                  <a:pt x="0" y="22"/>
                  <a:pt x="22" y="0"/>
                  <a:pt x="48" y="0"/>
                </a:cubicBezTo>
                <a:cubicBezTo>
                  <a:pt x="373" y="0"/>
                  <a:pt x="373" y="0"/>
                  <a:pt x="373" y="0"/>
                </a:cubicBezTo>
                <a:cubicBezTo>
                  <a:pt x="399" y="0"/>
                  <a:pt x="421" y="22"/>
                  <a:pt x="421" y="48"/>
                </a:cubicBezTo>
                <a:cubicBezTo>
                  <a:pt x="421" y="48"/>
                  <a:pt x="421" y="48"/>
                  <a:pt x="421" y="48"/>
                </a:cubicBezTo>
                <a:cubicBezTo>
                  <a:pt x="421" y="74"/>
                  <a:pt x="399" y="96"/>
                  <a:pt x="373" y="96"/>
                </a:cubicBezTo>
                <a:close/>
              </a:path>
            </a:pathLst>
          </a:custGeom>
          <a:solidFill>
            <a:srgbClr val="E3FFA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2" name="Freeform 23"/>
          <p:cNvSpPr>
            <a:spLocks/>
          </p:cNvSpPr>
          <p:nvPr/>
        </p:nvSpPr>
        <p:spPr bwMode="auto">
          <a:xfrm>
            <a:off x="8736013" y="5510213"/>
            <a:ext cx="1938337" cy="439737"/>
          </a:xfrm>
          <a:custGeom>
            <a:avLst/>
            <a:gdLst>
              <a:gd name="T0" fmla="*/ 1718480 w 432"/>
              <a:gd name="T1" fmla="*/ 439738 h 98"/>
              <a:gd name="T2" fmla="*/ 219858 w 432"/>
              <a:gd name="T3" fmla="*/ 439738 h 98"/>
              <a:gd name="T4" fmla="*/ 0 w 432"/>
              <a:gd name="T5" fmla="*/ 219869 h 98"/>
              <a:gd name="T6" fmla="*/ 0 w 432"/>
              <a:gd name="T7" fmla="*/ 219869 h 98"/>
              <a:gd name="T8" fmla="*/ 219858 w 432"/>
              <a:gd name="T9" fmla="*/ 0 h 98"/>
              <a:gd name="T10" fmla="*/ 1718480 w 432"/>
              <a:gd name="T11" fmla="*/ 0 h 98"/>
              <a:gd name="T12" fmla="*/ 1938338 w 432"/>
              <a:gd name="T13" fmla="*/ 219869 h 98"/>
              <a:gd name="T14" fmla="*/ 1938338 w 432"/>
              <a:gd name="T15" fmla="*/ 219869 h 98"/>
              <a:gd name="T16" fmla="*/ 1718480 w 432"/>
              <a:gd name="T17" fmla="*/ 439738 h 9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432" h="98">
                <a:moveTo>
                  <a:pt x="383" y="98"/>
                </a:moveTo>
                <a:cubicBezTo>
                  <a:pt x="49" y="98"/>
                  <a:pt x="49" y="98"/>
                  <a:pt x="49" y="98"/>
                </a:cubicBezTo>
                <a:cubicBezTo>
                  <a:pt x="22" y="98"/>
                  <a:pt x="0" y="76"/>
                  <a:pt x="0" y="49"/>
                </a:cubicBezTo>
                <a:cubicBezTo>
                  <a:pt x="0" y="49"/>
                  <a:pt x="0" y="49"/>
                  <a:pt x="0" y="49"/>
                </a:cubicBezTo>
                <a:cubicBezTo>
                  <a:pt x="0" y="22"/>
                  <a:pt x="22" y="0"/>
                  <a:pt x="49" y="0"/>
                </a:cubicBezTo>
                <a:cubicBezTo>
                  <a:pt x="383" y="0"/>
                  <a:pt x="383" y="0"/>
                  <a:pt x="383" y="0"/>
                </a:cubicBezTo>
                <a:cubicBezTo>
                  <a:pt x="410" y="0"/>
                  <a:pt x="432" y="22"/>
                  <a:pt x="432" y="49"/>
                </a:cubicBezTo>
                <a:cubicBezTo>
                  <a:pt x="432" y="49"/>
                  <a:pt x="432" y="49"/>
                  <a:pt x="432" y="49"/>
                </a:cubicBezTo>
                <a:cubicBezTo>
                  <a:pt x="432" y="76"/>
                  <a:pt x="410" y="98"/>
                  <a:pt x="383" y="98"/>
                </a:cubicBezTo>
                <a:close/>
              </a:path>
            </a:pathLst>
          </a:custGeom>
          <a:solidFill>
            <a:srgbClr val="B0F1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3" name="Rectangle 24"/>
          <p:cNvSpPr>
            <a:spLocks noChangeArrowheads="1"/>
          </p:cNvSpPr>
          <p:nvPr/>
        </p:nvSpPr>
        <p:spPr bwMode="auto">
          <a:xfrm>
            <a:off x="5737225" y="5645150"/>
            <a:ext cx="596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6404" name="Freeform 25"/>
          <p:cNvSpPr>
            <a:spLocks/>
          </p:cNvSpPr>
          <p:nvPr/>
        </p:nvSpPr>
        <p:spPr bwMode="auto">
          <a:xfrm>
            <a:off x="6388100" y="5676900"/>
            <a:ext cx="66675" cy="115888"/>
          </a:xfrm>
          <a:custGeom>
            <a:avLst/>
            <a:gdLst>
              <a:gd name="T0" fmla="*/ 7938 w 42"/>
              <a:gd name="T1" fmla="*/ 115888 h 73"/>
              <a:gd name="T2" fmla="*/ 0 w 42"/>
              <a:gd name="T3" fmla="*/ 103188 h 73"/>
              <a:gd name="T4" fmla="*/ 44450 w 42"/>
              <a:gd name="T5" fmla="*/ 58738 h 73"/>
              <a:gd name="T6" fmla="*/ 0 w 42"/>
              <a:gd name="T7" fmla="*/ 7938 h 73"/>
              <a:gd name="T8" fmla="*/ 7938 w 42"/>
              <a:gd name="T9" fmla="*/ 0 h 73"/>
              <a:gd name="T10" fmla="*/ 66675 w 42"/>
              <a:gd name="T11" fmla="*/ 58738 h 73"/>
              <a:gd name="T12" fmla="*/ 7938 w 42"/>
              <a:gd name="T13" fmla="*/ 115888 h 73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2" h="73">
                <a:moveTo>
                  <a:pt x="5" y="73"/>
                </a:moveTo>
                <a:lnTo>
                  <a:pt x="0" y="65"/>
                </a:lnTo>
                <a:lnTo>
                  <a:pt x="28" y="37"/>
                </a:lnTo>
                <a:lnTo>
                  <a:pt x="0" y="5"/>
                </a:lnTo>
                <a:lnTo>
                  <a:pt x="5" y="0"/>
                </a:lnTo>
                <a:lnTo>
                  <a:pt x="42" y="37"/>
                </a:lnTo>
                <a:lnTo>
                  <a:pt x="5" y="73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5" name="Rectangle 26"/>
          <p:cNvSpPr>
            <a:spLocks noChangeArrowheads="1"/>
          </p:cNvSpPr>
          <p:nvPr/>
        </p:nvSpPr>
        <p:spPr bwMode="auto">
          <a:xfrm>
            <a:off x="9359900" y="5645150"/>
            <a:ext cx="596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6406" name="Freeform 27"/>
          <p:cNvSpPr>
            <a:spLocks/>
          </p:cNvSpPr>
          <p:nvPr/>
        </p:nvSpPr>
        <p:spPr bwMode="auto">
          <a:xfrm>
            <a:off x="10028238" y="5672138"/>
            <a:ext cx="71437" cy="120650"/>
          </a:xfrm>
          <a:custGeom>
            <a:avLst/>
            <a:gdLst>
              <a:gd name="T0" fmla="*/ 12700 w 45"/>
              <a:gd name="T1" fmla="*/ 120650 h 76"/>
              <a:gd name="T2" fmla="*/ 0 w 45"/>
              <a:gd name="T3" fmla="*/ 112713 h 76"/>
              <a:gd name="T4" fmla="*/ 49213 w 45"/>
              <a:gd name="T5" fmla="*/ 63500 h 76"/>
              <a:gd name="T6" fmla="*/ 0 w 45"/>
              <a:gd name="T7" fmla="*/ 12700 h 76"/>
              <a:gd name="T8" fmla="*/ 12700 w 45"/>
              <a:gd name="T9" fmla="*/ 0 h 76"/>
              <a:gd name="T10" fmla="*/ 71438 w 45"/>
              <a:gd name="T11" fmla="*/ 63500 h 76"/>
              <a:gd name="T12" fmla="*/ 12700 w 45"/>
              <a:gd name="T13" fmla="*/ 120650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76">
                <a:moveTo>
                  <a:pt x="8" y="76"/>
                </a:moveTo>
                <a:lnTo>
                  <a:pt x="0" y="71"/>
                </a:lnTo>
                <a:lnTo>
                  <a:pt x="31" y="40"/>
                </a:lnTo>
                <a:lnTo>
                  <a:pt x="0" y="8"/>
                </a:lnTo>
                <a:lnTo>
                  <a:pt x="8" y="0"/>
                </a:lnTo>
                <a:lnTo>
                  <a:pt x="45" y="40"/>
                </a:lnTo>
                <a:lnTo>
                  <a:pt x="8" y="76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7" name="Rectangle 28"/>
          <p:cNvSpPr>
            <a:spLocks noChangeArrowheads="1"/>
          </p:cNvSpPr>
          <p:nvPr/>
        </p:nvSpPr>
        <p:spPr bwMode="auto">
          <a:xfrm>
            <a:off x="2132013" y="5645150"/>
            <a:ext cx="59690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606060"/>
                </a:solidFill>
                <a:latin typeface="Open Sans" panose="020B0606030504020204" pitchFamily="34" charset="0"/>
              </a:rPr>
              <a:t>ESCOGER</a:t>
            </a:r>
            <a:endParaRPr lang="en-US" altLang="en-US"/>
          </a:p>
        </p:txBody>
      </p:sp>
      <p:sp>
        <p:nvSpPr>
          <p:cNvPr id="16408" name="Freeform 29"/>
          <p:cNvSpPr>
            <a:spLocks/>
          </p:cNvSpPr>
          <p:nvPr/>
        </p:nvSpPr>
        <p:spPr bwMode="auto">
          <a:xfrm>
            <a:off x="2787650" y="5672138"/>
            <a:ext cx="71438" cy="120650"/>
          </a:xfrm>
          <a:custGeom>
            <a:avLst/>
            <a:gdLst>
              <a:gd name="T0" fmla="*/ 12700 w 45"/>
              <a:gd name="T1" fmla="*/ 120650 h 76"/>
              <a:gd name="T2" fmla="*/ 0 w 45"/>
              <a:gd name="T3" fmla="*/ 107950 h 76"/>
              <a:gd name="T4" fmla="*/ 49213 w 45"/>
              <a:gd name="T5" fmla="*/ 63500 h 76"/>
              <a:gd name="T6" fmla="*/ 0 w 45"/>
              <a:gd name="T7" fmla="*/ 12700 h 76"/>
              <a:gd name="T8" fmla="*/ 12700 w 45"/>
              <a:gd name="T9" fmla="*/ 0 h 76"/>
              <a:gd name="T10" fmla="*/ 71438 w 45"/>
              <a:gd name="T11" fmla="*/ 63500 h 76"/>
              <a:gd name="T12" fmla="*/ 12700 w 45"/>
              <a:gd name="T13" fmla="*/ 120650 h 7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5" h="76">
                <a:moveTo>
                  <a:pt x="8" y="76"/>
                </a:moveTo>
                <a:lnTo>
                  <a:pt x="0" y="68"/>
                </a:lnTo>
                <a:lnTo>
                  <a:pt x="31" y="40"/>
                </a:lnTo>
                <a:lnTo>
                  <a:pt x="0" y="8"/>
                </a:lnTo>
                <a:lnTo>
                  <a:pt x="8" y="0"/>
                </a:lnTo>
                <a:lnTo>
                  <a:pt x="45" y="40"/>
                </a:lnTo>
                <a:lnTo>
                  <a:pt x="8" y="76"/>
                </a:lnTo>
                <a:close/>
              </a:path>
            </a:pathLst>
          </a:custGeom>
          <a:solidFill>
            <a:srgbClr val="60606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409" name="TextBox 47"/>
          <p:cNvSpPr txBox="1">
            <a:spLocks noChangeArrowheads="1"/>
          </p:cNvSpPr>
          <p:nvPr/>
        </p:nvSpPr>
        <p:spPr bwMode="auto">
          <a:xfrm>
            <a:off x="1349375" y="3381375"/>
            <a:ext cx="2241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1600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1600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1600" dirty="0" err="1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1600" dirty="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  <p:sp>
        <p:nvSpPr>
          <p:cNvPr id="16410" name="Rectangle 34"/>
          <p:cNvSpPr>
            <a:spLocks noChangeArrowheads="1"/>
          </p:cNvSpPr>
          <p:nvPr/>
        </p:nvSpPr>
        <p:spPr bwMode="auto">
          <a:xfrm>
            <a:off x="2005013" y="4443413"/>
            <a:ext cx="12509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100">
                <a:solidFill>
                  <a:srgbClr val="FFFFFF"/>
                </a:solidFill>
                <a:latin typeface="Montserrat" panose="02000505000000020004" pitchFamily="2" charset="0"/>
              </a:rPr>
              <a:t>$ 49</a:t>
            </a:r>
            <a:endParaRPr lang="en-US" altLang="en-US"/>
          </a:p>
        </p:txBody>
      </p:sp>
      <p:sp>
        <p:nvSpPr>
          <p:cNvPr id="16411" name="Rectangle 35"/>
          <p:cNvSpPr>
            <a:spLocks noChangeArrowheads="1"/>
          </p:cNvSpPr>
          <p:nvPr/>
        </p:nvSpPr>
        <p:spPr bwMode="auto">
          <a:xfrm>
            <a:off x="2144713" y="5000625"/>
            <a:ext cx="7175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por mes</a:t>
            </a:r>
            <a:endParaRPr lang="en-US" altLang="en-US"/>
          </a:p>
        </p:txBody>
      </p:sp>
      <p:sp>
        <p:nvSpPr>
          <p:cNvPr id="16412" name="Rectangle 36"/>
          <p:cNvSpPr>
            <a:spLocks noChangeArrowheads="1"/>
          </p:cNvSpPr>
          <p:nvPr/>
        </p:nvSpPr>
        <p:spPr bwMode="auto">
          <a:xfrm>
            <a:off x="5500688" y="4443413"/>
            <a:ext cx="14573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100">
                <a:solidFill>
                  <a:srgbClr val="FFFFFF"/>
                </a:solidFill>
                <a:latin typeface="Montserrat" panose="02000505000000020004" pitchFamily="2" charset="0"/>
              </a:rPr>
              <a:t>$ 129</a:t>
            </a:r>
            <a:endParaRPr lang="en-US" altLang="en-US"/>
          </a:p>
        </p:txBody>
      </p:sp>
      <p:sp>
        <p:nvSpPr>
          <p:cNvPr id="16413" name="Rectangle 37"/>
          <p:cNvSpPr>
            <a:spLocks noChangeArrowheads="1"/>
          </p:cNvSpPr>
          <p:nvPr/>
        </p:nvSpPr>
        <p:spPr bwMode="auto">
          <a:xfrm>
            <a:off x="5743575" y="5000625"/>
            <a:ext cx="7175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por mes</a:t>
            </a:r>
            <a:endParaRPr lang="en-US" altLang="en-US"/>
          </a:p>
        </p:txBody>
      </p:sp>
      <p:sp>
        <p:nvSpPr>
          <p:cNvPr id="16414" name="Rectangle 38"/>
          <p:cNvSpPr>
            <a:spLocks noChangeArrowheads="1"/>
          </p:cNvSpPr>
          <p:nvPr/>
        </p:nvSpPr>
        <p:spPr bwMode="auto">
          <a:xfrm>
            <a:off x="9063038" y="4443413"/>
            <a:ext cx="155575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100">
                <a:solidFill>
                  <a:srgbClr val="FFFFFF"/>
                </a:solidFill>
                <a:latin typeface="Montserrat" panose="02000505000000020004" pitchFamily="2" charset="0"/>
              </a:rPr>
              <a:t>$ 279</a:t>
            </a:r>
            <a:endParaRPr lang="en-US" altLang="en-US"/>
          </a:p>
        </p:txBody>
      </p:sp>
      <p:sp>
        <p:nvSpPr>
          <p:cNvPr id="16415" name="Rectangle 39"/>
          <p:cNvSpPr>
            <a:spLocks noChangeArrowheads="1"/>
          </p:cNvSpPr>
          <p:nvPr/>
        </p:nvSpPr>
        <p:spPr bwMode="auto">
          <a:xfrm>
            <a:off x="9345613" y="5000625"/>
            <a:ext cx="717550" cy="206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1000" b="1">
                <a:solidFill>
                  <a:srgbClr val="FFFFFF"/>
                </a:solidFill>
                <a:latin typeface="Open Sans Semibold" panose="020B0706030804020204" pitchFamily="34" charset="0"/>
              </a:rPr>
              <a:t>por mes</a:t>
            </a:r>
            <a:endParaRPr lang="en-US" altLang="en-US"/>
          </a:p>
        </p:txBody>
      </p:sp>
      <p:sp>
        <p:nvSpPr>
          <p:cNvPr id="16416" name="TextBox 47"/>
          <p:cNvSpPr txBox="1">
            <a:spLocks noChangeArrowheads="1"/>
          </p:cNvSpPr>
          <p:nvPr/>
        </p:nvSpPr>
        <p:spPr bwMode="auto">
          <a:xfrm>
            <a:off x="4973638" y="3381375"/>
            <a:ext cx="2241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</a:t>
            </a:r>
          </a:p>
        </p:txBody>
      </p:sp>
      <p:sp>
        <p:nvSpPr>
          <p:cNvPr id="16417" name="TextBox 47"/>
          <p:cNvSpPr txBox="1">
            <a:spLocks noChangeArrowheads="1"/>
          </p:cNvSpPr>
          <p:nvPr/>
        </p:nvSpPr>
        <p:spPr bwMode="auto">
          <a:xfrm>
            <a:off x="8574088" y="3381375"/>
            <a:ext cx="22415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600">
                <a:solidFill>
                  <a:schemeClr val="bg1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adipiscing elit, sed do</a:t>
            </a:r>
          </a:p>
        </p:txBody>
      </p:sp>
    </p:spTree>
    <p:extLst>
      <p:ext uri="{BB962C8B-B14F-4D97-AF65-F5344CB8AC3E}">
        <p14:creationId xmlns:p14="http://schemas.microsoft.com/office/powerpoint/2010/main" val="152611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3" name="Rectangle 24"/>
          <p:cNvSpPr>
            <a:spLocks noChangeArrowheads="1"/>
          </p:cNvSpPr>
          <p:nvPr/>
        </p:nvSpPr>
        <p:spPr bwMode="auto">
          <a:xfrm>
            <a:off x="8296275" y="1277938"/>
            <a:ext cx="109220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20202"/>
                </a:solidFill>
                <a:latin typeface="Open Sans" panose="020B0606030504020204" pitchFamily="34" charset="0"/>
              </a:rPr>
              <a:t>58%</a:t>
            </a:r>
            <a:endParaRPr lang="en-US" altLang="en-US"/>
          </a:p>
        </p:txBody>
      </p:sp>
      <p:sp>
        <p:nvSpPr>
          <p:cNvPr id="17424" name="Rectangle 25"/>
          <p:cNvSpPr>
            <a:spLocks noChangeArrowheads="1"/>
          </p:cNvSpPr>
          <p:nvPr/>
        </p:nvSpPr>
        <p:spPr bwMode="auto">
          <a:xfrm>
            <a:off x="8296275" y="3108325"/>
            <a:ext cx="10922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20202"/>
                </a:solidFill>
                <a:latin typeface="Open Sans" panose="020B0606030504020204" pitchFamily="34" charset="0"/>
              </a:rPr>
              <a:t>36%</a:t>
            </a:r>
            <a:endParaRPr lang="en-US" altLang="en-US"/>
          </a:p>
        </p:txBody>
      </p:sp>
      <p:sp>
        <p:nvSpPr>
          <p:cNvPr id="17425" name="Rectangle 26"/>
          <p:cNvSpPr>
            <a:spLocks noChangeArrowheads="1"/>
          </p:cNvSpPr>
          <p:nvPr/>
        </p:nvSpPr>
        <p:spPr bwMode="auto">
          <a:xfrm>
            <a:off x="8296275" y="4935538"/>
            <a:ext cx="109220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20202"/>
                </a:solidFill>
                <a:latin typeface="Open Sans" panose="020B0606030504020204" pitchFamily="34" charset="0"/>
              </a:rPr>
              <a:t>77%</a:t>
            </a:r>
            <a:endParaRPr lang="en-US" altLang="en-US"/>
          </a:p>
        </p:txBody>
      </p:sp>
      <p:sp>
        <p:nvSpPr>
          <p:cNvPr id="17426" name="Rectangle 27"/>
          <p:cNvSpPr>
            <a:spLocks noChangeArrowheads="1"/>
          </p:cNvSpPr>
          <p:nvPr/>
        </p:nvSpPr>
        <p:spPr bwMode="auto">
          <a:xfrm>
            <a:off x="3187700" y="1277938"/>
            <a:ext cx="109220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20202"/>
                </a:solidFill>
                <a:latin typeface="Open Sans" panose="020B0606030504020204" pitchFamily="34" charset="0"/>
              </a:rPr>
              <a:t>33%</a:t>
            </a:r>
            <a:endParaRPr lang="en-US" altLang="en-US"/>
          </a:p>
        </p:txBody>
      </p:sp>
      <p:sp>
        <p:nvSpPr>
          <p:cNvPr id="17427" name="Rectangle 28"/>
          <p:cNvSpPr>
            <a:spLocks noChangeArrowheads="1"/>
          </p:cNvSpPr>
          <p:nvPr/>
        </p:nvSpPr>
        <p:spPr bwMode="auto">
          <a:xfrm>
            <a:off x="3187700" y="3108325"/>
            <a:ext cx="1092200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20202"/>
                </a:solidFill>
                <a:latin typeface="Open Sans" panose="020B0606030504020204" pitchFamily="34" charset="0"/>
              </a:rPr>
              <a:t>71%</a:t>
            </a:r>
            <a:endParaRPr lang="en-US" altLang="en-US"/>
          </a:p>
        </p:txBody>
      </p:sp>
      <p:sp>
        <p:nvSpPr>
          <p:cNvPr id="17428" name="Rectangle 29"/>
          <p:cNvSpPr>
            <a:spLocks noChangeArrowheads="1"/>
          </p:cNvSpPr>
          <p:nvPr/>
        </p:nvSpPr>
        <p:spPr bwMode="auto">
          <a:xfrm>
            <a:off x="3187700" y="4935538"/>
            <a:ext cx="1092200" cy="671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100" b="1">
                <a:solidFill>
                  <a:srgbClr val="020202"/>
                </a:solidFill>
                <a:latin typeface="Open Sans" panose="020B0606030504020204" pitchFamily="34" charset="0"/>
              </a:rPr>
              <a:t>61%</a:t>
            </a:r>
            <a:endParaRPr lang="en-US" altLang="en-US"/>
          </a:p>
        </p:txBody>
      </p:sp>
      <p:sp>
        <p:nvSpPr>
          <p:cNvPr id="17429" name="Rectangle 32"/>
          <p:cNvSpPr>
            <a:spLocks noChangeArrowheads="1"/>
          </p:cNvSpPr>
          <p:nvPr/>
        </p:nvSpPr>
        <p:spPr bwMode="auto">
          <a:xfrm>
            <a:off x="9858375" y="1011238"/>
            <a:ext cx="140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Montserrat" panose="02000505000000020004" pitchFamily="2" charset="0"/>
              </a:rPr>
              <a:t>PRODUCTO A</a:t>
            </a:r>
            <a:endParaRPr lang="en-US" altLang="en-US"/>
          </a:p>
        </p:txBody>
      </p:sp>
      <p:sp>
        <p:nvSpPr>
          <p:cNvPr id="17430" name="Rectangle 35"/>
          <p:cNvSpPr>
            <a:spLocks noChangeArrowheads="1"/>
          </p:cNvSpPr>
          <p:nvPr/>
        </p:nvSpPr>
        <p:spPr bwMode="auto">
          <a:xfrm>
            <a:off x="9867900" y="2868613"/>
            <a:ext cx="13938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Montserrat" panose="02000505000000020004" pitchFamily="2" charset="0"/>
              </a:rPr>
              <a:t>Producto B</a:t>
            </a:r>
            <a:endParaRPr lang="en-US" altLang="en-US"/>
          </a:p>
        </p:txBody>
      </p:sp>
      <p:sp>
        <p:nvSpPr>
          <p:cNvPr id="17431" name="Rectangle 38"/>
          <p:cNvSpPr>
            <a:spLocks noChangeArrowheads="1"/>
          </p:cNvSpPr>
          <p:nvPr/>
        </p:nvSpPr>
        <p:spPr bwMode="auto">
          <a:xfrm>
            <a:off x="9863138" y="4729163"/>
            <a:ext cx="1403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Montserrat" panose="02000505000000020004" pitchFamily="2" charset="0"/>
              </a:rPr>
              <a:t>PRODUCTO C</a:t>
            </a:r>
            <a:endParaRPr lang="en-US" altLang="en-US"/>
          </a:p>
        </p:txBody>
      </p:sp>
      <p:sp>
        <p:nvSpPr>
          <p:cNvPr id="17432" name="Rectangle 41"/>
          <p:cNvSpPr>
            <a:spLocks noChangeArrowheads="1"/>
          </p:cNvSpPr>
          <p:nvPr/>
        </p:nvSpPr>
        <p:spPr bwMode="auto">
          <a:xfrm>
            <a:off x="1150938" y="1011238"/>
            <a:ext cx="14065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Montserrat" panose="02000505000000020004" pitchFamily="2" charset="0"/>
              </a:rPr>
              <a:t>PRODUCTO A</a:t>
            </a:r>
            <a:endParaRPr lang="en-US" altLang="en-US"/>
          </a:p>
        </p:txBody>
      </p:sp>
      <p:sp>
        <p:nvSpPr>
          <p:cNvPr id="17433" name="Rectangle 44"/>
          <p:cNvSpPr>
            <a:spLocks noChangeArrowheads="1"/>
          </p:cNvSpPr>
          <p:nvPr/>
        </p:nvSpPr>
        <p:spPr bwMode="auto">
          <a:xfrm>
            <a:off x="1155700" y="2868613"/>
            <a:ext cx="139382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Montserrat" panose="02000505000000020004" pitchFamily="2" charset="0"/>
              </a:rPr>
              <a:t>Producto B</a:t>
            </a:r>
            <a:endParaRPr lang="en-US" altLang="en-US"/>
          </a:p>
        </p:txBody>
      </p:sp>
      <p:sp>
        <p:nvSpPr>
          <p:cNvPr id="17434" name="Rectangle 47"/>
          <p:cNvSpPr>
            <a:spLocks noChangeArrowheads="1"/>
          </p:cNvSpPr>
          <p:nvPr/>
        </p:nvSpPr>
        <p:spPr bwMode="auto">
          <a:xfrm>
            <a:off x="1150938" y="4729163"/>
            <a:ext cx="14033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b="1">
                <a:solidFill>
                  <a:srgbClr val="000000"/>
                </a:solidFill>
                <a:latin typeface="Montserrat" panose="02000505000000020004" pitchFamily="2" charset="0"/>
              </a:rPr>
              <a:t>PRODUCTO C</a:t>
            </a:r>
            <a:endParaRPr lang="en-US" altLang="en-US"/>
          </a:p>
        </p:txBody>
      </p:sp>
      <p:sp>
        <p:nvSpPr>
          <p:cNvPr id="17435" name="Rectangle 70"/>
          <p:cNvSpPr>
            <a:spLocks noChangeArrowheads="1"/>
          </p:cNvSpPr>
          <p:nvPr/>
        </p:nvSpPr>
        <p:spPr bwMode="auto">
          <a:xfrm>
            <a:off x="447675" y="1765300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</a:t>
            </a:r>
            <a:endParaRPr lang="en-US" altLang="en-US" sz="1600"/>
          </a:p>
        </p:txBody>
      </p:sp>
      <p:sp>
        <p:nvSpPr>
          <p:cNvPr id="17436" name="Rectangle 78"/>
          <p:cNvSpPr>
            <a:spLocks noChangeArrowheads="1"/>
          </p:cNvSpPr>
          <p:nvPr/>
        </p:nvSpPr>
        <p:spPr bwMode="auto">
          <a:xfrm>
            <a:off x="407988" y="3611563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</a:t>
            </a:r>
            <a:endParaRPr lang="en-US" altLang="en-US" sz="1600"/>
          </a:p>
        </p:txBody>
      </p:sp>
      <p:sp>
        <p:nvSpPr>
          <p:cNvPr id="17437" name="Rectangle 79"/>
          <p:cNvSpPr>
            <a:spLocks noChangeArrowheads="1"/>
          </p:cNvSpPr>
          <p:nvPr/>
        </p:nvSpPr>
        <p:spPr bwMode="auto">
          <a:xfrm>
            <a:off x="447675" y="5427663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</a:t>
            </a:r>
            <a:endParaRPr lang="en-US" altLang="en-US" sz="1600"/>
          </a:p>
        </p:txBody>
      </p:sp>
      <p:sp>
        <p:nvSpPr>
          <p:cNvPr id="17438" name="Rectangle 80"/>
          <p:cNvSpPr>
            <a:spLocks noChangeArrowheads="1"/>
          </p:cNvSpPr>
          <p:nvPr/>
        </p:nvSpPr>
        <p:spPr bwMode="auto">
          <a:xfrm>
            <a:off x="9177338" y="1765300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</a:t>
            </a:r>
            <a:endParaRPr lang="en-US" altLang="en-US" sz="1600"/>
          </a:p>
        </p:txBody>
      </p:sp>
      <p:sp>
        <p:nvSpPr>
          <p:cNvPr id="17439" name="Rectangle 81"/>
          <p:cNvSpPr>
            <a:spLocks noChangeArrowheads="1"/>
          </p:cNvSpPr>
          <p:nvPr/>
        </p:nvSpPr>
        <p:spPr bwMode="auto">
          <a:xfrm>
            <a:off x="9137650" y="3611563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</a:t>
            </a:r>
            <a:endParaRPr lang="en-US" altLang="en-US" sz="1600"/>
          </a:p>
        </p:txBody>
      </p:sp>
      <p:sp>
        <p:nvSpPr>
          <p:cNvPr id="17440" name="Rectangle 82"/>
          <p:cNvSpPr>
            <a:spLocks noChangeArrowheads="1"/>
          </p:cNvSpPr>
          <p:nvPr/>
        </p:nvSpPr>
        <p:spPr bwMode="auto">
          <a:xfrm>
            <a:off x="9177338" y="5427663"/>
            <a:ext cx="26574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US" altLang="en-US" sz="1600">
                <a:latin typeface="Open Sans" panose="020B0606030504020204" pitchFamily="34" charset="0"/>
                <a:cs typeface="Open Sans" panose="020B0606030504020204" pitchFamily="34" charset="0"/>
              </a:rPr>
              <a:t>Lorem ipsum dolor sit amet, consectetur </a:t>
            </a:r>
            <a:endParaRPr lang="en-US" altLang="en-US" sz="1600"/>
          </a:p>
        </p:txBody>
      </p:sp>
      <p:grpSp>
        <p:nvGrpSpPr>
          <p:cNvPr id="22" name="Group 21"/>
          <p:cNvGrpSpPr/>
          <p:nvPr/>
        </p:nvGrpSpPr>
        <p:grpSpPr>
          <a:xfrm>
            <a:off x="4811713" y="796925"/>
            <a:ext cx="2528887" cy="5265737"/>
            <a:chOff x="4811713" y="796925"/>
            <a:chExt cx="2528887" cy="5265737"/>
          </a:xfrm>
        </p:grpSpPr>
        <p:sp>
          <p:nvSpPr>
            <p:cNvPr id="6" name="Freeform 41"/>
            <p:cNvSpPr>
              <a:spLocks/>
            </p:cNvSpPr>
            <p:nvPr/>
          </p:nvSpPr>
          <p:spPr bwMode="auto">
            <a:xfrm>
              <a:off x="6286500" y="796925"/>
              <a:ext cx="471488" cy="893762"/>
            </a:xfrm>
            <a:custGeom>
              <a:avLst/>
              <a:gdLst>
                <a:gd name="T0" fmla="*/ 102 w 102"/>
                <a:gd name="T1" fmla="*/ 97 h 193"/>
                <a:gd name="T2" fmla="*/ 6 w 102"/>
                <a:gd name="T3" fmla="*/ 0 h 193"/>
                <a:gd name="T4" fmla="*/ 0 w 102"/>
                <a:gd name="T5" fmla="*/ 1 h 193"/>
                <a:gd name="T6" fmla="*/ 0 w 102"/>
                <a:gd name="T7" fmla="*/ 193 h 193"/>
                <a:gd name="T8" fmla="*/ 6 w 102"/>
                <a:gd name="T9" fmla="*/ 193 h 193"/>
                <a:gd name="T10" fmla="*/ 102 w 102"/>
                <a:gd name="T11" fmla="*/ 97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2" h="193">
                  <a:moveTo>
                    <a:pt x="102" y="97"/>
                  </a:moveTo>
                  <a:cubicBezTo>
                    <a:pt x="102" y="44"/>
                    <a:pt x="59" y="0"/>
                    <a:pt x="6" y="0"/>
                  </a:cubicBezTo>
                  <a:cubicBezTo>
                    <a:pt x="4" y="0"/>
                    <a:pt x="2" y="1"/>
                    <a:pt x="0" y="1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2" y="193"/>
                    <a:pt x="4" y="193"/>
                    <a:pt x="6" y="193"/>
                  </a:cubicBezTo>
                  <a:cubicBezTo>
                    <a:pt x="59" y="193"/>
                    <a:pt x="102" y="150"/>
                    <a:pt x="102" y="97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42"/>
            <p:cNvSpPr>
              <a:spLocks/>
            </p:cNvSpPr>
            <p:nvPr/>
          </p:nvSpPr>
          <p:spPr bwMode="auto">
            <a:xfrm>
              <a:off x="6286500" y="1797050"/>
              <a:ext cx="1054100" cy="4265612"/>
            </a:xfrm>
            <a:custGeom>
              <a:avLst/>
              <a:gdLst>
                <a:gd name="T0" fmla="*/ 150 w 228"/>
                <a:gd name="T1" fmla="*/ 0 h 922"/>
                <a:gd name="T2" fmla="*/ 144 w 228"/>
                <a:gd name="T3" fmla="*/ 0 h 922"/>
                <a:gd name="T4" fmla="*/ 124 w 228"/>
                <a:gd name="T5" fmla="*/ 0 h 922"/>
                <a:gd name="T6" fmla="*/ 14 w 228"/>
                <a:gd name="T7" fmla="*/ 0 h 922"/>
                <a:gd name="T8" fmla="*/ 9 w 228"/>
                <a:gd name="T9" fmla="*/ 0 h 922"/>
                <a:gd name="T10" fmla="*/ 2 w 228"/>
                <a:gd name="T11" fmla="*/ 0 h 922"/>
                <a:gd name="T12" fmla="*/ 0 w 228"/>
                <a:gd name="T13" fmla="*/ 0 h 922"/>
                <a:gd name="T14" fmla="*/ 0 w 228"/>
                <a:gd name="T15" fmla="*/ 517 h 922"/>
                <a:gd name="T16" fmla="*/ 2 w 228"/>
                <a:gd name="T17" fmla="*/ 517 h 922"/>
                <a:gd name="T18" fmla="*/ 9 w 228"/>
                <a:gd name="T19" fmla="*/ 517 h 922"/>
                <a:gd name="T20" fmla="*/ 14 w 228"/>
                <a:gd name="T21" fmla="*/ 517 h 922"/>
                <a:gd name="T22" fmla="*/ 14 w 228"/>
                <a:gd name="T23" fmla="*/ 864 h 922"/>
                <a:gd name="T24" fmla="*/ 66 w 228"/>
                <a:gd name="T25" fmla="*/ 921 h 922"/>
                <a:gd name="T26" fmla="*/ 124 w 228"/>
                <a:gd name="T27" fmla="*/ 866 h 922"/>
                <a:gd name="T28" fmla="*/ 124 w 228"/>
                <a:gd name="T29" fmla="*/ 162 h 922"/>
                <a:gd name="T30" fmla="*/ 133 w 228"/>
                <a:gd name="T31" fmla="*/ 154 h 922"/>
                <a:gd name="T32" fmla="*/ 141 w 228"/>
                <a:gd name="T33" fmla="*/ 162 h 922"/>
                <a:gd name="T34" fmla="*/ 141 w 228"/>
                <a:gd name="T35" fmla="*/ 416 h 922"/>
                <a:gd name="T36" fmla="*/ 184 w 228"/>
                <a:gd name="T37" fmla="*/ 460 h 922"/>
                <a:gd name="T38" fmla="*/ 228 w 228"/>
                <a:gd name="T39" fmla="*/ 417 h 922"/>
                <a:gd name="T40" fmla="*/ 228 w 228"/>
                <a:gd name="T41" fmla="*/ 77 h 922"/>
                <a:gd name="T42" fmla="*/ 150 w 228"/>
                <a:gd name="T43" fmla="*/ 0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8" h="922">
                  <a:moveTo>
                    <a:pt x="150" y="0"/>
                  </a:moveTo>
                  <a:cubicBezTo>
                    <a:pt x="144" y="0"/>
                    <a:pt x="144" y="0"/>
                    <a:pt x="144" y="0"/>
                  </a:cubicBezTo>
                  <a:cubicBezTo>
                    <a:pt x="124" y="0"/>
                    <a:pt x="124" y="0"/>
                    <a:pt x="124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7"/>
                    <a:pt x="0" y="517"/>
                    <a:pt x="0" y="517"/>
                  </a:cubicBezTo>
                  <a:cubicBezTo>
                    <a:pt x="2" y="517"/>
                    <a:pt x="2" y="517"/>
                    <a:pt x="2" y="517"/>
                  </a:cubicBezTo>
                  <a:cubicBezTo>
                    <a:pt x="9" y="517"/>
                    <a:pt x="9" y="517"/>
                    <a:pt x="9" y="517"/>
                  </a:cubicBezTo>
                  <a:cubicBezTo>
                    <a:pt x="14" y="517"/>
                    <a:pt x="14" y="517"/>
                    <a:pt x="14" y="517"/>
                  </a:cubicBezTo>
                  <a:cubicBezTo>
                    <a:pt x="14" y="864"/>
                    <a:pt x="14" y="864"/>
                    <a:pt x="14" y="864"/>
                  </a:cubicBezTo>
                  <a:cubicBezTo>
                    <a:pt x="14" y="894"/>
                    <a:pt x="37" y="919"/>
                    <a:pt x="66" y="921"/>
                  </a:cubicBezTo>
                  <a:cubicBezTo>
                    <a:pt x="98" y="922"/>
                    <a:pt x="124" y="897"/>
                    <a:pt x="124" y="866"/>
                  </a:cubicBezTo>
                  <a:cubicBezTo>
                    <a:pt x="124" y="162"/>
                    <a:pt x="124" y="162"/>
                    <a:pt x="124" y="162"/>
                  </a:cubicBezTo>
                  <a:cubicBezTo>
                    <a:pt x="124" y="158"/>
                    <a:pt x="128" y="154"/>
                    <a:pt x="133" y="154"/>
                  </a:cubicBezTo>
                  <a:cubicBezTo>
                    <a:pt x="137" y="154"/>
                    <a:pt x="141" y="158"/>
                    <a:pt x="141" y="162"/>
                  </a:cubicBezTo>
                  <a:cubicBezTo>
                    <a:pt x="141" y="416"/>
                    <a:pt x="141" y="416"/>
                    <a:pt x="141" y="416"/>
                  </a:cubicBezTo>
                  <a:cubicBezTo>
                    <a:pt x="141" y="439"/>
                    <a:pt x="160" y="460"/>
                    <a:pt x="184" y="460"/>
                  </a:cubicBezTo>
                  <a:cubicBezTo>
                    <a:pt x="208" y="461"/>
                    <a:pt x="228" y="441"/>
                    <a:pt x="228" y="417"/>
                  </a:cubicBezTo>
                  <a:cubicBezTo>
                    <a:pt x="228" y="77"/>
                    <a:pt x="228" y="77"/>
                    <a:pt x="228" y="77"/>
                  </a:cubicBezTo>
                  <a:cubicBezTo>
                    <a:pt x="228" y="34"/>
                    <a:pt x="193" y="0"/>
                    <a:pt x="150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43"/>
            <p:cNvSpPr>
              <a:spLocks/>
            </p:cNvSpPr>
            <p:nvPr/>
          </p:nvSpPr>
          <p:spPr bwMode="auto">
            <a:xfrm>
              <a:off x="4811713" y="1797050"/>
              <a:ext cx="1411288" cy="4260850"/>
            </a:xfrm>
            <a:custGeom>
              <a:avLst/>
              <a:gdLst>
                <a:gd name="T0" fmla="*/ 305 w 305"/>
                <a:gd name="T1" fmla="*/ 0 h 921"/>
                <a:gd name="T2" fmla="*/ 181 w 305"/>
                <a:gd name="T3" fmla="*/ 0 h 921"/>
                <a:gd name="T4" fmla="*/ 116 w 305"/>
                <a:gd name="T5" fmla="*/ 46 h 921"/>
                <a:gd name="T6" fmla="*/ 10 w 305"/>
                <a:gd name="T7" fmla="*/ 358 h 921"/>
                <a:gd name="T8" fmla="*/ 52 w 305"/>
                <a:gd name="T9" fmla="*/ 417 h 921"/>
                <a:gd name="T10" fmla="*/ 52 w 305"/>
                <a:gd name="T11" fmla="*/ 417 h 921"/>
                <a:gd name="T12" fmla="*/ 94 w 305"/>
                <a:gd name="T13" fmla="*/ 386 h 921"/>
                <a:gd name="T14" fmla="*/ 171 w 305"/>
                <a:gd name="T15" fmla="*/ 148 h 921"/>
                <a:gd name="T16" fmla="*/ 180 w 305"/>
                <a:gd name="T17" fmla="*/ 142 h 921"/>
                <a:gd name="T18" fmla="*/ 189 w 305"/>
                <a:gd name="T19" fmla="*/ 154 h 921"/>
                <a:gd name="T20" fmla="*/ 92 w 305"/>
                <a:gd name="T21" fmla="*/ 483 h 921"/>
                <a:gd name="T22" fmla="*/ 115 w 305"/>
                <a:gd name="T23" fmla="*/ 513 h 921"/>
                <a:gd name="T24" fmla="*/ 177 w 305"/>
                <a:gd name="T25" fmla="*/ 513 h 921"/>
                <a:gd name="T26" fmla="*/ 177 w 305"/>
                <a:gd name="T27" fmla="*/ 867 h 921"/>
                <a:gd name="T28" fmla="*/ 230 w 305"/>
                <a:gd name="T29" fmla="*/ 921 h 921"/>
                <a:gd name="T30" fmla="*/ 284 w 305"/>
                <a:gd name="T31" fmla="*/ 867 h 921"/>
                <a:gd name="T32" fmla="*/ 284 w 305"/>
                <a:gd name="T33" fmla="*/ 516 h 921"/>
                <a:gd name="T34" fmla="*/ 305 w 305"/>
                <a:gd name="T35" fmla="*/ 516 h 921"/>
                <a:gd name="T36" fmla="*/ 305 w 305"/>
                <a:gd name="T37" fmla="*/ 516 h 921"/>
                <a:gd name="T38" fmla="*/ 305 w 305"/>
                <a:gd name="T39" fmla="*/ 0 h 9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05" h="921">
                  <a:moveTo>
                    <a:pt x="305" y="0"/>
                  </a:moveTo>
                  <a:cubicBezTo>
                    <a:pt x="181" y="0"/>
                    <a:pt x="181" y="0"/>
                    <a:pt x="181" y="0"/>
                  </a:cubicBezTo>
                  <a:cubicBezTo>
                    <a:pt x="152" y="0"/>
                    <a:pt x="126" y="18"/>
                    <a:pt x="116" y="46"/>
                  </a:cubicBezTo>
                  <a:cubicBezTo>
                    <a:pt x="10" y="358"/>
                    <a:pt x="10" y="358"/>
                    <a:pt x="10" y="358"/>
                  </a:cubicBezTo>
                  <a:cubicBezTo>
                    <a:pt x="0" y="387"/>
                    <a:pt x="21" y="417"/>
                    <a:pt x="52" y="417"/>
                  </a:cubicBezTo>
                  <a:cubicBezTo>
                    <a:pt x="52" y="417"/>
                    <a:pt x="52" y="417"/>
                    <a:pt x="52" y="417"/>
                  </a:cubicBezTo>
                  <a:cubicBezTo>
                    <a:pt x="71" y="417"/>
                    <a:pt x="88" y="404"/>
                    <a:pt x="94" y="386"/>
                  </a:cubicBezTo>
                  <a:cubicBezTo>
                    <a:pt x="171" y="148"/>
                    <a:pt x="171" y="148"/>
                    <a:pt x="171" y="148"/>
                  </a:cubicBezTo>
                  <a:cubicBezTo>
                    <a:pt x="173" y="144"/>
                    <a:pt x="176" y="142"/>
                    <a:pt x="180" y="142"/>
                  </a:cubicBezTo>
                  <a:cubicBezTo>
                    <a:pt x="187" y="142"/>
                    <a:pt x="191" y="148"/>
                    <a:pt x="189" y="154"/>
                  </a:cubicBezTo>
                  <a:cubicBezTo>
                    <a:pt x="92" y="483"/>
                    <a:pt x="92" y="483"/>
                    <a:pt x="92" y="483"/>
                  </a:cubicBezTo>
                  <a:cubicBezTo>
                    <a:pt x="88" y="498"/>
                    <a:pt x="99" y="513"/>
                    <a:pt x="115" y="513"/>
                  </a:cubicBezTo>
                  <a:cubicBezTo>
                    <a:pt x="177" y="513"/>
                    <a:pt x="177" y="513"/>
                    <a:pt x="177" y="513"/>
                  </a:cubicBezTo>
                  <a:cubicBezTo>
                    <a:pt x="177" y="867"/>
                    <a:pt x="177" y="867"/>
                    <a:pt x="177" y="867"/>
                  </a:cubicBezTo>
                  <a:cubicBezTo>
                    <a:pt x="177" y="897"/>
                    <a:pt x="201" y="921"/>
                    <a:pt x="230" y="921"/>
                  </a:cubicBezTo>
                  <a:cubicBezTo>
                    <a:pt x="260" y="921"/>
                    <a:pt x="284" y="897"/>
                    <a:pt x="284" y="867"/>
                  </a:cubicBezTo>
                  <a:cubicBezTo>
                    <a:pt x="284" y="516"/>
                    <a:pt x="284" y="516"/>
                    <a:pt x="284" y="516"/>
                  </a:cubicBezTo>
                  <a:cubicBezTo>
                    <a:pt x="305" y="516"/>
                    <a:pt x="305" y="516"/>
                    <a:pt x="305" y="516"/>
                  </a:cubicBezTo>
                  <a:cubicBezTo>
                    <a:pt x="305" y="516"/>
                    <a:pt x="305" y="516"/>
                    <a:pt x="305" y="516"/>
                  </a:cubicBezTo>
                  <a:cubicBezTo>
                    <a:pt x="305" y="0"/>
                    <a:pt x="305" y="0"/>
                    <a:pt x="305" y="0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44"/>
            <p:cNvSpPr>
              <a:spLocks/>
            </p:cNvSpPr>
            <p:nvPr/>
          </p:nvSpPr>
          <p:spPr bwMode="auto">
            <a:xfrm>
              <a:off x="5778500" y="796925"/>
              <a:ext cx="444500" cy="893762"/>
            </a:xfrm>
            <a:custGeom>
              <a:avLst/>
              <a:gdLst>
                <a:gd name="T0" fmla="*/ 0 w 96"/>
                <a:gd name="T1" fmla="*/ 97 h 193"/>
                <a:gd name="T2" fmla="*/ 96 w 96"/>
                <a:gd name="T3" fmla="*/ 193 h 193"/>
                <a:gd name="T4" fmla="*/ 96 w 96"/>
                <a:gd name="T5" fmla="*/ 0 h 193"/>
                <a:gd name="T6" fmla="*/ 0 w 96"/>
                <a:gd name="T7" fmla="*/ 97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93">
                  <a:moveTo>
                    <a:pt x="0" y="97"/>
                  </a:moveTo>
                  <a:cubicBezTo>
                    <a:pt x="0" y="150"/>
                    <a:pt x="43" y="193"/>
                    <a:pt x="96" y="193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43" y="0"/>
                    <a:pt x="0" y="44"/>
                    <a:pt x="0" y="97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744538" y="1546225"/>
            <a:ext cx="10775950" cy="3665538"/>
            <a:chOff x="744538" y="1546225"/>
            <a:chExt cx="10775950" cy="3665538"/>
          </a:xfrm>
        </p:grpSpPr>
        <p:sp>
          <p:nvSpPr>
            <p:cNvPr id="10" name="Line 45"/>
            <p:cNvSpPr>
              <a:spLocks noChangeShapeType="1"/>
            </p:cNvSpPr>
            <p:nvPr/>
          </p:nvSpPr>
          <p:spPr bwMode="auto">
            <a:xfrm>
              <a:off x="9458325" y="1546225"/>
              <a:ext cx="2062163" cy="0"/>
            </a:xfrm>
            <a:prstGeom prst="line">
              <a:avLst/>
            </a:prstGeom>
            <a:noFill/>
            <a:ln w="87313" cap="rnd">
              <a:solidFill>
                <a:srgbClr val="DBDBD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Line 46"/>
            <p:cNvSpPr>
              <a:spLocks noChangeShapeType="1"/>
            </p:cNvSpPr>
            <p:nvPr/>
          </p:nvSpPr>
          <p:spPr bwMode="auto">
            <a:xfrm>
              <a:off x="9458325" y="1546225"/>
              <a:ext cx="1225550" cy="0"/>
            </a:xfrm>
            <a:prstGeom prst="line">
              <a:avLst/>
            </a:prstGeom>
            <a:noFill/>
            <a:ln w="87313" cap="rnd">
              <a:solidFill>
                <a:srgbClr val="38C4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Line 47"/>
            <p:cNvSpPr>
              <a:spLocks noChangeShapeType="1"/>
            </p:cNvSpPr>
            <p:nvPr/>
          </p:nvSpPr>
          <p:spPr bwMode="auto">
            <a:xfrm>
              <a:off x="9458325" y="3379788"/>
              <a:ext cx="2062163" cy="0"/>
            </a:xfrm>
            <a:prstGeom prst="line">
              <a:avLst/>
            </a:prstGeom>
            <a:noFill/>
            <a:ln w="87313" cap="rnd">
              <a:solidFill>
                <a:srgbClr val="DBDBD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Line 48"/>
            <p:cNvSpPr>
              <a:spLocks noChangeShapeType="1"/>
            </p:cNvSpPr>
            <p:nvPr/>
          </p:nvSpPr>
          <p:spPr bwMode="auto">
            <a:xfrm>
              <a:off x="9458325" y="3379788"/>
              <a:ext cx="795338" cy="0"/>
            </a:xfrm>
            <a:prstGeom prst="line">
              <a:avLst/>
            </a:prstGeom>
            <a:noFill/>
            <a:ln w="87313" cap="rnd">
              <a:solidFill>
                <a:srgbClr val="38C4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Line 49"/>
            <p:cNvSpPr>
              <a:spLocks noChangeShapeType="1"/>
            </p:cNvSpPr>
            <p:nvPr/>
          </p:nvSpPr>
          <p:spPr bwMode="auto">
            <a:xfrm>
              <a:off x="9458325" y="5211763"/>
              <a:ext cx="2062163" cy="0"/>
            </a:xfrm>
            <a:prstGeom prst="line">
              <a:avLst/>
            </a:prstGeom>
            <a:noFill/>
            <a:ln w="87313" cap="rnd">
              <a:solidFill>
                <a:srgbClr val="DBDBD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Line 50"/>
            <p:cNvSpPr>
              <a:spLocks noChangeShapeType="1"/>
            </p:cNvSpPr>
            <p:nvPr/>
          </p:nvSpPr>
          <p:spPr bwMode="auto">
            <a:xfrm>
              <a:off x="9458325" y="5211763"/>
              <a:ext cx="1590675" cy="0"/>
            </a:xfrm>
            <a:prstGeom prst="line">
              <a:avLst/>
            </a:prstGeom>
            <a:noFill/>
            <a:ln w="87313" cap="rnd">
              <a:solidFill>
                <a:srgbClr val="38C4D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Line 51"/>
            <p:cNvSpPr>
              <a:spLocks noChangeShapeType="1"/>
            </p:cNvSpPr>
            <p:nvPr/>
          </p:nvSpPr>
          <p:spPr bwMode="auto">
            <a:xfrm>
              <a:off x="744538" y="1546225"/>
              <a:ext cx="2057400" cy="0"/>
            </a:xfrm>
            <a:prstGeom prst="line">
              <a:avLst/>
            </a:prstGeom>
            <a:noFill/>
            <a:ln w="111125" cap="rnd">
              <a:solidFill>
                <a:srgbClr val="DBDBD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Line 52"/>
            <p:cNvSpPr>
              <a:spLocks noChangeShapeType="1"/>
            </p:cNvSpPr>
            <p:nvPr/>
          </p:nvSpPr>
          <p:spPr bwMode="auto">
            <a:xfrm>
              <a:off x="2079625" y="1546225"/>
              <a:ext cx="722313" cy="0"/>
            </a:xfrm>
            <a:prstGeom prst="line">
              <a:avLst/>
            </a:prstGeom>
            <a:noFill/>
            <a:ln w="111125" cap="rnd">
              <a:solidFill>
                <a:srgbClr val="FB832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Line 53"/>
            <p:cNvSpPr>
              <a:spLocks noChangeShapeType="1"/>
            </p:cNvSpPr>
            <p:nvPr/>
          </p:nvSpPr>
          <p:spPr bwMode="auto">
            <a:xfrm>
              <a:off x="744538" y="3379788"/>
              <a:ext cx="2057400" cy="0"/>
            </a:xfrm>
            <a:prstGeom prst="line">
              <a:avLst/>
            </a:prstGeom>
            <a:noFill/>
            <a:ln w="111125" cap="rnd">
              <a:solidFill>
                <a:srgbClr val="DBDBD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Line 54"/>
            <p:cNvSpPr>
              <a:spLocks noChangeShapeType="1"/>
            </p:cNvSpPr>
            <p:nvPr/>
          </p:nvSpPr>
          <p:spPr bwMode="auto">
            <a:xfrm>
              <a:off x="1257300" y="3379788"/>
              <a:ext cx="1544638" cy="0"/>
            </a:xfrm>
            <a:prstGeom prst="line">
              <a:avLst/>
            </a:prstGeom>
            <a:noFill/>
            <a:ln w="111125" cap="rnd">
              <a:solidFill>
                <a:srgbClr val="FB832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Line 55"/>
            <p:cNvSpPr>
              <a:spLocks noChangeShapeType="1"/>
            </p:cNvSpPr>
            <p:nvPr/>
          </p:nvSpPr>
          <p:spPr bwMode="auto">
            <a:xfrm>
              <a:off x="744538" y="5211763"/>
              <a:ext cx="2057400" cy="0"/>
            </a:xfrm>
            <a:prstGeom prst="line">
              <a:avLst/>
            </a:prstGeom>
            <a:noFill/>
            <a:ln w="111125" cap="rnd">
              <a:solidFill>
                <a:srgbClr val="DBDBDB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Line 56"/>
            <p:cNvSpPr>
              <a:spLocks noChangeShapeType="1"/>
            </p:cNvSpPr>
            <p:nvPr/>
          </p:nvSpPr>
          <p:spPr bwMode="auto">
            <a:xfrm>
              <a:off x="1539875" y="5211763"/>
              <a:ext cx="1262063" cy="0"/>
            </a:xfrm>
            <a:prstGeom prst="line">
              <a:avLst/>
            </a:prstGeom>
            <a:noFill/>
            <a:ln w="111125" cap="rnd">
              <a:solidFill>
                <a:srgbClr val="FB832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088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1477963" y="4438650"/>
            <a:ext cx="9231313" cy="1539875"/>
            <a:chOff x="1477963" y="4438650"/>
            <a:chExt cx="9231313" cy="1539875"/>
          </a:xfrm>
        </p:grpSpPr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1662113" y="4438650"/>
              <a:ext cx="261938" cy="263525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auto">
            <a:xfrm>
              <a:off x="1477963" y="4729163"/>
              <a:ext cx="617538" cy="1249362"/>
            </a:xfrm>
            <a:custGeom>
              <a:avLst/>
              <a:gdLst>
                <a:gd name="T0" fmla="*/ 111 w 134"/>
                <a:gd name="T1" fmla="*/ 0 h 271"/>
                <a:gd name="T2" fmla="*/ 109 w 134"/>
                <a:gd name="T3" fmla="*/ 0 h 271"/>
                <a:gd name="T4" fmla="*/ 103 w 134"/>
                <a:gd name="T5" fmla="*/ 0 h 271"/>
                <a:gd name="T6" fmla="*/ 71 w 134"/>
                <a:gd name="T7" fmla="*/ 0 h 271"/>
                <a:gd name="T8" fmla="*/ 69 w 134"/>
                <a:gd name="T9" fmla="*/ 0 h 271"/>
                <a:gd name="T10" fmla="*/ 68 w 134"/>
                <a:gd name="T11" fmla="*/ 0 h 271"/>
                <a:gd name="T12" fmla="*/ 63 w 134"/>
                <a:gd name="T13" fmla="*/ 0 h 271"/>
                <a:gd name="T14" fmla="*/ 31 w 134"/>
                <a:gd name="T15" fmla="*/ 0 h 271"/>
                <a:gd name="T16" fmla="*/ 25 w 134"/>
                <a:gd name="T17" fmla="*/ 0 h 271"/>
                <a:gd name="T18" fmla="*/ 23 w 134"/>
                <a:gd name="T19" fmla="*/ 0 h 271"/>
                <a:gd name="T20" fmla="*/ 0 w 134"/>
                <a:gd name="T21" fmla="*/ 23 h 271"/>
                <a:gd name="T22" fmla="*/ 0 w 134"/>
                <a:gd name="T23" fmla="*/ 123 h 271"/>
                <a:gd name="T24" fmla="*/ 13 w 134"/>
                <a:gd name="T25" fmla="*/ 136 h 271"/>
                <a:gd name="T26" fmla="*/ 26 w 134"/>
                <a:gd name="T27" fmla="*/ 123 h 271"/>
                <a:gd name="T28" fmla="*/ 26 w 134"/>
                <a:gd name="T29" fmla="*/ 48 h 271"/>
                <a:gd name="T30" fmla="*/ 28 w 134"/>
                <a:gd name="T31" fmla="*/ 46 h 271"/>
                <a:gd name="T32" fmla="*/ 28 w 134"/>
                <a:gd name="T33" fmla="*/ 46 h 271"/>
                <a:gd name="T34" fmla="*/ 31 w 134"/>
                <a:gd name="T35" fmla="*/ 48 h 271"/>
                <a:gd name="T36" fmla="*/ 31 w 134"/>
                <a:gd name="T37" fmla="*/ 254 h 271"/>
                <a:gd name="T38" fmla="*/ 46 w 134"/>
                <a:gd name="T39" fmla="*/ 271 h 271"/>
                <a:gd name="T40" fmla="*/ 63 w 134"/>
                <a:gd name="T41" fmla="*/ 255 h 271"/>
                <a:gd name="T42" fmla="*/ 63 w 134"/>
                <a:gd name="T43" fmla="*/ 152 h 271"/>
                <a:gd name="T44" fmla="*/ 68 w 134"/>
                <a:gd name="T45" fmla="*/ 152 h 271"/>
                <a:gd name="T46" fmla="*/ 69 w 134"/>
                <a:gd name="T47" fmla="*/ 152 h 271"/>
                <a:gd name="T48" fmla="*/ 71 w 134"/>
                <a:gd name="T49" fmla="*/ 152 h 271"/>
                <a:gd name="T50" fmla="*/ 71 w 134"/>
                <a:gd name="T51" fmla="*/ 254 h 271"/>
                <a:gd name="T52" fmla="*/ 86 w 134"/>
                <a:gd name="T53" fmla="*/ 271 h 271"/>
                <a:gd name="T54" fmla="*/ 103 w 134"/>
                <a:gd name="T55" fmla="*/ 255 h 271"/>
                <a:gd name="T56" fmla="*/ 103 w 134"/>
                <a:gd name="T57" fmla="*/ 48 h 271"/>
                <a:gd name="T58" fmla="*/ 106 w 134"/>
                <a:gd name="T59" fmla="*/ 46 h 271"/>
                <a:gd name="T60" fmla="*/ 106 w 134"/>
                <a:gd name="T61" fmla="*/ 46 h 271"/>
                <a:gd name="T62" fmla="*/ 108 w 134"/>
                <a:gd name="T63" fmla="*/ 48 h 271"/>
                <a:gd name="T64" fmla="*/ 108 w 134"/>
                <a:gd name="T65" fmla="*/ 123 h 271"/>
                <a:gd name="T66" fmla="*/ 121 w 134"/>
                <a:gd name="T67" fmla="*/ 136 h 271"/>
                <a:gd name="T68" fmla="*/ 134 w 134"/>
                <a:gd name="T69" fmla="*/ 123 h 271"/>
                <a:gd name="T70" fmla="*/ 134 w 134"/>
                <a:gd name="T71" fmla="*/ 23 h 271"/>
                <a:gd name="T72" fmla="*/ 111 w 134"/>
                <a:gd name="T7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" h="271">
                  <a:moveTo>
                    <a:pt x="111" y="0"/>
                  </a:moveTo>
                  <a:cubicBezTo>
                    <a:pt x="109" y="0"/>
                    <a:pt x="109" y="0"/>
                    <a:pt x="109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0"/>
                    <a:pt x="6" y="136"/>
                    <a:pt x="13" y="136"/>
                  </a:cubicBezTo>
                  <a:cubicBezTo>
                    <a:pt x="20" y="136"/>
                    <a:pt x="26" y="130"/>
                    <a:pt x="26" y="123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6" y="47"/>
                    <a:pt x="27" y="46"/>
                    <a:pt x="28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30" y="46"/>
                    <a:pt x="31" y="47"/>
                    <a:pt x="31" y="48"/>
                  </a:cubicBezTo>
                  <a:cubicBezTo>
                    <a:pt x="31" y="254"/>
                    <a:pt x="31" y="254"/>
                    <a:pt x="31" y="254"/>
                  </a:cubicBezTo>
                  <a:cubicBezTo>
                    <a:pt x="31" y="263"/>
                    <a:pt x="37" y="270"/>
                    <a:pt x="46" y="271"/>
                  </a:cubicBezTo>
                  <a:cubicBezTo>
                    <a:pt x="55" y="271"/>
                    <a:pt x="63" y="264"/>
                    <a:pt x="63" y="255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63"/>
                    <a:pt x="78" y="270"/>
                    <a:pt x="86" y="271"/>
                  </a:cubicBezTo>
                  <a:cubicBezTo>
                    <a:pt x="96" y="271"/>
                    <a:pt x="103" y="264"/>
                    <a:pt x="103" y="25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7"/>
                    <a:pt x="104" y="46"/>
                    <a:pt x="106" y="46"/>
                  </a:cubicBezTo>
                  <a:cubicBezTo>
                    <a:pt x="106" y="46"/>
                    <a:pt x="106" y="46"/>
                    <a:pt x="106" y="46"/>
                  </a:cubicBezTo>
                  <a:cubicBezTo>
                    <a:pt x="107" y="46"/>
                    <a:pt x="108" y="47"/>
                    <a:pt x="108" y="48"/>
                  </a:cubicBezTo>
                  <a:cubicBezTo>
                    <a:pt x="108" y="123"/>
                    <a:pt x="108" y="123"/>
                    <a:pt x="108" y="123"/>
                  </a:cubicBezTo>
                  <a:cubicBezTo>
                    <a:pt x="108" y="130"/>
                    <a:pt x="114" y="136"/>
                    <a:pt x="121" y="136"/>
                  </a:cubicBezTo>
                  <a:cubicBezTo>
                    <a:pt x="128" y="136"/>
                    <a:pt x="134" y="130"/>
                    <a:pt x="134" y="123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34" y="11"/>
                    <a:pt x="124" y="0"/>
                    <a:pt x="11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2582863" y="4438650"/>
              <a:ext cx="258763" cy="263525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2398713" y="4729163"/>
              <a:ext cx="612775" cy="1249362"/>
            </a:xfrm>
            <a:custGeom>
              <a:avLst/>
              <a:gdLst>
                <a:gd name="T0" fmla="*/ 111 w 133"/>
                <a:gd name="T1" fmla="*/ 0 h 271"/>
                <a:gd name="T2" fmla="*/ 109 w 133"/>
                <a:gd name="T3" fmla="*/ 0 h 271"/>
                <a:gd name="T4" fmla="*/ 103 w 133"/>
                <a:gd name="T5" fmla="*/ 0 h 271"/>
                <a:gd name="T6" fmla="*/ 71 w 133"/>
                <a:gd name="T7" fmla="*/ 0 h 271"/>
                <a:gd name="T8" fmla="*/ 69 w 133"/>
                <a:gd name="T9" fmla="*/ 0 h 271"/>
                <a:gd name="T10" fmla="*/ 67 w 133"/>
                <a:gd name="T11" fmla="*/ 0 h 271"/>
                <a:gd name="T12" fmla="*/ 63 w 133"/>
                <a:gd name="T13" fmla="*/ 0 h 271"/>
                <a:gd name="T14" fmla="*/ 30 w 133"/>
                <a:gd name="T15" fmla="*/ 0 h 271"/>
                <a:gd name="T16" fmla="*/ 24 w 133"/>
                <a:gd name="T17" fmla="*/ 0 h 271"/>
                <a:gd name="T18" fmla="*/ 23 w 133"/>
                <a:gd name="T19" fmla="*/ 0 h 271"/>
                <a:gd name="T20" fmla="*/ 0 w 133"/>
                <a:gd name="T21" fmla="*/ 23 h 271"/>
                <a:gd name="T22" fmla="*/ 0 w 133"/>
                <a:gd name="T23" fmla="*/ 123 h 271"/>
                <a:gd name="T24" fmla="*/ 12 w 133"/>
                <a:gd name="T25" fmla="*/ 136 h 271"/>
                <a:gd name="T26" fmla="*/ 25 w 133"/>
                <a:gd name="T27" fmla="*/ 123 h 271"/>
                <a:gd name="T28" fmla="*/ 25 w 133"/>
                <a:gd name="T29" fmla="*/ 48 h 271"/>
                <a:gd name="T30" fmla="*/ 28 w 133"/>
                <a:gd name="T31" fmla="*/ 46 h 271"/>
                <a:gd name="T32" fmla="*/ 28 w 133"/>
                <a:gd name="T33" fmla="*/ 46 h 271"/>
                <a:gd name="T34" fmla="*/ 30 w 133"/>
                <a:gd name="T35" fmla="*/ 48 h 271"/>
                <a:gd name="T36" fmla="*/ 30 w 133"/>
                <a:gd name="T37" fmla="*/ 254 h 271"/>
                <a:gd name="T38" fmla="*/ 46 w 133"/>
                <a:gd name="T39" fmla="*/ 271 h 271"/>
                <a:gd name="T40" fmla="*/ 63 w 133"/>
                <a:gd name="T41" fmla="*/ 255 h 271"/>
                <a:gd name="T42" fmla="*/ 63 w 133"/>
                <a:gd name="T43" fmla="*/ 152 h 271"/>
                <a:gd name="T44" fmla="*/ 67 w 133"/>
                <a:gd name="T45" fmla="*/ 152 h 271"/>
                <a:gd name="T46" fmla="*/ 69 w 133"/>
                <a:gd name="T47" fmla="*/ 152 h 271"/>
                <a:gd name="T48" fmla="*/ 71 w 133"/>
                <a:gd name="T49" fmla="*/ 152 h 271"/>
                <a:gd name="T50" fmla="*/ 71 w 133"/>
                <a:gd name="T51" fmla="*/ 254 h 271"/>
                <a:gd name="T52" fmla="*/ 86 w 133"/>
                <a:gd name="T53" fmla="*/ 271 h 271"/>
                <a:gd name="T54" fmla="*/ 103 w 133"/>
                <a:gd name="T55" fmla="*/ 255 h 271"/>
                <a:gd name="T56" fmla="*/ 103 w 133"/>
                <a:gd name="T57" fmla="*/ 48 h 271"/>
                <a:gd name="T58" fmla="*/ 105 w 133"/>
                <a:gd name="T59" fmla="*/ 46 h 271"/>
                <a:gd name="T60" fmla="*/ 105 w 133"/>
                <a:gd name="T61" fmla="*/ 46 h 271"/>
                <a:gd name="T62" fmla="*/ 108 w 133"/>
                <a:gd name="T63" fmla="*/ 48 h 271"/>
                <a:gd name="T64" fmla="*/ 108 w 133"/>
                <a:gd name="T65" fmla="*/ 123 h 271"/>
                <a:gd name="T66" fmla="*/ 120 w 133"/>
                <a:gd name="T67" fmla="*/ 136 h 271"/>
                <a:gd name="T68" fmla="*/ 133 w 133"/>
                <a:gd name="T69" fmla="*/ 123 h 271"/>
                <a:gd name="T70" fmla="*/ 133 w 133"/>
                <a:gd name="T71" fmla="*/ 23 h 271"/>
                <a:gd name="T72" fmla="*/ 111 w 133"/>
                <a:gd name="T7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3" h="271">
                  <a:moveTo>
                    <a:pt x="111" y="0"/>
                  </a:moveTo>
                  <a:cubicBezTo>
                    <a:pt x="109" y="0"/>
                    <a:pt x="109" y="0"/>
                    <a:pt x="109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0"/>
                    <a:pt x="5" y="136"/>
                    <a:pt x="12" y="136"/>
                  </a:cubicBezTo>
                  <a:cubicBezTo>
                    <a:pt x="19" y="136"/>
                    <a:pt x="25" y="130"/>
                    <a:pt x="25" y="123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47"/>
                    <a:pt x="26" y="46"/>
                    <a:pt x="28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9" y="46"/>
                    <a:pt x="30" y="47"/>
                    <a:pt x="30" y="48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30" y="263"/>
                    <a:pt x="37" y="270"/>
                    <a:pt x="46" y="271"/>
                  </a:cubicBezTo>
                  <a:cubicBezTo>
                    <a:pt x="55" y="271"/>
                    <a:pt x="63" y="264"/>
                    <a:pt x="63" y="255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63"/>
                    <a:pt x="77" y="270"/>
                    <a:pt x="86" y="271"/>
                  </a:cubicBezTo>
                  <a:cubicBezTo>
                    <a:pt x="95" y="271"/>
                    <a:pt x="103" y="264"/>
                    <a:pt x="103" y="25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7"/>
                    <a:pt x="104" y="46"/>
                    <a:pt x="105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107" y="46"/>
                    <a:pt x="108" y="47"/>
                    <a:pt x="108" y="48"/>
                  </a:cubicBezTo>
                  <a:cubicBezTo>
                    <a:pt x="108" y="123"/>
                    <a:pt x="108" y="123"/>
                    <a:pt x="108" y="123"/>
                  </a:cubicBezTo>
                  <a:cubicBezTo>
                    <a:pt x="108" y="130"/>
                    <a:pt x="113" y="136"/>
                    <a:pt x="120" y="136"/>
                  </a:cubicBezTo>
                  <a:cubicBezTo>
                    <a:pt x="128" y="136"/>
                    <a:pt x="133" y="130"/>
                    <a:pt x="133" y="1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11"/>
                    <a:pt x="123" y="0"/>
                    <a:pt x="11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Oval 10"/>
            <p:cNvSpPr>
              <a:spLocks noChangeArrowheads="1"/>
            </p:cNvSpPr>
            <p:nvPr/>
          </p:nvSpPr>
          <p:spPr bwMode="auto">
            <a:xfrm>
              <a:off x="3503613" y="4438650"/>
              <a:ext cx="258763" cy="263525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3319463" y="4729163"/>
              <a:ext cx="612775" cy="1249362"/>
            </a:xfrm>
            <a:custGeom>
              <a:avLst/>
              <a:gdLst>
                <a:gd name="T0" fmla="*/ 110 w 133"/>
                <a:gd name="T1" fmla="*/ 0 h 271"/>
                <a:gd name="T2" fmla="*/ 108 w 133"/>
                <a:gd name="T3" fmla="*/ 0 h 271"/>
                <a:gd name="T4" fmla="*/ 103 w 133"/>
                <a:gd name="T5" fmla="*/ 0 h 271"/>
                <a:gd name="T6" fmla="*/ 70 w 133"/>
                <a:gd name="T7" fmla="*/ 0 h 271"/>
                <a:gd name="T8" fmla="*/ 69 w 133"/>
                <a:gd name="T9" fmla="*/ 0 h 271"/>
                <a:gd name="T10" fmla="*/ 67 w 133"/>
                <a:gd name="T11" fmla="*/ 0 h 271"/>
                <a:gd name="T12" fmla="*/ 62 w 133"/>
                <a:gd name="T13" fmla="*/ 0 h 271"/>
                <a:gd name="T14" fmla="*/ 30 w 133"/>
                <a:gd name="T15" fmla="*/ 0 h 271"/>
                <a:gd name="T16" fmla="*/ 24 w 133"/>
                <a:gd name="T17" fmla="*/ 0 h 271"/>
                <a:gd name="T18" fmla="*/ 22 w 133"/>
                <a:gd name="T19" fmla="*/ 0 h 271"/>
                <a:gd name="T20" fmla="*/ 0 w 133"/>
                <a:gd name="T21" fmla="*/ 23 h 271"/>
                <a:gd name="T22" fmla="*/ 0 w 133"/>
                <a:gd name="T23" fmla="*/ 123 h 271"/>
                <a:gd name="T24" fmla="*/ 12 w 133"/>
                <a:gd name="T25" fmla="*/ 136 h 271"/>
                <a:gd name="T26" fmla="*/ 25 w 133"/>
                <a:gd name="T27" fmla="*/ 123 h 271"/>
                <a:gd name="T28" fmla="*/ 25 w 133"/>
                <a:gd name="T29" fmla="*/ 48 h 271"/>
                <a:gd name="T30" fmla="*/ 27 w 133"/>
                <a:gd name="T31" fmla="*/ 46 h 271"/>
                <a:gd name="T32" fmla="*/ 27 w 133"/>
                <a:gd name="T33" fmla="*/ 46 h 271"/>
                <a:gd name="T34" fmla="*/ 30 w 133"/>
                <a:gd name="T35" fmla="*/ 48 h 271"/>
                <a:gd name="T36" fmla="*/ 30 w 133"/>
                <a:gd name="T37" fmla="*/ 254 h 271"/>
                <a:gd name="T38" fmla="*/ 45 w 133"/>
                <a:gd name="T39" fmla="*/ 271 h 271"/>
                <a:gd name="T40" fmla="*/ 62 w 133"/>
                <a:gd name="T41" fmla="*/ 255 h 271"/>
                <a:gd name="T42" fmla="*/ 62 w 133"/>
                <a:gd name="T43" fmla="*/ 152 h 271"/>
                <a:gd name="T44" fmla="*/ 67 w 133"/>
                <a:gd name="T45" fmla="*/ 152 h 271"/>
                <a:gd name="T46" fmla="*/ 69 w 133"/>
                <a:gd name="T47" fmla="*/ 152 h 271"/>
                <a:gd name="T48" fmla="*/ 70 w 133"/>
                <a:gd name="T49" fmla="*/ 152 h 271"/>
                <a:gd name="T50" fmla="*/ 70 w 133"/>
                <a:gd name="T51" fmla="*/ 254 h 271"/>
                <a:gd name="T52" fmla="*/ 86 w 133"/>
                <a:gd name="T53" fmla="*/ 271 h 271"/>
                <a:gd name="T54" fmla="*/ 103 w 133"/>
                <a:gd name="T55" fmla="*/ 255 h 271"/>
                <a:gd name="T56" fmla="*/ 103 w 133"/>
                <a:gd name="T57" fmla="*/ 48 h 271"/>
                <a:gd name="T58" fmla="*/ 105 w 133"/>
                <a:gd name="T59" fmla="*/ 46 h 271"/>
                <a:gd name="T60" fmla="*/ 105 w 133"/>
                <a:gd name="T61" fmla="*/ 46 h 271"/>
                <a:gd name="T62" fmla="*/ 108 w 133"/>
                <a:gd name="T63" fmla="*/ 48 h 271"/>
                <a:gd name="T64" fmla="*/ 108 w 133"/>
                <a:gd name="T65" fmla="*/ 123 h 271"/>
                <a:gd name="T66" fmla="*/ 120 w 133"/>
                <a:gd name="T67" fmla="*/ 136 h 271"/>
                <a:gd name="T68" fmla="*/ 133 w 133"/>
                <a:gd name="T69" fmla="*/ 123 h 271"/>
                <a:gd name="T70" fmla="*/ 133 w 133"/>
                <a:gd name="T71" fmla="*/ 23 h 271"/>
                <a:gd name="T72" fmla="*/ 110 w 133"/>
                <a:gd name="T7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3" h="271">
                  <a:moveTo>
                    <a:pt x="110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0"/>
                    <a:pt x="5" y="136"/>
                    <a:pt x="12" y="136"/>
                  </a:cubicBezTo>
                  <a:cubicBezTo>
                    <a:pt x="19" y="136"/>
                    <a:pt x="25" y="130"/>
                    <a:pt x="25" y="123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47"/>
                    <a:pt x="26" y="46"/>
                    <a:pt x="27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9" y="46"/>
                    <a:pt x="30" y="47"/>
                    <a:pt x="30" y="48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30" y="263"/>
                    <a:pt x="37" y="270"/>
                    <a:pt x="45" y="271"/>
                  </a:cubicBezTo>
                  <a:cubicBezTo>
                    <a:pt x="55" y="271"/>
                    <a:pt x="62" y="264"/>
                    <a:pt x="62" y="255"/>
                  </a:cubicBezTo>
                  <a:cubicBezTo>
                    <a:pt x="62" y="152"/>
                    <a:pt x="62" y="152"/>
                    <a:pt x="62" y="152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63"/>
                    <a:pt x="77" y="270"/>
                    <a:pt x="86" y="271"/>
                  </a:cubicBezTo>
                  <a:cubicBezTo>
                    <a:pt x="95" y="271"/>
                    <a:pt x="103" y="264"/>
                    <a:pt x="103" y="25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7"/>
                    <a:pt x="104" y="46"/>
                    <a:pt x="105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106" y="46"/>
                    <a:pt x="108" y="47"/>
                    <a:pt x="108" y="48"/>
                  </a:cubicBezTo>
                  <a:cubicBezTo>
                    <a:pt x="108" y="123"/>
                    <a:pt x="108" y="123"/>
                    <a:pt x="108" y="123"/>
                  </a:cubicBezTo>
                  <a:cubicBezTo>
                    <a:pt x="108" y="130"/>
                    <a:pt x="113" y="136"/>
                    <a:pt x="120" y="136"/>
                  </a:cubicBezTo>
                  <a:cubicBezTo>
                    <a:pt x="127" y="136"/>
                    <a:pt x="133" y="130"/>
                    <a:pt x="133" y="1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11"/>
                    <a:pt x="123" y="0"/>
                    <a:pt x="110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Oval 12"/>
            <p:cNvSpPr>
              <a:spLocks noChangeArrowheads="1"/>
            </p:cNvSpPr>
            <p:nvPr/>
          </p:nvSpPr>
          <p:spPr bwMode="auto">
            <a:xfrm>
              <a:off x="4419600" y="4438650"/>
              <a:ext cx="263525" cy="263525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4235450" y="4729163"/>
              <a:ext cx="617538" cy="1249362"/>
            </a:xfrm>
            <a:custGeom>
              <a:avLst/>
              <a:gdLst>
                <a:gd name="T0" fmla="*/ 111 w 134"/>
                <a:gd name="T1" fmla="*/ 0 h 271"/>
                <a:gd name="T2" fmla="*/ 109 w 134"/>
                <a:gd name="T3" fmla="*/ 0 h 271"/>
                <a:gd name="T4" fmla="*/ 103 w 134"/>
                <a:gd name="T5" fmla="*/ 0 h 271"/>
                <a:gd name="T6" fmla="*/ 71 w 134"/>
                <a:gd name="T7" fmla="*/ 0 h 271"/>
                <a:gd name="T8" fmla="*/ 69 w 134"/>
                <a:gd name="T9" fmla="*/ 0 h 271"/>
                <a:gd name="T10" fmla="*/ 68 w 134"/>
                <a:gd name="T11" fmla="*/ 0 h 271"/>
                <a:gd name="T12" fmla="*/ 63 w 134"/>
                <a:gd name="T13" fmla="*/ 0 h 271"/>
                <a:gd name="T14" fmla="*/ 31 w 134"/>
                <a:gd name="T15" fmla="*/ 0 h 271"/>
                <a:gd name="T16" fmla="*/ 25 w 134"/>
                <a:gd name="T17" fmla="*/ 0 h 271"/>
                <a:gd name="T18" fmla="*/ 23 w 134"/>
                <a:gd name="T19" fmla="*/ 0 h 271"/>
                <a:gd name="T20" fmla="*/ 0 w 134"/>
                <a:gd name="T21" fmla="*/ 23 h 271"/>
                <a:gd name="T22" fmla="*/ 0 w 134"/>
                <a:gd name="T23" fmla="*/ 123 h 271"/>
                <a:gd name="T24" fmla="*/ 13 w 134"/>
                <a:gd name="T25" fmla="*/ 136 h 271"/>
                <a:gd name="T26" fmla="*/ 26 w 134"/>
                <a:gd name="T27" fmla="*/ 123 h 271"/>
                <a:gd name="T28" fmla="*/ 26 w 134"/>
                <a:gd name="T29" fmla="*/ 48 h 271"/>
                <a:gd name="T30" fmla="*/ 28 w 134"/>
                <a:gd name="T31" fmla="*/ 46 h 271"/>
                <a:gd name="T32" fmla="*/ 28 w 134"/>
                <a:gd name="T33" fmla="*/ 46 h 271"/>
                <a:gd name="T34" fmla="*/ 31 w 134"/>
                <a:gd name="T35" fmla="*/ 48 h 271"/>
                <a:gd name="T36" fmla="*/ 31 w 134"/>
                <a:gd name="T37" fmla="*/ 254 h 271"/>
                <a:gd name="T38" fmla="*/ 46 w 134"/>
                <a:gd name="T39" fmla="*/ 271 h 271"/>
                <a:gd name="T40" fmla="*/ 63 w 134"/>
                <a:gd name="T41" fmla="*/ 255 h 271"/>
                <a:gd name="T42" fmla="*/ 63 w 134"/>
                <a:gd name="T43" fmla="*/ 152 h 271"/>
                <a:gd name="T44" fmla="*/ 68 w 134"/>
                <a:gd name="T45" fmla="*/ 152 h 271"/>
                <a:gd name="T46" fmla="*/ 69 w 134"/>
                <a:gd name="T47" fmla="*/ 152 h 271"/>
                <a:gd name="T48" fmla="*/ 71 w 134"/>
                <a:gd name="T49" fmla="*/ 152 h 271"/>
                <a:gd name="T50" fmla="*/ 71 w 134"/>
                <a:gd name="T51" fmla="*/ 254 h 271"/>
                <a:gd name="T52" fmla="*/ 86 w 134"/>
                <a:gd name="T53" fmla="*/ 271 h 271"/>
                <a:gd name="T54" fmla="*/ 103 w 134"/>
                <a:gd name="T55" fmla="*/ 255 h 271"/>
                <a:gd name="T56" fmla="*/ 103 w 134"/>
                <a:gd name="T57" fmla="*/ 48 h 271"/>
                <a:gd name="T58" fmla="*/ 106 w 134"/>
                <a:gd name="T59" fmla="*/ 46 h 271"/>
                <a:gd name="T60" fmla="*/ 106 w 134"/>
                <a:gd name="T61" fmla="*/ 46 h 271"/>
                <a:gd name="T62" fmla="*/ 108 w 134"/>
                <a:gd name="T63" fmla="*/ 48 h 271"/>
                <a:gd name="T64" fmla="*/ 108 w 134"/>
                <a:gd name="T65" fmla="*/ 123 h 271"/>
                <a:gd name="T66" fmla="*/ 121 w 134"/>
                <a:gd name="T67" fmla="*/ 136 h 271"/>
                <a:gd name="T68" fmla="*/ 134 w 134"/>
                <a:gd name="T69" fmla="*/ 123 h 271"/>
                <a:gd name="T70" fmla="*/ 134 w 134"/>
                <a:gd name="T71" fmla="*/ 23 h 271"/>
                <a:gd name="T72" fmla="*/ 111 w 134"/>
                <a:gd name="T7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4" h="271">
                  <a:moveTo>
                    <a:pt x="111" y="0"/>
                  </a:moveTo>
                  <a:cubicBezTo>
                    <a:pt x="109" y="0"/>
                    <a:pt x="109" y="0"/>
                    <a:pt x="109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71" y="0"/>
                    <a:pt x="71" y="0"/>
                    <a:pt x="71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0"/>
                    <a:pt x="6" y="136"/>
                    <a:pt x="13" y="136"/>
                  </a:cubicBezTo>
                  <a:cubicBezTo>
                    <a:pt x="20" y="136"/>
                    <a:pt x="26" y="130"/>
                    <a:pt x="26" y="123"/>
                  </a:cubicBezTo>
                  <a:cubicBezTo>
                    <a:pt x="26" y="48"/>
                    <a:pt x="26" y="48"/>
                    <a:pt x="26" y="48"/>
                  </a:cubicBezTo>
                  <a:cubicBezTo>
                    <a:pt x="26" y="47"/>
                    <a:pt x="27" y="46"/>
                    <a:pt x="28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9" y="46"/>
                    <a:pt x="31" y="47"/>
                    <a:pt x="31" y="48"/>
                  </a:cubicBezTo>
                  <a:cubicBezTo>
                    <a:pt x="31" y="254"/>
                    <a:pt x="31" y="254"/>
                    <a:pt x="31" y="254"/>
                  </a:cubicBezTo>
                  <a:cubicBezTo>
                    <a:pt x="31" y="263"/>
                    <a:pt x="37" y="270"/>
                    <a:pt x="46" y="271"/>
                  </a:cubicBezTo>
                  <a:cubicBezTo>
                    <a:pt x="55" y="271"/>
                    <a:pt x="63" y="264"/>
                    <a:pt x="63" y="255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71" y="152"/>
                    <a:pt x="71" y="152"/>
                    <a:pt x="71" y="152"/>
                  </a:cubicBezTo>
                  <a:cubicBezTo>
                    <a:pt x="71" y="254"/>
                    <a:pt x="71" y="254"/>
                    <a:pt x="71" y="254"/>
                  </a:cubicBezTo>
                  <a:cubicBezTo>
                    <a:pt x="71" y="263"/>
                    <a:pt x="78" y="270"/>
                    <a:pt x="86" y="271"/>
                  </a:cubicBezTo>
                  <a:cubicBezTo>
                    <a:pt x="96" y="271"/>
                    <a:pt x="103" y="264"/>
                    <a:pt x="103" y="25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7"/>
                    <a:pt x="104" y="46"/>
                    <a:pt x="106" y="46"/>
                  </a:cubicBezTo>
                  <a:cubicBezTo>
                    <a:pt x="106" y="46"/>
                    <a:pt x="106" y="46"/>
                    <a:pt x="106" y="46"/>
                  </a:cubicBezTo>
                  <a:cubicBezTo>
                    <a:pt x="107" y="46"/>
                    <a:pt x="108" y="47"/>
                    <a:pt x="108" y="48"/>
                  </a:cubicBezTo>
                  <a:cubicBezTo>
                    <a:pt x="108" y="123"/>
                    <a:pt x="108" y="123"/>
                    <a:pt x="108" y="123"/>
                  </a:cubicBezTo>
                  <a:cubicBezTo>
                    <a:pt x="108" y="130"/>
                    <a:pt x="114" y="136"/>
                    <a:pt x="121" y="136"/>
                  </a:cubicBezTo>
                  <a:cubicBezTo>
                    <a:pt x="128" y="136"/>
                    <a:pt x="134" y="130"/>
                    <a:pt x="134" y="123"/>
                  </a:cubicBezTo>
                  <a:cubicBezTo>
                    <a:pt x="134" y="23"/>
                    <a:pt x="134" y="23"/>
                    <a:pt x="134" y="23"/>
                  </a:cubicBezTo>
                  <a:cubicBezTo>
                    <a:pt x="134" y="11"/>
                    <a:pt x="123" y="0"/>
                    <a:pt x="11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14"/>
            <p:cNvSpPr>
              <a:spLocks noChangeArrowheads="1"/>
            </p:cNvSpPr>
            <p:nvPr/>
          </p:nvSpPr>
          <p:spPr bwMode="auto">
            <a:xfrm>
              <a:off x="5340350" y="4438650"/>
              <a:ext cx="258763" cy="263525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5156200" y="4729163"/>
              <a:ext cx="612775" cy="1249362"/>
            </a:xfrm>
            <a:custGeom>
              <a:avLst/>
              <a:gdLst>
                <a:gd name="T0" fmla="*/ 111 w 133"/>
                <a:gd name="T1" fmla="*/ 0 h 271"/>
                <a:gd name="T2" fmla="*/ 109 w 133"/>
                <a:gd name="T3" fmla="*/ 0 h 271"/>
                <a:gd name="T4" fmla="*/ 103 w 133"/>
                <a:gd name="T5" fmla="*/ 0 h 271"/>
                <a:gd name="T6" fmla="*/ 70 w 133"/>
                <a:gd name="T7" fmla="*/ 0 h 271"/>
                <a:gd name="T8" fmla="*/ 69 w 133"/>
                <a:gd name="T9" fmla="*/ 0 h 271"/>
                <a:gd name="T10" fmla="*/ 67 w 133"/>
                <a:gd name="T11" fmla="*/ 0 h 271"/>
                <a:gd name="T12" fmla="*/ 63 w 133"/>
                <a:gd name="T13" fmla="*/ 0 h 271"/>
                <a:gd name="T14" fmla="*/ 30 w 133"/>
                <a:gd name="T15" fmla="*/ 0 h 271"/>
                <a:gd name="T16" fmla="*/ 24 w 133"/>
                <a:gd name="T17" fmla="*/ 0 h 271"/>
                <a:gd name="T18" fmla="*/ 23 w 133"/>
                <a:gd name="T19" fmla="*/ 0 h 271"/>
                <a:gd name="T20" fmla="*/ 0 w 133"/>
                <a:gd name="T21" fmla="*/ 23 h 271"/>
                <a:gd name="T22" fmla="*/ 0 w 133"/>
                <a:gd name="T23" fmla="*/ 123 h 271"/>
                <a:gd name="T24" fmla="*/ 12 w 133"/>
                <a:gd name="T25" fmla="*/ 136 h 271"/>
                <a:gd name="T26" fmla="*/ 25 w 133"/>
                <a:gd name="T27" fmla="*/ 123 h 271"/>
                <a:gd name="T28" fmla="*/ 25 w 133"/>
                <a:gd name="T29" fmla="*/ 48 h 271"/>
                <a:gd name="T30" fmla="*/ 28 w 133"/>
                <a:gd name="T31" fmla="*/ 46 h 271"/>
                <a:gd name="T32" fmla="*/ 28 w 133"/>
                <a:gd name="T33" fmla="*/ 46 h 271"/>
                <a:gd name="T34" fmla="*/ 30 w 133"/>
                <a:gd name="T35" fmla="*/ 48 h 271"/>
                <a:gd name="T36" fmla="*/ 30 w 133"/>
                <a:gd name="T37" fmla="*/ 254 h 271"/>
                <a:gd name="T38" fmla="*/ 46 w 133"/>
                <a:gd name="T39" fmla="*/ 271 h 271"/>
                <a:gd name="T40" fmla="*/ 63 w 133"/>
                <a:gd name="T41" fmla="*/ 255 h 271"/>
                <a:gd name="T42" fmla="*/ 63 w 133"/>
                <a:gd name="T43" fmla="*/ 152 h 271"/>
                <a:gd name="T44" fmla="*/ 67 w 133"/>
                <a:gd name="T45" fmla="*/ 152 h 271"/>
                <a:gd name="T46" fmla="*/ 69 w 133"/>
                <a:gd name="T47" fmla="*/ 152 h 271"/>
                <a:gd name="T48" fmla="*/ 70 w 133"/>
                <a:gd name="T49" fmla="*/ 152 h 271"/>
                <a:gd name="T50" fmla="*/ 70 w 133"/>
                <a:gd name="T51" fmla="*/ 254 h 271"/>
                <a:gd name="T52" fmla="*/ 86 w 133"/>
                <a:gd name="T53" fmla="*/ 271 h 271"/>
                <a:gd name="T54" fmla="*/ 103 w 133"/>
                <a:gd name="T55" fmla="*/ 255 h 271"/>
                <a:gd name="T56" fmla="*/ 103 w 133"/>
                <a:gd name="T57" fmla="*/ 48 h 271"/>
                <a:gd name="T58" fmla="*/ 105 w 133"/>
                <a:gd name="T59" fmla="*/ 46 h 271"/>
                <a:gd name="T60" fmla="*/ 105 w 133"/>
                <a:gd name="T61" fmla="*/ 46 h 271"/>
                <a:gd name="T62" fmla="*/ 108 w 133"/>
                <a:gd name="T63" fmla="*/ 48 h 271"/>
                <a:gd name="T64" fmla="*/ 108 w 133"/>
                <a:gd name="T65" fmla="*/ 123 h 271"/>
                <a:gd name="T66" fmla="*/ 120 w 133"/>
                <a:gd name="T67" fmla="*/ 136 h 271"/>
                <a:gd name="T68" fmla="*/ 133 w 133"/>
                <a:gd name="T69" fmla="*/ 123 h 271"/>
                <a:gd name="T70" fmla="*/ 133 w 133"/>
                <a:gd name="T71" fmla="*/ 23 h 271"/>
                <a:gd name="T72" fmla="*/ 111 w 133"/>
                <a:gd name="T7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3" h="271">
                  <a:moveTo>
                    <a:pt x="111" y="0"/>
                  </a:moveTo>
                  <a:cubicBezTo>
                    <a:pt x="109" y="0"/>
                    <a:pt x="109" y="0"/>
                    <a:pt x="109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0"/>
                    <a:pt x="5" y="136"/>
                    <a:pt x="12" y="136"/>
                  </a:cubicBezTo>
                  <a:cubicBezTo>
                    <a:pt x="19" y="136"/>
                    <a:pt x="25" y="130"/>
                    <a:pt x="25" y="123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47"/>
                    <a:pt x="26" y="46"/>
                    <a:pt x="28" y="46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29" y="46"/>
                    <a:pt x="30" y="47"/>
                    <a:pt x="30" y="48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30" y="263"/>
                    <a:pt x="37" y="270"/>
                    <a:pt x="46" y="271"/>
                  </a:cubicBezTo>
                  <a:cubicBezTo>
                    <a:pt x="55" y="271"/>
                    <a:pt x="63" y="264"/>
                    <a:pt x="63" y="255"/>
                  </a:cubicBezTo>
                  <a:cubicBezTo>
                    <a:pt x="63" y="152"/>
                    <a:pt x="63" y="152"/>
                    <a:pt x="63" y="152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63"/>
                    <a:pt x="77" y="270"/>
                    <a:pt x="86" y="271"/>
                  </a:cubicBezTo>
                  <a:cubicBezTo>
                    <a:pt x="95" y="271"/>
                    <a:pt x="103" y="264"/>
                    <a:pt x="103" y="25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7"/>
                    <a:pt x="104" y="46"/>
                    <a:pt x="105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107" y="46"/>
                    <a:pt x="108" y="47"/>
                    <a:pt x="108" y="48"/>
                  </a:cubicBezTo>
                  <a:cubicBezTo>
                    <a:pt x="108" y="123"/>
                    <a:pt x="108" y="123"/>
                    <a:pt x="108" y="123"/>
                  </a:cubicBezTo>
                  <a:cubicBezTo>
                    <a:pt x="108" y="130"/>
                    <a:pt x="113" y="136"/>
                    <a:pt x="120" y="136"/>
                  </a:cubicBezTo>
                  <a:cubicBezTo>
                    <a:pt x="128" y="136"/>
                    <a:pt x="133" y="130"/>
                    <a:pt x="133" y="1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11"/>
                    <a:pt x="123" y="0"/>
                    <a:pt x="11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6256338" y="4438650"/>
              <a:ext cx="263525" cy="263525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6076950" y="4729163"/>
              <a:ext cx="612775" cy="1249362"/>
            </a:xfrm>
            <a:custGeom>
              <a:avLst/>
              <a:gdLst>
                <a:gd name="T0" fmla="*/ 110 w 133"/>
                <a:gd name="T1" fmla="*/ 0 h 271"/>
                <a:gd name="T2" fmla="*/ 108 w 133"/>
                <a:gd name="T3" fmla="*/ 0 h 271"/>
                <a:gd name="T4" fmla="*/ 103 w 133"/>
                <a:gd name="T5" fmla="*/ 0 h 271"/>
                <a:gd name="T6" fmla="*/ 70 w 133"/>
                <a:gd name="T7" fmla="*/ 0 h 271"/>
                <a:gd name="T8" fmla="*/ 69 w 133"/>
                <a:gd name="T9" fmla="*/ 0 h 271"/>
                <a:gd name="T10" fmla="*/ 67 w 133"/>
                <a:gd name="T11" fmla="*/ 0 h 271"/>
                <a:gd name="T12" fmla="*/ 62 w 133"/>
                <a:gd name="T13" fmla="*/ 0 h 271"/>
                <a:gd name="T14" fmla="*/ 30 w 133"/>
                <a:gd name="T15" fmla="*/ 0 h 271"/>
                <a:gd name="T16" fmla="*/ 24 w 133"/>
                <a:gd name="T17" fmla="*/ 0 h 271"/>
                <a:gd name="T18" fmla="*/ 22 w 133"/>
                <a:gd name="T19" fmla="*/ 0 h 271"/>
                <a:gd name="T20" fmla="*/ 0 w 133"/>
                <a:gd name="T21" fmla="*/ 23 h 271"/>
                <a:gd name="T22" fmla="*/ 0 w 133"/>
                <a:gd name="T23" fmla="*/ 123 h 271"/>
                <a:gd name="T24" fmla="*/ 12 w 133"/>
                <a:gd name="T25" fmla="*/ 136 h 271"/>
                <a:gd name="T26" fmla="*/ 25 w 133"/>
                <a:gd name="T27" fmla="*/ 123 h 271"/>
                <a:gd name="T28" fmla="*/ 25 w 133"/>
                <a:gd name="T29" fmla="*/ 48 h 271"/>
                <a:gd name="T30" fmla="*/ 27 w 133"/>
                <a:gd name="T31" fmla="*/ 46 h 271"/>
                <a:gd name="T32" fmla="*/ 27 w 133"/>
                <a:gd name="T33" fmla="*/ 46 h 271"/>
                <a:gd name="T34" fmla="*/ 30 w 133"/>
                <a:gd name="T35" fmla="*/ 48 h 271"/>
                <a:gd name="T36" fmla="*/ 30 w 133"/>
                <a:gd name="T37" fmla="*/ 254 h 271"/>
                <a:gd name="T38" fmla="*/ 45 w 133"/>
                <a:gd name="T39" fmla="*/ 271 h 271"/>
                <a:gd name="T40" fmla="*/ 62 w 133"/>
                <a:gd name="T41" fmla="*/ 255 h 271"/>
                <a:gd name="T42" fmla="*/ 62 w 133"/>
                <a:gd name="T43" fmla="*/ 152 h 271"/>
                <a:gd name="T44" fmla="*/ 67 w 133"/>
                <a:gd name="T45" fmla="*/ 152 h 271"/>
                <a:gd name="T46" fmla="*/ 69 w 133"/>
                <a:gd name="T47" fmla="*/ 152 h 271"/>
                <a:gd name="T48" fmla="*/ 70 w 133"/>
                <a:gd name="T49" fmla="*/ 152 h 271"/>
                <a:gd name="T50" fmla="*/ 70 w 133"/>
                <a:gd name="T51" fmla="*/ 254 h 271"/>
                <a:gd name="T52" fmla="*/ 86 w 133"/>
                <a:gd name="T53" fmla="*/ 271 h 271"/>
                <a:gd name="T54" fmla="*/ 103 w 133"/>
                <a:gd name="T55" fmla="*/ 255 h 271"/>
                <a:gd name="T56" fmla="*/ 103 w 133"/>
                <a:gd name="T57" fmla="*/ 48 h 271"/>
                <a:gd name="T58" fmla="*/ 105 w 133"/>
                <a:gd name="T59" fmla="*/ 46 h 271"/>
                <a:gd name="T60" fmla="*/ 105 w 133"/>
                <a:gd name="T61" fmla="*/ 46 h 271"/>
                <a:gd name="T62" fmla="*/ 108 w 133"/>
                <a:gd name="T63" fmla="*/ 48 h 271"/>
                <a:gd name="T64" fmla="*/ 108 w 133"/>
                <a:gd name="T65" fmla="*/ 123 h 271"/>
                <a:gd name="T66" fmla="*/ 120 w 133"/>
                <a:gd name="T67" fmla="*/ 136 h 271"/>
                <a:gd name="T68" fmla="*/ 133 w 133"/>
                <a:gd name="T69" fmla="*/ 123 h 271"/>
                <a:gd name="T70" fmla="*/ 133 w 133"/>
                <a:gd name="T71" fmla="*/ 23 h 271"/>
                <a:gd name="T72" fmla="*/ 110 w 133"/>
                <a:gd name="T73" fmla="*/ 0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33" h="271">
                  <a:moveTo>
                    <a:pt x="110" y="0"/>
                  </a:moveTo>
                  <a:cubicBezTo>
                    <a:pt x="108" y="0"/>
                    <a:pt x="108" y="0"/>
                    <a:pt x="108" y="0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69" y="0"/>
                    <a:pt x="69" y="0"/>
                    <a:pt x="69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0" y="0"/>
                    <a:pt x="0" y="11"/>
                    <a:pt x="0" y="23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30"/>
                    <a:pt x="5" y="136"/>
                    <a:pt x="12" y="136"/>
                  </a:cubicBezTo>
                  <a:cubicBezTo>
                    <a:pt x="19" y="136"/>
                    <a:pt x="25" y="130"/>
                    <a:pt x="25" y="123"/>
                  </a:cubicBezTo>
                  <a:cubicBezTo>
                    <a:pt x="25" y="48"/>
                    <a:pt x="25" y="48"/>
                    <a:pt x="25" y="48"/>
                  </a:cubicBezTo>
                  <a:cubicBezTo>
                    <a:pt x="25" y="47"/>
                    <a:pt x="26" y="46"/>
                    <a:pt x="27" y="46"/>
                  </a:cubicBezTo>
                  <a:cubicBezTo>
                    <a:pt x="27" y="46"/>
                    <a:pt x="27" y="46"/>
                    <a:pt x="27" y="46"/>
                  </a:cubicBezTo>
                  <a:cubicBezTo>
                    <a:pt x="29" y="46"/>
                    <a:pt x="30" y="47"/>
                    <a:pt x="30" y="48"/>
                  </a:cubicBezTo>
                  <a:cubicBezTo>
                    <a:pt x="30" y="254"/>
                    <a:pt x="30" y="254"/>
                    <a:pt x="30" y="254"/>
                  </a:cubicBezTo>
                  <a:cubicBezTo>
                    <a:pt x="30" y="263"/>
                    <a:pt x="37" y="270"/>
                    <a:pt x="45" y="271"/>
                  </a:cubicBezTo>
                  <a:cubicBezTo>
                    <a:pt x="55" y="271"/>
                    <a:pt x="62" y="264"/>
                    <a:pt x="62" y="255"/>
                  </a:cubicBezTo>
                  <a:cubicBezTo>
                    <a:pt x="62" y="152"/>
                    <a:pt x="62" y="152"/>
                    <a:pt x="62" y="152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254"/>
                    <a:pt x="70" y="254"/>
                    <a:pt x="70" y="254"/>
                  </a:cubicBezTo>
                  <a:cubicBezTo>
                    <a:pt x="70" y="263"/>
                    <a:pt x="77" y="270"/>
                    <a:pt x="86" y="271"/>
                  </a:cubicBezTo>
                  <a:cubicBezTo>
                    <a:pt x="95" y="271"/>
                    <a:pt x="103" y="264"/>
                    <a:pt x="103" y="255"/>
                  </a:cubicBezTo>
                  <a:cubicBezTo>
                    <a:pt x="103" y="48"/>
                    <a:pt x="103" y="48"/>
                    <a:pt x="103" y="48"/>
                  </a:cubicBezTo>
                  <a:cubicBezTo>
                    <a:pt x="103" y="47"/>
                    <a:pt x="104" y="46"/>
                    <a:pt x="105" y="46"/>
                  </a:cubicBezTo>
                  <a:cubicBezTo>
                    <a:pt x="105" y="46"/>
                    <a:pt x="105" y="46"/>
                    <a:pt x="105" y="46"/>
                  </a:cubicBezTo>
                  <a:cubicBezTo>
                    <a:pt x="106" y="46"/>
                    <a:pt x="108" y="47"/>
                    <a:pt x="108" y="48"/>
                  </a:cubicBezTo>
                  <a:cubicBezTo>
                    <a:pt x="108" y="123"/>
                    <a:pt x="108" y="123"/>
                    <a:pt x="108" y="123"/>
                  </a:cubicBezTo>
                  <a:cubicBezTo>
                    <a:pt x="108" y="130"/>
                    <a:pt x="113" y="136"/>
                    <a:pt x="120" y="136"/>
                  </a:cubicBezTo>
                  <a:cubicBezTo>
                    <a:pt x="127" y="136"/>
                    <a:pt x="133" y="130"/>
                    <a:pt x="133" y="123"/>
                  </a:cubicBezTo>
                  <a:cubicBezTo>
                    <a:pt x="133" y="23"/>
                    <a:pt x="133" y="23"/>
                    <a:pt x="133" y="23"/>
                  </a:cubicBezTo>
                  <a:cubicBezTo>
                    <a:pt x="133" y="11"/>
                    <a:pt x="123" y="0"/>
                    <a:pt x="110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7915275" y="4729163"/>
              <a:ext cx="823913" cy="1249362"/>
            </a:xfrm>
            <a:custGeom>
              <a:avLst/>
              <a:gdLst>
                <a:gd name="T0" fmla="*/ 176 w 179"/>
                <a:gd name="T1" fmla="*/ 106 h 271"/>
                <a:gd name="T2" fmla="*/ 145 w 179"/>
                <a:gd name="T3" fmla="*/ 14 h 271"/>
                <a:gd name="T4" fmla="*/ 126 w 179"/>
                <a:gd name="T5" fmla="*/ 0 h 271"/>
                <a:gd name="T6" fmla="*/ 89 w 179"/>
                <a:gd name="T7" fmla="*/ 0 h 271"/>
                <a:gd name="T8" fmla="*/ 53 w 179"/>
                <a:gd name="T9" fmla="*/ 0 h 271"/>
                <a:gd name="T10" fmla="*/ 34 w 179"/>
                <a:gd name="T11" fmla="*/ 14 h 271"/>
                <a:gd name="T12" fmla="*/ 3 w 179"/>
                <a:gd name="T13" fmla="*/ 106 h 271"/>
                <a:gd name="T14" fmla="*/ 15 w 179"/>
                <a:gd name="T15" fmla="*/ 123 h 271"/>
                <a:gd name="T16" fmla="*/ 15 w 179"/>
                <a:gd name="T17" fmla="*/ 123 h 271"/>
                <a:gd name="T18" fmla="*/ 27 w 179"/>
                <a:gd name="T19" fmla="*/ 114 h 271"/>
                <a:gd name="T20" fmla="*/ 50 w 179"/>
                <a:gd name="T21" fmla="*/ 44 h 271"/>
                <a:gd name="T22" fmla="*/ 53 w 179"/>
                <a:gd name="T23" fmla="*/ 42 h 271"/>
                <a:gd name="T24" fmla="*/ 53 w 179"/>
                <a:gd name="T25" fmla="*/ 42 h 271"/>
                <a:gd name="T26" fmla="*/ 55 w 179"/>
                <a:gd name="T27" fmla="*/ 46 h 271"/>
                <a:gd name="T28" fmla="*/ 27 w 179"/>
                <a:gd name="T29" fmla="*/ 142 h 271"/>
                <a:gd name="T30" fmla="*/ 34 w 179"/>
                <a:gd name="T31" fmla="*/ 151 h 271"/>
                <a:gd name="T32" fmla="*/ 52 w 179"/>
                <a:gd name="T33" fmla="*/ 151 h 271"/>
                <a:gd name="T34" fmla="*/ 52 w 179"/>
                <a:gd name="T35" fmla="*/ 255 h 271"/>
                <a:gd name="T36" fmla="*/ 68 w 179"/>
                <a:gd name="T37" fmla="*/ 271 h 271"/>
                <a:gd name="T38" fmla="*/ 68 w 179"/>
                <a:gd name="T39" fmla="*/ 271 h 271"/>
                <a:gd name="T40" fmla="*/ 83 w 179"/>
                <a:gd name="T41" fmla="*/ 255 h 271"/>
                <a:gd name="T42" fmla="*/ 83 w 179"/>
                <a:gd name="T43" fmla="*/ 152 h 271"/>
                <a:gd name="T44" fmla="*/ 89 w 179"/>
                <a:gd name="T45" fmla="*/ 152 h 271"/>
                <a:gd name="T46" fmla="*/ 95 w 179"/>
                <a:gd name="T47" fmla="*/ 152 h 271"/>
                <a:gd name="T48" fmla="*/ 95 w 179"/>
                <a:gd name="T49" fmla="*/ 255 h 271"/>
                <a:gd name="T50" fmla="*/ 111 w 179"/>
                <a:gd name="T51" fmla="*/ 271 h 271"/>
                <a:gd name="T52" fmla="*/ 111 w 179"/>
                <a:gd name="T53" fmla="*/ 271 h 271"/>
                <a:gd name="T54" fmla="*/ 127 w 179"/>
                <a:gd name="T55" fmla="*/ 255 h 271"/>
                <a:gd name="T56" fmla="*/ 127 w 179"/>
                <a:gd name="T57" fmla="*/ 151 h 271"/>
                <a:gd name="T58" fmla="*/ 145 w 179"/>
                <a:gd name="T59" fmla="*/ 151 h 271"/>
                <a:gd name="T60" fmla="*/ 152 w 179"/>
                <a:gd name="T61" fmla="*/ 142 h 271"/>
                <a:gd name="T62" fmla="*/ 123 w 179"/>
                <a:gd name="T63" fmla="*/ 46 h 271"/>
                <a:gd name="T64" fmla="*/ 126 w 179"/>
                <a:gd name="T65" fmla="*/ 42 h 271"/>
                <a:gd name="T66" fmla="*/ 126 w 179"/>
                <a:gd name="T67" fmla="*/ 42 h 271"/>
                <a:gd name="T68" fmla="*/ 129 w 179"/>
                <a:gd name="T69" fmla="*/ 44 h 271"/>
                <a:gd name="T70" fmla="*/ 151 w 179"/>
                <a:gd name="T71" fmla="*/ 114 h 271"/>
                <a:gd name="T72" fmla="*/ 167 w 179"/>
                <a:gd name="T73" fmla="*/ 123 h 271"/>
                <a:gd name="T74" fmla="*/ 176 w 179"/>
                <a:gd name="T75" fmla="*/ 106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9" h="271">
                  <a:moveTo>
                    <a:pt x="176" y="106"/>
                  </a:moveTo>
                  <a:cubicBezTo>
                    <a:pt x="145" y="14"/>
                    <a:pt x="145" y="14"/>
                    <a:pt x="145" y="14"/>
                  </a:cubicBezTo>
                  <a:cubicBezTo>
                    <a:pt x="142" y="6"/>
                    <a:pt x="134" y="0"/>
                    <a:pt x="12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4" y="0"/>
                    <a:pt x="37" y="6"/>
                    <a:pt x="34" y="14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0" y="114"/>
                    <a:pt x="6" y="123"/>
                    <a:pt x="15" y="123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21" y="123"/>
                    <a:pt x="26" y="119"/>
                    <a:pt x="27" y="114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1" y="43"/>
                    <a:pt x="52" y="42"/>
                    <a:pt x="53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5" y="42"/>
                    <a:pt x="56" y="44"/>
                    <a:pt x="55" y="46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6" y="147"/>
                    <a:pt x="29" y="151"/>
                    <a:pt x="34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255"/>
                    <a:pt x="52" y="255"/>
                    <a:pt x="52" y="255"/>
                  </a:cubicBezTo>
                  <a:cubicBezTo>
                    <a:pt x="52" y="264"/>
                    <a:pt x="59" y="271"/>
                    <a:pt x="68" y="271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76" y="271"/>
                    <a:pt x="83" y="264"/>
                    <a:pt x="83" y="255"/>
                  </a:cubicBezTo>
                  <a:cubicBezTo>
                    <a:pt x="83" y="152"/>
                    <a:pt x="83" y="152"/>
                    <a:pt x="83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64"/>
                    <a:pt x="102" y="271"/>
                    <a:pt x="111" y="271"/>
                  </a:cubicBezTo>
                  <a:cubicBezTo>
                    <a:pt x="111" y="271"/>
                    <a:pt x="111" y="271"/>
                    <a:pt x="111" y="271"/>
                  </a:cubicBezTo>
                  <a:cubicBezTo>
                    <a:pt x="120" y="271"/>
                    <a:pt x="127" y="264"/>
                    <a:pt x="127" y="255"/>
                  </a:cubicBezTo>
                  <a:cubicBezTo>
                    <a:pt x="127" y="151"/>
                    <a:pt x="127" y="151"/>
                    <a:pt x="127" y="151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0" y="151"/>
                    <a:pt x="153" y="147"/>
                    <a:pt x="152" y="142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4"/>
                    <a:pt x="124" y="42"/>
                    <a:pt x="126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7" y="42"/>
                    <a:pt x="128" y="43"/>
                    <a:pt x="129" y="44"/>
                  </a:cubicBezTo>
                  <a:cubicBezTo>
                    <a:pt x="151" y="114"/>
                    <a:pt x="151" y="114"/>
                    <a:pt x="151" y="114"/>
                  </a:cubicBezTo>
                  <a:cubicBezTo>
                    <a:pt x="153" y="121"/>
                    <a:pt x="160" y="125"/>
                    <a:pt x="167" y="123"/>
                  </a:cubicBezTo>
                  <a:cubicBezTo>
                    <a:pt x="175" y="122"/>
                    <a:pt x="179" y="114"/>
                    <a:pt x="176" y="106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Oval 19"/>
            <p:cNvSpPr>
              <a:spLocks noChangeArrowheads="1"/>
            </p:cNvSpPr>
            <p:nvPr/>
          </p:nvSpPr>
          <p:spPr bwMode="auto">
            <a:xfrm>
              <a:off x="8194675" y="4438650"/>
              <a:ext cx="263525" cy="2635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8899525" y="4729163"/>
              <a:ext cx="823913" cy="1249362"/>
            </a:xfrm>
            <a:custGeom>
              <a:avLst/>
              <a:gdLst>
                <a:gd name="T0" fmla="*/ 176 w 179"/>
                <a:gd name="T1" fmla="*/ 106 h 271"/>
                <a:gd name="T2" fmla="*/ 145 w 179"/>
                <a:gd name="T3" fmla="*/ 14 h 271"/>
                <a:gd name="T4" fmla="*/ 126 w 179"/>
                <a:gd name="T5" fmla="*/ 0 h 271"/>
                <a:gd name="T6" fmla="*/ 89 w 179"/>
                <a:gd name="T7" fmla="*/ 0 h 271"/>
                <a:gd name="T8" fmla="*/ 53 w 179"/>
                <a:gd name="T9" fmla="*/ 0 h 271"/>
                <a:gd name="T10" fmla="*/ 34 w 179"/>
                <a:gd name="T11" fmla="*/ 14 h 271"/>
                <a:gd name="T12" fmla="*/ 3 w 179"/>
                <a:gd name="T13" fmla="*/ 106 h 271"/>
                <a:gd name="T14" fmla="*/ 15 w 179"/>
                <a:gd name="T15" fmla="*/ 123 h 271"/>
                <a:gd name="T16" fmla="*/ 15 w 179"/>
                <a:gd name="T17" fmla="*/ 123 h 271"/>
                <a:gd name="T18" fmla="*/ 27 w 179"/>
                <a:gd name="T19" fmla="*/ 114 h 271"/>
                <a:gd name="T20" fmla="*/ 50 w 179"/>
                <a:gd name="T21" fmla="*/ 44 h 271"/>
                <a:gd name="T22" fmla="*/ 53 w 179"/>
                <a:gd name="T23" fmla="*/ 42 h 271"/>
                <a:gd name="T24" fmla="*/ 53 w 179"/>
                <a:gd name="T25" fmla="*/ 42 h 271"/>
                <a:gd name="T26" fmla="*/ 55 w 179"/>
                <a:gd name="T27" fmla="*/ 46 h 271"/>
                <a:gd name="T28" fmla="*/ 27 w 179"/>
                <a:gd name="T29" fmla="*/ 142 h 271"/>
                <a:gd name="T30" fmla="*/ 33 w 179"/>
                <a:gd name="T31" fmla="*/ 151 h 271"/>
                <a:gd name="T32" fmla="*/ 52 w 179"/>
                <a:gd name="T33" fmla="*/ 151 h 271"/>
                <a:gd name="T34" fmla="*/ 52 w 179"/>
                <a:gd name="T35" fmla="*/ 255 h 271"/>
                <a:gd name="T36" fmla="*/ 67 w 179"/>
                <a:gd name="T37" fmla="*/ 271 h 271"/>
                <a:gd name="T38" fmla="*/ 67 w 179"/>
                <a:gd name="T39" fmla="*/ 271 h 271"/>
                <a:gd name="T40" fmla="*/ 83 w 179"/>
                <a:gd name="T41" fmla="*/ 255 h 271"/>
                <a:gd name="T42" fmla="*/ 83 w 179"/>
                <a:gd name="T43" fmla="*/ 152 h 271"/>
                <a:gd name="T44" fmla="*/ 89 w 179"/>
                <a:gd name="T45" fmla="*/ 152 h 271"/>
                <a:gd name="T46" fmla="*/ 95 w 179"/>
                <a:gd name="T47" fmla="*/ 152 h 271"/>
                <a:gd name="T48" fmla="*/ 95 w 179"/>
                <a:gd name="T49" fmla="*/ 255 h 271"/>
                <a:gd name="T50" fmla="*/ 111 w 179"/>
                <a:gd name="T51" fmla="*/ 271 h 271"/>
                <a:gd name="T52" fmla="*/ 111 w 179"/>
                <a:gd name="T53" fmla="*/ 271 h 271"/>
                <a:gd name="T54" fmla="*/ 127 w 179"/>
                <a:gd name="T55" fmla="*/ 255 h 271"/>
                <a:gd name="T56" fmla="*/ 127 w 179"/>
                <a:gd name="T57" fmla="*/ 151 h 271"/>
                <a:gd name="T58" fmla="*/ 145 w 179"/>
                <a:gd name="T59" fmla="*/ 151 h 271"/>
                <a:gd name="T60" fmla="*/ 152 w 179"/>
                <a:gd name="T61" fmla="*/ 142 h 271"/>
                <a:gd name="T62" fmla="*/ 123 w 179"/>
                <a:gd name="T63" fmla="*/ 46 h 271"/>
                <a:gd name="T64" fmla="*/ 126 w 179"/>
                <a:gd name="T65" fmla="*/ 42 h 271"/>
                <a:gd name="T66" fmla="*/ 126 w 179"/>
                <a:gd name="T67" fmla="*/ 42 h 271"/>
                <a:gd name="T68" fmla="*/ 129 w 179"/>
                <a:gd name="T69" fmla="*/ 44 h 271"/>
                <a:gd name="T70" fmla="*/ 151 w 179"/>
                <a:gd name="T71" fmla="*/ 114 h 271"/>
                <a:gd name="T72" fmla="*/ 167 w 179"/>
                <a:gd name="T73" fmla="*/ 123 h 271"/>
                <a:gd name="T74" fmla="*/ 176 w 179"/>
                <a:gd name="T75" fmla="*/ 106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9" h="271">
                  <a:moveTo>
                    <a:pt x="176" y="106"/>
                  </a:moveTo>
                  <a:cubicBezTo>
                    <a:pt x="145" y="14"/>
                    <a:pt x="145" y="14"/>
                    <a:pt x="145" y="14"/>
                  </a:cubicBezTo>
                  <a:cubicBezTo>
                    <a:pt x="142" y="6"/>
                    <a:pt x="134" y="0"/>
                    <a:pt x="12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4" y="0"/>
                    <a:pt x="37" y="6"/>
                    <a:pt x="34" y="14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0" y="114"/>
                    <a:pt x="6" y="123"/>
                    <a:pt x="15" y="123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21" y="123"/>
                    <a:pt x="26" y="119"/>
                    <a:pt x="27" y="114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0" y="43"/>
                    <a:pt x="52" y="42"/>
                    <a:pt x="53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5" y="42"/>
                    <a:pt x="56" y="44"/>
                    <a:pt x="55" y="46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6" y="147"/>
                    <a:pt x="29" y="151"/>
                    <a:pt x="33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255"/>
                    <a:pt x="52" y="255"/>
                    <a:pt x="52" y="255"/>
                  </a:cubicBezTo>
                  <a:cubicBezTo>
                    <a:pt x="52" y="264"/>
                    <a:pt x="59" y="271"/>
                    <a:pt x="67" y="271"/>
                  </a:cubicBezTo>
                  <a:cubicBezTo>
                    <a:pt x="67" y="271"/>
                    <a:pt x="67" y="271"/>
                    <a:pt x="67" y="271"/>
                  </a:cubicBezTo>
                  <a:cubicBezTo>
                    <a:pt x="76" y="271"/>
                    <a:pt x="83" y="264"/>
                    <a:pt x="83" y="255"/>
                  </a:cubicBezTo>
                  <a:cubicBezTo>
                    <a:pt x="83" y="152"/>
                    <a:pt x="83" y="152"/>
                    <a:pt x="83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64"/>
                    <a:pt x="102" y="271"/>
                    <a:pt x="111" y="271"/>
                  </a:cubicBezTo>
                  <a:cubicBezTo>
                    <a:pt x="111" y="271"/>
                    <a:pt x="111" y="271"/>
                    <a:pt x="111" y="271"/>
                  </a:cubicBezTo>
                  <a:cubicBezTo>
                    <a:pt x="120" y="271"/>
                    <a:pt x="127" y="264"/>
                    <a:pt x="127" y="255"/>
                  </a:cubicBezTo>
                  <a:cubicBezTo>
                    <a:pt x="127" y="151"/>
                    <a:pt x="127" y="151"/>
                    <a:pt x="127" y="151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0" y="151"/>
                    <a:pt x="153" y="147"/>
                    <a:pt x="152" y="142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4"/>
                    <a:pt x="124" y="42"/>
                    <a:pt x="126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7" y="42"/>
                    <a:pt x="128" y="43"/>
                    <a:pt x="129" y="44"/>
                  </a:cubicBezTo>
                  <a:cubicBezTo>
                    <a:pt x="151" y="114"/>
                    <a:pt x="151" y="114"/>
                    <a:pt x="151" y="114"/>
                  </a:cubicBezTo>
                  <a:cubicBezTo>
                    <a:pt x="153" y="121"/>
                    <a:pt x="160" y="125"/>
                    <a:pt x="167" y="123"/>
                  </a:cubicBezTo>
                  <a:cubicBezTo>
                    <a:pt x="174" y="122"/>
                    <a:pt x="179" y="114"/>
                    <a:pt x="176" y="106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Oval 21"/>
            <p:cNvSpPr>
              <a:spLocks noChangeArrowheads="1"/>
            </p:cNvSpPr>
            <p:nvPr/>
          </p:nvSpPr>
          <p:spPr bwMode="auto">
            <a:xfrm>
              <a:off x="9180513" y="4438650"/>
              <a:ext cx="261938" cy="2635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2"/>
            <p:cNvSpPr>
              <a:spLocks/>
            </p:cNvSpPr>
            <p:nvPr/>
          </p:nvSpPr>
          <p:spPr bwMode="auto">
            <a:xfrm>
              <a:off x="6929438" y="4729163"/>
              <a:ext cx="823913" cy="1249362"/>
            </a:xfrm>
            <a:custGeom>
              <a:avLst/>
              <a:gdLst>
                <a:gd name="T0" fmla="*/ 177 w 179"/>
                <a:gd name="T1" fmla="*/ 106 h 271"/>
                <a:gd name="T2" fmla="*/ 145 w 179"/>
                <a:gd name="T3" fmla="*/ 14 h 271"/>
                <a:gd name="T4" fmla="*/ 126 w 179"/>
                <a:gd name="T5" fmla="*/ 0 h 271"/>
                <a:gd name="T6" fmla="*/ 90 w 179"/>
                <a:gd name="T7" fmla="*/ 0 h 271"/>
                <a:gd name="T8" fmla="*/ 53 w 179"/>
                <a:gd name="T9" fmla="*/ 0 h 271"/>
                <a:gd name="T10" fmla="*/ 34 w 179"/>
                <a:gd name="T11" fmla="*/ 14 h 271"/>
                <a:gd name="T12" fmla="*/ 3 w 179"/>
                <a:gd name="T13" fmla="*/ 106 h 271"/>
                <a:gd name="T14" fmla="*/ 15 w 179"/>
                <a:gd name="T15" fmla="*/ 123 h 271"/>
                <a:gd name="T16" fmla="*/ 15 w 179"/>
                <a:gd name="T17" fmla="*/ 123 h 271"/>
                <a:gd name="T18" fmla="*/ 28 w 179"/>
                <a:gd name="T19" fmla="*/ 114 h 271"/>
                <a:gd name="T20" fmla="*/ 50 w 179"/>
                <a:gd name="T21" fmla="*/ 44 h 271"/>
                <a:gd name="T22" fmla="*/ 53 w 179"/>
                <a:gd name="T23" fmla="*/ 42 h 271"/>
                <a:gd name="T24" fmla="*/ 53 w 179"/>
                <a:gd name="T25" fmla="*/ 42 h 271"/>
                <a:gd name="T26" fmla="*/ 56 w 179"/>
                <a:gd name="T27" fmla="*/ 46 h 271"/>
                <a:gd name="T28" fmla="*/ 27 w 179"/>
                <a:gd name="T29" fmla="*/ 142 h 271"/>
                <a:gd name="T30" fmla="*/ 34 w 179"/>
                <a:gd name="T31" fmla="*/ 151 h 271"/>
                <a:gd name="T32" fmla="*/ 52 w 179"/>
                <a:gd name="T33" fmla="*/ 151 h 271"/>
                <a:gd name="T34" fmla="*/ 52 w 179"/>
                <a:gd name="T35" fmla="*/ 255 h 271"/>
                <a:gd name="T36" fmla="*/ 68 w 179"/>
                <a:gd name="T37" fmla="*/ 271 h 271"/>
                <a:gd name="T38" fmla="*/ 68 w 179"/>
                <a:gd name="T39" fmla="*/ 271 h 271"/>
                <a:gd name="T40" fmla="*/ 84 w 179"/>
                <a:gd name="T41" fmla="*/ 255 h 271"/>
                <a:gd name="T42" fmla="*/ 84 w 179"/>
                <a:gd name="T43" fmla="*/ 152 h 271"/>
                <a:gd name="T44" fmla="*/ 90 w 179"/>
                <a:gd name="T45" fmla="*/ 152 h 271"/>
                <a:gd name="T46" fmla="*/ 96 w 179"/>
                <a:gd name="T47" fmla="*/ 152 h 271"/>
                <a:gd name="T48" fmla="*/ 96 w 179"/>
                <a:gd name="T49" fmla="*/ 255 h 271"/>
                <a:gd name="T50" fmla="*/ 111 w 179"/>
                <a:gd name="T51" fmla="*/ 271 h 271"/>
                <a:gd name="T52" fmla="*/ 111 w 179"/>
                <a:gd name="T53" fmla="*/ 271 h 271"/>
                <a:gd name="T54" fmla="*/ 127 w 179"/>
                <a:gd name="T55" fmla="*/ 255 h 271"/>
                <a:gd name="T56" fmla="*/ 127 w 179"/>
                <a:gd name="T57" fmla="*/ 151 h 271"/>
                <a:gd name="T58" fmla="*/ 145 w 179"/>
                <a:gd name="T59" fmla="*/ 151 h 271"/>
                <a:gd name="T60" fmla="*/ 152 w 179"/>
                <a:gd name="T61" fmla="*/ 142 h 271"/>
                <a:gd name="T62" fmla="*/ 124 w 179"/>
                <a:gd name="T63" fmla="*/ 46 h 271"/>
                <a:gd name="T64" fmla="*/ 126 w 179"/>
                <a:gd name="T65" fmla="*/ 42 h 271"/>
                <a:gd name="T66" fmla="*/ 126 w 179"/>
                <a:gd name="T67" fmla="*/ 42 h 271"/>
                <a:gd name="T68" fmla="*/ 129 w 179"/>
                <a:gd name="T69" fmla="*/ 44 h 271"/>
                <a:gd name="T70" fmla="*/ 152 w 179"/>
                <a:gd name="T71" fmla="*/ 114 h 271"/>
                <a:gd name="T72" fmla="*/ 167 w 179"/>
                <a:gd name="T73" fmla="*/ 123 h 271"/>
                <a:gd name="T74" fmla="*/ 177 w 179"/>
                <a:gd name="T75" fmla="*/ 106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9" h="271">
                  <a:moveTo>
                    <a:pt x="177" y="106"/>
                  </a:moveTo>
                  <a:cubicBezTo>
                    <a:pt x="145" y="14"/>
                    <a:pt x="145" y="14"/>
                    <a:pt x="145" y="14"/>
                  </a:cubicBezTo>
                  <a:cubicBezTo>
                    <a:pt x="142" y="6"/>
                    <a:pt x="135" y="0"/>
                    <a:pt x="126" y="0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5" y="0"/>
                    <a:pt x="37" y="6"/>
                    <a:pt x="34" y="14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0" y="114"/>
                    <a:pt x="6" y="123"/>
                    <a:pt x="15" y="123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21" y="123"/>
                    <a:pt x="26" y="119"/>
                    <a:pt x="28" y="114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1" y="43"/>
                    <a:pt x="52" y="42"/>
                    <a:pt x="53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5" y="42"/>
                    <a:pt x="56" y="44"/>
                    <a:pt x="56" y="46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6" y="147"/>
                    <a:pt x="29" y="151"/>
                    <a:pt x="34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255"/>
                    <a:pt x="52" y="255"/>
                    <a:pt x="52" y="255"/>
                  </a:cubicBezTo>
                  <a:cubicBezTo>
                    <a:pt x="52" y="264"/>
                    <a:pt x="59" y="271"/>
                    <a:pt x="68" y="271"/>
                  </a:cubicBezTo>
                  <a:cubicBezTo>
                    <a:pt x="68" y="271"/>
                    <a:pt x="68" y="271"/>
                    <a:pt x="68" y="271"/>
                  </a:cubicBezTo>
                  <a:cubicBezTo>
                    <a:pt x="77" y="271"/>
                    <a:pt x="84" y="264"/>
                    <a:pt x="84" y="255"/>
                  </a:cubicBezTo>
                  <a:cubicBezTo>
                    <a:pt x="84" y="152"/>
                    <a:pt x="84" y="152"/>
                    <a:pt x="84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96" y="255"/>
                    <a:pt x="96" y="255"/>
                    <a:pt x="96" y="255"/>
                  </a:cubicBezTo>
                  <a:cubicBezTo>
                    <a:pt x="96" y="264"/>
                    <a:pt x="103" y="271"/>
                    <a:pt x="111" y="271"/>
                  </a:cubicBezTo>
                  <a:cubicBezTo>
                    <a:pt x="111" y="271"/>
                    <a:pt x="111" y="271"/>
                    <a:pt x="111" y="271"/>
                  </a:cubicBezTo>
                  <a:cubicBezTo>
                    <a:pt x="120" y="271"/>
                    <a:pt x="127" y="264"/>
                    <a:pt x="127" y="255"/>
                  </a:cubicBezTo>
                  <a:cubicBezTo>
                    <a:pt x="127" y="151"/>
                    <a:pt x="127" y="151"/>
                    <a:pt x="127" y="151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0" y="151"/>
                    <a:pt x="153" y="147"/>
                    <a:pt x="152" y="142"/>
                  </a:cubicBezTo>
                  <a:cubicBezTo>
                    <a:pt x="124" y="46"/>
                    <a:pt x="124" y="46"/>
                    <a:pt x="124" y="46"/>
                  </a:cubicBezTo>
                  <a:cubicBezTo>
                    <a:pt x="123" y="44"/>
                    <a:pt x="124" y="42"/>
                    <a:pt x="126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7" y="42"/>
                    <a:pt x="128" y="43"/>
                    <a:pt x="129" y="44"/>
                  </a:cubicBezTo>
                  <a:cubicBezTo>
                    <a:pt x="152" y="114"/>
                    <a:pt x="152" y="114"/>
                    <a:pt x="152" y="114"/>
                  </a:cubicBezTo>
                  <a:cubicBezTo>
                    <a:pt x="154" y="121"/>
                    <a:pt x="160" y="125"/>
                    <a:pt x="167" y="123"/>
                  </a:cubicBezTo>
                  <a:cubicBezTo>
                    <a:pt x="175" y="122"/>
                    <a:pt x="179" y="114"/>
                    <a:pt x="177" y="106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7210425" y="4438650"/>
              <a:ext cx="261938" cy="2635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9885363" y="4729163"/>
              <a:ext cx="823913" cy="1249362"/>
            </a:xfrm>
            <a:custGeom>
              <a:avLst/>
              <a:gdLst>
                <a:gd name="T0" fmla="*/ 176 w 179"/>
                <a:gd name="T1" fmla="*/ 106 h 271"/>
                <a:gd name="T2" fmla="*/ 145 w 179"/>
                <a:gd name="T3" fmla="*/ 14 h 271"/>
                <a:gd name="T4" fmla="*/ 126 w 179"/>
                <a:gd name="T5" fmla="*/ 0 h 271"/>
                <a:gd name="T6" fmla="*/ 89 w 179"/>
                <a:gd name="T7" fmla="*/ 0 h 271"/>
                <a:gd name="T8" fmla="*/ 53 w 179"/>
                <a:gd name="T9" fmla="*/ 0 h 271"/>
                <a:gd name="T10" fmla="*/ 34 w 179"/>
                <a:gd name="T11" fmla="*/ 14 h 271"/>
                <a:gd name="T12" fmla="*/ 3 w 179"/>
                <a:gd name="T13" fmla="*/ 106 h 271"/>
                <a:gd name="T14" fmla="*/ 15 w 179"/>
                <a:gd name="T15" fmla="*/ 123 h 271"/>
                <a:gd name="T16" fmla="*/ 15 w 179"/>
                <a:gd name="T17" fmla="*/ 123 h 271"/>
                <a:gd name="T18" fmla="*/ 27 w 179"/>
                <a:gd name="T19" fmla="*/ 114 h 271"/>
                <a:gd name="T20" fmla="*/ 50 w 179"/>
                <a:gd name="T21" fmla="*/ 44 h 271"/>
                <a:gd name="T22" fmla="*/ 53 w 179"/>
                <a:gd name="T23" fmla="*/ 42 h 271"/>
                <a:gd name="T24" fmla="*/ 53 w 179"/>
                <a:gd name="T25" fmla="*/ 42 h 271"/>
                <a:gd name="T26" fmla="*/ 55 w 179"/>
                <a:gd name="T27" fmla="*/ 46 h 271"/>
                <a:gd name="T28" fmla="*/ 27 w 179"/>
                <a:gd name="T29" fmla="*/ 142 h 271"/>
                <a:gd name="T30" fmla="*/ 33 w 179"/>
                <a:gd name="T31" fmla="*/ 151 h 271"/>
                <a:gd name="T32" fmla="*/ 52 w 179"/>
                <a:gd name="T33" fmla="*/ 151 h 271"/>
                <a:gd name="T34" fmla="*/ 52 w 179"/>
                <a:gd name="T35" fmla="*/ 255 h 271"/>
                <a:gd name="T36" fmla="*/ 67 w 179"/>
                <a:gd name="T37" fmla="*/ 271 h 271"/>
                <a:gd name="T38" fmla="*/ 67 w 179"/>
                <a:gd name="T39" fmla="*/ 271 h 271"/>
                <a:gd name="T40" fmla="*/ 83 w 179"/>
                <a:gd name="T41" fmla="*/ 255 h 271"/>
                <a:gd name="T42" fmla="*/ 83 w 179"/>
                <a:gd name="T43" fmla="*/ 152 h 271"/>
                <a:gd name="T44" fmla="*/ 89 w 179"/>
                <a:gd name="T45" fmla="*/ 152 h 271"/>
                <a:gd name="T46" fmla="*/ 95 w 179"/>
                <a:gd name="T47" fmla="*/ 152 h 271"/>
                <a:gd name="T48" fmla="*/ 95 w 179"/>
                <a:gd name="T49" fmla="*/ 255 h 271"/>
                <a:gd name="T50" fmla="*/ 111 w 179"/>
                <a:gd name="T51" fmla="*/ 271 h 271"/>
                <a:gd name="T52" fmla="*/ 111 w 179"/>
                <a:gd name="T53" fmla="*/ 271 h 271"/>
                <a:gd name="T54" fmla="*/ 127 w 179"/>
                <a:gd name="T55" fmla="*/ 255 h 271"/>
                <a:gd name="T56" fmla="*/ 127 w 179"/>
                <a:gd name="T57" fmla="*/ 151 h 271"/>
                <a:gd name="T58" fmla="*/ 145 w 179"/>
                <a:gd name="T59" fmla="*/ 151 h 271"/>
                <a:gd name="T60" fmla="*/ 152 w 179"/>
                <a:gd name="T61" fmla="*/ 142 h 271"/>
                <a:gd name="T62" fmla="*/ 123 w 179"/>
                <a:gd name="T63" fmla="*/ 46 h 271"/>
                <a:gd name="T64" fmla="*/ 126 w 179"/>
                <a:gd name="T65" fmla="*/ 42 h 271"/>
                <a:gd name="T66" fmla="*/ 126 w 179"/>
                <a:gd name="T67" fmla="*/ 42 h 271"/>
                <a:gd name="T68" fmla="*/ 128 w 179"/>
                <a:gd name="T69" fmla="*/ 44 h 271"/>
                <a:gd name="T70" fmla="*/ 151 w 179"/>
                <a:gd name="T71" fmla="*/ 114 h 271"/>
                <a:gd name="T72" fmla="*/ 167 w 179"/>
                <a:gd name="T73" fmla="*/ 123 h 271"/>
                <a:gd name="T74" fmla="*/ 176 w 179"/>
                <a:gd name="T75" fmla="*/ 106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9" h="271">
                  <a:moveTo>
                    <a:pt x="176" y="106"/>
                  </a:moveTo>
                  <a:cubicBezTo>
                    <a:pt x="145" y="14"/>
                    <a:pt x="145" y="14"/>
                    <a:pt x="145" y="14"/>
                  </a:cubicBezTo>
                  <a:cubicBezTo>
                    <a:pt x="142" y="6"/>
                    <a:pt x="134" y="0"/>
                    <a:pt x="12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44" y="0"/>
                    <a:pt x="37" y="6"/>
                    <a:pt x="34" y="14"/>
                  </a:cubicBezTo>
                  <a:cubicBezTo>
                    <a:pt x="3" y="106"/>
                    <a:pt x="3" y="106"/>
                    <a:pt x="3" y="106"/>
                  </a:cubicBezTo>
                  <a:cubicBezTo>
                    <a:pt x="0" y="114"/>
                    <a:pt x="6" y="123"/>
                    <a:pt x="15" y="123"/>
                  </a:cubicBezTo>
                  <a:cubicBezTo>
                    <a:pt x="15" y="123"/>
                    <a:pt x="15" y="123"/>
                    <a:pt x="15" y="123"/>
                  </a:cubicBezTo>
                  <a:cubicBezTo>
                    <a:pt x="21" y="123"/>
                    <a:pt x="26" y="119"/>
                    <a:pt x="27" y="114"/>
                  </a:cubicBezTo>
                  <a:cubicBezTo>
                    <a:pt x="50" y="44"/>
                    <a:pt x="50" y="44"/>
                    <a:pt x="50" y="44"/>
                  </a:cubicBezTo>
                  <a:cubicBezTo>
                    <a:pt x="50" y="43"/>
                    <a:pt x="51" y="42"/>
                    <a:pt x="53" y="42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5" y="42"/>
                    <a:pt x="56" y="44"/>
                    <a:pt x="55" y="46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6" y="147"/>
                    <a:pt x="29" y="151"/>
                    <a:pt x="33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255"/>
                    <a:pt x="52" y="255"/>
                    <a:pt x="52" y="255"/>
                  </a:cubicBezTo>
                  <a:cubicBezTo>
                    <a:pt x="52" y="264"/>
                    <a:pt x="59" y="271"/>
                    <a:pt x="67" y="271"/>
                  </a:cubicBezTo>
                  <a:cubicBezTo>
                    <a:pt x="67" y="271"/>
                    <a:pt x="67" y="271"/>
                    <a:pt x="67" y="271"/>
                  </a:cubicBezTo>
                  <a:cubicBezTo>
                    <a:pt x="76" y="271"/>
                    <a:pt x="83" y="264"/>
                    <a:pt x="83" y="255"/>
                  </a:cubicBezTo>
                  <a:cubicBezTo>
                    <a:pt x="83" y="152"/>
                    <a:pt x="83" y="152"/>
                    <a:pt x="83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5" y="255"/>
                    <a:pt x="95" y="255"/>
                    <a:pt x="95" y="255"/>
                  </a:cubicBezTo>
                  <a:cubicBezTo>
                    <a:pt x="95" y="264"/>
                    <a:pt x="102" y="271"/>
                    <a:pt x="111" y="271"/>
                  </a:cubicBezTo>
                  <a:cubicBezTo>
                    <a:pt x="111" y="271"/>
                    <a:pt x="111" y="271"/>
                    <a:pt x="111" y="271"/>
                  </a:cubicBezTo>
                  <a:cubicBezTo>
                    <a:pt x="120" y="271"/>
                    <a:pt x="127" y="264"/>
                    <a:pt x="127" y="255"/>
                  </a:cubicBezTo>
                  <a:cubicBezTo>
                    <a:pt x="127" y="151"/>
                    <a:pt x="127" y="151"/>
                    <a:pt x="127" y="151"/>
                  </a:cubicBezTo>
                  <a:cubicBezTo>
                    <a:pt x="145" y="151"/>
                    <a:pt x="145" y="151"/>
                    <a:pt x="145" y="151"/>
                  </a:cubicBezTo>
                  <a:cubicBezTo>
                    <a:pt x="150" y="151"/>
                    <a:pt x="153" y="147"/>
                    <a:pt x="152" y="142"/>
                  </a:cubicBezTo>
                  <a:cubicBezTo>
                    <a:pt x="123" y="46"/>
                    <a:pt x="123" y="46"/>
                    <a:pt x="123" y="46"/>
                  </a:cubicBezTo>
                  <a:cubicBezTo>
                    <a:pt x="123" y="44"/>
                    <a:pt x="124" y="42"/>
                    <a:pt x="126" y="42"/>
                  </a:cubicBezTo>
                  <a:cubicBezTo>
                    <a:pt x="126" y="42"/>
                    <a:pt x="126" y="42"/>
                    <a:pt x="126" y="42"/>
                  </a:cubicBezTo>
                  <a:cubicBezTo>
                    <a:pt x="127" y="42"/>
                    <a:pt x="128" y="43"/>
                    <a:pt x="128" y="44"/>
                  </a:cubicBezTo>
                  <a:cubicBezTo>
                    <a:pt x="151" y="114"/>
                    <a:pt x="151" y="114"/>
                    <a:pt x="151" y="114"/>
                  </a:cubicBezTo>
                  <a:cubicBezTo>
                    <a:pt x="153" y="121"/>
                    <a:pt x="160" y="125"/>
                    <a:pt x="167" y="123"/>
                  </a:cubicBezTo>
                  <a:cubicBezTo>
                    <a:pt x="174" y="122"/>
                    <a:pt x="179" y="114"/>
                    <a:pt x="176" y="106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Oval 25"/>
            <p:cNvSpPr>
              <a:spLocks noChangeArrowheads="1"/>
            </p:cNvSpPr>
            <p:nvPr/>
          </p:nvSpPr>
          <p:spPr bwMode="auto">
            <a:xfrm>
              <a:off x="10166350" y="4438650"/>
              <a:ext cx="261938" cy="2635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6" name="Rectangle 26"/>
          <p:cNvSpPr>
            <a:spLocks noChangeArrowheads="1"/>
          </p:cNvSpPr>
          <p:nvPr/>
        </p:nvSpPr>
        <p:spPr bwMode="auto">
          <a:xfrm>
            <a:off x="2117725" y="430213"/>
            <a:ext cx="7543732" cy="87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C" altLang="en-US" sz="5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</a:t>
            </a:r>
            <a:r>
              <a:rPr lang="en-US" altLang="en-US" sz="5700" b="1" dirty="0">
                <a:solidFill>
                  <a:srgbClr val="000000"/>
                </a:solidFill>
                <a:latin typeface="Open Sans" panose="020B0606030504020204" pitchFamily="34" charset="0"/>
              </a:rPr>
              <a:t>Í</a:t>
            </a:r>
            <a:r>
              <a:rPr kumimoji="0" lang="en-US" altLang="en-US" sz="57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TULO ASOMBROSO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741363" y="1876425"/>
            <a:ext cx="139065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60%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8" name="Rectangle 28"/>
          <p:cNvSpPr>
            <a:spLocks noChangeArrowheads="1"/>
          </p:cNvSpPr>
          <p:nvPr/>
        </p:nvSpPr>
        <p:spPr bwMode="auto">
          <a:xfrm>
            <a:off x="10367963" y="1876425"/>
            <a:ext cx="1390650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100" b="1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40%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52" name="TextBox 47"/>
          <p:cNvSpPr txBox="1">
            <a:spLocks noChangeArrowheads="1"/>
          </p:cNvSpPr>
          <p:nvPr/>
        </p:nvSpPr>
        <p:spPr bwMode="auto">
          <a:xfrm>
            <a:off x="612077" y="2525881"/>
            <a:ext cx="27241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  <p:sp>
        <p:nvSpPr>
          <p:cNvPr id="53" name="TextBox 47"/>
          <p:cNvSpPr txBox="1">
            <a:spLocks noChangeArrowheads="1"/>
          </p:cNvSpPr>
          <p:nvPr/>
        </p:nvSpPr>
        <p:spPr bwMode="auto">
          <a:xfrm>
            <a:off x="8769192" y="2525880"/>
            <a:ext cx="272415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</p:spTree>
    <p:extLst>
      <p:ext uri="{BB962C8B-B14F-4D97-AF65-F5344CB8AC3E}">
        <p14:creationId xmlns:p14="http://schemas.microsoft.com/office/powerpoint/2010/main" val="17595016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6"/>
          <p:cNvSpPr>
            <a:spLocks noChangeArrowheads="1"/>
          </p:cNvSpPr>
          <p:nvPr/>
        </p:nvSpPr>
        <p:spPr bwMode="auto">
          <a:xfrm>
            <a:off x="2124075" y="2938463"/>
            <a:ext cx="763189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TÍTULO ASOMBROSO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77" name="Group 76"/>
          <p:cNvGrpSpPr/>
          <p:nvPr/>
        </p:nvGrpSpPr>
        <p:grpSpPr>
          <a:xfrm>
            <a:off x="525463" y="550863"/>
            <a:ext cx="5864224" cy="1014413"/>
            <a:chOff x="525463" y="550863"/>
            <a:chExt cx="5864224" cy="1014413"/>
          </a:xfrm>
        </p:grpSpPr>
        <p:sp>
          <p:nvSpPr>
            <p:cNvPr id="31" name="Oval 7"/>
            <p:cNvSpPr>
              <a:spLocks noChangeArrowheads="1"/>
            </p:cNvSpPr>
            <p:nvPr/>
          </p:nvSpPr>
          <p:spPr bwMode="auto">
            <a:xfrm>
              <a:off x="649288" y="550863"/>
              <a:ext cx="168275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8"/>
            <p:cNvSpPr>
              <a:spLocks/>
            </p:cNvSpPr>
            <p:nvPr/>
          </p:nvSpPr>
          <p:spPr bwMode="auto">
            <a:xfrm>
              <a:off x="525463" y="739776"/>
              <a:ext cx="407987" cy="825500"/>
            </a:xfrm>
            <a:custGeom>
              <a:avLst/>
              <a:gdLst>
                <a:gd name="T0" fmla="*/ 82 w 99"/>
                <a:gd name="T1" fmla="*/ 0 h 200"/>
                <a:gd name="T2" fmla="*/ 80 w 99"/>
                <a:gd name="T3" fmla="*/ 0 h 200"/>
                <a:gd name="T4" fmla="*/ 76 w 99"/>
                <a:gd name="T5" fmla="*/ 0 h 200"/>
                <a:gd name="T6" fmla="*/ 52 w 99"/>
                <a:gd name="T7" fmla="*/ 0 h 200"/>
                <a:gd name="T8" fmla="*/ 51 w 99"/>
                <a:gd name="T9" fmla="*/ 0 h 200"/>
                <a:gd name="T10" fmla="*/ 50 w 99"/>
                <a:gd name="T11" fmla="*/ 0 h 200"/>
                <a:gd name="T12" fmla="*/ 47 w 99"/>
                <a:gd name="T13" fmla="*/ 0 h 200"/>
                <a:gd name="T14" fmla="*/ 23 w 99"/>
                <a:gd name="T15" fmla="*/ 0 h 200"/>
                <a:gd name="T16" fmla="*/ 18 w 99"/>
                <a:gd name="T17" fmla="*/ 0 h 200"/>
                <a:gd name="T18" fmla="*/ 17 w 99"/>
                <a:gd name="T19" fmla="*/ 0 h 200"/>
                <a:gd name="T20" fmla="*/ 0 w 99"/>
                <a:gd name="T21" fmla="*/ 17 h 200"/>
                <a:gd name="T22" fmla="*/ 0 w 99"/>
                <a:gd name="T23" fmla="*/ 90 h 200"/>
                <a:gd name="T24" fmla="*/ 9 w 99"/>
                <a:gd name="T25" fmla="*/ 100 h 200"/>
                <a:gd name="T26" fmla="*/ 19 w 99"/>
                <a:gd name="T27" fmla="*/ 91 h 200"/>
                <a:gd name="T28" fmla="*/ 19 w 99"/>
                <a:gd name="T29" fmla="*/ 36 h 200"/>
                <a:gd name="T30" fmla="*/ 21 w 99"/>
                <a:gd name="T31" fmla="*/ 34 h 200"/>
                <a:gd name="T32" fmla="*/ 21 w 99"/>
                <a:gd name="T33" fmla="*/ 34 h 200"/>
                <a:gd name="T34" fmla="*/ 23 w 99"/>
                <a:gd name="T35" fmla="*/ 36 h 200"/>
                <a:gd name="T36" fmla="*/ 23 w 99"/>
                <a:gd name="T37" fmla="*/ 187 h 200"/>
                <a:gd name="T38" fmla="*/ 34 w 99"/>
                <a:gd name="T39" fmla="*/ 200 h 200"/>
                <a:gd name="T40" fmla="*/ 47 w 99"/>
                <a:gd name="T41" fmla="*/ 188 h 200"/>
                <a:gd name="T42" fmla="*/ 47 w 99"/>
                <a:gd name="T43" fmla="*/ 112 h 200"/>
                <a:gd name="T44" fmla="*/ 50 w 99"/>
                <a:gd name="T45" fmla="*/ 112 h 200"/>
                <a:gd name="T46" fmla="*/ 51 w 99"/>
                <a:gd name="T47" fmla="*/ 112 h 200"/>
                <a:gd name="T48" fmla="*/ 52 w 99"/>
                <a:gd name="T49" fmla="*/ 112 h 200"/>
                <a:gd name="T50" fmla="*/ 52 w 99"/>
                <a:gd name="T51" fmla="*/ 187 h 200"/>
                <a:gd name="T52" fmla="*/ 64 w 99"/>
                <a:gd name="T53" fmla="*/ 200 h 200"/>
                <a:gd name="T54" fmla="*/ 76 w 99"/>
                <a:gd name="T55" fmla="*/ 188 h 200"/>
                <a:gd name="T56" fmla="*/ 76 w 99"/>
                <a:gd name="T57" fmla="*/ 36 h 200"/>
                <a:gd name="T58" fmla="*/ 78 w 99"/>
                <a:gd name="T59" fmla="*/ 34 h 200"/>
                <a:gd name="T60" fmla="*/ 78 w 99"/>
                <a:gd name="T61" fmla="*/ 34 h 200"/>
                <a:gd name="T62" fmla="*/ 80 w 99"/>
                <a:gd name="T63" fmla="*/ 36 h 200"/>
                <a:gd name="T64" fmla="*/ 80 w 99"/>
                <a:gd name="T65" fmla="*/ 90 h 200"/>
                <a:gd name="T66" fmla="*/ 89 w 99"/>
                <a:gd name="T67" fmla="*/ 100 h 200"/>
                <a:gd name="T68" fmla="*/ 99 w 99"/>
                <a:gd name="T69" fmla="*/ 91 h 200"/>
                <a:gd name="T70" fmla="*/ 99 w 99"/>
                <a:gd name="T71" fmla="*/ 17 h 200"/>
                <a:gd name="T72" fmla="*/ 82 w 99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200">
                  <a:moveTo>
                    <a:pt x="82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5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3" y="35"/>
                    <a:pt x="23" y="36"/>
                  </a:cubicBezTo>
                  <a:cubicBezTo>
                    <a:pt x="23" y="187"/>
                    <a:pt x="23" y="187"/>
                    <a:pt x="23" y="187"/>
                  </a:cubicBezTo>
                  <a:cubicBezTo>
                    <a:pt x="23" y="194"/>
                    <a:pt x="28" y="199"/>
                    <a:pt x="34" y="200"/>
                  </a:cubicBezTo>
                  <a:cubicBezTo>
                    <a:pt x="41" y="200"/>
                    <a:pt x="47" y="194"/>
                    <a:pt x="47" y="188"/>
                  </a:cubicBezTo>
                  <a:cubicBezTo>
                    <a:pt x="47" y="112"/>
                    <a:pt x="47" y="112"/>
                    <a:pt x="47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4" y="200"/>
                  </a:cubicBezTo>
                  <a:cubicBezTo>
                    <a:pt x="71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9" y="96"/>
                    <a:pt x="99" y="91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9"/>
            <p:cNvSpPr>
              <a:spLocks noChangeArrowheads="1"/>
            </p:cNvSpPr>
            <p:nvPr/>
          </p:nvSpPr>
          <p:spPr bwMode="auto">
            <a:xfrm>
              <a:off x="1254125" y="550863"/>
              <a:ext cx="173037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0"/>
            <p:cNvSpPr>
              <a:spLocks/>
            </p:cNvSpPr>
            <p:nvPr/>
          </p:nvSpPr>
          <p:spPr bwMode="auto">
            <a:xfrm>
              <a:off x="1130300" y="739776"/>
              <a:ext cx="407987" cy="825500"/>
            </a:xfrm>
            <a:custGeom>
              <a:avLst/>
              <a:gdLst>
                <a:gd name="T0" fmla="*/ 82 w 99"/>
                <a:gd name="T1" fmla="*/ 0 h 200"/>
                <a:gd name="T2" fmla="*/ 81 w 99"/>
                <a:gd name="T3" fmla="*/ 0 h 200"/>
                <a:gd name="T4" fmla="*/ 76 w 99"/>
                <a:gd name="T5" fmla="*/ 0 h 200"/>
                <a:gd name="T6" fmla="*/ 52 w 99"/>
                <a:gd name="T7" fmla="*/ 0 h 200"/>
                <a:gd name="T8" fmla="*/ 51 w 99"/>
                <a:gd name="T9" fmla="*/ 0 h 200"/>
                <a:gd name="T10" fmla="*/ 50 w 99"/>
                <a:gd name="T11" fmla="*/ 0 h 200"/>
                <a:gd name="T12" fmla="*/ 47 w 99"/>
                <a:gd name="T13" fmla="*/ 0 h 200"/>
                <a:gd name="T14" fmla="*/ 23 w 99"/>
                <a:gd name="T15" fmla="*/ 0 h 200"/>
                <a:gd name="T16" fmla="*/ 19 w 99"/>
                <a:gd name="T17" fmla="*/ 0 h 200"/>
                <a:gd name="T18" fmla="*/ 17 w 99"/>
                <a:gd name="T19" fmla="*/ 0 h 200"/>
                <a:gd name="T20" fmla="*/ 0 w 99"/>
                <a:gd name="T21" fmla="*/ 17 h 200"/>
                <a:gd name="T22" fmla="*/ 0 w 99"/>
                <a:gd name="T23" fmla="*/ 90 h 200"/>
                <a:gd name="T24" fmla="*/ 10 w 99"/>
                <a:gd name="T25" fmla="*/ 100 h 200"/>
                <a:gd name="T26" fmla="*/ 19 w 99"/>
                <a:gd name="T27" fmla="*/ 91 h 200"/>
                <a:gd name="T28" fmla="*/ 19 w 99"/>
                <a:gd name="T29" fmla="*/ 36 h 200"/>
                <a:gd name="T30" fmla="*/ 21 w 99"/>
                <a:gd name="T31" fmla="*/ 34 h 200"/>
                <a:gd name="T32" fmla="*/ 21 w 99"/>
                <a:gd name="T33" fmla="*/ 34 h 200"/>
                <a:gd name="T34" fmla="*/ 23 w 99"/>
                <a:gd name="T35" fmla="*/ 36 h 200"/>
                <a:gd name="T36" fmla="*/ 23 w 99"/>
                <a:gd name="T37" fmla="*/ 187 h 200"/>
                <a:gd name="T38" fmla="*/ 34 w 99"/>
                <a:gd name="T39" fmla="*/ 200 h 200"/>
                <a:gd name="T40" fmla="*/ 47 w 99"/>
                <a:gd name="T41" fmla="*/ 188 h 200"/>
                <a:gd name="T42" fmla="*/ 47 w 99"/>
                <a:gd name="T43" fmla="*/ 112 h 200"/>
                <a:gd name="T44" fmla="*/ 50 w 99"/>
                <a:gd name="T45" fmla="*/ 112 h 200"/>
                <a:gd name="T46" fmla="*/ 51 w 99"/>
                <a:gd name="T47" fmla="*/ 112 h 200"/>
                <a:gd name="T48" fmla="*/ 52 w 99"/>
                <a:gd name="T49" fmla="*/ 112 h 200"/>
                <a:gd name="T50" fmla="*/ 52 w 99"/>
                <a:gd name="T51" fmla="*/ 187 h 200"/>
                <a:gd name="T52" fmla="*/ 64 w 99"/>
                <a:gd name="T53" fmla="*/ 200 h 200"/>
                <a:gd name="T54" fmla="*/ 76 w 99"/>
                <a:gd name="T55" fmla="*/ 188 h 200"/>
                <a:gd name="T56" fmla="*/ 76 w 99"/>
                <a:gd name="T57" fmla="*/ 36 h 200"/>
                <a:gd name="T58" fmla="*/ 78 w 99"/>
                <a:gd name="T59" fmla="*/ 34 h 200"/>
                <a:gd name="T60" fmla="*/ 78 w 99"/>
                <a:gd name="T61" fmla="*/ 34 h 200"/>
                <a:gd name="T62" fmla="*/ 80 w 99"/>
                <a:gd name="T63" fmla="*/ 36 h 200"/>
                <a:gd name="T64" fmla="*/ 80 w 99"/>
                <a:gd name="T65" fmla="*/ 90 h 200"/>
                <a:gd name="T66" fmla="*/ 89 w 99"/>
                <a:gd name="T67" fmla="*/ 100 h 200"/>
                <a:gd name="T68" fmla="*/ 99 w 99"/>
                <a:gd name="T69" fmla="*/ 91 h 200"/>
                <a:gd name="T70" fmla="*/ 99 w 99"/>
                <a:gd name="T71" fmla="*/ 17 h 200"/>
                <a:gd name="T72" fmla="*/ 82 w 99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200">
                  <a:moveTo>
                    <a:pt x="8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10" y="100"/>
                  </a:cubicBezTo>
                  <a:cubicBezTo>
                    <a:pt x="15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3" y="35"/>
                    <a:pt x="23" y="36"/>
                  </a:cubicBezTo>
                  <a:cubicBezTo>
                    <a:pt x="23" y="187"/>
                    <a:pt x="23" y="187"/>
                    <a:pt x="23" y="187"/>
                  </a:cubicBezTo>
                  <a:cubicBezTo>
                    <a:pt x="23" y="194"/>
                    <a:pt x="28" y="199"/>
                    <a:pt x="34" y="200"/>
                  </a:cubicBezTo>
                  <a:cubicBezTo>
                    <a:pt x="41" y="200"/>
                    <a:pt x="47" y="194"/>
                    <a:pt x="47" y="188"/>
                  </a:cubicBezTo>
                  <a:cubicBezTo>
                    <a:pt x="47" y="112"/>
                    <a:pt x="47" y="112"/>
                    <a:pt x="47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4" y="200"/>
                  </a:cubicBezTo>
                  <a:cubicBezTo>
                    <a:pt x="71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9" y="96"/>
                    <a:pt x="99" y="91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Oval 11"/>
            <p:cNvSpPr>
              <a:spLocks noChangeArrowheads="1"/>
            </p:cNvSpPr>
            <p:nvPr/>
          </p:nvSpPr>
          <p:spPr bwMode="auto">
            <a:xfrm>
              <a:off x="1860550" y="550863"/>
              <a:ext cx="173037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12"/>
            <p:cNvSpPr>
              <a:spLocks/>
            </p:cNvSpPr>
            <p:nvPr/>
          </p:nvSpPr>
          <p:spPr bwMode="auto">
            <a:xfrm>
              <a:off x="1736725" y="739776"/>
              <a:ext cx="407987" cy="825500"/>
            </a:xfrm>
            <a:custGeom>
              <a:avLst/>
              <a:gdLst>
                <a:gd name="T0" fmla="*/ 82 w 99"/>
                <a:gd name="T1" fmla="*/ 0 h 200"/>
                <a:gd name="T2" fmla="*/ 81 w 99"/>
                <a:gd name="T3" fmla="*/ 0 h 200"/>
                <a:gd name="T4" fmla="*/ 76 w 99"/>
                <a:gd name="T5" fmla="*/ 0 h 200"/>
                <a:gd name="T6" fmla="*/ 53 w 99"/>
                <a:gd name="T7" fmla="*/ 0 h 200"/>
                <a:gd name="T8" fmla="*/ 51 w 99"/>
                <a:gd name="T9" fmla="*/ 0 h 200"/>
                <a:gd name="T10" fmla="*/ 50 w 99"/>
                <a:gd name="T11" fmla="*/ 0 h 200"/>
                <a:gd name="T12" fmla="*/ 47 w 99"/>
                <a:gd name="T13" fmla="*/ 0 h 200"/>
                <a:gd name="T14" fmla="*/ 23 w 99"/>
                <a:gd name="T15" fmla="*/ 0 h 200"/>
                <a:gd name="T16" fmla="*/ 19 w 99"/>
                <a:gd name="T17" fmla="*/ 0 h 200"/>
                <a:gd name="T18" fmla="*/ 17 w 99"/>
                <a:gd name="T19" fmla="*/ 0 h 200"/>
                <a:gd name="T20" fmla="*/ 0 w 99"/>
                <a:gd name="T21" fmla="*/ 17 h 200"/>
                <a:gd name="T22" fmla="*/ 0 w 99"/>
                <a:gd name="T23" fmla="*/ 90 h 200"/>
                <a:gd name="T24" fmla="*/ 10 w 99"/>
                <a:gd name="T25" fmla="*/ 100 h 200"/>
                <a:gd name="T26" fmla="*/ 19 w 99"/>
                <a:gd name="T27" fmla="*/ 91 h 200"/>
                <a:gd name="T28" fmla="*/ 19 w 99"/>
                <a:gd name="T29" fmla="*/ 36 h 200"/>
                <a:gd name="T30" fmla="*/ 21 w 99"/>
                <a:gd name="T31" fmla="*/ 34 h 200"/>
                <a:gd name="T32" fmla="*/ 21 w 99"/>
                <a:gd name="T33" fmla="*/ 34 h 200"/>
                <a:gd name="T34" fmla="*/ 23 w 99"/>
                <a:gd name="T35" fmla="*/ 36 h 200"/>
                <a:gd name="T36" fmla="*/ 23 w 99"/>
                <a:gd name="T37" fmla="*/ 187 h 200"/>
                <a:gd name="T38" fmla="*/ 34 w 99"/>
                <a:gd name="T39" fmla="*/ 200 h 200"/>
                <a:gd name="T40" fmla="*/ 47 w 99"/>
                <a:gd name="T41" fmla="*/ 188 h 200"/>
                <a:gd name="T42" fmla="*/ 47 w 99"/>
                <a:gd name="T43" fmla="*/ 112 h 200"/>
                <a:gd name="T44" fmla="*/ 50 w 99"/>
                <a:gd name="T45" fmla="*/ 112 h 200"/>
                <a:gd name="T46" fmla="*/ 51 w 99"/>
                <a:gd name="T47" fmla="*/ 112 h 200"/>
                <a:gd name="T48" fmla="*/ 53 w 99"/>
                <a:gd name="T49" fmla="*/ 112 h 200"/>
                <a:gd name="T50" fmla="*/ 53 w 99"/>
                <a:gd name="T51" fmla="*/ 187 h 200"/>
                <a:gd name="T52" fmla="*/ 64 w 99"/>
                <a:gd name="T53" fmla="*/ 200 h 200"/>
                <a:gd name="T54" fmla="*/ 76 w 99"/>
                <a:gd name="T55" fmla="*/ 188 h 200"/>
                <a:gd name="T56" fmla="*/ 76 w 99"/>
                <a:gd name="T57" fmla="*/ 36 h 200"/>
                <a:gd name="T58" fmla="*/ 78 w 99"/>
                <a:gd name="T59" fmla="*/ 34 h 200"/>
                <a:gd name="T60" fmla="*/ 78 w 99"/>
                <a:gd name="T61" fmla="*/ 34 h 200"/>
                <a:gd name="T62" fmla="*/ 80 w 99"/>
                <a:gd name="T63" fmla="*/ 36 h 200"/>
                <a:gd name="T64" fmla="*/ 80 w 99"/>
                <a:gd name="T65" fmla="*/ 90 h 200"/>
                <a:gd name="T66" fmla="*/ 89 w 99"/>
                <a:gd name="T67" fmla="*/ 100 h 200"/>
                <a:gd name="T68" fmla="*/ 99 w 99"/>
                <a:gd name="T69" fmla="*/ 91 h 200"/>
                <a:gd name="T70" fmla="*/ 99 w 99"/>
                <a:gd name="T71" fmla="*/ 17 h 200"/>
                <a:gd name="T72" fmla="*/ 82 w 99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200">
                  <a:moveTo>
                    <a:pt x="8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5" y="100"/>
                    <a:pt x="10" y="100"/>
                  </a:cubicBezTo>
                  <a:cubicBezTo>
                    <a:pt x="15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3" y="35"/>
                    <a:pt x="23" y="36"/>
                  </a:cubicBezTo>
                  <a:cubicBezTo>
                    <a:pt x="23" y="187"/>
                    <a:pt x="23" y="187"/>
                    <a:pt x="23" y="187"/>
                  </a:cubicBezTo>
                  <a:cubicBezTo>
                    <a:pt x="23" y="194"/>
                    <a:pt x="28" y="199"/>
                    <a:pt x="34" y="200"/>
                  </a:cubicBezTo>
                  <a:cubicBezTo>
                    <a:pt x="41" y="200"/>
                    <a:pt x="47" y="194"/>
                    <a:pt x="47" y="188"/>
                  </a:cubicBezTo>
                  <a:cubicBezTo>
                    <a:pt x="47" y="112"/>
                    <a:pt x="47" y="112"/>
                    <a:pt x="47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3" y="112"/>
                    <a:pt x="53" y="112"/>
                    <a:pt x="53" y="112"/>
                  </a:cubicBezTo>
                  <a:cubicBezTo>
                    <a:pt x="53" y="187"/>
                    <a:pt x="53" y="187"/>
                    <a:pt x="53" y="187"/>
                  </a:cubicBezTo>
                  <a:cubicBezTo>
                    <a:pt x="53" y="194"/>
                    <a:pt x="57" y="199"/>
                    <a:pt x="64" y="200"/>
                  </a:cubicBezTo>
                  <a:cubicBezTo>
                    <a:pt x="71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5" y="100"/>
                    <a:pt x="99" y="96"/>
                    <a:pt x="99" y="91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Oval 13"/>
            <p:cNvSpPr>
              <a:spLocks noChangeArrowheads="1"/>
            </p:cNvSpPr>
            <p:nvPr/>
          </p:nvSpPr>
          <p:spPr bwMode="auto">
            <a:xfrm>
              <a:off x="2465388" y="550863"/>
              <a:ext cx="174625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14"/>
            <p:cNvSpPr>
              <a:spLocks/>
            </p:cNvSpPr>
            <p:nvPr/>
          </p:nvSpPr>
          <p:spPr bwMode="auto">
            <a:xfrm>
              <a:off x="2346325" y="739776"/>
              <a:ext cx="404812" cy="825500"/>
            </a:xfrm>
            <a:custGeom>
              <a:avLst/>
              <a:gdLst>
                <a:gd name="T0" fmla="*/ 81 w 98"/>
                <a:gd name="T1" fmla="*/ 0 h 200"/>
                <a:gd name="T2" fmla="*/ 80 w 98"/>
                <a:gd name="T3" fmla="*/ 0 h 200"/>
                <a:gd name="T4" fmla="*/ 76 w 98"/>
                <a:gd name="T5" fmla="*/ 0 h 200"/>
                <a:gd name="T6" fmla="*/ 52 w 98"/>
                <a:gd name="T7" fmla="*/ 0 h 200"/>
                <a:gd name="T8" fmla="*/ 51 w 98"/>
                <a:gd name="T9" fmla="*/ 0 h 200"/>
                <a:gd name="T10" fmla="*/ 49 w 98"/>
                <a:gd name="T11" fmla="*/ 0 h 200"/>
                <a:gd name="T12" fmla="*/ 46 w 98"/>
                <a:gd name="T13" fmla="*/ 0 h 200"/>
                <a:gd name="T14" fmla="*/ 22 w 98"/>
                <a:gd name="T15" fmla="*/ 0 h 200"/>
                <a:gd name="T16" fmla="*/ 18 w 98"/>
                <a:gd name="T17" fmla="*/ 0 h 200"/>
                <a:gd name="T18" fmla="*/ 16 w 98"/>
                <a:gd name="T19" fmla="*/ 0 h 200"/>
                <a:gd name="T20" fmla="*/ 0 w 98"/>
                <a:gd name="T21" fmla="*/ 17 h 200"/>
                <a:gd name="T22" fmla="*/ 0 w 98"/>
                <a:gd name="T23" fmla="*/ 90 h 200"/>
                <a:gd name="T24" fmla="*/ 9 w 98"/>
                <a:gd name="T25" fmla="*/ 100 h 200"/>
                <a:gd name="T26" fmla="*/ 18 w 98"/>
                <a:gd name="T27" fmla="*/ 91 h 200"/>
                <a:gd name="T28" fmla="*/ 18 w 98"/>
                <a:gd name="T29" fmla="*/ 36 h 200"/>
                <a:gd name="T30" fmla="*/ 20 w 98"/>
                <a:gd name="T31" fmla="*/ 34 h 200"/>
                <a:gd name="T32" fmla="*/ 20 w 98"/>
                <a:gd name="T33" fmla="*/ 34 h 200"/>
                <a:gd name="T34" fmla="*/ 22 w 98"/>
                <a:gd name="T35" fmla="*/ 36 h 200"/>
                <a:gd name="T36" fmla="*/ 22 w 98"/>
                <a:gd name="T37" fmla="*/ 187 h 200"/>
                <a:gd name="T38" fmla="*/ 33 w 98"/>
                <a:gd name="T39" fmla="*/ 200 h 200"/>
                <a:gd name="T40" fmla="*/ 46 w 98"/>
                <a:gd name="T41" fmla="*/ 188 h 200"/>
                <a:gd name="T42" fmla="*/ 46 w 98"/>
                <a:gd name="T43" fmla="*/ 112 h 200"/>
                <a:gd name="T44" fmla="*/ 49 w 98"/>
                <a:gd name="T45" fmla="*/ 112 h 200"/>
                <a:gd name="T46" fmla="*/ 51 w 98"/>
                <a:gd name="T47" fmla="*/ 112 h 200"/>
                <a:gd name="T48" fmla="*/ 52 w 98"/>
                <a:gd name="T49" fmla="*/ 112 h 200"/>
                <a:gd name="T50" fmla="*/ 52 w 98"/>
                <a:gd name="T51" fmla="*/ 187 h 200"/>
                <a:gd name="T52" fmla="*/ 63 w 98"/>
                <a:gd name="T53" fmla="*/ 200 h 200"/>
                <a:gd name="T54" fmla="*/ 76 w 98"/>
                <a:gd name="T55" fmla="*/ 188 h 200"/>
                <a:gd name="T56" fmla="*/ 76 w 98"/>
                <a:gd name="T57" fmla="*/ 36 h 200"/>
                <a:gd name="T58" fmla="*/ 77 w 98"/>
                <a:gd name="T59" fmla="*/ 34 h 200"/>
                <a:gd name="T60" fmla="*/ 77 w 98"/>
                <a:gd name="T61" fmla="*/ 34 h 200"/>
                <a:gd name="T62" fmla="*/ 79 w 98"/>
                <a:gd name="T63" fmla="*/ 36 h 200"/>
                <a:gd name="T64" fmla="*/ 79 w 98"/>
                <a:gd name="T65" fmla="*/ 90 h 200"/>
                <a:gd name="T66" fmla="*/ 88 w 98"/>
                <a:gd name="T67" fmla="*/ 100 h 200"/>
                <a:gd name="T68" fmla="*/ 98 w 98"/>
                <a:gd name="T69" fmla="*/ 91 h 200"/>
                <a:gd name="T70" fmla="*/ 98 w 98"/>
                <a:gd name="T71" fmla="*/ 17 h 200"/>
                <a:gd name="T72" fmla="*/ 81 w 98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8" h="200">
                  <a:moveTo>
                    <a:pt x="81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4" y="100"/>
                    <a:pt x="18" y="96"/>
                    <a:pt x="18" y="91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5"/>
                    <a:pt x="19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4"/>
                    <a:pt x="22" y="35"/>
                    <a:pt x="22" y="36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22" y="194"/>
                    <a:pt x="27" y="199"/>
                    <a:pt x="33" y="200"/>
                  </a:cubicBezTo>
                  <a:cubicBezTo>
                    <a:pt x="40" y="200"/>
                    <a:pt x="46" y="194"/>
                    <a:pt x="46" y="188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3" y="200"/>
                  </a:cubicBezTo>
                  <a:cubicBezTo>
                    <a:pt x="70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6" y="34"/>
                    <a:pt x="77" y="34"/>
                  </a:cubicBezTo>
                  <a:cubicBezTo>
                    <a:pt x="77" y="34"/>
                    <a:pt x="77" y="34"/>
                    <a:pt x="77" y="34"/>
                  </a:cubicBezTo>
                  <a:cubicBezTo>
                    <a:pt x="78" y="34"/>
                    <a:pt x="79" y="35"/>
                    <a:pt x="79" y="36"/>
                  </a:cubicBezTo>
                  <a:cubicBezTo>
                    <a:pt x="79" y="90"/>
                    <a:pt x="79" y="90"/>
                    <a:pt x="79" y="90"/>
                  </a:cubicBezTo>
                  <a:cubicBezTo>
                    <a:pt x="79" y="95"/>
                    <a:pt x="83" y="100"/>
                    <a:pt x="88" y="100"/>
                  </a:cubicBezTo>
                  <a:cubicBezTo>
                    <a:pt x="94" y="100"/>
                    <a:pt x="98" y="96"/>
                    <a:pt x="98" y="91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8" y="8"/>
                    <a:pt x="90" y="0"/>
                    <a:pt x="8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Oval 15"/>
            <p:cNvSpPr>
              <a:spLocks noChangeArrowheads="1"/>
            </p:cNvSpPr>
            <p:nvPr/>
          </p:nvSpPr>
          <p:spPr bwMode="auto">
            <a:xfrm>
              <a:off x="3071813" y="550863"/>
              <a:ext cx="173037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16"/>
            <p:cNvSpPr>
              <a:spLocks/>
            </p:cNvSpPr>
            <p:nvPr/>
          </p:nvSpPr>
          <p:spPr bwMode="auto">
            <a:xfrm>
              <a:off x="2952750" y="739776"/>
              <a:ext cx="403225" cy="825500"/>
            </a:xfrm>
            <a:custGeom>
              <a:avLst/>
              <a:gdLst>
                <a:gd name="T0" fmla="*/ 81 w 98"/>
                <a:gd name="T1" fmla="*/ 0 h 200"/>
                <a:gd name="T2" fmla="*/ 80 w 98"/>
                <a:gd name="T3" fmla="*/ 0 h 200"/>
                <a:gd name="T4" fmla="*/ 76 w 98"/>
                <a:gd name="T5" fmla="*/ 0 h 200"/>
                <a:gd name="T6" fmla="*/ 52 w 98"/>
                <a:gd name="T7" fmla="*/ 0 h 200"/>
                <a:gd name="T8" fmla="*/ 51 w 98"/>
                <a:gd name="T9" fmla="*/ 0 h 200"/>
                <a:gd name="T10" fmla="*/ 49 w 98"/>
                <a:gd name="T11" fmla="*/ 0 h 200"/>
                <a:gd name="T12" fmla="*/ 46 w 98"/>
                <a:gd name="T13" fmla="*/ 0 h 200"/>
                <a:gd name="T14" fmla="*/ 22 w 98"/>
                <a:gd name="T15" fmla="*/ 0 h 200"/>
                <a:gd name="T16" fmla="*/ 18 w 98"/>
                <a:gd name="T17" fmla="*/ 0 h 200"/>
                <a:gd name="T18" fmla="*/ 17 w 98"/>
                <a:gd name="T19" fmla="*/ 0 h 200"/>
                <a:gd name="T20" fmla="*/ 0 w 98"/>
                <a:gd name="T21" fmla="*/ 17 h 200"/>
                <a:gd name="T22" fmla="*/ 0 w 98"/>
                <a:gd name="T23" fmla="*/ 90 h 200"/>
                <a:gd name="T24" fmla="*/ 9 w 98"/>
                <a:gd name="T25" fmla="*/ 100 h 200"/>
                <a:gd name="T26" fmla="*/ 18 w 98"/>
                <a:gd name="T27" fmla="*/ 91 h 200"/>
                <a:gd name="T28" fmla="*/ 18 w 98"/>
                <a:gd name="T29" fmla="*/ 36 h 200"/>
                <a:gd name="T30" fmla="*/ 20 w 98"/>
                <a:gd name="T31" fmla="*/ 34 h 200"/>
                <a:gd name="T32" fmla="*/ 20 w 98"/>
                <a:gd name="T33" fmla="*/ 34 h 200"/>
                <a:gd name="T34" fmla="*/ 22 w 98"/>
                <a:gd name="T35" fmla="*/ 36 h 200"/>
                <a:gd name="T36" fmla="*/ 22 w 98"/>
                <a:gd name="T37" fmla="*/ 187 h 200"/>
                <a:gd name="T38" fmla="*/ 34 w 98"/>
                <a:gd name="T39" fmla="*/ 200 h 200"/>
                <a:gd name="T40" fmla="*/ 46 w 98"/>
                <a:gd name="T41" fmla="*/ 188 h 200"/>
                <a:gd name="T42" fmla="*/ 46 w 98"/>
                <a:gd name="T43" fmla="*/ 112 h 200"/>
                <a:gd name="T44" fmla="*/ 49 w 98"/>
                <a:gd name="T45" fmla="*/ 112 h 200"/>
                <a:gd name="T46" fmla="*/ 51 w 98"/>
                <a:gd name="T47" fmla="*/ 112 h 200"/>
                <a:gd name="T48" fmla="*/ 52 w 98"/>
                <a:gd name="T49" fmla="*/ 112 h 200"/>
                <a:gd name="T50" fmla="*/ 52 w 98"/>
                <a:gd name="T51" fmla="*/ 187 h 200"/>
                <a:gd name="T52" fmla="*/ 63 w 98"/>
                <a:gd name="T53" fmla="*/ 200 h 200"/>
                <a:gd name="T54" fmla="*/ 76 w 98"/>
                <a:gd name="T55" fmla="*/ 188 h 200"/>
                <a:gd name="T56" fmla="*/ 76 w 98"/>
                <a:gd name="T57" fmla="*/ 36 h 200"/>
                <a:gd name="T58" fmla="*/ 78 w 98"/>
                <a:gd name="T59" fmla="*/ 34 h 200"/>
                <a:gd name="T60" fmla="*/ 78 w 98"/>
                <a:gd name="T61" fmla="*/ 34 h 200"/>
                <a:gd name="T62" fmla="*/ 79 w 98"/>
                <a:gd name="T63" fmla="*/ 36 h 200"/>
                <a:gd name="T64" fmla="*/ 79 w 98"/>
                <a:gd name="T65" fmla="*/ 90 h 200"/>
                <a:gd name="T66" fmla="*/ 89 w 98"/>
                <a:gd name="T67" fmla="*/ 100 h 200"/>
                <a:gd name="T68" fmla="*/ 98 w 98"/>
                <a:gd name="T69" fmla="*/ 91 h 200"/>
                <a:gd name="T70" fmla="*/ 98 w 98"/>
                <a:gd name="T71" fmla="*/ 17 h 200"/>
                <a:gd name="T72" fmla="*/ 81 w 98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8" h="200">
                  <a:moveTo>
                    <a:pt x="81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4" y="100"/>
                    <a:pt x="18" y="96"/>
                    <a:pt x="18" y="91"/>
                  </a:cubicBezTo>
                  <a:cubicBezTo>
                    <a:pt x="18" y="36"/>
                    <a:pt x="18" y="36"/>
                    <a:pt x="18" y="36"/>
                  </a:cubicBezTo>
                  <a:cubicBezTo>
                    <a:pt x="18" y="35"/>
                    <a:pt x="19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4"/>
                    <a:pt x="22" y="35"/>
                    <a:pt x="22" y="36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22" y="194"/>
                    <a:pt x="27" y="199"/>
                    <a:pt x="34" y="200"/>
                  </a:cubicBezTo>
                  <a:cubicBezTo>
                    <a:pt x="40" y="200"/>
                    <a:pt x="46" y="194"/>
                    <a:pt x="46" y="188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49" y="112"/>
                    <a:pt x="49" y="112"/>
                    <a:pt x="49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3" y="200"/>
                  </a:cubicBezTo>
                  <a:cubicBezTo>
                    <a:pt x="70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79" y="35"/>
                    <a:pt x="79" y="36"/>
                  </a:cubicBezTo>
                  <a:cubicBezTo>
                    <a:pt x="79" y="90"/>
                    <a:pt x="79" y="90"/>
                    <a:pt x="79" y="90"/>
                  </a:cubicBezTo>
                  <a:cubicBezTo>
                    <a:pt x="79" y="95"/>
                    <a:pt x="83" y="100"/>
                    <a:pt x="89" y="100"/>
                  </a:cubicBezTo>
                  <a:cubicBezTo>
                    <a:pt x="94" y="100"/>
                    <a:pt x="98" y="96"/>
                    <a:pt x="98" y="91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8" y="8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Oval 17"/>
            <p:cNvSpPr>
              <a:spLocks noChangeArrowheads="1"/>
            </p:cNvSpPr>
            <p:nvPr/>
          </p:nvSpPr>
          <p:spPr bwMode="auto">
            <a:xfrm>
              <a:off x="3678238" y="550863"/>
              <a:ext cx="173037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18"/>
            <p:cNvSpPr>
              <a:spLocks/>
            </p:cNvSpPr>
            <p:nvPr/>
          </p:nvSpPr>
          <p:spPr bwMode="auto">
            <a:xfrm>
              <a:off x="3557588" y="739776"/>
              <a:ext cx="404812" cy="825500"/>
            </a:xfrm>
            <a:custGeom>
              <a:avLst/>
              <a:gdLst>
                <a:gd name="T0" fmla="*/ 81 w 98"/>
                <a:gd name="T1" fmla="*/ 0 h 200"/>
                <a:gd name="T2" fmla="*/ 80 w 98"/>
                <a:gd name="T3" fmla="*/ 0 h 200"/>
                <a:gd name="T4" fmla="*/ 76 w 98"/>
                <a:gd name="T5" fmla="*/ 0 h 200"/>
                <a:gd name="T6" fmla="*/ 52 w 98"/>
                <a:gd name="T7" fmla="*/ 0 h 200"/>
                <a:gd name="T8" fmla="*/ 51 w 98"/>
                <a:gd name="T9" fmla="*/ 0 h 200"/>
                <a:gd name="T10" fmla="*/ 50 w 98"/>
                <a:gd name="T11" fmla="*/ 0 h 200"/>
                <a:gd name="T12" fmla="*/ 46 w 98"/>
                <a:gd name="T13" fmla="*/ 0 h 200"/>
                <a:gd name="T14" fmla="*/ 22 w 98"/>
                <a:gd name="T15" fmla="*/ 0 h 200"/>
                <a:gd name="T16" fmla="*/ 18 w 98"/>
                <a:gd name="T17" fmla="*/ 0 h 200"/>
                <a:gd name="T18" fmla="*/ 17 w 98"/>
                <a:gd name="T19" fmla="*/ 0 h 200"/>
                <a:gd name="T20" fmla="*/ 0 w 98"/>
                <a:gd name="T21" fmla="*/ 17 h 200"/>
                <a:gd name="T22" fmla="*/ 0 w 98"/>
                <a:gd name="T23" fmla="*/ 90 h 200"/>
                <a:gd name="T24" fmla="*/ 9 w 98"/>
                <a:gd name="T25" fmla="*/ 100 h 200"/>
                <a:gd name="T26" fmla="*/ 19 w 98"/>
                <a:gd name="T27" fmla="*/ 91 h 200"/>
                <a:gd name="T28" fmla="*/ 19 w 98"/>
                <a:gd name="T29" fmla="*/ 36 h 200"/>
                <a:gd name="T30" fmla="*/ 20 w 98"/>
                <a:gd name="T31" fmla="*/ 34 h 200"/>
                <a:gd name="T32" fmla="*/ 20 w 98"/>
                <a:gd name="T33" fmla="*/ 34 h 200"/>
                <a:gd name="T34" fmla="*/ 22 w 98"/>
                <a:gd name="T35" fmla="*/ 36 h 200"/>
                <a:gd name="T36" fmla="*/ 22 w 98"/>
                <a:gd name="T37" fmla="*/ 187 h 200"/>
                <a:gd name="T38" fmla="*/ 34 w 98"/>
                <a:gd name="T39" fmla="*/ 200 h 200"/>
                <a:gd name="T40" fmla="*/ 46 w 98"/>
                <a:gd name="T41" fmla="*/ 188 h 200"/>
                <a:gd name="T42" fmla="*/ 46 w 98"/>
                <a:gd name="T43" fmla="*/ 112 h 200"/>
                <a:gd name="T44" fmla="*/ 50 w 98"/>
                <a:gd name="T45" fmla="*/ 112 h 200"/>
                <a:gd name="T46" fmla="*/ 51 w 98"/>
                <a:gd name="T47" fmla="*/ 112 h 200"/>
                <a:gd name="T48" fmla="*/ 52 w 98"/>
                <a:gd name="T49" fmla="*/ 112 h 200"/>
                <a:gd name="T50" fmla="*/ 52 w 98"/>
                <a:gd name="T51" fmla="*/ 187 h 200"/>
                <a:gd name="T52" fmla="*/ 63 w 98"/>
                <a:gd name="T53" fmla="*/ 200 h 200"/>
                <a:gd name="T54" fmla="*/ 76 w 98"/>
                <a:gd name="T55" fmla="*/ 188 h 200"/>
                <a:gd name="T56" fmla="*/ 76 w 98"/>
                <a:gd name="T57" fmla="*/ 36 h 200"/>
                <a:gd name="T58" fmla="*/ 78 w 98"/>
                <a:gd name="T59" fmla="*/ 34 h 200"/>
                <a:gd name="T60" fmla="*/ 78 w 98"/>
                <a:gd name="T61" fmla="*/ 34 h 200"/>
                <a:gd name="T62" fmla="*/ 80 w 98"/>
                <a:gd name="T63" fmla="*/ 36 h 200"/>
                <a:gd name="T64" fmla="*/ 80 w 98"/>
                <a:gd name="T65" fmla="*/ 90 h 200"/>
                <a:gd name="T66" fmla="*/ 89 w 98"/>
                <a:gd name="T67" fmla="*/ 100 h 200"/>
                <a:gd name="T68" fmla="*/ 98 w 98"/>
                <a:gd name="T69" fmla="*/ 91 h 200"/>
                <a:gd name="T70" fmla="*/ 98 w 98"/>
                <a:gd name="T71" fmla="*/ 17 h 200"/>
                <a:gd name="T72" fmla="*/ 81 w 98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8" h="200">
                  <a:moveTo>
                    <a:pt x="81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7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4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19" y="34"/>
                    <a:pt x="20" y="34"/>
                  </a:cubicBezTo>
                  <a:cubicBezTo>
                    <a:pt x="20" y="34"/>
                    <a:pt x="20" y="34"/>
                    <a:pt x="20" y="34"/>
                  </a:cubicBezTo>
                  <a:cubicBezTo>
                    <a:pt x="21" y="34"/>
                    <a:pt x="22" y="35"/>
                    <a:pt x="22" y="36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22" y="194"/>
                    <a:pt x="27" y="199"/>
                    <a:pt x="34" y="200"/>
                  </a:cubicBezTo>
                  <a:cubicBezTo>
                    <a:pt x="41" y="200"/>
                    <a:pt x="46" y="194"/>
                    <a:pt x="46" y="188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3" y="200"/>
                  </a:cubicBezTo>
                  <a:cubicBezTo>
                    <a:pt x="70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8" y="96"/>
                    <a:pt x="98" y="91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8" y="8"/>
                    <a:pt x="91" y="0"/>
                    <a:pt x="81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Oval 19"/>
            <p:cNvSpPr>
              <a:spLocks noChangeArrowheads="1"/>
            </p:cNvSpPr>
            <p:nvPr/>
          </p:nvSpPr>
          <p:spPr bwMode="auto">
            <a:xfrm>
              <a:off x="4283075" y="550863"/>
              <a:ext cx="173037" cy="173038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0"/>
            <p:cNvSpPr>
              <a:spLocks/>
            </p:cNvSpPr>
            <p:nvPr/>
          </p:nvSpPr>
          <p:spPr bwMode="auto">
            <a:xfrm>
              <a:off x="4164013" y="739776"/>
              <a:ext cx="403225" cy="825500"/>
            </a:xfrm>
            <a:custGeom>
              <a:avLst/>
              <a:gdLst>
                <a:gd name="T0" fmla="*/ 82 w 98"/>
                <a:gd name="T1" fmla="*/ 0 h 200"/>
                <a:gd name="T2" fmla="*/ 80 w 98"/>
                <a:gd name="T3" fmla="*/ 0 h 200"/>
                <a:gd name="T4" fmla="*/ 76 w 98"/>
                <a:gd name="T5" fmla="*/ 0 h 200"/>
                <a:gd name="T6" fmla="*/ 52 w 98"/>
                <a:gd name="T7" fmla="*/ 0 h 200"/>
                <a:gd name="T8" fmla="*/ 51 w 98"/>
                <a:gd name="T9" fmla="*/ 0 h 200"/>
                <a:gd name="T10" fmla="*/ 50 w 98"/>
                <a:gd name="T11" fmla="*/ 0 h 200"/>
                <a:gd name="T12" fmla="*/ 46 w 98"/>
                <a:gd name="T13" fmla="*/ 0 h 200"/>
                <a:gd name="T14" fmla="*/ 22 w 98"/>
                <a:gd name="T15" fmla="*/ 0 h 200"/>
                <a:gd name="T16" fmla="*/ 18 w 98"/>
                <a:gd name="T17" fmla="*/ 0 h 200"/>
                <a:gd name="T18" fmla="*/ 17 w 98"/>
                <a:gd name="T19" fmla="*/ 0 h 200"/>
                <a:gd name="T20" fmla="*/ 0 w 98"/>
                <a:gd name="T21" fmla="*/ 17 h 200"/>
                <a:gd name="T22" fmla="*/ 0 w 98"/>
                <a:gd name="T23" fmla="*/ 90 h 200"/>
                <a:gd name="T24" fmla="*/ 9 w 98"/>
                <a:gd name="T25" fmla="*/ 100 h 200"/>
                <a:gd name="T26" fmla="*/ 19 w 98"/>
                <a:gd name="T27" fmla="*/ 91 h 200"/>
                <a:gd name="T28" fmla="*/ 19 w 98"/>
                <a:gd name="T29" fmla="*/ 36 h 200"/>
                <a:gd name="T30" fmla="*/ 21 w 98"/>
                <a:gd name="T31" fmla="*/ 34 h 200"/>
                <a:gd name="T32" fmla="*/ 21 w 98"/>
                <a:gd name="T33" fmla="*/ 34 h 200"/>
                <a:gd name="T34" fmla="*/ 22 w 98"/>
                <a:gd name="T35" fmla="*/ 36 h 200"/>
                <a:gd name="T36" fmla="*/ 22 w 98"/>
                <a:gd name="T37" fmla="*/ 187 h 200"/>
                <a:gd name="T38" fmla="*/ 34 w 98"/>
                <a:gd name="T39" fmla="*/ 200 h 200"/>
                <a:gd name="T40" fmla="*/ 46 w 98"/>
                <a:gd name="T41" fmla="*/ 188 h 200"/>
                <a:gd name="T42" fmla="*/ 46 w 98"/>
                <a:gd name="T43" fmla="*/ 112 h 200"/>
                <a:gd name="T44" fmla="*/ 50 w 98"/>
                <a:gd name="T45" fmla="*/ 112 h 200"/>
                <a:gd name="T46" fmla="*/ 51 w 98"/>
                <a:gd name="T47" fmla="*/ 112 h 200"/>
                <a:gd name="T48" fmla="*/ 52 w 98"/>
                <a:gd name="T49" fmla="*/ 112 h 200"/>
                <a:gd name="T50" fmla="*/ 52 w 98"/>
                <a:gd name="T51" fmla="*/ 187 h 200"/>
                <a:gd name="T52" fmla="*/ 63 w 98"/>
                <a:gd name="T53" fmla="*/ 200 h 200"/>
                <a:gd name="T54" fmla="*/ 76 w 98"/>
                <a:gd name="T55" fmla="*/ 188 h 200"/>
                <a:gd name="T56" fmla="*/ 76 w 98"/>
                <a:gd name="T57" fmla="*/ 36 h 200"/>
                <a:gd name="T58" fmla="*/ 78 w 98"/>
                <a:gd name="T59" fmla="*/ 34 h 200"/>
                <a:gd name="T60" fmla="*/ 78 w 98"/>
                <a:gd name="T61" fmla="*/ 34 h 200"/>
                <a:gd name="T62" fmla="*/ 80 w 98"/>
                <a:gd name="T63" fmla="*/ 36 h 200"/>
                <a:gd name="T64" fmla="*/ 80 w 98"/>
                <a:gd name="T65" fmla="*/ 90 h 200"/>
                <a:gd name="T66" fmla="*/ 89 w 98"/>
                <a:gd name="T67" fmla="*/ 100 h 200"/>
                <a:gd name="T68" fmla="*/ 98 w 98"/>
                <a:gd name="T69" fmla="*/ 91 h 200"/>
                <a:gd name="T70" fmla="*/ 98 w 98"/>
                <a:gd name="T71" fmla="*/ 17 h 200"/>
                <a:gd name="T72" fmla="*/ 82 w 98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8" h="200">
                  <a:moveTo>
                    <a:pt x="82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4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2" y="35"/>
                    <a:pt x="22" y="36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22" y="194"/>
                    <a:pt x="27" y="199"/>
                    <a:pt x="34" y="200"/>
                  </a:cubicBezTo>
                  <a:cubicBezTo>
                    <a:pt x="41" y="200"/>
                    <a:pt x="46" y="194"/>
                    <a:pt x="46" y="188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3" y="200"/>
                  </a:cubicBezTo>
                  <a:cubicBezTo>
                    <a:pt x="70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8" y="96"/>
                    <a:pt x="98" y="91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8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Oval 21"/>
            <p:cNvSpPr>
              <a:spLocks noChangeArrowheads="1"/>
            </p:cNvSpPr>
            <p:nvPr/>
          </p:nvSpPr>
          <p:spPr bwMode="auto">
            <a:xfrm>
              <a:off x="4894263" y="550863"/>
              <a:ext cx="168275" cy="17303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"/>
            <p:cNvSpPr>
              <a:spLocks/>
            </p:cNvSpPr>
            <p:nvPr/>
          </p:nvSpPr>
          <p:spPr bwMode="auto">
            <a:xfrm>
              <a:off x="4770438" y="739776"/>
              <a:ext cx="403225" cy="825500"/>
            </a:xfrm>
            <a:custGeom>
              <a:avLst/>
              <a:gdLst>
                <a:gd name="T0" fmla="*/ 82 w 98"/>
                <a:gd name="T1" fmla="*/ 0 h 200"/>
                <a:gd name="T2" fmla="*/ 80 w 98"/>
                <a:gd name="T3" fmla="*/ 0 h 200"/>
                <a:gd name="T4" fmla="*/ 76 w 98"/>
                <a:gd name="T5" fmla="*/ 0 h 200"/>
                <a:gd name="T6" fmla="*/ 52 w 98"/>
                <a:gd name="T7" fmla="*/ 0 h 200"/>
                <a:gd name="T8" fmla="*/ 51 w 98"/>
                <a:gd name="T9" fmla="*/ 0 h 200"/>
                <a:gd name="T10" fmla="*/ 50 w 98"/>
                <a:gd name="T11" fmla="*/ 0 h 200"/>
                <a:gd name="T12" fmla="*/ 46 w 98"/>
                <a:gd name="T13" fmla="*/ 0 h 200"/>
                <a:gd name="T14" fmla="*/ 23 w 98"/>
                <a:gd name="T15" fmla="*/ 0 h 200"/>
                <a:gd name="T16" fmla="*/ 18 w 98"/>
                <a:gd name="T17" fmla="*/ 0 h 200"/>
                <a:gd name="T18" fmla="*/ 17 w 98"/>
                <a:gd name="T19" fmla="*/ 0 h 200"/>
                <a:gd name="T20" fmla="*/ 0 w 98"/>
                <a:gd name="T21" fmla="*/ 17 h 200"/>
                <a:gd name="T22" fmla="*/ 0 w 98"/>
                <a:gd name="T23" fmla="*/ 90 h 200"/>
                <a:gd name="T24" fmla="*/ 9 w 98"/>
                <a:gd name="T25" fmla="*/ 100 h 200"/>
                <a:gd name="T26" fmla="*/ 19 w 98"/>
                <a:gd name="T27" fmla="*/ 91 h 200"/>
                <a:gd name="T28" fmla="*/ 19 w 98"/>
                <a:gd name="T29" fmla="*/ 36 h 200"/>
                <a:gd name="T30" fmla="*/ 21 w 98"/>
                <a:gd name="T31" fmla="*/ 34 h 200"/>
                <a:gd name="T32" fmla="*/ 21 w 98"/>
                <a:gd name="T33" fmla="*/ 34 h 200"/>
                <a:gd name="T34" fmla="*/ 23 w 98"/>
                <a:gd name="T35" fmla="*/ 36 h 200"/>
                <a:gd name="T36" fmla="*/ 23 w 98"/>
                <a:gd name="T37" fmla="*/ 187 h 200"/>
                <a:gd name="T38" fmla="*/ 34 w 98"/>
                <a:gd name="T39" fmla="*/ 200 h 200"/>
                <a:gd name="T40" fmla="*/ 46 w 98"/>
                <a:gd name="T41" fmla="*/ 188 h 200"/>
                <a:gd name="T42" fmla="*/ 46 w 98"/>
                <a:gd name="T43" fmla="*/ 112 h 200"/>
                <a:gd name="T44" fmla="*/ 50 w 98"/>
                <a:gd name="T45" fmla="*/ 112 h 200"/>
                <a:gd name="T46" fmla="*/ 51 w 98"/>
                <a:gd name="T47" fmla="*/ 112 h 200"/>
                <a:gd name="T48" fmla="*/ 52 w 98"/>
                <a:gd name="T49" fmla="*/ 112 h 200"/>
                <a:gd name="T50" fmla="*/ 52 w 98"/>
                <a:gd name="T51" fmla="*/ 187 h 200"/>
                <a:gd name="T52" fmla="*/ 64 w 98"/>
                <a:gd name="T53" fmla="*/ 200 h 200"/>
                <a:gd name="T54" fmla="*/ 76 w 98"/>
                <a:gd name="T55" fmla="*/ 188 h 200"/>
                <a:gd name="T56" fmla="*/ 76 w 98"/>
                <a:gd name="T57" fmla="*/ 36 h 200"/>
                <a:gd name="T58" fmla="*/ 78 w 98"/>
                <a:gd name="T59" fmla="*/ 34 h 200"/>
                <a:gd name="T60" fmla="*/ 78 w 98"/>
                <a:gd name="T61" fmla="*/ 34 h 200"/>
                <a:gd name="T62" fmla="*/ 80 w 98"/>
                <a:gd name="T63" fmla="*/ 36 h 200"/>
                <a:gd name="T64" fmla="*/ 80 w 98"/>
                <a:gd name="T65" fmla="*/ 90 h 200"/>
                <a:gd name="T66" fmla="*/ 89 w 98"/>
                <a:gd name="T67" fmla="*/ 100 h 200"/>
                <a:gd name="T68" fmla="*/ 98 w 98"/>
                <a:gd name="T69" fmla="*/ 91 h 200"/>
                <a:gd name="T70" fmla="*/ 98 w 98"/>
                <a:gd name="T71" fmla="*/ 17 h 200"/>
                <a:gd name="T72" fmla="*/ 82 w 98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8" h="200">
                  <a:moveTo>
                    <a:pt x="82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5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3" y="35"/>
                    <a:pt x="23" y="36"/>
                  </a:cubicBezTo>
                  <a:cubicBezTo>
                    <a:pt x="23" y="187"/>
                    <a:pt x="23" y="187"/>
                    <a:pt x="23" y="187"/>
                  </a:cubicBezTo>
                  <a:cubicBezTo>
                    <a:pt x="23" y="194"/>
                    <a:pt x="27" y="199"/>
                    <a:pt x="34" y="200"/>
                  </a:cubicBezTo>
                  <a:cubicBezTo>
                    <a:pt x="41" y="200"/>
                    <a:pt x="46" y="194"/>
                    <a:pt x="46" y="188"/>
                  </a:cubicBezTo>
                  <a:cubicBezTo>
                    <a:pt x="46" y="112"/>
                    <a:pt x="46" y="112"/>
                    <a:pt x="46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4" y="200"/>
                  </a:cubicBezTo>
                  <a:cubicBezTo>
                    <a:pt x="70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8" y="96"/>
                    <a:pt x="98" y="91"/>
                  </a:cubicBezTo>
                  <a:cubicBezTo>
                    <a:pt x="98" y="17"/>
                    <a:pt x="98" y="17"/>
                    <a:pt x="98" y="17"/>
                  </a:cubicBezTo>
                  <a:cubicBezTo>
                    <a:pt x="98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Oval 23"/>
            <p:cNvSpPr>
              <a:spLocks noChangeArrowheads="1"/>
            </p:cNvSpPr>
            <p:nvPr/>
          </p:nvSpPr>
          <p:spPr bwMode="auto">
            <a:xfrm>
              <a:off x="5499100" y="550863"/>
              <a:ext cx="169862" cy="17303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"/>
            <p:cNvSpPr>
              <a:spLocks/>
            </p:cNvSpPr>
            <p:nvPr/>
          </p:nvSpPr>
          <p:spPr bwMode="auto">
            <a:xfrm>
              <a:off x="5375275" y="739776"/>
              <a:ext cx="407987" cy="825500"/>
            </a:xfrm>
            <a:custGeom>
              <a:avLst/>
              <a:gdLst>
                <a:gd name="T0" fmla="*/ 82 w 99"/>
                <a:gd name="T1" fmla="*/ 0 h 200"/>
                <a:gd name="T2" fmla="*/ 80 w 99"/>
                <a:gd name="T3" fmla="*/ 0 h 200"/>
                <a:gd name="T4" fmla="*/ 76 w 99"/>
                <a:gd name="T5" fmla="*/ 0 h 200"/>
                <a:gd name="T6" fmla="*/ 52 w 99"/>
                <a:gd name="T7" fmla="*/ 0 h 200"/>
                <a:gd name="T8" fmla="*/ 51 w 99"/>
                <a:gd name="T9" fmla="*/ 0 h 200"/>
                <a:gd name="T10" fmla="*/ 50 w 99"/>
                <a:gd name="T11" fmla="*/ 0 h 200"/>
                <a:gd name="T12" fmla="*/ 47 w 99"/>
                <a:gd name="T13" fmla="*/ 0 h 200"/>
                <a:gd name="T14" fmla="*/ 23 w 99"/>
                <a:gd name="T15" fmla="*/ 0 h 200"/>
                <a:gd name="T16" fmla="*/ 18 w 99"/>
                <a:gd name="T17" fmla="*/ 0 h 200"/>
                <a:gd name="T18" fmla="*/ 17 w 99"/>
                <a:gd name="T19" fmla="*/ 0 h 200"/>
                <a:gd name="T20" fmla="*/ 0 w 99"/>
                <a:gd name="T21" fmla="*/ 17 h 200"/>
                <a:gd name="T22" fmla="*/ 0 w 99"/>
                <a:gd name="T23" fmla="*/ 90 h 200"/>
                <a:gd name="T24" fmla="*/ 9 w 99"/>
                <a:gd name="T25" fmla="*/ 100 h 200"/>
                <a:gd name="T26" fmla="*/ 19 w 99"/>
                <a:gd name="T27" fmla="*/ 91 h 200"/>
                <a:gd name="T28" fmla="*/ 19 w 99"/>
                <a:gd name="T29" fmla="*/ 36 h 200"/>
                <a:gd name="T30" fmla="*/ 21 w 99"/>
                <a:gd name="T31" fmla="*/ 34 h 200"/>
                <a:gd name="T32" fmla="*/ 21 w 99"/>
                <a:gd name="T33" fmla="*/ 34 h 200"/>
                <a:gd name="T34" fmla="*/ 23 w 99"/>
                <a:gd name="T35" fmla="*/ 36 h 200"/>
                <a:gd name="T36" fmla="*/ 23 w 99"/>
                <a:gd name="T37" fmla="*/ 187 h 200"/>
                <a:gd name="T38" fmla="*/ 34 w 99"/>
                <a:gd name="T39" fmla="*/ 200 h 200"/>
                <a:gd name="T40" fmla="*/ 47 w 99"/>
                <a:gd name="T41" fmla="*/ 188 h 200"/>
                <a:gd name="T42" fmla="*/ 47 w 99"/>
                <a:gd name="T43" fmla="*/ 112 h 200"/>
                <a:gd name="T44" fmla="*/ 50 w 99"/>
                <a:gd name="T45" fmla="*/ 112 h 200"/>
                <a:gd name="T46" fmla="*/ 51 w 99"/>
                <a:gd name="T47" fmla="*/ 112 h 200"/>
                <a:gd name="T48" fmla="*/ 52 w 99"/>
                <a:gd name="T49" fmla="*/ 112 h 200"/>
                <a:gd name="T50" fmla="*/ 52 w 99"/>
                <a:gd name="T51" fmla="*/ 187 h 200"/>
                <a:gd name="T52" fmla="*/ 64 w 99"/>
                <a:gd name="T53" fmla="*/ 200 h 200"/>
                <a:gd name="T54" fmla="*/ 76 w 99"/>
                <a:gd name="T55" fmla="*/ 188 h 200"/>
                <a:gd name="T56" fmla="*/ 76 w 99"/>
                <a:gd name="T57" fmla="*/ 36 h 200"/>
                <a:gd name="T58" fmla="*/ 78 w 99"/>
                <a:gd name="T59" fmla="*/ 34 h 200"/>
                <a:gd name="T60" fmla="*/ 78 w 99"/>
                <a:gd name="T61" fmla="*/ 34 h 200"/>
                <a:gd name="T62" fmla="*/ 80 w 99"/>
                <a:gd name="T63" fmla="*/ 36 h 200"/>
                <a:gd name="T64" fmla="*/ 80 w 99"/>
                <a:gd name="T65" fmla="*/ 90 h 200"/>
                <a:gd name="T66" fmla="*/ 89 w 99"/>
                <a:gd name="T67" fmla="*/ 100 h 200"/>
                <a:gd name="T68" fmla="*/ 99 w 99"/>
                <a:gd name="T69" fmla="*/ 91 h 200"/>
                <a:gd name="T70" fmla="*/ 99 w 99"/>
                <a:gd name="T71" fmla="*/ 17 h 200"/>
                <a:gd name="T72" fmla="*/ 82 w 99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200">
                  <a:moveTo>
                    <a:pt x="82" y="0"/>
                  </a:moveTo>
                  <a:cubicBezTo>
                    <a:pt x="80" y="0"/>
                    <a:pt x="80" y="0"/>
                    <a:pt x="80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9" y="100"/>
                  </a:cubicBezTo>
                  <a:cubicBezTo>
                    <a:pt x="15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3" y="35"/>
                    <a:pt x="23" y="36"/>
                  </a:cubicBezTo>
                  <a:cubicBezTo>
                    <a:pt x="23" y="187"/>
                    <a:pt x="23" y="187"/>
                    <a:pt x="23" y="187"/>
                  </a:cubicBezTo>
                  <a:cubicBezTo>
                    <a:pt x="23" y="194"/>
                    <a:pt x="28" y="199"/>
                    <a:pt x="34" y="200"/>
                  </a:cubicBezTo>
                  <a:cubicBezTo>
                    <a:pt x="41" y="200"/>
                    <a:pt x="47" y="194"/>
                    <a:pt x="47" y="188"/>
                  </a:cubicBezTo>
                  <a:cubicBezTo>
                    <a:pt x="47" y="112"/>
                    <a:pt x="47" y="112"/>
                    <a:pt x="47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4" y="200"/>
                  </a:cubicBezTo>
                  <a:cubicBezTo>
                    <a:pt x="71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9" y="96"/>
                    <a:pt x="99" y="91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Oval 25"/>
            <p:cNvSpPr>
              <a:spLocks noChangeArrowheads="1"/>
            </p:cNvSpPr>
            <p:nvPr/>
          </p:nvSpPr>
          <p:spPr bwMode="auto">
            <a:xfrm>
              <a:off x="6105525" y="550863"/>
              <a:ext cx="173037" cy="17303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6"/>
            <p:cNvSpPr>
              <a:spLocks/>
            </p:cNvSpPr>
            <p:nvPr/>
          </p:nvSpPr>
          <p:spPr bwMode="auto">
            <a:xfrm>
              <a:off x="5981700" y="739776"/>
              <a:ext cx="407987" cy="825500"/>
            </a:xfrm>
            <a:custGeom>
              <a:avLst/>
              <a:gdLst>
                <a:gd name="T0" fmla="*/ 82 w 99"/>
                <a:gd name="T1" fmla="*/ 0 h 200"/>
                <a:gd name="T2" fmla="*/ 81 w 99"/>
                <a:gd name="T3" fmla="*/ 0 h 200"/>
                <a:gd name="T4" fmla="*/ 76 w 99"/>
                <a:gd name="T5" fmla="*/ 0 h 200"/>
                <a:gd name="T6" fmla="*/ 52 w 99"/>
                <a:gd name="T7" fmla="*/ 0 h 200"/>
                <a:gd name="T8" fmla="*/ 51 w 99"/>
                <a:gd name="T9" fmla="*/ 0 h 200"/>
                <a:gd name="T10" fmla="*/ 50 w 99"/>
                <a:gd name="T11" fmla="*/ 0 h 200"/>
                <a:gd name="T12" fmla="*/ 47 w 99"/>
                <a:gd name="T13" fmla="*/ 0 h 200"/>
                <a:gd name="T14" fmla="*/ 23 w 99"/>
                <a:gd name="T15" fmla="*/ 0 h 200"/>
                <a:gd name="T16" fmla="*/ 19 w 99"/>
                <a:gd name="T17" fmla="*/ 0 h 200"/>
                <a:gd name="T18" fmla="*/ 17 w 99"/>
                <a:gd name="T19" fmla="*/ 0 h 200"/>
                <a:gd name="T20" fmla="*/ 0 w 99"/>
                <a:gd name="T21" fmla="*/ 17 h 200"/>
                <a:gd name="T22" fmla="*/ 0 w 99"/>
                <a:gd name="T23" fmla="*/ 90 h 200"/>
                <a:gd name="T24" fmla="*/ 10 w 99"/>
                <a:gd name="T25" fmla="*/ 100 h 200"/>
                <a:gd name="T26" fmla="*/ 19 w 99"/>
                <a:gd name="T27" fmla="*/ 91 h 200"/>
                <a:gd name="T28" fmla="*/ 19 w 99"/>
                <a:gd name="T29" fmla="*/ 36 h 200"/>
                <a:gd name="T30" fmla="*/ 21 w 99"/>
                <a:gd name="T31" fmla="*/ 34 h 200"/>
                <a:gd name="T32" fmla="*/ 21 w 99"/>
                <a:gd name="T33" fmla="*/ 34 h 200"/>
                <a:gd name="T34" fmla="*/ 23 w 99"/>
                <a:gd name="T35" fmla="*/ 36 h 200"/>
                <a:gd name="T36" fmla="*/ 23 w 99"/>
                <a:gd name="T37" fmla="*/ 187 h 200"/>
                <a:gd name="T38" fmla="*/ 34 w 99"/>
                <a:gd name="T39" fmla="*/ 200 h 200"/>
                <a:gd name="T40" fmla="*/ 47 w 99"/>
                <a:gd name="T41" fmla="*/ 188 h 200"/>
                <a:gd name="T42" fmla="*/ 47 w 99"/>
                <a:gd name="T43" fmla="*/ 112 h 200"/>
                <a:gd name="T44" fmla="*/ 50 w 99"/>
                <a:gd name="T45" fmla="*/ 112 h 200"/>
                <a:gd name="T46" fmla="*/ 51 w 99"/>
                <a:gd name="T47" fmla="*/ 112 h 200"/>
                <a:gd name="T48" fmla="*/ 52 w 99"/>
                <a:gd name="T49" fmla="*/ 112 h 200"/>
                <a:gd name="T50" fmla="*/ 52 w 99"/>
                <a:gd name="T51" fmla="*/ 187 h 200"/>
                <a:gd name="T52" fmla="*/ 64 w 99"/>
                <a:gd name="T53" fmla="*/ 200 h 200"/>
                <a:gd name="T54" fmla="*/ 76 w 99"/>
                <a:gd name="T55" fmla="*/ 188 h 200"/>
                <a:gd name="T56" fmla="*/ 76 w 99"/>
                <a:gd name="T57" fmla="*/ 36 h 200"/>
                <a:gd name="T58" fmla="*/ 78 w 99"/>
                <a:gd name="T59" fmla="*/ 34 h 200"/>
                <a:gd name="T60" fmla="*/ 78 w 99"/>
                <a:gd name="T61" fmla="*/ 34 h 200"/>
                <a:gd name="T62" fmla="*/ 80 w 99"/>
                <a:gd name="T63" fmla="*/ 36 h 200"/>
                <a:gd name="T64" fmla="*/ 80 w 99"/>
                <a:gd name="T65" fmla="*/ 90 h 200"/>
                <a:gd name="T66" fmla="*/ 89 w 99"/>
                <a:gd name="T67" fmla="*/ 100 h 200"/>
                <a:gd name="T68" fmla="*/ 99 w 99"/>
                <a:gd name="T69" fmla="*/ 91 h 200"/>
                <a:gd name="T70" fmla="*/ 99 w 99"/>
                <a:gd name="T71" fmla="*/ 17 h 200"/>
                <a:gd name="T72" fmla="*/ 82 w 99"/>
                <a:gd name="T73" fmla="*/ 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99" h="200">
                  <a:moveTo>
                    <a:pt x="8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5"/>
                    <a:pt x="4" y="100"/>
                    <a:pt x="10" y="100"/>
                  </a:cubicBezTo>
                  <a:cubicBezTo>
                    <a:pt x="15" y="100"/>
                    <a:pt x="19" y="96"/>
                    <a:pt x="19" y="91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19" y="35"/>
                    <a:pt x="20" y="34"/>
                    <a:pt x="21" y="34"/>
                  </a:cubicBezTo>
                  <a:cubicBezTo>
                    <a:pt x="21" y="34"/>
                    <a:pt x="21" y="34"/>
                    <a:pt x="21" y="34"/>
                  </a:cubicBezTo>
                  <a:cubicBezTo>
                    <a:pt x="22" y="34"/>
                    <a:pt x="23" y="35"/>
                    <a:pt x="23" y="36"/>
                  </a:cubicBezTo>
                  <a:cubicBezTo>
                    <a:pt x="23" y="187"/>
                    <a:pt x="23" y="187"/>
                    <a:pt x="23" y="187"/>
                  </a:cubicBezTo>
                  <a:cubicBezTo>
                    <a:pt x="23" y="194"/>
                    <a:pt x="28" y="199"/>
                    <a:pt x="34" y="200"/>
                  </a:cubicBezTo>
                  <a:cubicBezTo>
                    <a:pt x="41" y="200"/>
                    <a:pt x="47" y="194"/>
                    <a:pt x="47" y="188"/>
                  </a:cubicBezTo>
                  <a:cubicBezTo>
                    <a:pt x="47" y="112"/>
                    <a:pt x="47" y="112"/>
                    <a:pt x="47" y="112"/>
                  </a:cubicBezTo>
                  <a:cubicBezTo>
                    <a:pt x="50" y="112"/>
                    <a:pt x="50" y="112"/>
                    <a:pt x="50" y="112"/>
                  </a:cubicBezTo>
                  <a:cubicBezTo>
                    <a:pt x="51" y="112"/>
                    <a:pt x="51" y="112"/>
                    <a:pt x="51" y="112"/>
                  </a:cubicBezTo>
                  <a:cubicBezTo>
                    <a:pt x="52" y="112"/>
                    <a:pt x="52" y="112"/>
                    <a:pt x="52" y="112"/>
                  </a:cubicBezTo>
                  <a:cubicBezTo>
                    <a:pt x="52" y="187"/>
                    <a:pt x="52" y="187"/>
                    <a:pt x="52" y="187"/>
                  </a:cubicBezTo>
                  <a:cubicBezTo>
                    <a:pt x="52" y="194"/>
                    <a:pt x="57" y="199"/>
                    <a:pt x="64" y="200"/>
                  </a:cubicBezTo>
                  <a:cubicBezTo>
                    <a:pt x="71" y="200"/>
                    <a:pt x="76" y="194"/>
                    <a:pt x="76" y="188"/>
                  </a:cubicBezTo>
                  <a:cubicBezTo>
                    <a:pt x="76" y="36"/>
                    <a:pt x="76" y="36"/>
                    <a:pt x="76" y="36"/>
                  </a:cubicBezTo>
                  <a:cubicBezTo>
                    <a:pt x="76" y="35"/>
                    <a:pt x="77" y="34"/>
                    <a:pt x="78" y="34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9" y="34"/>
                    <a:pt x="80" y="35"/>
                    <a:pt x="80" y="36"/>
                  </a:cubicBezTo>
                  <a:cubicBezTo>
                    <a:pt x="80" y="90"/>
                    <a:pt x="80" y="90"/>
                    <a:pt x="80" y="90"/>
                  </a:cubicBezTo>
                  <a:cubicBezTo>
                    <a:pt x="80" y="95"/>
                    <a:pt x="84" y="100"/>
                    <a:pt x="89" y="100"/>
                  </a:cubicBezTo>
                  <a:cubicBezTo>
                    <a:pt x="94" y="100"/>
                    <a:pt x="99" y="96"/>
                    <a:pt x="99" y="91"/>
                  </a:cubicBezTo>
                  <a:cubicBezTo>
                    <a:pt x="99" y="17"/>
                    <a:pt x="99" y="17"/>
                    <a:pt x="99" y="17"/>
                  </a:cubicBezTo>
                  <a:cubicBezTo>
                    <a:pt x="99" y="8"/>
                    <a:pt x="91" y="0"/>
                    <a:pt x="82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5692775" y="5367338"/>
            <a:ext cx="6013450" cy="952501"/>
            <a:chOff x="5692775" y="5367338"/>
            <a:chExt cx="6013450" cy="952501"/>
          </a:xfrm>
        </p:grpSpPr>
        <p:sp>
          <p:nvSpPr>
            <p:cNvPr id="51" name="Freeform 27"/>
            <p:cNvSpPr>
              <a:spLocks/>
            </p:cNvSpPr>
            <p:nvPr/>
          </p:nvSpPr>
          <p:spPr bwMode="auto">
            <a:xfrm>
              <a:off x="9971088" y="5549901"/>
              <a:ext cx="511175" cy="769938"/>
            </a:xfrm>
            <a:custGeom>
              <a:avLst/>
              <a:gdLst>
                <a:gd name="T0" fmla="*/ 122 w 124"/>
                <a:gd name="T1" fmla="*/ 73 h 187"/>
                <a:gd name="T2" fmla="*/ 101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4 w 124"/>
                <a:gd name="T11" fmla="*/ 9 h 187"/>
                <a:gd name="T12" fmla="*/ 2 w 124"/>
                <a:gd name="T13" fmla="*/ 73 h 187"/>
                <a:gd name="T14" fmla="*/ 11 w 124"/>
                <a:gd name="T15" fmla="*/ 85 h 187"/>
                <a:gd name="T16" fmla="*/ 11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9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6 w 124"/>
                <a:gd name="T63" fmla="*/ 31 h 187"/>
                <a:gd name="T64" fmla="*/ 88 w 124"/>
                <a:gd name="T65" fmla="*/ 29 h 187"/>
                <a:gd name="T66" fmla="*/ 88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1" y="9"/>
                    <a:pt x="101" y="9"/>
                    <a:pt x="101" y="9"/>
                  </a:cubicBezTo>
                  <a:cubicBezTo>
                    <a:pt x="99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6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1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5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9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5" y="30"/>
                    <a:pt x="86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7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Oval 28"/>
            <p:cNvSpPr>
              <a:spLocks noChangeArrowheads="1"/>
            </p:cNvSpPr>
            <p:nvPr/>
          </p:nvSpPr>
          <p:spPr bwMode="auto">
            <a:xfrm>
              <a:off x="10147300" y="5367338"/>
              <a:ext cx="161925" cy="1619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9"/>
            <p:cNvSpPr>
              <a:spLocks/>
            </p:cNvSpPr>
            <p:nvPr/>
          </p:nvSpPr>
          <p:spPr bwMode="auto">
            <a:xfrm>
              <a:off x="10580688" y="5549901"/>
              <a:ext cx="514350" cy="769938"/>
            </a:xfrm>
            <a:custGeom>
              <a:avLst/>
              <a:gdLst>
                <a:gd name="T0" fmla="*/ 123 w 125"/>
                <a:gd name="T1" fmla="*/ 73 h 187"/>
                <a:gd name="T2" fmla="*/ 101 w 125"/>
                <a:gd name="T3" fmla="*/ 9 h 187"/>
                <a:gd name="T4" fmla="*/ 88 w 125"/>
                <a:gd name="T5" fmla="*/ 0 h 187"/>
                <a:gd name="T6" fmla="*/ 63 w 125"/>
                <a:gd name="T7" fmla="*/ 0 h 187"/>
                <a:gd name="T8" fmla="*/ 37 w 125"/>
                <a:gd name="T9" fmla="*/ 0 h 187"/>
                <a:gd name="T10" fmla="*/ 24 w 125"/>
                <a:gd name="T11" fmla="*/ 9 h 187"/>
                <a:gd name="T12" fmla="*/ 2 w 125"/>
                <a:gd name="T13" fmla="*/ 73 h 187"/>
                <a:gd name="T14" fmla="*/ 11 w 125"/>
                <a:gd name="T15" fmla="*/ 85 h 187"/>
                <a:gd name="T16" fmla="*/ 11 w 125"/>
                <a:gd name="T17" fmla="*/ 85 h 187"/>
                <a:gd name="T18" fmla="*/ 20 w 125"/>
                <a:gd name="T19" fmla="*/ 79 h 187"/>
                <a:gd name="T20" fmla="*/ 35 w 125"/>
                <a:gd name="T21" fmla="*/ 30 h 187"/>
                <a:gd name="T22" fmla="*/ 37 w 125"/>
                <a:gd name="T23" fmla="*/ 29 h 187"/>
                <a:gd name="T24" fmla="*/ 37 w 125"/>
                <a:gd name="T25" fmla="*/ 29 h 187"/>
                <a:gd name="T26" fmla="*/ 39 w 125"/>
                <a:gd name="T27" fmla="*/ 31 h 187"/>
                <a:gd name="T28" fmla="*/ 19 w 125"/>
                <a:gd name="T29" fmla="*/ 98 h 187"/>
                <a:gd name="T30" fmla="*/ 24 w 125"/>
                <a:gd name="T31" fmla="*/ 104 h 187"/>
                <a:gd name="T32" fmla="*/ 36 w 125"/>
                <a:gd name="T33" fmla="*/ 104 h 187"/>
                <a:gd name="T34" fmla="*/ 36 w 125"/>
                <a:gd name="T35" fmla="*/ 176 h 187"/>
                <a:gd name="T36" fmla="*/ 47 w 125"/>
                <a:gd name="T37" fmla="*/ 187 h 187"/>
                <a:gd name="T38" fmla="*/ 47 w 125"/>
                <a:gd name="T39" fmla="*/ 187 h 187"/>
                <a:gd name="T40" fmla="*/ 58 w 125"/>
                <a:gd name="T41" fmla="*/ 176 h 187"/>
                <a:gd name="T42" fmla="*/ 58 w 125"/>
                <a:gd name="T43" fmla="*/ 105 h 187"/>
                <a:gd name="T44" fmla="*/ 63 w 125"/>
                <a:gd name="T45" fmla="*/ 105 h 187"/>
                <a:gd name="T46" fmla="*/ 67 w 125"/>
                <a:gd name="T47" fmla="*/ 105 h 187"/>
                <a:gd name="T48" fmla="*/ 67 w 125"/>
                <a:gd name="T49" fmla="*/ 176 h 187"/>
                <a:gd name="T50" fmla="*/ 78 w 125"/>
                <a:gd name="T51" fmla="*/ 187 h 187"/>
                <a:gd name="T52" fmla="*/ 78 w 125"/>
                <a:gd name="T53" fmla="*/ 187 h 187"/>
                <a:gd name="T54" fmla="*/ 89 w 125"/>
                <a:gd name="T55" fmla="*/ 176 h 187"/>
                <a:gd name="T56" fmla="*/ 89 w 125"/>
                <a:gd name="T57" fmla="*/ 104 h 187"/>
                <a:gd name="T58" fmla="*/ 101 w 125"/>
                <a:gd name="T59" fmla="*/ 104 h 187"/>
                <a:gd name="T60" fmla="*/ 106 w 125"/>
                <a:gd name="T61" fmla="*/ 98 h 187"/>
                <a:gd name="T62" fmla="*/ 86 w 125"/>
                <a:gd name="T63" fmla="*/ 31 h 187"/>
                <a:gd name="T64" fmla="*/ 88 w 125"/>
                <a:gd name="T65" fmla="*/ 29 h 187"/>
                <a:gd name="T66" fmla="*/ 88 w 125"/>
                <a:gd name="T67" fmla="*/ 29 h 187"/>
                <a:gd name="T68" fmla="*/ 90 w 125"/>
                <a:gd name="T69" fmla="*/ 30 h 187"/>
                <a:gd name="T70" fmla="*/ 106 w 125"/>
                <a:gd name="T71" fmla="*/ 79 h 187"/>
                <a:gd name="T72" fmla="*/ 116 w 125"/>
                <a:gd name="T73" fmla="*/ 85 h 187"/>
                <a:gd name="T74" fmla="*/ 123 w 125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5" h="187">
                  <a:moveTo>
                    <a:pt x="123" y="73"/>
                  </a:moveTo>
                  <a:cubicBezTo>
                    <a:pt x="101" y="9"/>
                    <a:pt x="101" y="9"/>
                    <a:pt x="101" y="9"/>
                  </a:cubicBezTo>
                  <a:cubicBezTo>
                    <a:pt x="99" y="4"/>
                    <a:pt x="94" y="0"/>
                    <a:pt x="8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6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5" y="85"/>
                    <a:pt x="11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5" y="85"/>
                    <a:pt x="18" y="82"/>
                    <a:pt x="20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9" y="29"/>
                    <a:pt x="39" y="30"/>
                    <a:pt x="39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1" y="104"/>
                    <a:pt x="24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4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67" y="176"/>
                    <a:pt x="67" y="176"/>
                    <a:pt x="67" y="176"/>
                  </a:cubicBezTo>
                  <a:cubicBezTo>
                    <a:pt x="67" y="183"/>
                    <a:pt x="72" y="187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84" y="187"/>
                    <a:pt x="89" y="183"/>
                    <a:pt x="89" y="176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7" y="101"/>
                    <a:pt x="106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6" y="30"/>
                    <a:pt x="87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9" y="29"/>
                    <a:pt x="90" y="29"/>
                    <a:pt x="90" y="30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7" y="83"/>
                    <a:pt x="112" y="86"/>
                    <a:pt x="116" y="85"/>
                  </a:cubicBezTo>
                  <a:cubicBezTo>
                    <a:pt x="122" y="84"/>
                    <a:pt x="125" y="78"/>
                    <a:pt x="123" y="73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Oval 30"/>
            <p:cNvSpPr>
              <a:spLocks noChangeArrowheads="1"/>
            </p:cNvSpPr>
            <p:nvPr/>
          </p:nvSpPr>
          <p:spPr bwMode="auto">
            <a:xfrm>
              <a:off x="10758488" y="5367338"/>
              <a:ext cx="160337" cy="1619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31"/>
            <p:cNvSpPr>
              <a:spLocks/>
            </p:cNvSpPr>
            <p:nvPr/>
          </p:nvSpPr>
          <p:spPr bwMode="auto">
            <a:xfrm>
              <a:off x="9361488" y="5549901"/>
              <a:ext cx="509587" cy="769938"/>
            </a:xfrm>
            <a:custGeom>
              <a:avLst/>
              <a:gdLst>
                <a:gd name="T0" fmla="*/ 122 w 124"/>
                <a:gd name="T1" fmla="*/ 73 h 187"/>
                <a:gd name="T2" fmla="*/ 100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4 w 124"/>
                <a:gd name="T11" fmla="*/ 9 h 187"/>
                <a:gd name="T12" fmla="*/ 2 w 124"/>
                <a:gd name="T13" fmla="*/ 73 h 187"/>
                <a:gd name="T14" fmla="*/ 10 w 124"/>
                <a:gd name="T15" fmla="*/ 85 h 187"/>
                <a:gd name="T16" fmla="*/ 10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8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6 w 124"/>
                <a:gd name="T63" fmla="*/ 31 h 187"/>
                <a:gd name="T64" fmla="*/ 87 w 124"/>
                <a:gd name="T65" fmla="*/ 29 h 187"/>
                <a:gd name="T66" fmla="*/ 87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0" y="9"/>
                    <a:pt x="100" y="9"/>
                    <a:pt x="100" y="9"/>
                  </a:cubicBezTo>
                  <a:cubicBezTo>
                    <a:pt x="98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5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14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8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5" y="30"/>
                    <a:pt x="86" y="29"/>
                    <a:pt x="87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6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Oval 32"/>
            <p:cNvSpPr>
              <a:spLocks noChangeArrowheads="1"/>
            </p:cNvSpPr>
            <p:nvPr/>
          </p:nvSpPr>
          <p:spPr bwMode="auto">
            <a:xfrm>
              <a:off x="9534525" y="5367338"/>
              <a:ext cx="163512" cy="1619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33"/>
            <p:cNvSpPr>
              <a:spLocks/>
            </p:cNvSpPr>
            <p:nvPr/>
          </p:nvSpPr>
          <p:spPr bwMode="auto">
            <a:xfrm>
              <a:off x="11195050" y="5549901"/>
              <a:ext cx="511175" cy="769938"/>
            </a:xfrm>
            <a:custGeom>
              <a:avLst/>
              <a:gdLst>
                <a:gd name="T0" fmla="*/ 122 w 124"/>
                <a:gd name="T1" fmla="*/ 73 h 187"/>
                <a:gd name="T2" fmla="*/ 100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4 w 124"/>
                <a:gd name="T11" fmla="*/ 9 h 187"/>
                <a:gd name="T12" fmla="*/ 2 w 124"/>
                <a:gd name="T13" fmla="*/ 73 h 187"/>
                <a:gd name="T14" fmla="*/ 10 w 124"/>
                <a:gd name="T15" fmla="*/ 85 h 187"/>
                <a:gd name="T16" fmla="*/ 10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8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6 w 124"/>
                <a:gd name="T63" fmla="*/ 31 h 187"/>
                <a:gd name="T64" fmla="*/ 87 w 124"/>
                <a:gd name="T65" fmla="*/ 29 h 187"/>
                <a:gd name="T66" fmla="*/ 87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0" y="9"/>
                    <a:pt x="100" y="9"/>
                    <a:pt x="100" y="9"/>
                  </a:cubicBezTo>
                  <a:cubicBezTo>
                    <a:pt x="98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5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14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8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5" y="30"/>
                    <a:pt x="86" y="29"/>
                    <a:pt x="87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6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Oval 34"/>
            <p:cNvSpPr>
              <a:spLocks noChangeArrowheads="1"/>
            </p:cNvSpPr>
            <p:nvPr/>
          </p:nvSpPr>
          <p:spPr bwMode="auto">
            <a:xfrm>
              <a:off x="11368088" y="5367338"/>
              <a:ext cx="165100" cy="161925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35"/>
            <p:cNvSpPr>
              <a:spLocks/>
            </p:cNvSpPr>
            <p:nvPr/>
          </p:nvSpPr>
          <p:spPr bwMode="auto">
            <a:xfrm>
              <a:off x="8137525" y="5549901"/>
              <a:ext cx="509587" cy="769938"/>
            </a:xfrm>
            <a:custGeom>
              <a:avLst/>
              <a:gdLst>
                <a:gd name="T0" fmla="*/ 122 w 124"/>
                <a:gd name="T1" fmla="*/ 73 h 187"/>
                <a:gd name="T2" fmla="*/ 101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4 w 124"/>
                <a:gd name="T11" fmla="*/ 9 h 187"/>
                <a:gd name="T12" fmla="*/ 2 w 124"/>
                <a:gd name="T13" fmla="*/ 73 h 187"/>
                <a:gd name="T14" fmla="*/ 11 w 124"/>
                <a:gd name="T15" fmla="*/ 85 h 187"/>
                <a:gd name="T16" fmla="*/ 11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9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6 w 124"/>
                <a:gd name="T63" fmla="*/ 31 h 187"/>
                <a:gd name="T64" fmla="*/ 88 w 124"/>
                <a:gd name="T65" fmla="*/ 29 h 187"/>
                <a:gd name="T66" fmla="*/ 88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1" y="9"/>
                    <a:pt x="101" y="9"/>
                    <a:pt x="101" y="9"/>
                  </a:cubicBezTo>
                  <a:cubicBezTo>
                    <a:pt x="99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6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1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5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9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5" y="30"/>
                    <a:pt x="86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7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Oval 36"/>
            <p:cNvSpPr>
              <a:spLocks noChangeArrowheads="1"/>
            </p:cNvSpPr>
            <p:nvPr/>
          </p:nvSpPr>
          <p:spPr bwMode="auto">
            <a:xfrm>
              <a:off x="8313738" y="5367338"/>
              <a:ext cx="160337" cy="161925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37"/>
            <p:cNvSpPr>
              <a:spLocks/>
            </p:cNvSpPr>
            <p:nvPr/>
          </p:nvSpPr>
          <p:spPr bwMode="auto">
            <a:xfrm>
              <a:off x="8747125" y="5549901"/>
              <a:ext cx="514350" cy="769938"/>
            </a:xfrm>
            <a:custGeom>
              <a:avLst/>
              <a:gdLst>
                <a:gd name="T0" fmla="*/ 123 w 125"/>
                <a:gd name="T1" fmla="*/ 73 h 187"/>
                <a:gd name="T2" fmla="*/ 101 w 125"/>
                <a:gd name="T3" fmla="*/ 9 h 187"/>
                <a:gd name="T4" fmla="*/ 88 w 125"/>
                <a:gd name="T5" fmla="*/ 0 h 187"/>
                <a:gd name="T6" fmla="*/ 63 w 125"/>
                <a:gd name="T7" fmla="*/ 0 h 187"/>
                <a:gd name="T8" fmla="*/ 37 w 125"/>
                <a:gd name="T9" fmla="*/ 0 h 187"/>
                <a:gd name="T10" fmla="*/ 24 w 125"/>
                <a:gd name="T11" fmla="*/ 9 h 187"/>
                <a:gd name="T12" fmla="*/ 2 w 125"/>
                <a:gd name="T13" fmla="*/ 73 h 187"/>
                <a:gd name="T14" fmla="*/ 11 w 125"/>
                <a:gd name="T15" fmla="*/ 85 h 187"/>
                <a:gd name="T16" fmla="*/ 11 w 125"/>
                <a:gd name="T17" fmla="*/ 85 h 187"/>
                <a:gd name="T18" fmla="*/ 20 w 125"/>
                <a:gd name="T19" fmla="*/ 79 h 187"/>
                <a:gd name="T20" fmla="*/ 35 w 125"/>
                <a:gd name="T21" fmla="*/ 30 h 187"/>
                <a:gd name="T22" fmla="*/ 37 w 125"/>
                <a:gd name="T23" fmla="*/ 29 h 187"/>
                <a:gd name="T24" fmla="*/ 37 w 125"/>
                <a:gd name="T25" fmla="*/ 29 h 187"/>
                <a:gd name="T26" fmla="*/ 39 w 125"/>
                <a:gd name="T27" fmla="*/ 31 h 187"/>
                <a:gd name="T28" fmla="*/ 19 w 125"/>
                <a:gd name="T29" fmla="*/ 98 h 187"/>
                <a:gd name="T30" fmla="*/ 24 w 125"/>
                <a:gd name="T31" fmla="*/ 104 h 187"/>
                <a:gd name="T32" fmla="*/ 36 w 125"/>
                <a:gd name="T33" fmla="*/ 104 h 187"/>
                <a:gd name="T34" fmla="*/ 36 w 125"/>
                <a:gd name="T35" fmla="*/ 176 h 187"/>
                <a:gd name="T36" fmla="*/ 47 w 125"/>
                <a:gd name="T37" fmla="*/ 187 h 187"/>
                <a:gd name="T38" fmla="*/ 47 w 125"/>
                <a:gd name="T39" fmla="*/ 187 h 187"/>
                <a:gd name="T40" fmla="*/ 58 w 125"/>
                <a:gd name="T41" fmla="*/ 176 h 187"/>
                <a:gd name="T42" fmla="*/ 58 w 125"/>
                <a:gd name="T43" fmla="*/ 105 h 187"/>
                <a:gd name="T44" fmla="*/ 63 w 125"/>
                <a:gd name="T45" fmla="*/ 105 h 187"/>
                <a:gd name="T46" fmla="*/ 67 w 125"/>
                <a:gd name="T47" fmla="*/ 105 h 187"/>
                <a:gd name="T48" fmla="*/ 67 w 125"/>
                <a:gd name="T49" fmla="*/ 176 h 187"/>
                <a:gd name="T50" fmla="*/ 78 w 125"/>
                <a:gd name="T51" fmla="*/ 187 h 187"/>
                <a:gd name="T52" fmla="*/ 78 w 125"/>
                <a:gd name="T53" fmla="*/ 187 h 187"/>
                <a:gd name="T54" fmla="*/ 89 w 125"/>
                <a:gd name="T55" fmla="*/ 176 h 187"/>
                <a:gd name="T56" fmla="*/ 89 w 125"/>
                <a:gd name="T57" fmla="*/ 104 h 187"/>
                <a:gd name="T58" fmla="*/ 101 w 125"/>
                <a:gd name="T59" fmla="*/ 104 h 187"/>
                <a:gd name="T60" fmla="*/ 106 w 125"/>
                <a:gd name="T61" fmla="*/ 98 h 187"/>
                <a:gd name="T62" fmla="*/ 86 w 125"/>
                <a:gd name="T63" fmla="*/ 31 h 187"/>
                <a:gd name="T64" fmla="*/ 88 w 125"/>
                <a:gd name="T65" fmla="*/ 29 h 187"/>
                <a:gd name="T66" fmla="*/ 88 w 125"/>
                <a:gd name="T67" fmla="*/ 29 h 187"/>
                <a:gd name="T68" fmla="*/ 90 w 125"/>
                <a:gd name="T69" fmla="*/ 30 h 187"/>
                <a:gd name="T70" fmla="*/ 106 w 125"/>
                <a:gd name="T71" fmla="*/ 79 h 187"/>
                <a:gd name="T72" fmla="*/ 116 w 125"/>
                <a:gd name="T73" fmla="*/ 85 h 187"/>
                <a:gd name="T74" fmla="*/ 123 w 125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5" h="187">
                  <a:moveTo>
                    <a:pt x="123" y="73"/>
                  </a:moveTo>
                  <a:cubicBezTo>
                    <a:pt x="101" y="9"/>
                    <a:pt x="101" y="9"/>
                    <a:pt x="101" y="9"/>
                  </a:cubicBezTo>
                  <a:cubicBezTo>
                    <a:pt x="99" y="4"/>
                    <a:pt x="94" y="0"/>
                    <a:pt x="8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6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5" y="85"/>
                    <a:pt x="11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5" y="85"/>
                    <a:pt x="18" y="82"/>
                    <a:pt x="20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9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1" y="104"/>
                    <a:pt x="24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3" y="105"/>
                    <a:pt x="63" y="105"/>
                    <a:pt x="63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67" y="176"/>
                    <a:pt x="67" y="176"/>
                    <a:pt x="67" y="176"/>
                  </a:cubicBezTo>
                  <a:cubicBezTo>
                    <a:pt x="67" y="183"/>
                    <a:pt x="72" y="187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84" y="187"/>
                    <a:pt x="89" y="183"/>
                    <a:pt x="89" y="176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7" y="101"/>
                    <a:pt x="106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6" y="30"/>
                    <a:pt x="87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9" y="29"/>
                    <a:pt x="89" y="29"/>
                    <a:pt x="90" y="30"/>
                  </a:cubicBezTo>
                  <a:cubicBezTo>
                    <a:pt x="106" y="79"/>
                    <a:pt x="106" y="79"/>
                    <a:pt x="106" y="79"/>
                  </a:cubicBezTo>
                  <a:cubicBezTo>
                    <a:pt x="107" y="83"/>
                    <a:pt x="112" y="86"/>
                    <a:pt x="116" y="85"/>
                  </a:cubicBezTo>
                  <a:cubicBezTo>
                    <a:pt x="122" y="84"/>
                    <a:pt x="125" y="78"/>
                    <a:pt x="123" y="73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Oval 38"/>
            <p:cNvSpPr>
              <a:spLocks noChangeArrowheads="1"/>
            </p:cNvSpPr>
            <p:nvPr/>
          </p:nvSpPr>
          <p:spPr bwMode="auto">
            <a:xfrm>
              <a:off x="8923338" y="5367338"/>
              <a:ext cx="161925" cy="161925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39"/>
            <p:cNvSpPr>
              <a:spLocks/>
            </p:cNvSpPr>
            <p:nvPr/>
          </p:nvSpPr>
          <p:spPr bwMode="auto">
            <a:xfrm>
              <a:off x="7526338" y="5549901"/>
              <a:ext cx="511175" cy="769938"/>
            </a:xfrm>
            <a:custGeom>
              <a:avLst/>
              <a:gdLst>
                <a:gd name="T0" fmla="*/ 122 w 124"/>
                <a:gd name="T1" fmla="*/ 73 h 187"/>
                <a:gd name="T2" fmla="*/ 100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3 w 124"/>
                <a:gd name="T11" fmla="*/ 9 h 187"/>
                <a:gd name="T12" fmla="*/ 2 w 124"/>
                <a:gd name="T13" fmla="*/ 73 h 187"/>
                <a:gd name="T14" fmla="*/ 10 w 124"/>
                <a:gd name="T15" fmla="*/ 85 h 187"/>
                <a:gd name="T16" fmla="*/ 10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8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5 w 124"/>
                <a:gd name="T63" fmla="*/ 31 h 187"/>
                <a:gd name="T64" fmla="*/ 87 w 124"/>
                <a:gd name="T65" fmla="*/ 29 h 187"/>
                <a:gd name="T66" fmla="*/ 87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0" y="9"/>
                    <a:pt x="100" y="9"/>
                    <a:pt x="100" y="9"/>
                  </a:cubicBezTo>
                  <a:cubicBezTo>
                    <a:pt x="98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5" y="4"/>
                    <a:pt x="23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14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8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0"/>
                    <a:pt x="86" y="29"/>
                    <a:pt x="87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6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Oval 40"/>
            <p:cNvSpPr>
              <a:spLocks noChangeArrowheads="1"/>
            </p:cNvSpPr>
            <p:nvPr/>
          </p:nvSpPr>
          <p:spPr bwMode="auto">
            <a:xfrm>
              <a:off x="7699375" y="5367338"/>
              <a:ext cx="165100" cy="161925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41"/>
            <p:cNvSpPr>
              <a:spLocks/>
            </p:cNvSpPr>
            <p:nvPr/>
          </p:nvSpPr>
          <p:spPr bwMode="auto">
            <a:xfrm>
              <a:off x="6302375" y="5549901"/>
              <a:ext cx="511175" cy="769938"/>
            </a:xfrm>
            <a:custGeom>
              <a:avLst/>
              <a:gdLst>
                <a:gd name="T0" fmla="*/ 122 w 124"/>
                <a:gd name="T1" fmla="*/ 73 h 187"/>
                <a:gd name="T2" fmla="*/ 101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4 w 124"/>
                <a:gd name="T11" fmla="*/ 9 h 187"/>
                <a:gd name="T12" fmla="*/ 2 w 124"/>
                <a:gd name="T13" fmla="*/ 73 h 187"/>
                <a:gd name="T14" fmla="*/ 11 w 124"/>
                <a:gd name="T15" fmla="*/ 85 h 187"/>
                <a:gd name="T16" fmla="*/ 11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9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6 w 124"/>
                <a:gd name="T63" fmla="*/ 31 h 187"/>
                <a:gd name="T64" fmla="*/ 87 w 124"/>
                <a:gd name="T65" fmla="*/ 29 h 187"/>
                <a:gd name="T66" fmla="*/ 87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1" y="9"/>
                    <a:pt x="101" y="9"/>
                    <a:pt x="101" y="9"/>
                  </a:cubicBezTo>
                  <a:cubicBezTo>
                    <a:pt x="99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6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1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4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9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5" y="30"/>
                    <a:pt x="86" y="29"/>
                    <a:pt x="87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7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Oval 42"/>
            <p:cNvSpPr>
              <a:spLocks noChangeArrowheads="1"/>
            </p:cNvSpPr>
            <p:nvPr/>
          </p:nvSpPr>
          <p:spPr bwMode="auto">
            <a:xfrm>
              <a:off x="6480175" y="5367338"/>
              <a:ext cx="160337" cy="161925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43"/>
            <p:cNvSpPr>
              <a:spLocks/>
            </p:cNvSpPr>
            <p:nvPr/>
          </p:nvSpPr>
          <p:spPr bwMode="auto">
            <a:xfrm>
              <a:off x="6913563" y="5549901"/>
              <a:ext cx="509587" cy="769938"/>
            </a:xfrm>
            <a:custGeom>
              <a:avLst/>
              <a:gdLst>
                <a:gd name="T0" fmla="*/ 123 w 124"/>
                <a:gd name="T1" fmla="*/ 73 h 187"/>
                <a:gd name="T2" fmla="*/ 101 w 124"/>
                <a:gd name="T3" fmla="*/ 9 h 187"/>
                <a:gd name="T4" fmla="*/ 88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4 w 124"/>
                <a:gd name="T11" fmla="*/ 9 h 187"/>
                <a:gd name="T12" fmla="*/ 2 w 124"/>
                <a:gd name="T13" fmla="*/ 73 h 187"/>
                <a:gd name="T14" fmla="*/ 11 w 124"/>
                <a:gd name="T15" fmla="*/ 85 h 187"/>
                <a:gd name="T16" fmla="*/ 11 w 124"/>
                <a:gd name="T17" fmla="*/ 85 h 187"/>
                <a:gd name="T18" fmla="*/ 20 w 124"/>
                <a:gd name="T19" fmla="*/ 79 h 187"/>
                <a:gd name="T20" fmla="*/ 35 w 124"/>
                <a:gd name="T21" fmla="*/ 30 h 187"/>
                <a:gd name="T22" fmla="*/ 37 w 124"/>
                <a:gd name="T23" fmla="*/ 29 h 187"/>
                <a:gd name="T24" fmla="*/ 37 w 124"/>
                <a:gd name="T25" fmla="*/ 29 h 187"/>
                <a:gd name="T26" fmla="*/ 39 w 124"/>
                <a:gd name="T27" fmla="*/ 31 h 187"/>
                <a:gd name="T28" fmla="*/ 19 w 124"/>
                <a:gd name="T29" fmla="*/ 98 h 187"/>
                <a:gd name="T30" fmla="*/ 24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7 w 124"/>
                <a:gd name="T47" fmla="*/ 105 h 187"/>
                <a:gd name="T48" fmla="*/ 67 w 124"/>
                <a:gd name="T49" fmla="*/ 176 h 187"/>
                <a:gd name="T50" fmla="*/ 78 w 124"/>
                <a:gd name="T51" fmla="*/ 187 h 187"/>
                <a:gd name="T52" fmla="*/ 78 w 124"/>
                <a:gd name="T53" fmla="*/ 187 h 187"/>
                <a:gd name="T54" fmla="*/ 89 w 124"/>
                <a:gd name="T55" fmla="*/ 176 h 187"/>
                <a:gd name="T56" fmla="*/ 89 w 124"/>
                <a:gd name="T57" fmla="*/ 104 h 187"/>
                <a:gd name="T58" fmla="*/ 101 w 124"/>
                <a:gd name="T59" fmla="*/ 104 h 187"/>
                <a:gd name="T60" fmla="*/ 106 w 124"/>
                <a:gd name="T61" fmla="*/ 98 h 187"/>
                <a:gd name="T62" fmla="*/ 86 w 124"/>
                <a:gd name="T63" fmla="*/ 31 h 187"/>
                <a:gd name="T64" fmla="*/ 88 w 124"/>
                <a:gd name="T65" fmla="*/ 29 h 187"/>
                <a:gd name="T66" fmla="*/ 88 w 124"/>
                <a:gd name="T67" fmla="*/ 29 h 187"/>
                <a:gd name="T68" fmla="*/ 90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3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3" y="73"/>
                  </a:moveTo>
                  <a:cubicBezTo>
                    <a:pt x="101" y="9"/>
                    <a:pt x="101" y="9"/>
                    <a:pt x="101" y="9"/>
                  </a:cubicBezTo>
                  <a:cubicBezTo>
                    <a:pt x="99" y="4"/>
                    <a:pt x="94" y="0"/>
                    <a:pt x="88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6" y="4"/>
                    <a:pt x="24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5" y="85"/>
                    <a:pt x="11" y="85"/>
                  </a:cubicBezTo>
                  <a:cubicBezTo>
                    <a:pt x="11" y="85"/>
                    <a:pt x="11" y="85"/>
                    <a:pt x="11" y="85"/>
                  </a:cubicBezTo>
                  <a:cubicBezTo>
                    <a:pt x="15" y="85"/>
                    <a:pt x="18" y="82"/>
                    <a:pt x="20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6" y="29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8" y="29"/>
                    <a:pt x="39" y="30"/>
                    <a:pt x="39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1" y="104"/>
                    <a:pt x="24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7" y="105"/>
                    <a:pt x="67" y="105"/>
                    <a:pt x="67" y="105"/>
                  </a:cubicBezTo>
                  <a:cubicBezTo>
                    <a:pt x="67" y="176"/>
                    <a:pt x="67" y="176"/>
                    <a:pt x="67" y="176"/>
                  </a:cubicBezTo>
                  <a:cubicBezTo>
                    <a:pt x="67" y="183"/>
                    <a:pt x="72" y="187"/>
                    <a:pt x="78" y="187"/>
                  </a:cubicBezTo>
                  <a:cubicBezTo>
                    <a:pt x="78" y="187"/>
                    <a:pt x="78" y="187"/>
                    <a:pt x="78" y="187"/>
                  </a:cubicBezTo>
                  <a:cubicBezTo>
                    <a:pt x="84" y="187"/>
                    <a:pt x="89" y="183"/>
                    <a:pt x="89" y="176"/>
                  </a:cubicBezTo>
                  <a:cubicBezTo>
                    <a:pt x="89" y="104"/>
                    <a:pt x="89" y="104"/>
                    <a:pt x="89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7" y="101"/>
                    <a:pt x="106" y="98"/>
                  </a:cubicBezTo>
                  <a:cubicBezTo>
                    <a:pt x="86" y="31"/>
                    <a:pt x="86" y="31"/>
                    <a:pt x="86" y="31"/>
                  </a:cubicBezTo>
                  <a:cubicBezTo>
                    <a:pt x="86" y="30"/>
                    <a:pt x="87" y="29"/>
                    <a:pt x="88" y="29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9" y="29"/>
                    <a:pt x="89" y="29"/>
                    <a:pt x="90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7" y="83"/>
                    <a:pt x="112" y="86"/>
                    <a:pt x="116" y="85"/>
                  </a:cubicBezTo>
                  <a:cubicBezTo>
                    <a:pt x="122" y="84"/>
                    <a:pt x="124" y="78"/>
                    <a:pt x="123" y="73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Oval 44"/>
            <p:cNvSpPr>
              <a:spLocks noChangeArrowheads="1"/>
            </p:cNvSpPr>
            <p:nvPr/>
          </p:nvSpPr>
          <p:spPr bwMode="auto">
            <a:xfrm>
              <a:off x="7089775" y="5367338"/>
              <a:ext cx="160337" cy="161925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45"/>
            <p:cNvSpPr>
              <a:spLocks/>
            </p:cNvSpPr>
            <p:nvPr/>
          </p:nvSpPr>
          <p:spPr bwMode="auto">
            <a:xfrm>
              <a:off x="5692775" y="5549901"/>
              <a:ext cx="511175" cy="769938"/>
            </a:xfrm>
            <a:custGeom>
              <a:avLst/>
              <a:gdLst>
                <a:gd name="T0" fmla="*/ 122 w 124"/>
                <a:gd name="T1" fmla="*/ 73 h 187"/>
                <a:gd name="T2" fmla="*/ 100 w 124"/>
                <a:gd name="T3" fmla="*/ 9 h 187"/>
                <a:gd name="T4" fmla="*/ 87 w 124"/>
                <a:gd name="T5" fmla="*/ 0 h 187"/>
                <a:gd name="T6" fmla="*/ 62 w 124"/>
                <a:gd name="T7" fmla="*/ 0 h 187"/>
                <a:gd name="T8" fmla="*/ 37 w 124"/>
                <a:gd name="T9" fmla="*/ 0 h 187"/>
                <a:gd name="T10" fmla="*/ 23 w 124"/>
                <a:gd name="T11" fmla="*/ 9 h 187"/>
                <a:gd name="T12" fmla="*/ 2 w 124"/>
                <a:gd name="T13" fmla="*/ 73 h 187"/>
                <a:gd name="T14" fmla="*/ 10 w 124"/>
                <a:gd name="T15" fmla="*/ 85 h 187"/>
                <a:gd name="T16" fmla="*/ 10 w 124"/>
                <a:gd name="T17" fmla="*/ 85 h 187"/>
                <a:gd name="T18" fmla="*/ 19 w 124"/>
                <a:gd name="T19" fmla="*/ 79 h 187"/>
                <a:gd name="T20" fmla="*/ 35 w 124"/>
                <a:gd name="T21" fmla="*/ 30 h 187"/>
                <a:gd name="T22" fmla="*/ 36 w 124"/>
                <a:gd name="T23" fmla="*/ 29 h 187"/>
                <a:gd name="T24" fmla="*/ 36 w 124"/>
                <a:gd name="T25" fmla="*/ 29 h 187"/>
                <a:gd name="T26" fmla="*/ 38 w 124"/>
                <a:gd name="T27" fmla="*/ 31 h 187"/>
                <a:gd name="T28" fmla="*/ 19 w 124"/>
                <a:gd name="T29" fmla="*/ 98 h 187"/>
                <a:gd name="T30" fmla="*/ 23 w 124"/>
                <a:gd name="T31" fmla="*/ 104 h 187"/>
                <a:gd name="T32" fmla="*/ 36 w 124"/>
                <a:gd name="T33" fmla="*/ 104 h 187"/>
                <a:gd name="T34" fmla="*/ 36 w 124"/>
                <a:gd name="T35" fmla="*/ 176 h 187"/>
                <a:gd name="T36" fmla="*/ 47 w 124"/>
                <a:gd name="T37" fmla="*/ 187 h 187"/>
                <a:gd name="T38" fmla="*/ 47 w 124"/>
                <a:gd name="T39" fmla="*/ 187 h 187"/>
                <a:gd name="T40" fmla="*/ 58 w 124"/>
                <a:gd name="T41" fmla="*/ 176 h 187"/>
                <a:gd name="T42" fmla="*/ 58 w 124"/>
                <a:gd name="T43" fmla="*/ 105 h 187"/>
                <a:gd name="T44" fmla="*/ 62 w 124"/>
                <a:gd name="T45" fmla="*/ 105 h 187"/>
                <a:gd name="T46" fmla="*/ 66 w 124"/>
                <a:gd name="T47" fmla="*/ 105 h 187"/>
                <a:gd name="T48" fmla="*/ 66 w 124"/>
                <a:gd name="T49" fmla="*/ 176 h 187"/>
                <a:gd name="T50" fmla="*/ 77 w 124"/>
                <a:gd name="T51" fmla="*/ 187 h 187"/>
                <a:gd name="T52" fmla="*/ 77 w 124"/>
                <a:gd name="T53" fmla="*/ 187 h 187"/>
                <a:gd name="T54" fmla="*/ 88 w 124"/>
                <a:gd name="T55" fmla="*/ 176 h 187"/>
                <a:gd name="T56" fmla="*/ 88 w 124"/>
                <a:gd name="T57" fmla="*/ 104 h 187"/>
                <a:gd name="T58" fmla="*/ 101 w 124"/>
                <a:gd name="T59" fmla="*/ 104 h 187"/>
                <a:gd name="T60" fmla="*/ 105 w 124"/>
                <a:gd name="T61" fmla="*/ 98 h 187"/>
                <a:gd name="T62" fmla="*/ 85 w 124"/>
                <a:gd name="T63" fmla="*/ 31 h 187"/>
                <a:gd name="T64" fmla="*/ 87 w 124"/>
                <a:gd name="T65" fmla="*/ 29 h 187"/>
                <a:gd name="T66" fmla="*/ 87 w 124"/>
                <a:gd name="T67" fmla="*/ 29 h 187"/>
                <a:gd name="T68" fmla="*/ 89 w 124"/>
                <a:gd name="T69" fmla="*/ 30 h 187"/>
                <a:gd name="T70" fmla="*/ 105 w 124"/>
                <a:gd name="T71" fmla="*/ 79 h 187"/>
                <a:gd name="T72" fmla="*/ 116 w 124"/>
                <a:gd name="T73" fmla="*/ 85 h 187"/>
                <a:gd name="T74" fmla="*/ 122 w 124"/>
                <a:gd name="T75" fmla="*/ 7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24" h="187">
                  <a:moveTo>
                    <a:pt x="122" y="73"/>
                  </a:moveTo>
                  <a:cubicBezTo>
                    <a:pt x="100" y="9"/>
                    <a:pt x="100" y="9"/>
                    <a:pt x="100" y="9"/>
                  </a:cubicBezTo>
                  <a:cubicBezTo>
                    <a:pt x="98" y="4"/>
                    <a:pt x="93" y="0"/>
                    <a:pt x="87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1" y="0"/>
                    <a:pt x="25" y="4"/>
                    <a:pt x="23" y="9"/>
                  </a:cubicBezTo>
                  <a:cubicBezTo>
                    <a:pt x="2" y="73"/>
                    <a:pt x="2" y="73"/>
                    <a:pt x="2" y="73"/>
                  </a:cubicBezTo>
                  <a:cubicBezTo>
                    <a:pt x="0" y="79"/>
                    <a:pt x="4" y="85"/>
                    <a:pt x="10" y="85"/>
                  </a:cubicBezTo>
                  <a:cubicBezTo>
                    <a:pt x="10" y="85"/>
                    <a:pt x="10" y="85"/>
                    <a:pt x="10" y="85"/>
                  </a:cubicBezTo>
                  <a:cubicBezTo>
                    <a:pt x="14" y="85"/>
                    <a:pt x="18" y="82"/>
                    <a:pt x="19" y="79"/>
                  </a:cubicBezTo>
                  <a:cubicBezTo>
                    <a:pt x="35" y="30"/>
                    <a:pt x="35" y="30"/>
                    <a:pt x="35" y="30"/>
                  </a:cubicBezTo>
                  <a:cubicBezTo>
                    <a:pt x="35" y="29"/>
                    <a:pt x="36" y="29"/>
                    <a:pt x="36" y="29"/>
                  </a:cubicBezTo>
                  <a:cubicBezTo>
                    <a:pt x="36" y="29"/>
                    <a:pt x="36" y="29"/>
                    <a:pt x="36" y="29"/>
                  </a:cubicBezTo>
                  <a:cubicBezTo>
                    <a:pt x="38" y="29"/>
                    <a:pt x="39" y="30"/>
                    <a:pt x="38" y="31"/>
                  </a:cubicBezTo>
                  <a:cubicBezTo>
                    <a:pt x="19" y="98"/>
                    <a:pt x="19" y="98"/>
                    <a:pt x="19" y="98"/>
                  </a:cubicBezTo>
                  <a:cubicBezTo>
                    <a:pt x="18" y="101"/>
                    <a:pt x="20" y="104"/>
                    <a:pt x="23" y="104"/>
                  </a:cubicBezTo>
                  <a:cubicBezTo>
                    <a:pt x="36" y="104"/>
                    <a:pt x="36" y="104"/>
                    <a:pt x="36" y="104"/>
                  </a:cubicBezTo>
                  <a:cubicBezTo>
                    <a:pt x="36" y="176"/>
                    <a:pt x="36" y="176"/>
                    <a:pt x="36" y="176"/>
                  </a:cubicBezTo>
                  <a:cubicBezTo>
                    <a:pt x="36" y="183"/>
                    <a:pt x="41" y="187"/>
                    <a:pt x="47" y="187"/>
                  </a:cubicBezTo>
                  <a:cubicBezTo>
                    <a:pt x="47" y="187"/>
                    <a:pt x="47" y="187"/>
                    <a:pt x="47" y="187"/>
                  </a:cubicBezTo>
                  <a:cubicBezTo>
                    <a:pt x="53" y="187"/>
                    <a:pt x="58" y="183"/>
                    <a:pt x="58" y="176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6" y="105"/>
                    <a:pt x="66" y="105"/>
                    <a:pt x="66" y="105"/>
                  </a:cubicBezTo>
                  <a:cubicBezTo>
                    <a:pt x="66" y="176"/>
                    <a:pt x="66" y="176"/>
                    <a:pt x="66" y="176"/>
                  </a:cubicBezTo>
                  <a:cubicBezTo>
                    <a:pt x="66" y="183"/>
                    <a:pt x="71" y="187"/>
                    <a:pt x="77" y="187"/>
                  </a:cubicBezTo>
                  <a:cubicBezTo>
                    <a:pt x="77" y="187"/>
                    <a:pt x="77" y="187"/>
                    <a:pt x="77" y="187"/>
                  </a:cubicBezTo>
                  <a:cubicBezTo>
                    <a:pt x="83" y="187"/>
                    <a:pt x="88" y="183"/>
                    <a:pt x="88" y="176"/>
                  </a:cubicBezTo>
                  <a:cubicBezTo>
                    <a:pt x="88" y="104"/>
                    <a:pt x="88" y="104"/>
                    <a:pt x="88" y="104"/>
                  </a:cubicBezTo>
                  <a:cubicBezTo>
                    <a:pt x="101" y="104"/>
                    <a:pt x="101" y="104"/>
                    <a:pt x="101" y="104"/>
                  </a:cubicBezTo>
                  <a:cubicBezTo>
                    <a:pt x="104" y="104"/>
                    <a:pt x="106" y="101"/>
                    <a:pt x="105" y="98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85" y="30"/>
                    <a:pt x="86" y="29"/>
                    <a:pt x="87" y="29"/>
                  </a:cubicBezTo>
                  <a:cubicBezTo>
                    <a:pt x="87" y="29"/>
                    <a:pt x="87" y="29"/>
                    <a:pt x="87" y="29"/>
                  </a:cubicBezTo>
                  <a:cubicBezTo>
                    <a:pt x="88" y="29"/>
                    <a:pt x="89" y="29"/>
                    <a:pt x="89" y="30"/>
                  </a:cubicBezTo>
                  <a:cubicBezTo>
                    <a:pt x="105" y="79"/>
                    <a:pt x="105" y="79"/>
                    <a:pt x="105" y="79"/>
                  </a:cubicBezTo>
                  <a:cubicBezTo>
                    <a:pt x="106" y="83"/>
                    <a:pt x="111" y="86"/>
                    <a:pt x="116" y="85"/>
                  </a:cubicBezTo>
                  <a:cubicBezTo>
                    <a:pt x="121" y="84"/>
                    <a:pt x="124" y="78"/>
                    <a:pt x="122" y="73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Oval 46"/>
            <p:cNvSpPr>
              <a:spLocks noChangeArrowheads="1"/>
            </p:cNvSpPr>
            <p:nvPr/>
          </p:nvSpPr>
          <p:spPr bwMode="auto">
            <a:xfrm>
              <a:off x="5865813" y="5367338"/>
              <a:ext cx="165100" cy="161925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4" name="Rectangle 48"/>
          <p:cNvSpPr>
            <a:spLocks noChangeArrowheads="1"/>
          </p:cNvSpPr>
          <p:nvPr/>
        </p:nvSpPr>
        <p:spPr bwMode="auto">
          <a:xfrm>
            <a:off x="495491" y="1854201"/>
            <a:ext cx="1567737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500" b="0" i="0" u="none" strike="noStrike" cap="none" normalizeH="0" baseline="0" dirty="0">
                <a:ln>
                  <a:noFill/>
                </a:ln>
                <a:solidFill>
                  <a:srgbClr val="38C4D1"/>
                </a:solidFill>
                <a:effectLst/>
                <a:latin typeface="Montserrat" panose="02000505000000020004" pitchFamily="2" charset="0"/>
              </a:rPr>
              <a:t>7</a:t>
            </a:r>
            <a:r>
              <a:rPr kumimoji="0" lang="en-US" altLang="en-US" sz="55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Montserrat" panose="02000505000000020004" pitchFamily="2" charset="0"/>
              </a:rPr>
              <a:t>/ 10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6" name="Rectangle 50"/>
          <p:cNvSpPr>
            <a:spLocks noChangeArrowheads="1"/>
          </p:cNvSpPr>
          <p:nvPr/>
        </p:nvSpPr>
        <p:spPr bwMode="auto">
          <a:xfrm>
            <a:off x="10122091" y="4259263"/>
            <a:ext cx="1572546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5500" b="0" i="0" u="none" strike="noStrike" cap="none" normalizeH="0" baseline="0" dirty="0">
                <a:ln>
                  <a:noFill/>
                </a:ln>
                <a:solidFill>
                  <a:srgbClr val="FB8321"/>
                </a:solidFill>
                <a:effectLst/>
                <a:latin typeface="Montserrat" panose="02000505000000020004" pitchFamily="2" charset="0"/>
              </a:rPr>
              <a:t>4</a:t>
            </a:r>
            <a:r>
              <a:rPr kumimoji="0" lang="en-US" altLang="en-US" sz="5500" b="0" i="0" u="none" strike="noStrike" cap="none" normalizeH="0" baseline="0" dirty="0">
                <a:ln>
                  <a:noFill/>
                </a:ln>
                <a:solidFill>
                  <a:srgbClr val="444444"/>
                </a:solidFill>
                <a:effectLst/>
                <a:latin typeface="Montserrat" panose="02000505000000020004" pitchFamily="2" charset="0"/>
              </a:rPr>
              <a:t>/ 10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9" name="TextBox 47"/>
          <p:cNvSpPr txBox="1">
            <a:spLocks noChangeArrowheads="1"/>
          </p:cNvSpPr>
          <p:nvPr/>
        </p:nvSpPr>
        <p:spPr bwMode="auto">
          <a:xfrm>
            <a:off x="2346325" y="1923451"/>
            <a:ext cx="441694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  <p:sp>
        <p:nvSpPr>
          <p:cNvPr id="80" name="TextBox 47"/>
          <p:cNvSpPr txBox="1">
            <a:spLocks noChangeArrowheads="1"/>
          </p:cNvSpPr>
          <p:nvPr/>
        </p:nvSpPr>
        <p:spPr bwMode="auto">
          <a:xfrm>
            <a:off x="5375275" y="4328513"/>
            <a:ext cx="441694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000" dirty="0" err="1"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2000" dirty="0"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</p:spTree>
    <p:extLst>
      <p:ext uri="{BB962C8B-B14F-4D97-AF65-F5344CB8AC3E}">
        <p14:creationId xmlns:p14="http://schemas.microsoft.com/office/powerpoint/2010/main" val="37712450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47"/>
          <p:cNvSpPr txBox="1">
            <a:spLocks noChangeArrowheads="1"/>
          </p:cNvSpPr>
          <p:nvPr/>
        </p:nvSpPr>
        <p:spPr bwMode="auto">
          <a:xfrm>
            <a:off x="3414712" y="2717356"/>
            <a:ext cx="2339474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3475038" y="1355725"/>
            <a:ext cx="2018181" cy="11849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700" b="1" i="0" u="none" strike="noStrike" cap="none" normalizeH="0" baseline="0" dirty="0">
                <a:ln>
                  <a:noFill/>
                </a:ln>
                <a:solidFill>
                  <a:srgbClr val="FB8321"/>
                </a:solidFill>
                <a:effectLst/>
                <a:latin typeface="Open Sans" panose="020B0606030504020204" pitchFamily="34" charset="0"/>
              </a:rPr>
              <a:t>65%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9050338" y="1355725"/>
            <a:ext cx="2651125" cy="164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700" b="1" i="0" u="none" strike="noStrike" cap="none" normalizeH="0" baseline="0" dirty="0">
                <a:ln>
                  <a:noFill/>
                </a:ln>
                <a:solidFill>
                  <a:srgbClr val="38C4D1"/>
                </a:solidFill>
                <a:effectLst/>
                <a:latin typeface="Open Sans" panose="020B0606030504020204" pitchFamily="34" charset="0"/>
              </a:rPr>
              <a:t>35%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6915150" y="1546225"/>
            <a:ext cx="1503362" cy="3773488"/>
            <a:chOff x="6915150" y="1546225"/>
            <a:chExt cx="1503362" cy="3773488"/>
          </a:xfrm>
        </p:grpSpPr>
        <p:sp>
          <p:nvSpPr>
            <p:cNvPr id="8" name="Oval 8"/>
            <p:cNvSpPr>
              <a:spLocks noChangeArrowheads="1"/>
            </p:cNvSpPr>
            <p:nvPr/>
          </p:nvSpPr>
          <p:spPr bwMode="auto">
            <a:xfrm>
              <a:off x="7364413" y="1546225"/>
              <a:ext cx="639762" cy="63658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9"/>
            <p:cNvSpPr>
              <a:spLocks/>
            </p:cNvSpPr>
            <p:nvPr/>
          </p:nvSpPr>
          <p:spPr bwMode="auto">
            <a:xfrm>
              <a:off x="7710488" y="3992563"/>
              <a:ext cx="365125" cy="1327150"/>
            </a:xfrm>
            <a:custGeom>
              <a:avLst/>
              <a:gdLst>
                <a:gd name="T0" fmla="*/ 0 w 86"/>
                <a:gd name="T1" fmla="*/ 267 h 313"/>
                <a:gd name="T2" fmla="*/ 41 w 86"/>
                <a:gd name="T3" fmla="*/ 312 h 313"/>
                <a:gd name="T4" fmla="*/ 86 w 86"/>
                <a:gd name="T5" fmla="*/ 268 h 313"/>
                <a:gd name="T6" fmla="*/ 86 w 86"/>
                <a:gd name="T7" fmla="*/ 0 h 313"/>
                <a:gd name="T8" fmla="*/ 0 w 86"/>
                <a:gd name="T9" fmla="*/ 0 h 313"/>
                <a:gd name="T10" fmla="*/ 0 w 86"/>
                <a:gd name="T11" fmla="*/ 267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313">
                  <a:moveTo>
                    <a:pt x="0" y="267"/>
                  </a:moveTo>
                  <a:cubicBezTo>
                    <a:pt x="0" y="290"/>
                    <a:pt x="18" y="310"/>
                    <a:pt x="41" y="312"/>
                  </a:cubicBezTo>
                  <a:cubicBezTo>
                    <a:pt x="66" y="313"/>
                    <a:pt x="86" y="293"/>
                    <a:pt x="86" y="268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67"/>
                  </a:ln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10"/>
            <p:cNvSpPr>
              <a:spLocks/>
            </p:cNvSpPr>
            <p:nvPr/>
          </p:nvSpPr>
          <p:spPr bwMode="auto">
            <a:xfrm>
              <a:off x="7258050" y="3992563"/>
              <a:ext cx="363537" cy="1327150"/>
            </a:xfrm>
            <a:custGeom>
              <a:avLst/>
              <a:gdLst>
                <a:gd name="T0" fmla="*/ 0 w 86"/>
                <a:gd name="T1" fmla="*/ 267 h 313"/>
                <a:gd name="T2" fmla="*/ 41 w 86"/>
                <a:gd name="T3" fmla="*/ 312 h 313"/>
                <a:gd name="T4" fmla="*/ 86 w 86"/>
                <a:gd name="T5" fmla="*/ 268 h 313"/>
                <a:gd name="T6" fmla="*/ 86 w 86"/>
                <a:gd name="T7" fmla="*/ 0 h 313"/>
                <a:gd name="T8" fmla="*/ 0 w 86"/>
                <a:gd name="T9" fmla="*/ 0 h 313"/>
                <a:gd name="T10" fmla="*/ 0 w 86"/>
                <a:gd name="T11" fmla="*/ 267 h 3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6" h="313">
                  <a:moveTo>
                    <a:pt x="0" y="267"/>
                  </a:moveTo>
                  <a:cubicBezTo>
                    <a:pt x="0" y="290"/>
                    <a:pt x="18" y="310"/>
                    <a:pt x="41" y="312"/>
                  </a:cubicBezTo>
                  <a:cubicBezTo>
                    <a:pt x="66" y="313"/>
                    <a:pt x="86" y="293"/>
                    <a:pt x="86" y="268"/>
                  </a:cubicBez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lnTo>
                    <a:pt x="0" y="267"/>
                  </a:ln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6915150" y="2259013"/>
              <a:ext cx="1503362" cy="1733550"/>
            </a:xfrm>
            <a:custGeom>
              <a:avLst/>
              <a:gdLst>
                <a:gd name="T0" fmla="*/ 295 w 355"/>
                <a:gd name="T1" fmla="*/ 0 h 409"/>
                <a:gd name="T2" fmla="*/ 290 w 355"/>
                <a:gd name="T3" fmla="*/ 0 h 409"/>
                <a:gd name="T4" fmla="*/ 274 w 355"/>
                <a:gd name="T5" fmla="*/ 0 h 409"/>
                <a:gd name="T6" fmla="*/ 188 w 355"/>
                <a:gd name="T7" fmla="*/ 0 h 409"/>
                <a:gd name="T8" fmla="*/ 184 w 355"/>
                <a:gd name="T9" fmla="*/ 0 h 409"/>
                <a:gd name="T10" fmla="*/ 179 w 355"/>
                <a:gd name="T11" fmla="*/ 0 h 409"/>
                <a:gd name="T12" fmla="*/ 167 w 355"/>
                <a:gd name="T13" fmla="*/ 0 h 409"/>
                <a:gd name="T14" fmla="*/ 81 w 355"/>
                <a:gd name="T15" fmla="*/ 0 h 409"/>
                <a:gd name="T16" fmla="*/ 65 w 355"/>
                <a:gd name="T17" fmla="*/ 0 h 409"/>
                <a:gd name="T18" fmla="*/ 60 w 355"/>
                <a:gd name="T19" fmla="*/ 0 h 409"/>
                <a:gd name="T20" fmla="*/ 0 w 355"/>
                <a:gd name="T21" fmla="*/ 61 h 409"/>
                <a:gd name="T22" fmla="*/ 0 w 355"/>
                <a:gd name="T23" fmla="*/ 325 h 409"/>
                <a:gd name="T24" fmla="*/ 33 w 355"/>
                <a:gd name="T25" fmla="*/ 360 h 409"/>
                <a:gd name="T26" fmla="*/ 67 w 355"/>
                <a:gd name="T27" fmla="*/ 326 h 409"/>
                <a:gd name="T28" fmla="*/ 67 w 355"/>
                <a:gd name="T29" fmla="*/ 127 h 409"/>
                <a:gd name="T30" fmla="*/ 74 w 355"/>
                <a:gd name="T31" fmla="*/ 121 h 409"/>
                <a:gd name="T32" fmla="*/ 81 w 355"/>
                <a:gd name="T33" fmla="*/ 127 h 409"/>
                <a:gd name="T34" fmla="*/ 81 w 355"/>
                <a:gd name="T35" fmla="*/ 409 h 409"/>
                <a:gd name="T36" fmla="*/ 167 w 355"/>
                <a:gd name="T37" fmla="*/ 409 h 409"/>
                <a:gd name="T38" fmla="*/ 167 w 355"/>
                <a:gd name="T39" fmla="*/ 405 h 409"/>
                <a:gd name="T40" fmla="*/ 179 w 355"/>
                <a:gd name="T41" fmla="*/ 405 h 409"/>
                <a:gd name="T42" fmla="*/ 184 w 355"/>
                <a:gd name="T43" fmla="*/ 405 h 409"/>
                <a:gd name="T44" fmla="*/ 188 w 355"/>
                <a:gd name="T45" fmla="*/ 405 h 409"/>
                <a:gd name="T46" fmla="*/ 188 w 355"/>
                <a:gd name="T47" fmla="*/ 409 h 409"/>
                <a:gd name="T48" fmla="*/ 274 w 355"/>
                <a:gd name="T49" fmla="*/ 409 h 409"/>
                <a:gd name="T50" fmla="*/ 274 w 355"/>
                <a:gd name="T51" fmla="*/ 127 h 409"/>
                <a:gd name="T52" fmla="*/ 281 w 355"/>
                <a:gd name="T53" fmla="*/ 121 h 409"/>
                <a:gd name="T54" fmla="*/ 288 w 355"/>
                <a:gd name="T55" fmla="*/ 127 h 409"/>
                <a:gd name="T56" fmla="*/ 288 w 355"/>
                <a:gd name="T57" fmla="*/ 325 h 409"/>
                <a:gd name="T58" fmla="*/ 321 w 355"/>
                <a:gd name="T59" fmla="*/ 360 h 409"/>
                <a:gd name="T60" fmla="*/ 355 w 355"/>
                <a:gd name="T61" fmla="*/ 326 h 409"/>
                <a:gd name="T62" fmla="*/ 355 w 355"/>
                <a:gd name="T63" fmla="*/ 61 h 409"/>
                <a:gd name="T64" fmla="*/ 295 w 355"/>
                <a:gd name="T65" fmla="*/ 0 h 4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55" h="409">
                  <a:moveTo>
                    <a:pt x="295" y="0"/>
                  </a:moveTo>
                  <a:cubicBezTo>
                    <a:pt x="290" y="0"/>
                    <a:pt x="290" y="0"/>
                    <a:pt x="290" y="0"/>
                  </a:cubicBezTo>
                  <a:cubicBezTo>
                    <a:pt x="274" y="0"/>
                    <a:pt x="274" y="0"/>
                    <a:pt x="274" y="0"/>
                  </a:cubicBezTo>
                  <a:cubicBezTo>
                    <a:pt x="188" y="0"/>
                    <a:pt x="188" y="0"/>
                    <a:pt x="188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179" y="0"/>
                    <a:pt x="179" y="0"/>
                    <a:pt x="179" y="0"/>
                  </a:cubicBezTo>
                  <a:cubicBezTo>
                    <a:pt x="167" y="0"/>
                    <a:pt x="167" y="0"/>
                    <a:pt x="167" y="0"/>
                  </a:cubicBezTo>
                  <a:cubicBezTo>
                    <a:pt x="81" y="0"/>
                    <a:pt x="81" y="0"/>
                    <a:pt x="81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27" y="0"/>
                    <a:pt x="0" y="27"/>
                    <a:pt x="0" y="61"/>
                  </a:cubicBezTo>
                  <a:cubicBezTo>
                    <a:pt x="0" y="325"/>
                    <a:pt x="0" y="325"/>
                    <a:pt x="0" y="325"/>
                  </a:cubicBezTo>
                  <a:cubicBezTo>
                    <a:pt x="0" y="344"/>
                    <a:pt x="14" y="360"/>
                    <a:pt x="33" y="360"/>
                  </a:cubicBezTo>
                  <a:cubicBezTo>
                    <a:pt x="52" y="361"/>
                    <a:pt x="67" y="345"/>
                    <a:pt x="67" y="326"/>
                  </a:cubicBezTo>
                  <a:cubicBezTo>
                    <a:pt x="67" y="127"/>
                    <a:pt x="67" y="127"/>
                    <a:pt x="67" y="127"/>
                  </a:cubicBezTo>
                  <a:cubicBezTo>
                    <a:pt x="67" y="124"/>
                    <a:pt x="70" y="121"/>
                    <a:pt x="74" y="121"/>
                  </a:cubicBezTo>
                  <a:cubicBezTo>
                    <a:pt x="78" y="121"/>
                    <a:pt x="81" y="124"/>
                    <a:pt x="81" y="127"/>
                  </a:cubicBezTo>
                  <a:cubicBezTo>
                    <a:pt x="81" y="409"/>
                    <a:pt x="81" y="409"/>
                    <a:pt x="81" y="409"/>
                  </a:cubicBezTo>
                  <a:cubicBezTo>
                    <a:pt x="167" y="409"/>
                    <a:pt x="167" y="409"/>
                    <a:pt x="167" y="409"/>
                  </a:cubicBezTo>
                  <a:cubicBezTo>
                    <a:pt x="167" y="405"/>
                    <a:pt x="167" y="405"/>
                    <a:pt x="167" y="405"/>
                  </a:cubicBezTo>
                  <a:cubicBezTo>
                    <a:pt x="179" y="405"/>
                    <a:pt x="179" y="405"/>
                    <a:pt x="179" y="405"/>
                  </a:cubicBezTo>
                  <a:cubicBezTo>
                    <a:pt x="184" y="405"/>
                    <a:pt x="184" y="405"/>
                    <a:pt x="184" y="405"/>
                  </a:cubicBezTo>
                  <a:cubicBezTo>
                    <a:pt x="188" y="405"/>
                    <a:pt x="188" y="405"/>
                    <a:pt x="188" y="405"/>
                  </a:cubicBezTo>
                  <a:cubicBezTo>
                    <a:pt x="188" y="409"/>
                    <a:pt x="188" y="409"/>
                    <a:pt x="188" y="409"/>
                  </a:cubicBezTo>
                  <a:cubicBezTo>
                    <a:pt x="274" y="409"/>
                    <a:pt x="274" y="409"/>
                    <a:pt x="274" y="409"/>
                  </a:cubicBezTo>
                  <a:cubicBezTo>
                    <a:pt x="274" y="127"/>
                    <a:pt x="274" y="127"/>
                    <a:pt x="274" y="127"/>
                  </a:cubicBezTo>
                  <a:cubicBezTo>
                    <a:pt x="274" y="124"/>
                    <a:pt x="277" y="121"/>
                    <a:pt x="281" y="121"/>
                  </a:cubicBezTo>
                  <a:cubicBezTo>
                    <a:pt x="285" y="121"/>
                    <a:pt x="288" y="124"/>
                    <a:pt x="288" y="127"/>
                  </a:cubicBezTo>
                  <a:cubicBezTo>
                    <a:pt x="288" y="325"/>
                    <a:pt x="288" y="325"/>
                    <a:pt x="288" y="325"/>
                  </a:cubicBezTo>
                  <a:cubicBezTo>
                    <a:pt x="288" y="344"/>
                    <a:pt x="302" y="360"/>
                    <a:pt x="321" y="360"/>
                  </a:cubicBezTo>
                  <a:cubicBezTo>
                    <a:pt x="340" y="361"/>
                    <a:pt x="355" y="345"/>
                    <a:pt x="355" y="326"/>
                  </a:cubicBezTo>
                  <a:cubicBezTo>
                    <a:pt x="355" y="61"/>
                    <a:pt x="355" y="61"/>
                    <a:pt x="355" y="61"/>
                  </a:cubicBezTo>
                  <a:cubicBezTo>
                    <a:pt x="355" y="27"/>
                    <a:pt x="328" y="0"/>
                    <a:pt x="295" y="0"/>
                  </a:cubicBez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869950" y="1546225"/>
            <a:ext cx="2020888" cy="3768726"/>
            <a:chOff x="869950" y="1546225"/>
            <a:chExt cx="2020888" cy="3768726"/>
          </a:xfrm>
        </p:grpSpPr>
        <p:sp>
          <p:nvSpPr>
            <p:cNvPr id="12" name="Freeform 12"/>
            <p:cNvSpPr>
              <a:spLocks/>
            </p:cNvSpPr>
            <p:nvPr/>
          </p:nvSpPr>
          <p:spPr bwMode="auto">
            <a:xfrm>
              <a:off x="869950" y="2259013"/>
              <a:ext cx="2020887" cy="3055938"/>
            </a:xfrm>
            <a:custGeom>
              <a:avLst/>
              <a:gdLst>
                <a:gd name="T0" fmla="*/ 471 w 477"/>
                <a:gd name="T1" fmla="*/ 282 h 721"/>
                <a:gd name="T2" fmla="*/ 387 w 477"/>
                <a:gd name="T3" fmla="*/ 36 h 721"/>
                <a:gd name="T4" fmla="*/ 336 w 477"/>
                <a:gd name="T5" fmla="*/ 0 h 721"/>
                <a:gd name="T6" fmla="*/ 239 w 477"/>
                <a:gd name="T7" fmla="*/ 0 h 721"/>
                <a:gd name="T8" fmla="*/ 142 w 477"/>
                <a:gd name="T9" fmla="*/ 0 h 721"/>
                <a:gd name="T10" fmla="*/ 91 w 477"/>
                <a:gd name="T11" fmla="*/ 36 h 721"/>
                <a:gd name="T12" fmla="*/ 8 w 477"/>
                <a:gd name="T13" fmla="*/ 280 h 721"/>
                <a:gd name="T14" fmla="*/ 41 w 477"/>
                <a:gd name="T15" fmla="*/ 326 h 721"/>
                <a:gd name="T16" fmla="*/ 74 w 477"/>
                <a:gd name="T17" fmla="*/ 302 h 721"/>
                <a:gd name="T18" fmla="*/ 135 w 477"/>
                <a:gd name="T19" fmla="*/ 116 h 721"/>
                <a:gd name="T20" fmla="*/ 141 w 477"/>
                <a:gd name="T21" fmla="*/ 111 h 721"/>
                <a:gd name="T22" fmla="*/ 148 w 477"/>
                <a:gd name="T23" fmla="*/ 121 h 721"/>
                <a:gd name="T24" fmla="*/ 73 w 477"/>
                <a:gd name="T25" fmla="*/ 378 h 721"/>
                <a:gd name="T26" fmla="*/ 90 w 477"/>
                <a:gd name="T27" fmla="*/ 402 h 721"/>
                <a:gd name="T28" fmla="*/ 139 w 477"/>
                <a:gd name="T29" fmla="*/ 402 h 721"/>
                <a:gd name="T30" fmla="*/ 139 w 477"/>
                <a:gd name="T31" fmla="*/ 678 h 721"/>
                <a:gd name="T32" fmla="*/ 181 w 477"/>
                <a:gd name="T33" fmla="*/ 721 h 721"/>
                <a:gd name="T34" fmla="*/ 223 w 477"/>
                <a:gd name="T35" fmla="*/ 678 h 721"/>
                <a:gd name="T36" fmla="*/ 223 w 477"/>
                <a:gd name="T37" fmla="*/ 404 h 721"/>
                <a:gd name="T38" fmla="*/ 239 w 477"/>
                <a:gd name="T39" fmla="*/ 404 h 721"/>
                <a:gd name="T40" fmla="*/ 255 w 477"/>
                <a:gd name="T41" fmla="*/ 404 h 721"/>
                <a:gd name="T42" fmla="*/ 255 w 477"/>
                <a:gd name="T43" fmla="*/ 678 h 721"/>
                <a:gd name="T44" fmla="*/ 297 w 477"/>
                <a:gd name="T45" fmla="*/ 721 h 721"/>
                <a:gd name="T46" fmla="*/ 339 w 477"/>
                <a:gd name="T47" fmla="*/ 678 h 721"/>
                <a:gd name="T48" fmla="*/ 339 w 477"/>
                <a:gd name="T49" fmla="*/ 402 h 721"/>
                <a:gd name="T50" fmla="*/ 388 w 477"/>
                <a:gd name="T51" fmla="*/ 402 h 721"/>
                <a:gd name="T52" fmla="*/ 405 w 477"/>
                <a:gd name="T53" fmla="*/ 378 h 721"/>
                <a:gd name="T54" fmla="*/ 330 w 477"/>
                <a:gd name="T55" fmla="*/ 121 h 721"/>
                <a:gd name="T56" fmla="*/ 337 w 477"/>
                <a:gd name="T57" fmla="*/ 111 h 721"/>
                <a:gd name="T58" fmla="*/ 344 w 477"/>
                <a:gd name="T59" fmla="*/ 116 h 721"/>
                <a:gd name="T60" fmla="*/ 404 w 477"/>
                <a:gd name="T61" fmla="*/ 303 h 721"/>
                <a:gd name="T62" fmla="*/ 446 w 477"/>
                <a:gd name="T63" fmla="*/ 327 h 721"/>
                <a:gd name="T64" fmla="*/ 471 w 477"/>
                <a:gd name="T65" fmla="*/ 282 h 7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77" h="721">
                  <a:moveTo>
                    <a:pt x="471" y="282"/>
                  </a:moveTo>
                  <a:cubicBezTo>
                    <a:pt x="387" y="36"/>
                    <a:pt x="387" y="36"/>
                    <a:pt x="387" y="36"/>
                  </a:cubicBezTo>
                  <a:cubicBezTo>
                    <a:pt x="379" y="15"/>
                    <a:pt x="359" y="0"/>
                    <a:pt x="336" y="0"/>
                  </a:cubicBezTo>
                  <a:cubicBezTo>
                    <a:pt x="239" y="0"/>
                    <a:pt x="239" y="0"/>
                    <a:pt x="239" y="0"/>
                  </a:cubicBezTo>
                  <a:cubicBezTo>
                    <a:pt x="142" y="0"/>
                    <a:pt x="142" y="0"/>
                    <a:pt x="142" y="0"/>
                  </a:cubicBezTo>
                  <a:cubicBezTo>
                    <a:pt x="119" y="0"/>
                    <a:pt x="99" y="15"/>
                    <a:pt x="91" y="36"/>
                  </a:cubicBezTo>
                  <a:cubicBezTo>
                    <a:pt x="8" y="280"/>
                    <a:pt x="8" y="280"/>
                    <a:pt x="8" y="280"/>
                  </a:cubicBezTo>
                  <a:cubicBezTo>
                    <a:pt x="0" y="303"/>
                    <a:pt x="17" y="326"/>
                    <a:pt x="41" y="326"/>
                  </a:cubicBezTo>
                  <a:cubicBezTo>
                    <a:pt x="56" y="326"/>
                    <a:pt x="69" y="317"/>
                    <a:pt x="74" y="302"/>
                  </a:cubicBezTo>
                  <a:cubicBezTo>
                    <a:pt x="135" y="116"/>
                    <a:pt x="135" y="116"/>
                    <a:pt x="135" y="116"/>
                  </a:cubicBezTo>
                  <a:cubicBezTo>
                    <a:pt x="135" y="113"/>
                    <a:pt x="138" y="111"/>
                    <a:pt x="141" y="111"/>
                  </a:cubicBezTo>
                  <a:cubicBezTo>
                    <a:pt x="146" y="111"/>
                    <a:pt x="150" y="116"/>
                    <a:pt x="148" y="121"/>
                  </a:cubicBezTo>
                  <a:cubicBezTo>
                    <a:pt x="73" y="378"/>
                    <a:pt x="73" y="378"/>
                    <a:pt x="73" y="378"/>
                  </a:cubicBezTo>
                  <a:cubicBezTo>
                    <a:pt x="69" y="390"/>
                    <a:pt x="78" y="402"/>
                    <a:pt x="90" y="402"/>
                  </a:cubicBezTo>
                  <a:cubicBezTo>
                    <a:pt x="139" y="402"/>
                    <a:pt x="139" y="402"/>
                    <a:pt x="139" y="402"/>
                  </a:cubicBezTo>
                  <a:cubicBezTo>
                    <a:pt x="139" y="678"/>
                    <a:pt x="139" y="678"/>
                    <a:pt x="139" y="678"/>
                  </a:cubicBezTo>
                  <a:cubicBezTo>
                    <a:pt x="139" y="702"/>
                    <a:pt x="158" y="721"/>
                    <a:pt x="181" y="721"/>
                  </a:cubicBezTo>
                  <a:cubicBezTo>
                    <a:pt x="204" y="721"/>
                    <a:pt x="223" y="702"/>
                    <a:pt x="223" y="678"/>
                  </a:cubicBezTo>
                  <a:cubicBezTo>
                    <a:pt x="223" y="404"/>
                    <a:pt x="223" y="404"/>
                    <a:pt x="223" y="404"/>
                  </a:cubicBezTo>
                  <a:cubicBezTo>
                    <a:pt x="239" y="404"/>
                    <a:pt x="239" y="404"/>
                    <a:pt x="239" y="404"/>
                  </a:cubicBezTo>
                  <a:cubicBezTo>
                    <a:pt x="255" y="404"/>
                    <a:pt x="255" y="404"/>
                    <a:pt x="255" y="404"/>
                  </a:cubicBezTo>
                  <a:cubicBezTo>
                    <a:pt x="255" y="678"/>
                    <a:pt x="255" y="678"/>
                    <a:pt x="255" y="678"/>
                  </a:cubicBezTo>
                  <a:cubicBezTo>
                    <a:pt x="255" y="702"/>
                    <a:pt x="274" y="721"/>
                    <a:pt x="297" y="721"/>
                  </a:cubicBezTo>
                  <a:cubicBezTo>
                    <a:pt x="321" y="721"/>
                    <a:pt x="339" y="702"/>
                    <a:pt x="339" y="678"/>
                  </a:cubicBezTo>
                  <a:cubicBezTo>
                    <a:pt x="339" y="402"/>
                    <a:pt x="339" y="402"/>
                    <a:pt x="339" y="402"/>
                  </a:cubicBezTo>
                  <a:cubicBezTo>
                    <a:pt x="388" y="402"/>
                    <a:pt x="388" y="402"/>
                    <a:pt x="388" y="402"/>
                  </a:cubicBezTo>
                  <a:cubicBezTo>
                    <a:pt x="400" y="402"/>
                    <a:pt x="409" y="390"/>
                    <a:pt x="405" y="378"/>
                  </a:cubicBezTo>
                  <a:cubicBezTo>
                    <a:pt x="330" y="121"/>
                    <a:pt x="330" y="121"/>
                    <a:pt x="330" y="121"/>
                  </a:cubicBezTo>
                  <a:cubicBezTo>
                    <a:pt x="328" y="116"/>
                    <a:pt x="332" y="111"/>
                    <a:pt x="337" y="111"/>
                  </a:cubicBezTo>
                  <a:cubicBezTo>
                    <a:pt x="340" y="111"/>
                    <a:pt x="343" y="113"/>
                    <a:pt x="344" y="116"/>
                  </a:cubicBezTo>
                  <a:cubicBezTo>
                    <a:pt x="404" y="303"/>
                    <a:pt x="404" y="303"/>
                    <a:pt x="404" y="303"/>
                  </a:cubicBezTo>
                  <a:cubicBezTo>
                    <a:pt x="410" y="320"/>
                    <a:pt x="428" y="332"/>
                    <a:pt x="446" y="327"/>
                  </a:cubicBezTo>
                  <a:cubicBezTo>
                    <a:pt x="466" y="323"/>
                    <a:pt x="477" y="302"/>
                    <a:pt x="471" y="282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Oval 13"/>
            <p:cNvSpPr>
              <a:spLocks noChangeArrowheads="1"/>
            </p:cNvSpPr>
            <p:nvPr/>
          </p:nvSpPr>
          <p:spPr bwMode="auto">
            <a:xfrm>
              <a:off x="1565275" y="1546225"/>
              <a:ext cx="639762" cy="636588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14"/>
            <p:cNvSpPr>
              <a:spLocks/>
            </p:cNvSpPr>
            <p:nvPr/>
          </p:nvSpPr>
          <p:spPr bwMode="auto">
            <a:xfrm>
              <a:off x="869950" y="2865438"/>
              <a:ext cx="533400" cy="774700"/>
            </a:xfrm>
            <a:custGeom>
              <a:avLst/>
              <a:gdLst>
                <a:gd name="T0" fmla="*/ 8 w 126"/>
                <a:gd name="T1" fmla="*/ 137 h 183"/>
                <a:gd name="T2" fmla="*/ 41 w 126"/>
                <a:gd name="T3" fmla="*/ 183 h 183"/>
                <a:gd name="T4" fmla="*/ 74 w 126"/>
                <a:gd name="T5" fmla="*/ 159 h 183"/>
                <a:gd name="T6" fmla="*/ 126 w 126"/>
                <a:gd name="T7" fmla="*/ 0 h 183"/>
                <a:gd name="T8" fmla="*/ 55 w 126"/>
                <a:gd name="T9" fmla="*/ 0 h 183"/>
                <a:gd name="T10" fmla="*/ 8 w 126"/>
                <a:gd name="T11" fmla="*/ 137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183">
                  <a:moveTo>
                    <a:pt x="8" y="137"/>
                  </a:moveTo>
                  <a:cubicBezTo>
                    <a:pt x="0" y="160"/>
                    <a:pt x="17" y="183"/>
                    <a:pt x="41" y="183"/>
                  </a:cubicBezTo>
                  <a:cubicBezTo>
                    <a:pt x="56" y="183"/>
                    <a:pt x="69" y="174"/>
                    <a:pt x="74" y="159"/>
                  </a:cubicBezTo>
                  <a:cubicBezTo>
                    <a:pt x="126" y="0"/>
                    <a:pt x="126" y="0"/>
                    <a:pt x="126" y="0"/>
                  </a:cubicBezTo>
                  <a:cubicBezTo>
                    <a:pt x="55" y="0"/>
                    <a:pt x="55" y="0"/>
                    <a:pt x="55" y="0"/>
                  </a:cubicBezTo>
                  <a:lnTo>
                    <a:pt x="8" y="137"/>
                  </a:ln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15"/>
            <p:cNvSpPr>
              <a:spLocks/>
            </p:cNvSpPr>
            <p:nvPr/>
          </p:nvSpPr>
          <p:spPr bwMode="auto">
            <a:xfrm>
              <a:off x="1162050" y="2865438"/>
              <a:ext cx="1439862" cy="2449513"/>
            </a:xfrm>
            <a:custGeom>
              <a:avLst/>
              <a:gdLst>
                <a:gd name="T0" fmla="*/ 4 w 340"/>
                <a:gd name="T1" fmla="*/ 235 h 578"/>
                <a:gd name="T2" fmla="*/ 21 w 340"/>
                <a:gd name="T3" fmla="*/ 259 h 578"/>
                <a:gd name="T4" fmla="*/ 70 w 340"/>
                <a:gd name="T5" fmla="*/ 259 h 578"/>
                <a:gd name="T6" fmla="*/ 70 w 340"/>
                <a:gd name="T7" fmla="*/ 535 h 578"/>
                <a:gd name="T8" fmla="*/ 112 w 340"/>
                <a:gd name="T9" fmla="*/ 578 h 578"/>
                <a:gd name="T10" fmla="*/ 154 w 340"/>
                <a:gd name="T11" fmla="*/ 535 h 578"/>
                <a:gd name="T12" fmla="*/ 154 w 340"/>
                <a:gd name="T13" fmla="*/ 261 h 578"/>
                <a:gd name="T14" fmla="*/ 170 w 340"/>
                <a:gd name="T15" fmla="*/ 261 h 578"/>
                <a:gd name="T16" fmla="*/ 186 w 340"/>
                <a:gd name="T17" fmla="*/ 261 h 578"/>
                <a:gd name="T18" fmla="*/ 186 w 340"/>
                <a:gd name="T19" fmla="*/ 535 h 578"/>
                <a:gd name="T20" fmla="*/ 228 w 340"/>
                <a:gd name="T21" fmla="*/ 578 h 578"/>
                <a:gd name="T22" fmla="*/ 270 w 340"/>
                <a:gd name="T23" fmla="*/ 535 h 578"/>
                <a:gd name="T24" fmla="*/ 270 w 340"/>
                <a:gd name="T25" fmla="*/ 259 h 578"/>
                <a:gd name="T26" fmla="*/ 319 w 340"/>
                <a:gd name="T27" fmla="*/ 259 h 578"/>
                <a:gd name="T28" fmla="*/ 336 w 340"/>
                <a:gd name="T29" fmla="*/ 235 h 578"/>
                <a:gd name="T30" fmla="*/ 267 w 340"/>
                <a:gd name="T31" fmla="*/ 0 h 578"/>
                <a:gd name="T32" fmla="*/ 73 w 340"/>
                <a:gd name="T33" fmla="*/ 0 h 578"/>
                <a:gd name="T34" fmla="*/ 4 w 340"/>
                <a:gd name="T35" fmla="*/ 235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40" h="578">
                  <a:moveTo>
                    <a:pt x="4" y="235"/>
                  </a:moveTo>
                  <a:cubicBezTo>
                    <a:pt x="0" y="247"/>
                    <a:pt x="9" y="259"/>
                    <a:pt x="21" y="259"/>
                  </a:cubicBezTo>
                  <a:cubicBezTo>
                    <a:pt x="70" y="259"/>
                    <a:pt x="70" y="259"/>
                    <a:pt x="70" y="259"/>
                  </a:cubicBezTo>
                  <a:cubicBezTo>
                    <a:pt x="70" y="535"/>
                    <a:pt x="70" y="535"/>
                    <a:pt x="70" y="535"/>
                  </a:cubicBezTo>
                  <a:cubicBezTo>
                    <a:pt x="70" y="559"/>
                    <a:pt x="89" y="578"/>
                    <a:pt x="112" y="578"/>
                  </a:cubicBezTo>
                  <a:cubicBezTo>
                    <a:pt x="135" y="578"/>
                    <a:pt x="154" y="559"/>
                    <a:pt x="154" y="535"/>
                  </a:cubicBezTo>
                  <a:cubicBezTo>
                    <a:pt x="154" y="261"/>
                    <a:pt x="154" y="261"/>
                    <a:pt x="154" y="261"/>
                  </a:cubicBezTo>
                  <a:cubicBezTo>
                    <a:pt x="170" y="261"/>
                    <a:pt x="170" y="261"/>
                    <a:pt x="170" y="261"/>
                  </a:cubicBezTo>
                  <a:cubicBezTo>
                    <a:pt x="186" y="261"/>
                    <a:pt x="186" y="261"/>
                    <a:pt x="186" y="261"/>
                  </a:cubicBezTo>
                  <a:cubicBezTo>
                    <a:pt x="186" y="535"/>
                    <a:pt x="186" y="535"/>
                    <a:pt x="186" y="535"/>
                  </a:cubicBezTo>
                  <a:cubicBezTo>
                    <a:pt x="186" y="559"/>
                    <a:pt x="205" y="578"/>
                    <a:pt x="228" y="578"/>
                  </a:cubicBezTo>
                  <a:cubicBezTo>
                    <a:pt x="252" y="578"/>
                    <a:pt x="270" y="559"/>
                    <a:pt x="270" y="535"/>
                  </a:cubicBezTo>
                  <a:cubicBezTo>
                    <a:pt x="270" y="259"/>
                    <a:pt x="270" y="259"/>
                    <a:pt x="270" y="259"/>
                  </a:cubicBezTo>
                  <a:cubicBezTo>
                    <a:pt x="319" y="259"/>
                    <a:pt x="319" y="259"/>
                    <a:pt x="319" y="259"/>
                  </a:cubicBezTo>
                  <a:cubicBezTo>
                    <a:pt x="331" y="259"/>
                    <a:pt x="340" y="247"/>
                    <a:pt x="336" y="235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73" y="0"/>
                    <a:pt x="73" y="0"/>
                    <a:pt x="73" y="0"/>
                  </a:cubicBezTo>
                  <a:lnTo>
                    <a:pt x="4" y="235"/>
                  </a:ln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2360613" y="2865438"/>
              <a:ext cx="530225" cy="800100"/>
            </a:xfrm>
            <a:custGeom>
              <a:avLst/>
              <a:gdLst>
                <a:gd name="T0" fmla="*/ 71 w 125"/>
                <a:gd name="T1" fmla="*/ 0 h 189"/>
                <a:gd name="T2" fmla="*/ 0 w 125"/>
                <a:gd name="T3" fmla="*/ 0 h 189"/>
                <a:gd name="T4" fmla="*/ 52 w 125"/>
                <a:gd name="T5" fmla="*/ 160 h 189"/>
                <a:gd name="T6" fmla="*/ 94 w 125"/>
                <a:gd name="T7" fmla="*/ 184 h 189"/>
                <a:gd name="T8" fmla="*/ 119 w 125"/>
                <a:gd name="T9" fmla="*/ 139 h 189"/>
                <a:gd name="T10" fmla="*/ 71 w 125"/>
                <a:gd name="T11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5" h="189">
                  <a:moveTo>
                    <a:pt x="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52" y="160"/>
                    <a:pt x="52" y="160"/>
                    <a:pt x="52" y="160"/>
                  </a:cubicBezTo>
                  <a:cubicBezTo>
                    <a:pt x="58" y="177"/>
                    <a:pt x="76" y="189"/>
                    <a:pt x="94" y="184"/>
                  </a:cubicBezTo>
                  <a:cubicBezTo>
                    <a:pt x="114" y="180"/>
                    <a:pt x="125" y="159"/>
                    <a:pt x="119" y="139"/>
                  </a:cubicBezTo>
                  <a:lnTo>
                    <a:pt x="71" y="0"/>
                  </a:ln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17"/>
            <p:cNvSpPr>
              <a:spLocks/>
            </p:cNvSpPr>
            <p:nvPr/>
          </p:nvSpPr>
          <p:spPr bwMode="auto">
            <a:xfrm>
              <a:off x="1103313" y="2259013"/>
              <a:ext cx="1558925" cy="606425"/>
            </a:xfrm>
            <a:custGeom>
              <a:avLst/>
              <a:gdLst>
                <a:gd name="T0" fmla="*/ 332 w 368"/>
                <a:gd name="T1" fmla="*/ 36 h 143"/>
                <a:gd name="T2" fmla="*/ 281 w 368"/>
                <a:gd name="T3" fmla="*/ 0 h 143"/>
                <a:gd name="T4" fmla="*/ 184 w 368"/>
                <a:gd name="T5" fmla="*/ 0 h 143"/>
                <a:gd name="T6" fmla="*/ 87 w 368"/>
                <a:gd name="T7" fmla="*/ 0 h 143"/>
                <a:gd name="T8" fmla="*/ 36 w 368"/>
                <a:gd name="T9" fmla="*/ 36 h 143"/>
                <a:gd name="T10" fmla="*/ 0 w 368"/>
                <a:gd name="T11" fmla="*/ 143 h 143"/>
                <a:gd name="T12" fmla="*/ 71 w 368"/>
                <a:gd name="T13" fmla="*/ 143 h 143"/>
                <a:gd name="T14" fmla="*/ 80 w 368"/>
                <a:gd name="T15" fmla="*/ 116 h 143"/>
                <a:gd name="T16" fmla="*/ 86 w 368"/>
                <a:gd name="T17" fmla="*/ 111 h 143"/>
                <a:gd name="T18" fmla="*/ 93 w 368"/>
                <a:gd name="T19" fmla="*/ 121 h 143"/>
                <a:gd name="T20" fmla="*/ 87 w 368"/>
                <a:gd name="T21" fmla="*/ 143 h 143"/>
                <a:gd name="T22" fmla="*/ 281 w 368"/>
                <a:gd name="T23" fmla="*/ 143 h 143"/>
                <a:gd name="T24" fmla="*/ 275 w 368"/>
                <a:gd name="T25" fmla="*/ 121 h 143"/>
                <a:gd name="T26" fmla="*/ 282 w 368"/>
                <a:gd name="T27" fmla="*/ 111 h 143"/>
                <a:gd name="T28" fmla="*/ 289 w 368"/>
                <a:gd name="T29" fmla="*/ 116 h 143"/>
                <a:gd name="T30" fmla="*/ 297 w 368"/>
                <a:gd name="T31" fmla="*/ 143 h 143"/>
                <a:gd name="T32" fmla="*/ 368 w 368"/>
                <a:gd name="T33" fmla="*/ 143 h 143"/>
                <a:gd name="T34" fmla="*/ 332 w 368"/>
                <a:gd name="T35" fmla="*/ 36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68" h="143">
                  <a:moveTo>
                    <a:pt x="332" y="36"/>
                  </a:moveTo>
                  <a:cubicBezTo>
                    <a:pt x="324" y="15"/>
                    <a:pt x="304" y="0"/>
                    <a:pt x="281" y="0"/>
                  </a:cubicBezTo>
                  <a:cubicBezTo>
                    <a:pt x="184" y="0"/>
                    <a:pt x="184" y="0"/>
                    <a:pt x="184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64" y="0"/>
                    <a:pt x="44" y="15"/>
                    <a:pt x="36" y="36"/>
                  </a:cubicBezTo>
                  <a:cubicBezTo>
                    <a:pt x="0" y="143"/>
                    <a:pt x="0" y="143"/>
                    <a:pt x="0" y="143"/>
                  </a:cubicBezTo>
                  <a:cubicBezTo>
                    <a:pt x="71" y="143"/>
                    <a:pt x="71" y="143"/>
                    <a:pt x="71" y="143"/>
                  </a:cubicBezTo>
                  <a:cubicBezTo>
                    <a:pt x="80" y="116"/>
                    <a:pt x="80" y="116"/>
                    <a:pt x="80" y="116"/>
                  </a:cubicBezTo>
                  <a:cubicBezTo>
                    <a:pt x="80" y="113"/>
                    <a:pt x="83" y="111"/>
                    <a:pt x="86" y="111"/>
                  </a:cubicBezTo>
                  <a:cubicBezTo>
                    <a:pt x="91" y="111"/>
                    <a:pt x="95" y="116"/>
                    <a:pt x="93" y="121"/>
                  </a:cubicBezTo>
                  <a:cubicBezTo>
                    <a:pt x="87" y="143"/>
                    <a:pt x="87" y="143"/>
                    <a:pt x="87" y="143"/>
                  </a:cubicBezTo>
                  <a:cubicBezTo>
                    <a:pt x="281" y="143"/>
                    <a:pt x="281" y="143"/>
                    <a:pt x="281" y="143"/>
                  </a:cubicBezTo>
                  <a:cubicBezTo>
                    <a:pt x="275" y="121"/>
                    <a:pt x="275" y="121"/>
                    <a:pt x="275" y="121"/>
                  </a:cubicBezTo>
                  <a:cubicBezTo>
                    <a:pt x="273" y="116"/>
                    <a:pt x="277" y="111"/>
                    <a:pt x="282" y="111"/>
                  </a:cubicBezTo>
                  <a:cubicBezTo>
                    <a:pt x="285" y="111"/>
                    <a:pt x="288" y="113"/>
                    <a:pt x="289" y="116"/>
                  </a:cubicBezTo>
                  <a:cubicBezTo>
                    <a:pt x="297" y="143"/>
                    <a:pt x="297" y="143"/>
                    <a:pt x="297" y="143"/>
                  </a:cubicBezTo>
                  <a:cubicBezTo>
                    <a:pt x="368" y="143"/>
                    <a:pt x="368" y="143"/>
                    <a:pt x="368" y="143"/>
                  </a:cubicBezTo>
                  <a:lnTo>
                    <a:pt x="332" y="36"/>
                  </a:lnTo>
                  <a:close/>
                </a:path>
              </a:pathLst>
            </a:cu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Oval 18"/>
            <p:cNvSpPr>
              <a:spLocks noChangeArrowheads="1"/>
            </p:cNvSpPr>
            <p:nvPr/>
          </p:nvSpPr>
          <p:spPr bwMode="auto">
            <a:xfrm>
              <a:off x="1565275" y="1546225"/>
              <a:ext cx="639762" cy="636588"/>
            </a:xfrm>
            <a:prstGeom prst="ellipse">
              <a:avLst/>
            </a:prstGeom>
            <a:solidFill>
              <a:srgbClr val="E6E6E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3" name="TextBox 47"/>
          <p:cNvSpPr txBox="1">
            <a:spLocks noChangeArrowheads="1"/>
          </p:cNvSpPr>
          <p:nvPr/>
        </p:nvSpPr>
        <p:spPr bwMode="auto">
          <a:xfrm>
            <a:off x="8985621" y="2717356"/>
            <a:ext cx="2339474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altLang="en-US" sz="2500" dirty="0" err="1">
                <a:latin typeface="Open Sans" panose="020B0606030504020204" pitchFamily="34" charset="0"/>
                <a:cs typeface="Open Sans" panose="020B0606030504020204" pitchFamily="34" charset="0"/>
              </a:rPr>
              <a:t>sed</a:t>
            </a:r>
            <a:r>
              <a:rPr lang="en-US" altLang="en-US" sz="2500" dirty="0">
                <a:latin typeface="Open Sans" panose="020B0606030504020204" pitchFamily="34" charset="0"/>
                <a:cs typeface="Open Sans" panose="020B0606030504020204" pitchFamily="34" charset="0"/>
              </a:rPr>
              <a:t> hacer</a:t>
            </a:r>
          </a:p>
        </p:txBody>
      </p:sp>
    </p:spTree>
    <p:extLst>
      <p:ext uri="{BB962C8B-B14F-4D97-AF65-F5344CB8AC3E}">
        <p14:creationId xmlns:p14="http://schemas.microsoft.com/office/powerpoint/2010/main" val="19038409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9107488" y="603251"/>
            <a:ext cx="14271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38C4D1"/>
                </a:solidFill>
                <a:effectLst/>
                <a:latin typeface="Open Sans Semibold" panose="020B0706030804020204" pitchFamily="34" charset="0"/>
              </a:rPr>
              <a:t>PRODUCTO 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1739900" y="590551"/>
            <a:ext cx="14271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B8321"/>
                </a:solidFill>
                <a:effectLst/>
                <a:latin typeface="Open Sans Semibold" panose="020B0706030804020204" pitchFamily="34" charset="0"/>
              </a:rPr>
              <a:t>PRODUCTO A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9107488" y="5359401"/>
            <a:ext cx="14398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38C4D1"/>
                </a:solidFill>
                <a:effectLst/>
                <a:latin typeface="Open Sans Semibold" panose="020B0706030804020204" pitchFamily="34" charset="0"/>
              </a:rPr>
              <a:t>PRODUCTO 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9918700" y="2047876"/>
            <a:ext cx="130003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38C4D1"/>
                </a:solidFill>
                <a:effectLst/>
                <a:latin typeface="Open Sans Semibold" panose="020B0706030804020204" pitchFamily="34" charset="0"/>
              </a:rPr>
              <a:t>PRODUCT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5" name="Rectangle 10"/>
          <p:cNvSpPr>
            <a:spLocks noChangeArrowheads="1"/>
          </p:cNvSpPr>
          <p:nvPr/>
        </p:nvSpPr>
        <p:spPr bwMode="auto">
          <a:xfrm>
            <a:off x="9918700" y="3905251"/>
            <a:ext cx="141763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38C4D1"/>
                </a:solidFill>
                <a:effectLst/>
                <a:latin typeface="Open Sans Semibold" panose="020B0706030804020204" pitchFamily="34" charset="0"/>
              </a:rPr>
              <a:t>PRODUCTO 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1725613" y="5359401"/>
            <a:ext cx="1439862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B8321"/>
                </a:solidFill>
                <a:effectLst/>
                <a:latin typeface="Open Sans Semibold" panose="020B0706030804020204" pitchFamily="34" charset="0"/>
              </a:rPr>
              <a:t>PRODUCTO D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7" name="Rectangle 12"/>
          <p:cNvSpPr>
            <a:spLocks noChangeArrowheads="1"/>
          </p:cNvSpPr>
          <p:nvPr/>
        </p:nvSpPr>
        <p:spPr bwMode="auto">
          <a:xfrm>
            <a:off x="944563" y="3902076"/>
            <a:ext cx="1417637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rgbClr val="FB8321"/>
                </a:solidFill>
                <a:effectLst/>
                <a:latin typeface="Open Sans Semibold" panose="020B0706030804020204" pitchFamily="34" charset="0"/>
              </a:rPr>
              <a:t>PRODUCTO C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941388" y="2082801"/>
            <a:ext cx="148117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FB8321"/>
                </a:solidFill>
                <a:effectLst/>
                <a:latin typeface="Open Sans Semibold" panose="020B0706030804020204" pitchFamily="34" charset="0"/>
              </a:rPr>
              <a:t>PRODUCTO 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4140200" y="1420813"/>
            <a:ext cx="3883025" cy="4035426"/>
            <a:chOff x="4140200" y="1420813"/>
            <a:chExt cx="3883025" cy="4035426"/>
          </a:xfrm>
        </p:grpSpPr>
        <p:sp>
          <p:nvSpPr>
            <p:cNvPr id="29" name="Oval 14"/>
            <p:cNvSpPr>
              <a:spLocks noChangeArrowheads="1"/>
            </p:cNvSpPr>
            <p:nvPr/>
          </p:nvSpPr>
          <p:spPr bwMode="auto">
            <a:xfrm>
              <a:off x="6896100" y="1420813"/>
              <a:ext cx="679450" cy="684213"/>
            </a:xfrm>
            <a:prstGeom prst="ellipse">
              <a:avLst/>
            </a:pr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15"/>
            <p:cNvSpPr>
              <a:spLocks/>
            </p:cNvSpPr>
            <p:nvPr/>
          </p:nvSpPr>
          <p:spPr bwMode="auto">
            <a:xfrm>
              <a:off x="6408738" y="2184401"/>
              <a:ext cx="1614487" cy="3271838"/>
            </a:xfrm>
            <a:custGeom>
              <a:avLst/>
              <a:gdLst>
                <a:gd name="T0" fmla="*/ 305 w 368"/>
                <a:gd name="T1" fmla="*/ 0 h 745"/>
                <a:gd name="T2" fmla="*/ 300 w 368"/>
                <a:gd name="T3" fmla="*/ 0 h 745"/>
                <a:gd name="T4" fmla="*/ 284 w 368"/>
                <a:gd name="T5" fmla="*/ 0 h 745"/>
                <a:gd name="T6" fmla="*/ 195 w 368"/>
                <a:gd name="T7" fmla="*/ 0 h 745"/>
                <a:gd name="T8" fmla="*/ 191 w 368"/>
                <a:gd name="T9" fmla="*/ 0 h 745"/>
                <a:gd name="T10" fmla="*/ 186 w 368"/>
                <a:gd name="T11" fmla="*/ 0 h 745"/>
                <a:gd name="T12" fmla="*/ 174 w 368"/>
                <a:gd name="T13" fmla="*/ 0 h 745"/>
                <a:gd name="T14" fmla="*/ 84 w 368"/>
                <a:gd name="T15" fmla="*/ 0 h 745"/>
                <a:gd name="T16" fmla="*/ 68 w 368"/>
                <a:gd name="T17" fmla="*/ 0 h 745"/>
                <a:gd name="T18" fmla="*/ 63 w 368"/>
                <a:gd name="T19" fmla="*/ 0 h 745"/>
                <a:gd name="T20" fmla="*/ 0 w 368"/>
                <a:gd name="T21" fmla="*/ 62 h 745"/>
                <a:gd name="T22" fmla="*/ 0 w 368"/>
                <a:gd name="T23" fmla="*/ 336 h 745"/>
                <a:gd name="T24" fmla="*/ 35 w 368"/>
                <a:gd name="T25" fmla="*/ 372 h 745"/>
                <a:gd name="T26" fmla="*/ 70 w 368"/>
                <a:gd name="T27" fmla="*/ 337 h 745"/>
                <a:gd name="T28" fmla="*/ 70 w 368"/>
                <a:gd name="T29" fmla="*/ 131 h 745"/>
                <a:gd name="T30" fmla="*/ 77 w 368"/>
                <a:gd name="T31" fmla="*/ 124 h 745"/>
                <a:gd name="T32" fmla="*/ 77 w 368"/>
                <a:gd name="T33" fmla="*/ 124 h 745"/>
                <a:gd name="T34" fmla="*/ 84 w 368"/>
                <a:gd name="T35" fmla="*/ 131 h 745"/>
                <a:gd name="T36" fmla="*/ 84 w 368"/>
                <a:gd name="T37" fmla="*/ 698 h 745"/>
                <a:gd name="T38" fmla="*/ 127 w 368"/>
                <a:gd name="T39" fmla="*/ 744 h 745"/>
                <a:gd name="T40" fmla="*/ 174 w 368"/>
                <a:gd name="T41" fmla="*/ 700 h 745"/>
                <a:gd name="T42" fmla="*/ 174 w 368"/>
                <a:gd name="T43" fmla="*/ 418 h 745"/>
                <a:gd name="T44" fmla="*/ 186 w 368"/>
                <a:gd name="T45" fmla="*/ 418 h 745"/>
                <a:gd name="T46" fmla="*/ 191 w 368"/>
                <a:gd name="T47" fmla="*/ 418 h 745"/>
                <a:gd name="T48" fmla="*/ 195 w 368"/>
                <a:gd name="T49" fmla="*/ 418 h 745"/>
                <a:gd name="T50" fmla="*/ 195 w 368"/>
                <a:gd name="T51" fmla="*/ 698 h 745"/>
                <a:gd name="T52" fmla="*/ 237 w 368"/>
                <a:gd name="T53" fmla="*/ 744 h 745"/>
                <a:gd name="T54" fmla="*/ 284 w 368"/>
                <a:gd name="T55" fmla="*/ 700 h 745"/>
                <a:gd name="T56" fmla="*/ 284 w 368"/>
                <a:gd name="T57" fmla="*/ 131 h 745"/>
                <a:gd name="T58" fmla="*/ 291 w 368"/>
                <a:gd name="T59" fmla="*/ 124 h 745"/>
                <a:gd name="T60" fmla="*/ 291 w 368"/>
                <a:gd name="T61" fmla="*/ 124 h 745"/>
                <a:gd name="T62" fmla="*/ 298 w 368"/>
                <a:gd name="T63" fmla="*/ 131 h 745"/>
                <a:gd name="T64" fmla="*/ 298 w 368"/>
                <a:gd name="T65" fmla="*/ 336 h 745"/>
                <a:gd name="T66" fmla="*/ 332 w 368"/>
                <a:gd name="T67" fmla="*/ 372 h 745"/>
                <a:gd name="T68" fmla="*/ 368 w 368"/>
                <a:gd name="T69" fmla="*/ 337 h 745"/>
                <a:gd name="T70" fmla="*/ 368 w 368"/>
                <a:gd name="T71" fmla="*/ 62 h 745"/>
                <a:gd name="T72" fmla="*/ 305 w 368"/>
                <a:gd name="T73" fmla="*/ 0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68" h="745">
                  <a:moveTo>
                    <a:pt x="305" y="0"/>
                  </a:moveTo>
                  <a:cubicBezTo>
                    <a:pt x="300" y="0"/>
                    <a:pt x="300" y="0"/>
                    <a:pt x="300" y="0"/>
                  </a:cubicBezTo>
                  <a:cubicBezTo>
                    <a:pt x="284" y="0"/>
                    <a:pt x="284" y="0"/>
                    <a:pt x="284" y="0"/>
                  </a:cubicBezTo>
                  <a:cubicBezTo>
                    <a:pt x="195" y="0"/>
                    <a:pt x="195" y="0"/>
                    <a:pt x="195" y="0"/>
                  </a:cubicBezTo>
                  <a:cubicBezTo>
                    <a:pt x="191" y="0"/>
                    <a:pt x="191" y="0"/>
                    <a:pt x="191" y="0"/>
                  </a:cubicBezTo>
                  <a:cubicBezTo>
                    <a:pt x="186" y="0"/>
                    <a:pt x="186" y="0"/>
                    <a:pt x="186" y="0"/>
                  </a:cubicBezTo>
                  <a:cubicBezTo>
                    <a:pt x="174" y="0"/>
                    <a:pt x="174" y="0"/>
                    <a:pt x="174" y="0"/>
                  </a:cubicBezTo>
                  <a:cubicBezTo>
                    <a:pt x="84" y="0"/>
                    <a:pt x="84" y="0"/>
                    <a:pt x="84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3" y="0"/>
                    <a:pt x="63" y="0"/>
                    <a:pt x="63" y="0"/>
                  </a:cubicBezTo>
                  <a:cubicBezTo>
                    <a:pt x="28" y="0"/>
                    <a:pt x="0" y="28"/>
                    <a:pt x="0" y="62"/>
                  </a:cubicBezTo>
                  <a:cubicBezTo>
                    <a:pt x="0" y="336"/>
                    <a:pt x="0" y="336"/>
                    <a:pt x="0" y="336"/>
                  </a:cubicBezTo>
                  <a:cubicBezTo>
                    <a:pt x="0" y="355"/>
                    <a:pt x="15" y="372"/>
                    <a:pt x="35" y="372"/>
                  </a:cubicBezTo>
                  <a:cubicBezTo>
                    <a:pt x="54" y="372"/>
                    <a:pt x="70" y="356"/>
                    <a:pt x="70" y="337"/>
                  </a:cubicBezTo>
                  <a:cubicBezTo>
                    <a:pt x="70" y="131"/>
                    <a:pt x="70" y="131"/>
                    <a:pt x="70" y="131"/>
                  </a:cubicBezTo>
                  <a:cubicBezTo>
                    <a:pt x="70" y="127"/>
                    <a:pt x="73" y="124"/>
                    <a:pt x="77" y="124"/>
                  </a:cubicBezTo>
                  <a:cubicBezTo>
                    <a:pt x="77" y="124"/>
                    <a:pt x="77" y="124"/>
                    <a:pt x="77" y="124"/>
                  </a:cubicBezTo>
                  <a:cubicBezTo>
                    <a:pt x="81" y="124"/>
                    <a:pt x="84" y="127"/>
                    <a:pt x="84" y="131"/>
                  </a:cubicBezTo>
                  <a:cubicBezTo>
                    <a:pt x="84" y="698"/>
                    <a:pt x="84" y="698"/>
                    <a:pt x="84" y="698"/>
                  </a:cubicBezTo>
                  <a:cubicBezTo>
                    <a:pt x="84" y="722"/>
                    <a:pt x="103" y="743"/>
                    <a:pt x="127" y="744"/>
                  </a:cubicBezTo>
                  <a:cubicBezTo>
                    <a:pt x="152" y="745"/>
                    <a:pt x="174" y="725"/>
                    <a:pt x="174" y="700"/>
                  </a:cubicBezTo>
                  <a:cubicBezTo>
                    <a:pt x="174" y="418"/>
                    <a:pt x="174" y="418"/>
                    <a:pt x="174" y="418"/>
                  </a:cubicBezTo>
                  <a:cubicBezTo>
                    <a:pt x="186" y="418"/>
                    <a:pt x="186" y="418"/>
                    <a:pt x="186" y="418"/>
                  </a:cubicBezTo>
                  <a:cubicBezTo>
                    <a:pt x="191" y="418"/>
                    <a:pt x="191" y="418"/>
                    <a:pt x="191" y="418"/>
                  </a:cubicBezTo>
                  <a:cubicBezTo>
                    <a:pt x="195" y="418"/>
                    <a:pt x="195" y="418"/>
                    <a:pt x="195" y="418"/>
                  </a:cubicBezTo>
                  <a:cubicBezTo>
                    <a:pt x="195" y="698"/>
                    <a:pt x="195" y="698"/>
                    <a:pt x="195" y="698"/>
                  </a:cubicBezTo>
                  <a:cubicBezTo>
                    <a:pt x="195" y="722"/>
                    <a:pt x="213" y="743"/>
                    <a:pt x="237" y="744"/>
                  </a:cubicBezTo>
                  <a:cubicBezTo>
                    <a:pt x="263" y="745"/>
                    <a:pt x="284" y="725"/>
                    <a:pt x="284" y="700"/>
                  </a:cubicBezTo>
                  <a:cubicBezTo>
                    <a:pt x="284" y="131"/>
                    <a:pt x="284" y="131"/>
                    <a:pt x="284" y="131"/>
                  </a:cubicBezTo>
                  <a:cubicBezTo>
                    <a:pt x="284" y="127"/>
                    <a:pt x="287" y="124"/>
                    <a:pt x="291" y="124"/>
                  </a:cubicBezTo>
                  <a:cubicBezTo>
                    <a:pt x="291" y="124"/>
                    <a:pt x="291" y="124"/>
                    <a:pt x="291" y="124"/>
                  </a:cubicBezTo>
                  <a:cubicBezTo>
                    <a:pt x="295" y="124"/>
                    <a:pt x="298" y="127"/>
                    <a:pt x="298" y="131"/>
                  </a:cubicBezTo>
                  <a:cubicBezTo>
                    <a:pt x="298" y="336"/>
                    <a:pt x="298" y="336"/>
                    <a:pt x="298" y="336"/>
                  </a:cubicBezTo>
                  <a:cubicBezTo>
                    <a:pt x="298" y="355"/>
                    <a:pt x="313" y="372"/>
                    <a:pt x="332" y="372"/>
                  </a:cubicBezTo>
                  <a:cubicBezTo>
                    <a:pt x="352" y="372"/>
                    <a:pt x="368" y="356"/>
                    <a:pt x="368" y="337"/>
                  </a:cubicBezTo>
                  <a:cubicBezTo>
                    <a:pt x="368" y="62"/>
                    <a:pt x="368" y="62"/>
                    <a:pt x="368" y="62"/>
                  </a:cubicBezTo>
                  <a:cubicBezTo>
                    <a:pt x="368" y="28"/>
                    <a:pt x="340" y="0"/>
                    <a:pt x="305" y="0"/>
                  </a:cubicBezTo>
                  <a:close/>
                </a:path>
              </a:pathLst>
            </a:custGeom>
            <a:solidFill>
              <a:srgbClr val="38C4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16"/>
            <p:cNvSpPr>
              <a:spLocks/>
            </p:cNvSpPr>
            <p:nvPr/>
          </p:nvSpPr>
          <p:spPr bwMode="auto">
            <a:xfrm>
              <a:off x="4140200" y="2184401"/>
              <a:ext cx="2162175" cy="3267075"/>
            </a:xfrm>
            <a:custGeom>
              <a:avLst/>
              <a:gdLst>
                <a:gd name="T0" fmla="*/ 486 w 493"/>
                <a:gd name="T1" fmla="*/ 291 h 744"/>
                <a:gd name="T2" fmla="*/ 399 w 493"/>
                <a:gd name="T3" fmla="*/ 37 h 744"/>
                <a:gd name="T4" fmla="*/ 347 w 493"/>
                <a:gd name="T5" fmla="*/ 0 h 744"/>
                <a:gd name="T6" fmla="*/ 247 w 493"/>
                <a:gd name="T7" fmla="*/ 0 h 744"/>
                <a:gd name="T8" fmla="*/ 146 w 493"/>
                <a:gd name="T9" fmla="*/ 0 h 744"/>
                <a:gd name="T10" fmla="*/ 94 w 493"/>
                <a:gd name="T11" fmla="*/ 37 h 744"/>
                <a:gd name="T12" fmla="*/ 8 w 493"/>
                <a:gd name="T13" fmla="*/ 289 h 744"/>
                <a:gd name="T14" fmla="*/ 42 w 493"/>
                <a:gd name="T15" fmla="*/ 337 h 744"/>
                <a:gd name="T16" fmla="*/ 42 w 493"/>
                <a:gd name="T17" fmla="*/ 337 h 744"/>
                <a:gd name="T18" fmla="*/ 76 w 493"/>
                <a:gd name="T19" fmla="*/ 312 h 744"/>
                <a:gd name="T20" fmla="*/ 139 w 493"/>
                <a:gd name="T21" fmla="*/ 120 h 744"/>
                <a:gd name="T22" fmla="*/ 146 w 493"/>
                <a:gd name="T23" fmla="*/ 114 h 744"/>
                <a:gd name="T24" fmla="*/ 146 w 493"/>
                <a:gd name="T25" fmla="*/ 114 h 744"/>
                <a:gd name="T26" fmla="*/ 153 w 493"/>
                <a:gd name="T27" fmla="*/ 124 h 744"/>
                <a:gd name="T28" fmla="*/ 75 w 493"/>
                <a:gd name="T29" fmla="*/ 391 h 744"/>
                <a:gd name="T30" fmla="*/ 93 w 493"/>
                <a:gd name="T31" fmla="*/ 415 h 744"/>
                <a:gd name="T32" fmla="*/ 143 w 493"/>
                <a:gd name="T33" fmla="*/ 415 h 744"/>
                <a:gd name="T34" fmla="*/ 143 w 493"/>
                <a:gd name="T35" fmla="*/ 701 h 744"/>
                <a:gd name="T36" fmla="*/ 186 w 493"/>
                <a:gd name="T37" fmla="*/ 744 h 744"/>
                <a:gd name="T38" fmla="*/ 186 w 493"/>
                <a:gd name="T39" fmla="*/ 744 h 744"/>
                <a:gd name="T40" fmla="*/ 230 w 493"/>
                <a:gd name="T41" fmla="*/ 701 h 744"/>
                <a:gd name="T42" fmla="*/ 230 w 493"/>
                <a:gd name="T43" fmla="*/ 417 h 744"/>
                <a:gd name="T44" fmla="*/ 247 w 493"/>
                <a:gd name="T45" fmla="*/ 417 h 744"/>
                <a:gd name="T46" fmla="*/ 263 w 493"/>
                <a:gd name="T47" fmla="*/ 417 h 744"/>
                <a:gd name="T48" fmla="*/ 263 w 493"/>
                <a:gd name="T49" fmla="*/ 701 h 744"/>
                <a:gd name="T50" fmla="*/ 307 w 493"/>
                <a:gd name="T51" fmla="*/ 744 h 744"/>
                <a:gd name="T52" fmla="*/ 307 w 493"/>
                <a:gd name="T53" fmla="*/ 744 h 744"/>
                <a:gd name="T54" fmla="*/ 350 w 493"/>
                <a:gd name="T55" fmla="*/ 701 h 744"/>
                <a:gd name="T56" fmla="*/ 350 w 493"/>
                <a:gd name="T57" fmla="*/ 415 h 744"/>
                <a:gd name="T58" fmla="*/ 400 w 493"/>
                <a:gd name="T59" fmla="*/ 415 h 744"/>
                <a:gd name="T60" fmla="*/ 418 w 493"/>
                <a:gd name="T61" fmla="*/ 391 h 744"/>
                <a:gd name="T62" fmla="*/ 340 w 493"/>
                <a:gd name="T63" fmla="*/ 124 h 744"/>
                <a:gd name="T64" fmla="*/ 347 w 493"/>
                <a:gd name="T65" fmla="*/ 114 h 744"/>
                <a:gd name="T66" fmla="*/ 347 w 493"/>
                <a:gd name="T67" fmla="*/ 114 h 744"/>
                <a:gd name="T68" fmla="*/ 355 w 493"/>
                <a:gd name="T69" fmla="*/ 120 h 744"/>
                <a:gd name="T70" fmla="*/ 417 w 493"/>
                <a:gd name="T71" fmla="*/ 313 h 744"/>
                <a:gd name="T72" fmla="*/ 460 w 493"/>
                <a:gd name="T73" fmla="*/ 338 h 744"/>
                <a:gd name="T74" fmla="*/ 486 w 493"/>
                <a:gd name="T75" fmla="*/ 291 h 7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93" h="744">
                  <a:moveTo>
                    <a:pt x="486" y="291"/>
                  </a:moveTo>
                  <a:cubicBezTo>
                    <a:pt x="399" y="37"/>
                    <a:pt x="399" y="37"/>
                    <a:pt x="399" y="37"/>
                  </a:cubicBezTo>
                  <a:cubicBezTo>
                    <a:pt x="391" y="15"/>
                    <a:pt x="370" y="0"/>
                    <a:pt x="347" y="0"/>
                  </a:cubicBezTo>
                  <a:cubicBezTo>
                    <a:pt x="247" y="0"/>
                    <a:pt x="247" y="0"/>
                    <a:pt x="247" y="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123" y="0"/>
                    <a:pt x="102" y="15"/>
                    <a:pt x="94" y="37"/>
                  </a:cubicBezTo>
                  <a:cubicBezTo>
                    <a:pt x="8" y="289"/>
                    <a:pt x="8" y="289"/>
                    <a:pt x="8" y="289"/>
                  </a:cubicBezTo>
                  <a:cubicBezTo>
                    <a:pt x="0" y="313"/>
                    <a:pt x="17" y="337"/>
                    <a:pt x="42" y="337"/>
                  </a:cubicBezTo>
                  <a:cubicBezTo>
                    <a:pt x="42" y="337"/>
                    <a:pt x="42" y="337"/>
                    <a:pt x="42" y="337"/>
                  </a:cubicBezTo>
                  <a:cubicBezTo>
                    <a:pt x="57" y="337"/>
                    <a:pt x="71" y="327"/>
                    <a:pt x="76" y="312"/>
                  </a:cubicBezTo>
                  <a:cubicBezTo>
                    <a:pt x="139" y="120"/>
                    <a:pt x="139" y="120"/>
                    <a:pt x="139" y="120"/>
                  </a:cubicBezTo>
                  <a:cubicBezTo>
                    <a:pt x="140" y="116"/>
                    <a:pt x="142" y="114"/>
                    <a:pt x="146" y="114"/>
                  </a:cubicBezTo>
                  <a:cubicBezTo>
                    <a:pt x="146" y="114"/>
                    <a:pt x="146" y="114"/>
                    <a:pt x="146" y="114"/>
                  </a:cubicBezTo>
                  <a:cubicBezTo>
                    <a:pt x="151" y="114"/>
                    <a:pt x="155" y="119"/>
                    <a:pt x="153" y="124"/>
                  </a:cubicBezTo>
                  <a:cubicBezTo>
                    <a:pt x="75" y="391"/>
                    <a:pt x="75" y="391"/>
                    <a:pt x="75" y="391"/>
                  </a:cubicBezTo>
                  <a:cubicBezTo>
                    <a:pt x="71" y="403"/>
                    <a:pt x="80" y="415"/>
                    <a:pt x="93" y="415"/>
                  </a:cubicBezTo>
                  <a:cubicBezTo>
                    <a:pt x="143" y="415"/>
                    <a:pt x="143" y="415"/>
                    <a:pt x="143" y="415"/>
                  </a:cubicBezTo>
                  <a:cubicBezTo>
                    <a:pt x="143" y="701"/>
                    <a:pt x="143" y="701"/>
                    <a:pt x="143" y="701"/>
                  </a:cubicBezTo>
                  <a:cubicBezTo>
                    <a:pt x="143" y="725"/>
                    <a:pt x="162" y="744"/>
                    <a:pt x="186" y="744"/>
                  </a:cubicBezTo>
                  <a:cubicBezTo>
                    <a:pt x="186" y="744"/>
                    <a:pt x="186" y="744"/>
                    <a:pt x="186" y="744"/>
                  </a:cubicBezTo>
                  <a:cubicBezTo>
                    <a:pt x="210" y="744"/>
                    <a:pt x="230" y="725"/>
                    <a:pt x="230" y="701"/>
                  </a:cubicBezTo>
                  <a:cubicBezTo>
                    <a:pt x="230" y="417"/>
                    <a:pt x="230" y="417"/>
                    <a:pt x="230" y="417"/>
                  </a:cubicBezTo>
                  <a:cubicBezTo>
                    <a:pt x="247" y="417"/>
                    <a:pt x="247" y="417"/>
                    <a:pt x="247" y="417"/>
                  </a:cubicBezTo>
                  <a:cubicBezTo>
                    <a:pt x="263" y="417"/>
                    <a:pt x="263" y="417"/>
                    <a:pt x="263" y="417"/>
                  </a:cubicBezTo>
                  <a:cubicBezTo>
                    <a:pt x="263" y="701"/>
                    <a:pt x="263" y="701"/>
                    <a:pt x="263" y="701"/>
                  </a:cubicBezTo>
                  <a:cubicBezTo>
                    <a:pt x="263" y="725"/>
                    <a:pt x="283" y="744"/>
                    <a:pt x="307" y="744"/>
                  </a:cubicBezTo>
                  <a:cubicBezTo>
                    <a:pt x="307" y="744"/>
                    <a:pt x="307" y="744"/>
                    <a:pt x="307" y="744"/>
                  </a:cubicBezTo>
                  <a:cubicBezTo>
                    <a:pt x="331" y="744"/>
                    <a:pt x="350" y="725"/>
                    <a:pt x="350" y="701"/>
                  </a:cubicBezTo>
                  <a:cubicBezTo>
                    <a:pt x="350" y="415"/>
                    <a:pt x="350" y="415"/>
                    <a:pt x="350" y="415"/>
                  </a:cubicBezTo>
                  <a:cubicBezTo>
                    <a:pt x="400" y="415"/>
                    <a:pt x="400" y="415"/>
                    <a:pt x="400" y="415"/>
                  </a:cubicBezTo>
                  <a:cubicBezTo>
                    <a:pt x="413" y="415"/>
                    <a:pt x="422" y="403"/>
                    <a:pt x="418" y="391"/>
                  </a:cubicBezTo>
                  <a:cubicBezTo>
                    <a:pt x="340" y="124"/>
                    <a:pt x="340" y="124"/>
                    <a:pt x="340" y="124"/>
                  </a:cubicBezTo>
                  <a:cubicBezTo>
                    <a:pt x="339" y="119"/>
                    <a:pt x="342" y="114"/>
                    <a:pt x="347" y="114"/>
                  </a:cubicBezTo>
                  <a:cubicBezTo>
                    <a:pt x="347" y="114"/>
                    <a:pt x="347" y="114"/>
                    <a:pt x="347" y="114"/>
                  </a:cubicBezTo>
                  <a:cubicBezTo>
                    <a:pt x="351" y="114"/>
                    <a:pt x="354" y="116"/>
                    <a:pt x="355" y="120"/>
                  </a:cubicBezTo>
                  <a:cubicBezTo>
                    <a:pt x="417" y="313"/>
                    <a:pt x="417" y="313"/>
                    <a:pt x="417" y="313"/>
                  </a:cubicBezTo>
                  <a:cubicBezTo>
                    <a:pt x="423" y="331"/>
                    <a:pt x="442" y="342"/>
                    <a:pt x="460" y="338"/>
                  </a:cubicBezTo>
                  <a:cubicBezTo>
                    <a:pt x="481" y="333"/>
                    <a:pt x="493" y="311"/>
                    <a:pt x="486" y="291"/>
                  </a:cubicBezTo>
                  <a:close/>
                </a:path>
              </a:pathLst>
            </a:cu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Oval 17"/>
            <p:cNvSpPr>
              <a:spLocks noChangeArrowheads="1"/>
            </p:cNvSpPr>
            <p:nvPr/>
          </p:nvSpPr>
          <p:spPr bwMode="auto">
            <a:xfrm>
              <a:off x="4881563" y="1420813"/>
              <a:ext cx="684212" cy="684213"/>
            </a:xfrm>
            <a:prstGeom prst="ellipse">
              <a:avLst/>
            </a:prstGeom>
            <a:solidFill>
              <a:srgbClr val="FB83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5" name="Group 44"/>
          <p:cNvGrpSpPr/>
          <p:nvPr/>
        </p:nvGrpSpPr>
        <p:grpSpPr>
          <a:xfrm>
            <a:off x="2951163" y="287338"/>
            <a:ext cx="6288087" cy="6292851"/>
            <a:chOff x="2951163" y="287338"/>
            <a:chExt cx="6288087" cy="6292851"/>
          </a:xfrm>
        </p:grpSpPr>
        <p:sp>
          <p:nvSpPr>
            <p:cNvPr id="33" name="Freeform 18"/>
            <p:cNvSpPr>
              <a:spLocks/>
            </p:cNvSpPr>
            <p:nvPr/>
          </p:nvSpPr>
          <p:spPr bwMode="auto">
            <a:xfrm>
              <a:off x="8918575" y="2495551"/>
              <a:ext cx="320675" cy="896938"/>
            </a:xfrm>
            <a:custGeom>
              <a:avLst/>
              <a:gdLst>
                <a:gd name="T0" fmla="*/ 72 w 73"/>
                <a:gd name="T1" fmla="*/ 171 h 204"/>
                <a:gd name="T2" fmla="*/ 67 w 73"/>
                <a:gd name="T3" fmla="*/ 171 h 204"/>
                <a:gd name="T4" fmla="*/ 44 w 73"/>
                <a:gd name="T5" fmla="*/ 193 h 204"/>
                <a:gd name="T6" fmla="*/ 34 w 73"/>
                <a:gd name="T7" fmla="*/ 98 h 204"/>
                <a:gd name="T8" fmla="*/ 11 w 73"/>
                <a:gd name="T9" fmla="*/ 3 h 204"/>
                <a:gd name="T10" fmla="*/ 6 w 73"/>
                <a:gd name="T11" fmla="*/ 1 h 204"/>
                <a:gd name="T12" fmla="*/ 6 w 73"/>
                <a:gd name="T13" fmla="*/ 1 h 204"/>
                <a:gd name="T14" fmla="*/ 3 w 73"/>
                <a:gd name="T15" fmla="*/ 5 h 204"/>
                <a:gd name="T16" fmla="*/ 27 w 73"/>
                <a:gd name="T17" fmla="*/ 100 h 204"/>
                <a:gd name="T18" fmla="*/ 37 w 73"/>
                <a:gd name="T19" fmla="*/ 194 h 204"/>
                <a:gd name="T20" fmla="*/ 6 w 73"/>
                <a:gd name="T21" fmla="*/ 174 h 204"/>
                <a:gd name="T22" fmla="*/ 1 w 73"/>
                <a:gd name="T23" fmla="*/ 175 h 204"/>
                <a:gd name="T24" fmla="*/ 2 w 73"/>
                <a:gd name="T25" fmla="*/ 180 h 204"/>
                <a:gd name="T26" fmla="*/ 39 w 73"/>
                <a:gd name="T27" fmla="*/ 203 h 204"/>
                <a:gd name="T28" fmla="*/ 40 w 73"/>
                <a:gd name="T29" fmla="*/ 203 h 204"/>
                <a:gd name="T30" fmla="*/ 43 w 73"/>
                <a:gd name="T31" fmla="*/ 203 h 204"/>
                <a:gd name="T32" fmla="*/ 72 w 73"/>
                <a:gd name="T33" fmla="*/ 176 h 204"/>
                <a:gd name="T34" fmla="*/ 72 w 73"/>
                <a:gd name="T35" fmla="*/ 171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204">
                  <a:moveTo>
                    <a:pt x="72" y="171"/>
                  </a:moveTo>
                  <a:cubicBezTo>
                    <a:pt x="71" y="170"/>
                    <a:pt x="69" y="170"/>
                    <a:pt x="67" y="171"/>
                  </a:cubicBezTo>
                  <a:cubicBezTo>
                    <a:pt x="44" y="193"/>
                    <a:pt x="44" y="193"/>
                    <a:pt x="44" y="193"/>
                  </a:cubicBezTo>
                  <a:cubicBezTo>
                    <a:pt x="43" y="161"/>
                    <a:pt x="40" y="130"/>
                    <a:pt x="34" y="98"/>
                  </a:cubicBezTo>
                  <a:cubicBezTo>
                    <a:pt x="29" y="66"/>
                    <a:pt x="21" y="34"/>
                    <a:pt x="11" y="3"/>
                  </a:cubicBezTo>
                  <a:cubicBezTo>
                    <a:pt x="10" y="1"/>
                    <a:pt x="8" y="0"/>
                    <a:pt x="6" y="1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1"/>
                    <a:pt x="3" y="3"/>
                    <a:pt x="3" y="5"/>
                  </a:cubicBezTo>
                  <a:cubicBezTo>
                    <a:pt x="13" y="36"/>
                    <a:pt x="21" y="68"/>
                    <a:pt x="27" y="100"/>
                  </a:cubicBezTo>
                  <a:cubicBezTo>
                    <a:pt x="32" y="131"/>
                    <a:pt x="35" y="163"/>
                    <a:pt x="37" y="194"/>
                  </a:cubicBezTo>
                  <a:cubicBezTo>
                    <a:pt x="6" y="174"/>
                    <a:pt x="6" y="174"/>
                    <a:pt x="6" y="174"/>
                  </a:cubicBezTo>
                  <a:cubicBezTo>
                    <a:pt x="4" y="173"/>
                    <a:pt x="2" y="174"/>
                    <a:pt x="1" y="175"/>
                  </a:cubicBezTo>
                  <a:cubicBezTo>
                    <a:pt x="0" y="177"/>
                    <a:pt x="1" y="179"/>
                    <a:pt x="2" y="180"/>
                  </a:cubicBezTo>
                  <a:cubicBezTo>
                    <a:pt x="39" y="203"/>
                    <a:pt x="39" y="203"/>
                    <a:pt x="39" y="203"/>
                  </a:cubicBezTo>
                  <a:cubicBezTo>
                    <a:pt x="39" y="203"/>
                    <a:pt x="39" y="203"/>
                    <a:pt x="40" y="203"/>
                  </a:cubicBezTo>
                  <a:cubicBezTo>
                    <a:pt x="41" y="204"/>
                    <a:pt x="42" y="204"/>
                    <a:pt x="43" y="203"/>
                  </a:cubicBezTo>
                  <a:cubicBezTo>
                    <a:pt x="72" y="176"/>
                    <a:pt x="72" y="176"/>
                    <a:pt x="72" y="176"/>
                  </a:cubicBezTo>
                  <a:cubicBezTo>
                    <a:pt x="73" y="175"/>
                    <a:pt x="73" y="173"/>
                    <a:pt x="72" y="17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19"/>
            <p:cNvSpPr>
              <a:spLocks/>
            </p:cNvSpPr>
            <p:nvPr/>
          </p:nvSpPr>
          <p:spPr bwMode="auto">
            <a:xfrm>
              <a:off x="8620125" y="4046538"/>
              <a:ext cx="425450" cy="852488"/>
            </a:xfrm>
            <a:custGeom>
              <a:avLst/>
              <a:gdLst>
                <a:gd name="T0" fmla="*/ 65 w 97"/>
                <a:gd name="T1" fmla="*/ 182 h 194"/>
                <a:gd name="T2" fmla="*/ 61 w 97"/>
                <a:gd name="T3" fmla="*/ 179 h 194"/>
                <a:gd name="T4" fmla="*/ 30 w 97"/>
                <a:gd name="T5" fmla="*/ 186 h 194"/>
                <a:gd name="T6" fmla="*/ 69 w 97"/>
                <a:gd name="T7" fmla="*/ 100 h 194"/>
                <a:gd name="T8" fmla="*/ 96 w 97"/>
                <a:gd name="T9" fmla="*/ 5 h 194"/>
                <a:gd name="T10" fmla="*/ 94 w 97"/>
                <a:gd name="T11" fmla="*/ 1 h 194"/>
                <a:gd name="T12" fmla="*/ 94 w 97"/>
                <a:gd name="T13" fmla="*/ 1 h 194"/>
                <a:gd name="T14" fmla="*/ 89 w 97"/>
                <a:gd name="T15" fmla="*/ 4 h 194"/>
                <a:gd name="T16" fmla="*/ 62 w 97"/>
                <a:gd name="T17" fmla="*/ 97 h 194"/>
                <a:gd name="T18" fmla="*/ 23 w 97"/>
                <a:gd name="T19" fmla="*/ 184 h 194"/>
                <a:gd name="T20" fmla="*/ 7 w 97"/>
                <a:gd name="T21" fmla="*/ 151 h 194"/>
                <a:gd name="T22" fmla="*/ 2 w 97"/>
                <a:gd name="T23" fmla="*/ 150 h 194"/>
                <a:gd name="T24" fmla="*/ 1 w 97"/>
                <a:gd name="T25" fmla="*/ 154 h 194"/>
                <a:gd name="T26" fmla="*/ 21 w 97"/>
                <a:gd name="T27" fmla="*/ 193 h 194"/>
                <a:gd name="T28" fmla="*/ 23 w 97"/>
                <a:gd name="T29" fmla="*/ 194 h 194"/>
                <a:gd name="T30" fmla="*/ 24 w 97"/>
                <a:gd name="T31" fmla="*/ 194 h 194"/>
                <a:gd name="T32" fmla="*/ 63 w 97"/>
                <a:gd name="T33" fmla="*/ 186 h 194"/>
                <a:gd name="T34" fmla="*/ 65 w 97"/>
                <a:gd name="T35" fmla="*/ 182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" h="194">
                  <a:moveTo>
                    <a:pt x="65" y="182"/>
                  </a:moveTo>
                  <a:cubicBezTo>
                    <a:pt x="65" y="180"/>
                    <a:pt x="63" y="179"/>
                    <a:pt x="61" y="179"/>
                  </a:cubicBezTo>
                  <a:cubicBezTo>
                    <a:pt x="30" y="186"/>
                    <a:pt x="30" y="186"/>
                    <a:pt x="30" y="186"/>
                  </a:cubicBezTo>
                  <a:cubicBezTo>
                    <a:pt x="45" y="159"/>
                    <a:pt x="58" y="129"/>
                    <a:pt x="69" y="100"/>
                  </a:cubicBezTo>
                  <a:cubicBezTo>
                    <a:pt x="80" y="69"/>
                    <a:pt x="90" y="37"/>
                    <a:pt x="96" y="5"/>
                  </a:cubicBezTo>
                  <a:cubicBezTo>
                    <a:pt x="97" y="3"/>
                    <a:pt x="96" y="2"/>
                    <a:pt x="94" y="1"/>
                  </a:cubicBezTo>
                  <a:cubicBezTo>
                    <a:pt x="94" y="1"/>
                    <a:pt x="94" y="1"/>
                    <a:pt x="94" y="1"/>
                  </a:cubicBezTo>
                  <a:cubicBezTo>
                    <a:pt x="92" y="0"/>
                    <a:pt x="90" y="2"/>
                    <a:pt x="89" y="4"/>
                  </a:cubicBezTo>
                  <a:cubicBezTo>
                    <a:pt x="82" y="35"/>
                    <a:pt x="73" y="67"/>
                    <a:pt x="62" y="97"/>
                  </a:cubicBezTo>
                  <a:cubicBezTo>
                    <a:pt x="51" y="127"/>
                    <a:pt x="38" y="156"/>
                    <a:pt x="23" y="184"/>
                  </a:cubicBezTo>
                  <a:cubicBezTo>
                    <a:pt x="7" y="151"/>
                    <a:pt x="7" y="151"/>
                    <a:pt x="7" y="151"/>
                  </a:cubicBezTo>
                  <a:cubicBezTo>
                    <a:pt x="6" y="150"/>
                    <a:pt x="4" y="149"/>
                    <a:pt x="2" y="150"/>
                  </a:cubicBezTo>
                  <a:cubicBezTo>
                    <a:pt x="1" y="151"/>
                    <a:pt x="0" y="153"/>
                    <a:pt x="1" y="154"/>
                  </a:cubicBezTo>
                  <a:cubicBezTo>
                    <a:pt x="21" y="193"/>
                    <a:pt x="21" y="193"/>
                    <a:pt x="21" y="193"/>
                  </a:cubicBezTo>
                  <a:cubicBezTo>
                    <a:pt x="21" y="194"/>
                    <a:pt x="22" y="194"/>
                    <a:pt x="23" y="194"/>
                  </a:cubicBezTo>
                  <a:cubicBezTo>
                    <a:pt x="23" y="194"/>
                    <a:pt x="24" y="194"/>
                    <a:pt x="24" y="194"/>
                  </a:cubicBezTo>
                  <a:cubicBezTo>
                    <a:pt x="63" y="186"/>
                    <a:pt x="63" y="186"/>
                    <a:pt x="63" y="186"/>
                  </a:cubicBezTo>
                  <a:cubicBezTo>
                    <a:pt x="65" y="185"/>
                    <a:pt x="66" y="184"/>
                    <a:pt x="65" y="18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0"/>
            <p:cNvSpPr>
              <a:spLocks/>
            </p:cNvSpPr>
            <p:nvPr/>
          </p:nvSpPr>
          <p:spPr bwMode="auto">
            <a:xfrm>
              <a:off x="7632700" y="5429251"/>
              <a:ext cx="701675" cy="646113"/>
            </a:xfrm>
            <a:custGeom>
              <a:avLst/>
              <a:gdLst>
                <a:gd name="T0" fmla="*/ 159 w 160"/>
                <a:gd name="T1" fmla="*/ 2 h 147"/>
                <a:gd name="T2" fmla="*/ 159 w 160"/>
                <a:gd name="T3" fmla="*/ 2 h 147"/>
                <a:gd name="T4" fmla="*/ 154 w 160"/>
                <a:gd name="T5" fmla="*/ 2 h 147"/>
                <a:gd name="T6" fmla="*/ 84 w 160"/>
                <a:gd name="T7" fmla="*/ 69 h 147"/>
                <a:gd name="T8" fmla="*/ 7 w 160"/>
                <a:gd name="T9" fmla="*/ 125 h 147"/>
                <a:gd name="T10" fmla="*/ 9 w 160"/>
                <a:gd name="T11" fmla="*/ 88 h 147"/>
                <a:gd name="T12" fmla="*/ 5 w 160"/>
                <a:gd name="T13" fmla="*/ 85 h 147"/>
                <a:gd name="T14" fmla="*/ 2 w 160"/>
                <a:gd name="T15" fmla="*/ 88 h 147"/>
                <a:gd name="T16" fmla="*/ 0 w 160"/>
                <a:gd name="T17" fmla="*/ 131 h 147"/>
                <a:gd name="T18" fmla="*/ 2 w 160"/>
                <a:gd name="T19" fmla="*/ 135 h 147"/>
                <a:gd name="T20" fmla="*/ 40 w 160"/>
                <a:gd name="T21" fmla="*/ 146 h 147"/>
                <a:gd name="T22" fmla="*/ 40 w 160"/>
                <a:gd name="T23" fmla="*/ 146 h 147"/>
                <a:gd name="T24" fmla="*/ 44 w 160"/>
                <a:gd name="T25" fmla="*/ 144 h 147"/>
                <a:gd name="T26" fmla="*/ 42 w 160"/>
                <a:gd name="T27" fmla="*/ 140 h 147"/>
                <a:gd name="T28" fmla="*/ 12 w 160"/>
                <a:gd name="T29" fmla="*/ 131 h 147"/>
                <a:gd name="T30" fmla="*/ 88 w 160"/>
                <a:gd name="T31" fmla="*/ 75 h 147"/>
                <a:gd name="T32" fmla="*/ 159 w 160"/>
                <a:gd name="T33" fmla="*/ 7 h 147"/>
                <a:gd name="T34" fmla="*/ 159 w 160"/>
                <a:gd name="T35" fmla="*/ 2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0" h="147">
                  <a:moveTo>
                    <a:pt x="159" y="2"/>
                  </a:moveTo>
                  <a:cubicBezTo>
                    <a:pt x="159" y="2"/>
                    <a:pt x="159" y="2"/>
                    <a:pt x="159" y="2"/>
                  </a:cubicBezTo>
                  <a:cubicBezTo>
                    <a:pt x="157" y="0"/>
                    <a:pt x="155" y="0"/>
                    <a:pt x="154" y="2"/>
                  </a:cubicBezTo>
                  <a:cubicBezTo>
                    <a:pt x="132" y="26"/>
                    <a:pt x="108" y="49"/>
                    <a:pt x="84" y="69"/>
                  </a:cubicBezTo>
                  <a:cubicBezTo>
                    <a:pt x="59" y="90"/>
                    <a:pt x="33" y="108"/>
                    <a:pt x="7" y="125"/>
                  </a:cubicBezTo>
                  <a:cubicBezTo>
                    <a:pt x="9" y="88"/>
                    <a:pt x="9" y="88"/>
                    <a:pt x="9" y="88"/>
                  </a:cubicBezTo>
                  <a:cubicBezTo>
                    <a:pt x="9" y="87"/>
                    <a:pt x="7" y="85"/>
                    <a:pt x="5" y="85"/>
                  </a:cubicBezTo>
                  <a:cubicBezTo>
                    <a:pt x="4" y="85"/>
                    <a:pt x="2" y="86"/>
                    <a:pt x="2" y="88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0" y="133"/>
                    <a:pt x="1" y="134"/>
                    <a:pt x="2" y="135"/>
                  </a:cubicBezTo>
                  <a:cubicBezTo>
                    <a:pt x="40" y="146"/>
                    <a:pt x="40" y="146"/>
                    <a:pt x="40" y="146"/>
                  </a:cubicBezTo>
                  <a:cubicBezTo>
                    <a:pt x="40" y="146"/>
                    <a:pt x="40" y="146"/>
                    <a:pt x="40" y="146"/>
                  </a:cubicBezTo>
                  <a:cubicBezTo>
                    <a:pt x="42" y="147"/>
                    <a:pt x="44" y="146"/>
                    <a:pt x="44" y="144"/>
                  </a:cubicBezTo>
                  <a:cubicBezTo>
                    <a:pt x="45" y="143"/>
                    <a:pt x="44" y="141"/>
                    <a:pt x="42" y="140"/>
                  </a:cubicBezTo>
                  <a:cubicBezTo>
                    <a:pt x="12" y="131"/>
                    <a:pt x="12" y="131"/>
                    <a:pt x="12" y="131"/>
                  </a:cubicBezTo>
                  <a:cubicBezTo>
                    <a:pt x="38" y="114"/>
                    <a:pt x="64" y="95"/>
                    <a:pt x="88" y="75"/>
                  </a:cubicBezTo>
                  <a:cubicBezTo>
                    <a:pt x="114" y="54"/>
                    <a:pt x="137" y="31"/>
                    <a:pt x="159" y="7"/>
                  </a:cubicBezTo>
                  <a:cubicBezTo>
                    <a:pt x="160" y="6"/>
                    <a:pt x="160" y="3"/>
                    <a:pt x="159" y="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1"/>
            <p:cNvSpPr>
              <a:spLocks/>
            </p:cNvSpPr>
            <p:nvPr/>
          </p:nvSpPr>
          <p:spPr bwMode="auto">
            <a:xfrm>
              <a:off x="6140450" y="6264276"/>
              <a:ext cx="890587" cy="315913"/>
            </a:xfrm>
            <a:custGeom>
              <a:avLst/>
              <a:gdLst>
                <a:gd name="T0" fmla="*/ 203 w 203"/>
                <a:gd name="T1" fmla="*/ 6 h 72"/>
                <a:gd name="T2" fmla="*/ 203 w 203"/>
                <a:gd name="T3" fmla="*/ 5 h 72"/>
                <a:gd name="T4" fmla="*/ 198 w 203"/>
                <a:gd name="T5" fmla="*/ 3 h 72"/>
                <a:gd name="T6" fmla="*/ 104 w 203"/>
                <a:gd name="T7" fmla="*/ 26 h 72"/>
                <a:gd name="T8" fmla="*/ 9 w 203"/>
                <a:gd name="T9" fmla="*/ 36 h 72"/>
                <a:gd name="T10" fmla="*/ 29 w 203"/>
                <a:gd name="T11" fmla="*/ 5 h 72"/>
                <a:gd name="T12" fmla="*/ 28 w 203"/>
                <a:gd name="T13" fmla="*/ 1 h 72"/>
                <a:gd name="T14" fmla="*/ 24 w 203"/>
                <a:gd name="T15" fmla="*/ 2 h 72"/>
                <a:gd name="T16" fmla="*/ 0 w 203"/>
                <a:gd name="T17" fmla="*/ 38 h 72"/>
                <a:gd name="T18" fmla="*/ 1 w 203"/>
                <a:gd name="T19" fmla="*/ 42 h 72"/>
                <a:gd name="T20" fmla="*/ 27 w 203"/>
                <a:gd name="T21" fmla="*/ 71 h 72"/>
                <a:gd name="T22" fmla="*/ 29 w 203"/>
                <a:gd name="T23" fmla="*/ 72 h 72"/>
                <a:gd name="T24" fmla="*/ 32 w 203"/>
                <a:gd name="T25" fmla="*/ 71 h 72"/>
                <a:gd name="T26" fmla="*/ 32 w 203"/>
                <a:gd name="T27" fmla="*/ 67 h 72"/>
                <a:gd name="T28" fmla="*/ 11 w 203"/>
                <a:gd name="T29" fmla="*/ 43 h 72"/>
                <a:gd name="T30" fmla="*/ 105 w 203"/>
                <a:gd name="T31" fmla="*/ 34 h 72"/>
                <a:gd name="T32" fmla="*/ 200 w 203"/>
                <a:gd name="T33" fmla="*/ 10 h 72"/>
                <a:gd name="T34" fmla="*/ 203 w 203"/>
                <a:gd name="T35" fmla="*/ 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72">
                  <a:moveTo>
                    <a:pt x="203" y="6"/>
                  </a:moveTo>
                  <a:cubicBezTo>
                    <a:pt x="203" y="6"/>
                    <a:pt x="203" y="5"/>
                    <a:pt x="203" y="5"/>
                  </a:cubicBezTo>
                  <a:cubicBezTo>
                    <a:pt x="202" y="3"/>
                    <a:pt x="200" y="2"/>
                    <a:pt x="198" y="3"/>
                  </a:cubicBezTo>
                  <a:cubicBezTo>
                    <a:pt x="167" y="13"/>
                    <a:pt x="136" y="21"/>
                    <a:pt x="104" y="26"/>
                  </a:cubicBezTo>
                  <a:cubicBezTo>
                    <a:pt x="73" y="32"/>
                    <a:pt x="41" y="35"/>
                    <a:pt x="9" y="36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0" y="4"/>
                    <a:pt x="30" y="2"/>
                    <a:pt x="28" y="1"/>
                  </a:cubicBezTo>
                  <a:cubicBezTo>
                    <a:pt x="27" y="0"/>
                    <a:pt x="25" y="0"/>
                    <a:pt x="24" y="2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9"/>
                    <a:pt x="0" y="41"/>
                    <a:pt x="1" y="42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28" y="72"/>
                    <a:pt x="28" y="72"/>
                    <a:pt x="29" y="72"/>
                  </a:cubicBezTo>
                  <a:cubicBezTo>
                    <a:pt x="30" y="72"/>
                    <a:pt x="31" y="72"/>
                    <a:pt x="32" y="71"/>
                  </a:cubicBezTo>
                  <a:cubicBezTo>
                    <a:pt x="33" y="70"/>
                    <a:pt x="33" y="68"/>
                    <a:pt x="32" y="67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42" y="42"/>
                    <a:pt x="74" y="39"/>
                    <a:pt x="105" y="34"/>
                  </a:cubicBezTo>
                  <a:cubicBezTo>
                    <a:pt x="137" y="28"/>
                    <a:pt x="169" y="20"/>
                    <a:pt x="200" y="10"/>
                  </a:cubicBezTo>
                  <a:cubicBezTo>
                    <a:pt x="202" y="9"/>
                    <a:pt x="203" y="8"/>
                    <a:pt x="203" y="6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"/>
            <p:cNvSpPr>
              <a:spLocks/>
            </p:cNvSpPr>
            <p:nvPr/>
          </p:nvSpPr>
          <p:spPr bwMode="auto">
            <a:xfrm>
              <a:off x="4630738" y="5965826"/>
              <a:ext cx="852487" cy="420688"/>
            </a:xfrm>
            <a:custGeom>
              <a:avLst/>
              <a:gdLst>
                <a:gd name="T0" fmla="*/ 191 w 194"/>
                <a:gd name="T1" fmla="*/ 89 h 96"/>
                <a:gd name="T2" fmla="*/ 97 w 194"/>
                <a:gd name="T3" fmla="*/ 62 h 96"/>
                <a:gd name="T4" fmla="*/ 11 w 194"/>
                <a:gd name="T5" fmla="*/ 23 h 96"/>
                <a:gd name="T6" fmla="*/ 43 w 194"/>
                <a:gd name="T7" fmla="*/ 6 h 96"/>
                <a:gd name="T8" fmla="*/ 45 w 194"/>
                <a:gd name="T9" fmla="*/ 2 h 96"/>
                <a:gd name="T10" fmla="*/ 40 w 194"/>
                <a:gd name="T11" fmla="*/ 0 h 96"/>
                <a:gd name="T12" fmla="*/ 2 w 194"/>
                <a:gd name="T13" fmla="*/ 20 h 96"/>
                <a:gd name="T14" fmla="*/ 0 w 194"/>
                <a:gd name="T15" fmla="*/ 24 h 96"/>
                <a:gd name="T16" fmla="*/ 9 w 194"/>
                <a:gd name="T17" fmla="*/ 62 h 96"/>
                <a:gd name="T18" fmla="*/ 11 w 194"/>
                <a:gd name="T19" fmla="*/ 65 h 96"/>
                <a:gd name="T20" fmla="*/ 13 w 194"/>
                <a:gd name="T21" fmla="*/ 65 h 96"/>
                <a:gd name="T22" fmla="*/ 15 w 194"/>
                <a:gd name="T23" fmla="*/ 61 h 96"/>
                <a:gd name="T24" fmla="*/ 8 w 194"/>
                <a:gd name="T25" fmla="*/ 30 h 96"/>
                <a:gd name="T26" fmla="*/ 95 w 194"/>
                <a:gd name="T27" fmla="*/ 69 h 96"/>
                <a:gd name="T28" fmla="*/ 189 w 194"/>
                <a:gd name="T29" fmla="*/ 96 h 96"/>
                <a:gd name="T30" fmla="*/ 193 w 194"/>
                <a:gd name="T31" fmla="*/ 93 h 96"/>
                <a:gd name="T32" fmla="*/ 194 w 194"/>
                <a:gd name="T33" fmla="*/ 93 h 96"/>
                <a:gd name="T34" fmla="*/ 191 w 194"/>
                <a:gd name="T35" fmla="*/ 89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96">
                  <a:moveTo>
                    <a:pt x="191" y="89"/>
                  </a:moveTo>
                  <a:cubicBezTo>
                    <a:pt x="159" y="82"/>
                    <a:pt x="128" y="73"/>
                    <a:pt x="97" y="62"/>
                  </a:cubicBezTo>
                  <a:cubicBezTo>
                    <a:pt x="68" y="51"/>
                    <a:pt x="38" y="38"/>
                    <a:pt x="11" y="23"/>
                  </a:cubicBezTo>
                  <a:cubicBezTo>
                    <a:pt x="43" y="6"/>
                    <a:pt x="43" y="6"/>
                    <a:pt x="43" y="6"/>
                  </a:cubicBezTo>
                  <a:cubicBezTo>
                    <a:pt x="45" y="5"/>
                    <a:pt x="45" y="3"/>
                    <a:pt x="45" y="2"/>
                  </a:cubicBezTo>
                  <a:cubicBezTo>
                    <a:pt x="44" y="0"/>
                    <a:pt x="42" y="0"/>
                    <a:pt x="40" y="0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0" y="21"/>
                    <a:pt x="0" y="22"/>
                    <a:pt x="0" y="24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4"/>
                    <a:pt x="10" y="64"/>
                    <a:pt x="11" y="65"/>
                  </a:cubicBezTo>
                  <a:cubicBezTo>
                    <a:pt x="12" y="65"/>
                    <a:pt x="12" y="65"/>
                    <a:pt x="13" y="65"/>
                  </a:cubicBezTo>
                  <a:cubicBezTo>
                    <a:pt x="14" y="64"/>
                    <a:pt x="15" y="63"/>
                    <a:pt x="15" y="61"/>
                  </a:cubicBezTo>
                  <a:cubicBezTo>
                    <a:pt x="8" y="30"/>
                    <a:pt x="8" y="30"/>
                    <a:pt x="8" y="30"/>
                  </a:cubicBezTo>
                  <a:cubicBezTo>
                    <a:pt x="36" y="45"/>
                    <a:pt x="65" y="58"/>
                    <a:pt x="95" y="69"/>
                  </a:cubicBezTo>
                  <a:cubicBezTo>
                    <a:pt x="125" y="80"/>
                    <a:pt x="157" y="89"/>
                    <a:pt x="189" y="96"/>
                  </a:cubicBezTo>
                  <a:cubicBezTo>
                    <a:pt x="191" y="96"/>
                    <a:pt x="193" y="95"/>
                    <a:pt x="193" y="93"/>
                  </a:cubicBezTo>
                  <a:cubicBezTo>
                    <a:pt x="193" y="93"/>
                    <a:pt x="193" y="93"/>
                    <a:pt x="194" y="93"/>
                  </a:cubicBezTo>
                  <a:cubicBezTo>
                    <a:pt x="194" y="91"/>
                    <a:pt x="193" y="89"/>
                    <a:pt x="191" y="89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"/>
            <p:cNvSpPr>
              <a:spLocks/>
            </p:cNvSpPr>
            <p:nvPr/>
          </p:nvSpPr>
          <p:spPr bwMode="auto">
            <a:xfrm>
              <a:off x="3454400" y="4973638"/>
              <a:ext cx="646112" cy="706438"/>
            </a:xfrm>
            <a:custGeom>
              <a:avLst/>
              <a:gdLst>
                <a:gd name="T0" fmla="*/ 145 w 147"/>
                <a:gd name="T1" fmla="*/ 154 h 161"/>
                <a:gd name="T2" fmla="*/ 78 w 147"/>
                <a:gd name="T3" fmla="*/ 84 h 161"/>
                <a:gd name="T4" fmla="*/ 23 w 147"/>
                <a:gd name="T5" fmla="*/ 7 h 161"/>
                <a:gd name="T6" fmla="*/ 59 w 147"/>
                <a:gd name="T7" fmla="*/ 9 h 161"/>
                <a:gd name="T8" fmla="*/ 62 w 147"/>
                <a:gd name="T9" fmla="*/ 6 h 161"/>
                <a:gd name="T10" fmla="*/ 59 w 147"/>
                <a:gd name="T11" fmla="*/ 2 h 161"/>
                <a:gd name="T12" fmla="*/ 16 w 147"/>
                <a:gd name="T13" fmla="*/ 0 h 161"/>
                <a:gd name="T14" fmla="*/ 13 w 147"/>
                <a:gd name="T15" fmla="*/ 3 h 161"/>
                <a:gd name="T16" fmla="*/ 1 w 147"/>
                <a:gd name="T17" fmla="*/ 40 h 161"/>
                <a:gd name="T18" fmla="*/ 3 w 147"/>
                <a:gd name="T19" fmla="*/ 44 h 161"/>
                <a:gd name="T20" fmla="*/ 3 w 147"/>
                <a:gd name="T21" fmla="*/ 45 h 161"/>
                <a:gd name="T22" fmla="*/ 7 w 147"/>
                <a:gd name="T23" fmla="*/ 42 h 161"/>
                <a:gd name="T24" fmla="*/ 17 w 147"/>
                <a:gd name="T25" fmla="*/ 12 h 161"/>
                <a:gd name="T26" fmla="*/ 72 w 147"/>
                <a:gd name="T27" fmla="*/ 89 h 161"/>
                <a:gd name="T28" fmla="*/ 141 w 147"/>
                <a:gd name="T29" fmla="*/ 160 h 161"/>
                <a:gd name="T30" fmla="*/ 145 w 147"/>
                <a:gd name="T31" fmla="*/ 160 h 161"/>
                <a:gd name="T32" fmla="*/ 146 w 147"/>
                <a:gd name="T33" fmla="*/ 159 h 161"/>
                <a:gd name="T34" fmla="*/ 145 w 147"/>
                <a:gd name="T35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7" h="161">
                  <a:moveTo>
                    <a:pt x="145" y="154"/>
                  </a:moveTo>
                  <a:cubicBezTo>
                    <a:pt x="122" y="132"/>
                    <a:pt x="99" y="109"/>
                    <a:pt x="78" y="84"/>
                  </a:cubicBezTo>
                  <a:cubicBezTo>
                    <a:pt x="58" y="60"/>
                    <a:pt x="39" y="34"/>
                    <a:pt x="23" y="7"/>
                  </a:cubicBezTo>
                  <a:cubicBezTo>
                    <a:pt x="59" y="9"/>
                    <a:pt x="59" y="9"/>
                    <a:pt x="59" y="9"/>
                  </a:cubicBezTo>
                  <a:cubicBezTo>
                    <a:pt x="61" y="9"/>
                    <a:pt x="62" y="8"/>
                    <a:pt x="62" y="6"/>
                  </a:cubicBezTo>
                  <a:cubicBezTo>
                    <a:pt x="62" y="4"/>
                    <a:pt x="61" y="3"/>
                    <a:pt x="59" y="2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5" y="0"/>
                    <a:pt x="13" y="1"/>
                    <a:pt x="13" y="3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42"/>
                    <a:pt x="1" y="44"/>
                    <a:pt x="3" y="44"/>
                  </a:cubicBezTo>
                  <a:cubicBezTo>
                    <a:pt x="3" y="44"/>
                    <a:pt x="3" y="44"/>
                    <a:pt x="3" y="45"/>
                  </a:cubicBezTo>
                  <a:cubicBezTo>
                    <a:pt x="5" y="45"/>
                    <a:pt x="7" y="44"/>
                    <a:pt x="7" y="42"/>
                  </a:cubicBezTo>
                  <a:cubicBezTo>
                    <a:pt x="17" y="12"/>
                    <a:pt x="17" y="12"/>
                    <a:pt x="17" y="12"/>
                  </a:cubicBezTo>
                  <a:cubicBezTo>
                    <a:pt x="33" y="39"/>
                    <a:pt x="52" y="64"/>
                    <a:pt x="72" y="89"/>
                  </a:cubicBezTo>
                  <a:cubicBezTo>
                    <a:pt x="93" y="114"/>
                    <a:pt x="116" y="138"/>
                    <a:pt x="141" y="160"/>
                  </a:cubicBezTo>
                  <a:cubicBezTo>
                    <a:pt x="142" y="161"/>
                    <a:pt x="144" y="161"/>
                    <a:pt x="145" y="160"/>
                  </a:cubicBezTo>
                  <a:cubicBezTo>
                    <a:pt x="146" y="160"/>
                    <a:pt x="146" y="159"/>
                    <a:pt x="146" y="159"/>
                  </a:cubicBezTo>
                  <a:cubicBezTo>
                    <a:pt x="147" y="158"/>
                    <a:pt x="147" y="155"/>
                    <a:pt x="145" y="154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4"/>
            <p:cNvSpPr>
              <a:spLocks/>
            </p:cNvSpPr>
            <p:nvPr/>
          </p:nvSpPr>
          <p:spPr bwMode="auto">
            <a:xfrm>
              <a:off x="2951163" y="3479801"/>
              <a:ext cx="319087" cy="895350"/>
            </a:xfrm>
            <a:custGeom>
              <a:avLst/>
              <a:gdLst>
                <a:gd name="T0" fmla="*/ 70 w 73"/>
                <a:gd name="T1" fmla="*/ 199 h 204"/>
                <a:gd name="T2" fmla="*/ 46 w 73"/>
                <a:gd name="T3" fmla="*/ 104 h 204"/>
                <a:gd name="T4" fmla="*/ 36 w 73"/>
                <a:gd name="T5" fmla="*/ 10 h 204"/>
                <a:gd name="T6" fmla="*/ 67 w 73"/>
                <a:gd name="T7" fmla="*/ 30 h 204"/>
                <a:gd name="T8" fmla="*/ 72 w 73"/>
                <a:gd name="T9" fmla="*/ 29 h 204"/>
                <a:gd name="T10" fmla="*/ 71 w 73"/>
                <a:gd name="T11" fmla="*/ 24 h 204"/>
                <a:gd name="T12" fmla="*/ 34 w 73"/>
                <a:gd name="T13" fmla="*/ 1 h 204"/>
                <a:gd name="T14" fmla="*/ 30 w 73"/>
                <a:gd name="T15" fmla="*/ 1 h 204"/>
                <a:gd name="T16" fmla="*/ 1 w 73"/>
                <a:gd name="T17" fmla="*/ 28 h 204"/>
                <a:gd name="T18" fmla="*/ 1 w 73"/>
                <a:gd name="T19" fmla="*/ 32 h 204"/>
                <a:gd name="T20" fmla="*/ 3 w 73"/>
                <a:gd name="T21" fmla="*/ 33 h 204"/>
                <a:gd name="T22" fmla="*/ 6 w 73"/>
                <a:gd name="T23" fmla="*/ 33 h 204"/>
                <a:gd name="T24" fmla="*/ 29 w 73"/>
                <a:gd name="T25" fmla="*/ 11 h 204"/>
                <a:gd name="T26" fmla="*/ 39 w 73"/>
                <a:gd name="T27" fmla="*/ 105 h 204"/>
                <a:gd name="T28" fmla="*/ 62 w 73"/>
                <a:gd name="T29" fmla="*/ 201 h 204"/>
                <a:gd name="T30" fmla="*/ 67 w 73"/>
                <a:gd name="T31" fmla="*/ 203 h 204"/>
                <a:gd name="T32" fmla="*/ 67 w 73"/>
                <a:gd name="T33" fmla="*/ 203 h 204"/>
                <a:gd name="T34" fmla="*/ 70 w 73"/>
                <a:gd name="T35" fmla="*/ 199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3" h="204">
                  <a:moveTo>
                    <a:pt x="70" y="199"/>
                  </a:moveTo>
                  <a:cubicBezTo>
                    <a:pt x="60" y="168"/>
                    <a:pt x="52" y="136"/>
                    <a:pt x="46" y="104"/>
                  </a:cubicBezTo>
                  <a:cubicBezTo>
                    <a:pt x="41" y="73"/>
                    <a:pt x="38" y="41"/>
                    <a:pt x="36" y="10"/>
                  </a:cubicBezTo>
                  <a:cubicBezTo>
                    <a:pt x="67" y="30"/>
                    <a:pt x="67" y="30"/>
                    <a:pt x="67" y="30"/>
                  </a:cubicBezTo>
                  <a:cubicBezTo>
                    <a:pt x="69" y="31"/>
                    <a:pt x="71" y="30"/>
                    <a:pt x="72" y="29"/>
                  </a:cubicBezTo>
                  <a:cubicBezTo>
                    <a:pt x="73" y="27"/>
                    <a:pt x="72" y="25"/>
                    <a:pt x="71" y="24"/>
                  </a:cubicBezTo>
                  <a:cubicBezTo>
                    <a:pt x="34" y="1"/>
                    <a:pt x="34" y="1"/>
                    <a:pt x="34" y="1"/>
                  </a:cubicBezTo>
                  <a:cubicBezTo>
                    <a:pt x="33" y="0"/>
                    <a:pt x="31" y="0"/>
                    <a:pt x="30" y="1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0" y="29"/>
                    <a:pt x="0" y="31"/>
                    <a:pt x="1" y="32"/>
                  </a:cubicBezTo>
                  <a:cubicBezTo>
                    <a:pt x="1" y="33"/>
                    <a:pt x="2" y="33"/>
                    <a:pt x="3" y="33"/>
                  </a:cubicBezTo>
                  <a:cubicBezTo>
                    <a:pt x="4" y="34"/>
                    <a:pt x="5" y="33"/>
                    <a:pt x="6" y="3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30" y="42"/>
                    <a:pt x="33" y="74"/>
                    <a:pt x="39" y="105"/>
                  </a:cubicBezTo>
                  <a:cubicBezTo>
                    <a:pt x="44" y="138"/>
                    <a:pt x="52" y="170"/>
                    <a:pt x="62" y="201"/>
                  </a:cubicBezTo>
                  <a:cubicBezTo>
                    <a:pt x="63" y="203"/>
                    <a:pt x="65" y="204"/>
                    <a:pt x="67" y="203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69" y="203"/>
                    <a:pt x="70" y="200"/>
                    <a:pt x="70" y="199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5"/>
            <p:cNvSpPr>
              <a:spLocks/>
            </p:cNvSpPr>
            <p:nvPr/>
          </p:nvSpPr>
          <p:spPr bwMode="auto">
            <a:xfrm>
              <a:off x="3143250" y="1968501"/>
              <a:ext cx="425450" cy="852488"/>
            </a:xfrm>
            <a:custGeom>
              <a:avLst/>
              <a:gdLst>
                <a:gd name="T0" fmla="*/ 96 w 97"/>
                <a:gd name="T1" fmla="*/ 41 h 194"/>
                <a:gd name="T2" fmla="*/ 76 w 97"/>
                <a:gd name="T3" fmla="*/ 2 h 194"/>
                <a:gd name="T4" fmla="*/ 73 w 97"/>
                <a:gd name="T5" fmla="*/ 1 h 194"/>
                <a:gd name="T6" fmla="*/ 34 w 97"/>
                <a:gd name="T7" fmla="*/ 9 h 194"/>
                <a:gd name="T8" fmla="*/ 32 w 97"/>
                <a:gd name="T9" fmla="*/ 13 h 194"/>
                <a:gd name="T10" fmla="*/ 35 w 97"/>
                <a:gd name="T11" fmla="*/ 15 h 194"/>
                <a:gd name="T12" fmla="*/ 67 w 97"/>
                <a:gd name="T13" fmla="*/ 9 h 194"/>
                <a:gd name="T14" fmla="*/ 28 w 97"/>
                <a:gd name="T15" fmla="*/ 95 h 194"/>
                <a:gd name="T16" fmla="*/ 1 w 97"/>
                <a:gd name="T17" fmla="*/ 190 h 194"/>
                <a:gd name="T18" fmla="*/ 3 w 97"/>
                <a:gd name="T19" fmla="*/ 194 h 194"/>
                <a:gd name="T20" fmla="*/ 3 w 97"/>
                <a:gd name="T21" fmla="*/ 194 h 194"/>
                <a:gd name="T22" fmla="*/ 8 w 97"/>
                <a:gd name="T23" fmla="*/ 191 h 194"/>
                <a:gd name="T24" fmla="*/ 35 w 97"/>
                <a:gd name="T25" fmla="*/ 98 h 194"/>
                <a:gd name="T26" fmla="*/ 74 w 97"/>
                <a:gd name="T27" fmla="*/ 11 h 194"/>
                <a:gd name="T28" fmla="*/ 90 w 97"/>
                <a:gd name="T29" fmla="*/ 44 h 194"/>
                <a:gd name="T30" fmla="*/ 92 w 97"/>
                <a:gd name="T31" fmla="*/ 45 h 194"/>
                <a:gd name="T32" fmla="*/ 95 w 97"/>
                <a:gd name="T33" fmla="*/ 45 h 194"/>
                <a:gd name="T34" fmla="*/ 96 w 97"/>
                <a:gd name="T35" fmla="*/ 41 h 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" h="194">
                  <a:moveTo>
                    <a:pt x="96" y="41"/>
                  </a:moveTo>
                  <a:cubicBezTo>
                    <a:pt x="76" y="2"/>
                    <a:pt x="76" y="2"/>
                    <a:pt x="76" y="2"/>
                  </a:cubicBezTo>
                  <a:cubicBezTo>
                    <a:pt x="76" y="1"/>
                    <a:pt x="74" y="0"/>
                    <a:pt x="73" y="1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9"/>
                    <a:pt x="31" y="11"/>
                    <a:pt x="32" y="13"/>
                  </a:cubicBezTo>
                  <a:cubicBezTo>
                    <a:pt x="32" y="15"/>
                    <a:pt x="34" y="16"/>
                    <a:pt x="35" y="15"/>
                  </a:cubicBezTo>
                  <a:cubicBezTo>
                    <a:pt x="67" y="9"/>
                    <a:pt x="67" y="9"/>
                    <a:pt x="67" y="9"/>
                  </a:cubicBezTo>
                  <a:cubicBezTo>
                    <a:pt x="52" y="36"/>
                    <a:pt x="39" y="65"/>
                    <a:pt x="28" y="95"/>
                  </a:cubicBezTo>
                  <a:cubicBezTo>
                    <a:pt x="17" y="126"/>
                    <a:pt x="7" y="158"/>
                    <a:pt x="1" y="190"/>
                  </a:cubicBezTo>
                  <a:cubicBezTo>
                    <a:pt x="0" y="191"/>
                    <a:pt x="1" y="193"/>
                    <a:pt x="3" y="194"/>
                  </a:cubicBezTo>
                  <a:cubicBezTo>
                    <a:pt x="3" y="194"/>
                    <a:pt x="3" y="194"/>
                    <a:pt x="3" y="194"/>
                  </a:cubicBezTo>
                  <a:cubicBezTo>
                    <a:pt x="5" y="194"/>
                    <a:pt x="7" y="193"/>
                    <a:pt x="8" y="191"/>
                  </a:cubicBezTo>
                  <a:cubicBezTo>
                    <a:pt x="15" y="160"/>
                    <a:pt x="24" y="128"/>
                    <a:pt x="35" y="98"/>
                  </a:cubicBezTo>
                  <a:cubicBezTo>
                    <a:pt x="46" y="68"/>
                    <a:pt x="59" y="39"/>
                    <a:pt x="74" y="11"/>
                  </a:cubicBezTo>
                  <a:cubicBezTo>
                    <a:pt x="90" y="44"/>
                    <a:pt x="90" y="44"/>
                    <a:pt x="90" y="44"/>
                  </a:cubicBezTo>
                  <a:cubicBezTo>
                    <a:pt x="91" y="44"/>
                    <a:pt x="92" y="45"/>
                    <a:pt x="92" y="45"/>
                  </a:cubicBezTo>
                  <a:cubicBezTo>
                    <a:pt x="93" y="45"/>
                    <a:pt x="94" y="45"/>
                    <a:pt x="95" y="45"/>
                  </a:cubicBezTo>
                  <a:cubicBezTo>
                    <a:pt x="96" y="44"/>
                    <a:pt x="97" y="42"/>
                    <a:pt x="96" y="4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6"/>
            <p:cNvSpPr>
              <a:spLocks/>
            </p:cNvSpPr>
            <p:nvPr/>
          </p:nvSpPr>
          <p:spPr bwMode="auto">
            <a:xfrm>
              <a:off x="3854450" y="796926"/>
              <a:ext cx="701675" cy="644525"/>
            </a:xfrm>
            <a:custGeom>
              <a:avLst/>
              <a:gdLst>
                <a:gd name="T0" fmla="*/ 158 w 160"/>
                <a:gd name="T1" fmla="*/ 59 h 147"/>
                <a:gd name="T2" fmla="*/ 160 w 160"/>
                <a:gd name="T3" fmla="*/ 15 h 147"/>
                <a:gd name="T4" fmla="*/ 158 w 160"/>
                <a:gd name="T5" fmla="*/ 12 h 147"/>
                <a:gd name="T6" fmla="*/ 120 w 160"/>
                <a:gd name="T7" fmla="*/ 0 h 147"/>
                <a:gd name="T8" fmla="*/ 116 w 160"/>
                <a:gd name="T9" fmla="*/ 3 h 147"/>
                <a:gd name="T10" fmla="*/ 118 w 160"/>
                <a:gd name="T11" fmla="*/ 7 h 147"/>
                <a:gd name="T12" fmla="*/ 148 w 160"/>
                <a:gd name="T13" fmla="*/ 16 h 147"/>
                <a:gd name="T14" fmla="*/ 72 w 160"/>
                <a:gd name="T15" fmla="*/ 72 h 147"/>
                <a:gd name="T16" fmla="*/ 1 w 160"/>
                <a:gd name="T17" fmla="*/ 140 h 147"/>
                <a:gd name="T18" fmla="*/ 1 w 160"/>
                <a:gd name="T19" fmla="*/ 145 h 147"/>
                <a:gd name="T20" fmla="*/ 1 w 160"/>
                <a:gd name="T21" fmla="*/ 145 h 147"/>
                <a:gd name="T22" fmla="*/ 6 w 160"/>
                <a:gd name="T23" fmla="*/ 145 h 147"/>
                <a:gd name="T24" fmla="*/ 76 w 160"/>
                <a:gd name="T25" fmla="*/ 77 h 147"/>
                <a:gd name="T26" fmla="*/ 153 w 160"/>
                <a:gd name="T27" fmla="*/ 22 h 147"/>
                <a:gd name="T28" fmla="*/ 151 w 160"/>
                <a:gd name="T29" fmla="*/ 58 h 147"/>
                <a:gd name="T30" fmla="*/ 154 w 160"/>
                <a:gd name="T31" fmla="*/ 62 h 147"/>
                <a:gd name="T32" fmla="*/ 155 w 160"/>
                <a:gd name="T33" fmla="*/ 62 h 147"/>
                <a:gd name="T34" fmla="*/ 158 w 160"/>
                <a:gd name="T35" fmla="*/ 59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0" h="147">
                  <a:moveTo>
                    <a:pt x="158" y="59"/>
                  </a:moveTo>
                  <a:cubicBezTo>
                    <a:pt x="160" y="15"/>
                    <a:pt x="160" y="15"/>
                    <a:pt x="160" y="15"/>
                  </a:cubicBezTo>
                  <a:cubicBezTo>
                    <a:pt x="160" y="14"/>
                    <a:pt x="159" y="13"/>
                    <a:pt x="158" y="12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18" y="0"/>
                    <a:pt x="116" y="1"/>
                    <a:pt x="116" y="3"/>
                  </a:cubicBezTo>
                  <a:cubicBezTo>
                    <a:pt x="115" y="4"/>
                    <a:pt x="116" y="6"/>
                    <a:pt x="118" y="7"/>
                  </a:cubicBezTo>
                  <a:cubicBezTo>
                    <a:pt x="148" y="16"/>
                    <a:pt x="148" y="16"/>
                    <a:pt x="148" y="16"/>
                  </a:cubicBezTo>
                  <a:cubicBezTo>
                    <a:pt x="122" y="33"/>
                    <a:pt x="96" y="52"/>
                    <a:pt x="72" y="72"/>
                  </a:cubicBezTo>
                  <a:cubicBezTo>
                    <a:pt x="46" y="93"/>
                    <a:pt x="23" y="116"/>
                    <a:pt x="1" y="140"/>
                  </a:cubicBezTo>
                  <a:cubicBezTo>
                    <a:pt x="0" y="141"/>
                    <a:pt x="0" y="143"/>
                    <a:pt x="1" y="145"/>
                  </a:cubicBezTo>
                  <a:cubicBezTo>
                    <a:pt x="1" y="145"/>
                    <a:pt x="1" y="145"/>
                    <a:pt x="1" y="145"/>
                  </a:cubicBezTo>
                  <a:cubicBezTo>
                    <a:pt x="3" y="147"/>
                    <a:pt x="5" y="146"/>
                    <a:pt x="6" y="145"/>
                  </a:cubicBezTo>
                  <a:cubicBezTo>
                    <a:pt x="28" y="121"/>
                    <a:pt x="52" y="98"/>
                    <a:pt x="76" y="77"/>
                  </a:cubicBezTo>
                  <a:cubicBezTo>
                    <a:pt x="101" y="57"/>
                    <a:pt x="127" y="39"/>
                    <a:pt x="153" y="22"/>
                  </a:cubicBezTo>
                  <a:cubicBezTo>
                    <a:pt x="151" y="58"/>
                    <a:pt x="151" y="58"/>
                    <a:pt x="151" y="58"/>
                  </a:cubicBezTo>
                  <a:cubicBezTo>
                    <a:pt x="151" y="60"/>
                    <a:pt x="152" y="61"/>
                    <a:pt x="154" y="62"/>
                  </a:cubicBezTo>
                  <a:cubicBezTo>
                    <a:pt x="154" y="62"/>
                    <a:pt x="154" y="62"/>
                    <a:pt x="155" y="62"/>
                  </a:cubicBezTo>
                  <a:cubicBezTo>
                    <a:pt x="156" y="62"/>
                    <a:pt x="158" y="60"/>
                    <a:pt x="158" y="59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7"/>
            <p:cNvSpPr>
              <a:spLocks/>
            </p:cNvSpPr>
            <p:nvPr/>
          </p:nvSpPr>
          <p:spPr bwMode="auto">
            <a:xfrm>
              <a:off x="5157788" y="287338"/>
              <a:ext cx="890587" cy="320675"/>
            </a:xfrm>
            <a:custGeom>
              <a:avLst/>
              <a:gdLst>
                <a:gd name="T0" fmla="*/ 202 w 203"/>
                <a:gd name="T1" fmla="*/ 31 h 73"/>
                <a:gd name="T2" fmla="*/ 176 w 203"/>
                <a:gd name="T3" fmla="*/ 2 h 73"/>
                <a:gd name="T4" fmla="*/ 171 w 203"/>
                <a:gd name="T5" fmla="*/ 1 h 73"/>
                <a:gd name="T6" fmla="*/ 171 w 203"/>
                <a:gd name="T7" fmla="*/ 6 h 73"/>
                <a:gd name="T8" fmla="*/ 192 w 203"/>
                <a:gd name="T9" fmla="*/ 29 h 73"/>
                <a:gd name="T10" fmla="*/ 98 w 203"/>
                <a:gd name="T11" fmla="*/ 39 h 73"/>
                <a:gd name="T12" fmla="*/ 3 w 203"/>
                <a:gd name="T13" fmla="*/ 63 h 73"/>
                <a:gd name="T14" fmla="*/ 0 w 203"/>
                <a:gd name="T15" fmla="*/ 67 h 73"/>
                <a:gd name="T16" fmla="*/ 0 w 203"/>
                <a:gd name="T17" fmla="*/ 68 h 73"/>
                <a:gd name="T18" fmla="*/ 5 w 203"/>
                <a:gd name="T19" fmla="*/ 70 h 73"/>
                <a:gd name="T20" fmla="*/ 99 w 203"/>
                <a:gd name="T21" fmla="*/ 47 h 73"/>
                <a:gd name="T22" fmla="*/ 194 w 203"/>
                <a:gd name="T23" fmla="*/ 37 h 73"/>
                <a:gd name="T24" fmla="*/ 174 w 203"/>
                <a:gd name="T25" fmla="*/ 68 h 73"/>
                <a:gd name="T26" fmla="*/ 175 w 203"/>
                <a:gd name="T27" fmla="*/ 72 h 73"/>
                <a:gd name="T28" fmla="*/ 176 w 203"/>
                <a:gd name="T29" fmla="*/ 72 h 73"/>
                <a:gd name="T30" fmla="*/ 179 w 203"/>
                <a:gd name="T31" fmla="*/ 71 h 73"/>
                <a:gd name="T32" fmla="*/ 203 w 203"/>
                <a:gd name="T33" fmla="*/ 35 h 73"/>
                <a:gd name="T34" fmla="*/ 202 w 203"/>
                <a:gd name="T35" fmla="*/ 31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3" h="73">
                  <a:moveTo>
                    <a:pt x="202" y="31"/>
                  </a:moveTo>
                  <a:cubicBezTo>
                    <a:pt x="176" y="2"/>
                    <a:pt x="176" y="2"/>
                    <a:pt x="176" y="2"/>
                  </a:cubicBezTo>
                  <a:cubicBezTo>
                    <a:pt x="174" y="0"/>
                    <a:pt x="172" y="0"/>
                    <a:pt x="171" y="1"/>
                  </a:cubicBezTo>
                  <a:cubicBezTo>
                    <a:pt x="170" y="3"/>
                    <a:pt x="170" y="5"/>
                    <a:pt x="171" y="6"/>
                  </a:cubicBezTo>
                  <a:cubicBezTo>
                    <a:pt x="192" y="29"/>
                    <a:pt x="192" y="29"/>
                    <a:pt x="192" y="29"/>
                  </a:cubicBezTo>
                  <a:cubicBezTo>
                    <a:pt x="161" y="31"/>
                    <a:pt x="129" y="34"/>
                    <a:pt x="98" y="39"/>
                  </a:cubicBezTo>
                  <a:cubicBezTo>
                    <a:pt x="66" y="45"/>
                    <a:pt x="34" y="53"/>
                    <a:pt x="3" y="63"/>
                  </a:cubicBezTo>
                  <a:cubicBezTo>
                    <a:pt x="1" y="63"/>
                    <a:pt x="0" y="65"/>
                    <a:pt x="0" y="67"/>
                  </a:cubicBezTo>
                  <a:cubicBezTo>
                    <a:pt x="0" y="67"/>
                    <a:pt x="0" y="67"/>
                    <a:pt x="0" y="68"/>
                  </a:cubicBezTo>
                  <a:cubicBezTo>
                    <a:pt x="1" y="70"/>
                    <a:pt x="3" y="71"/>
                    <a:pt x="5" y="70"/>
                  </a:cubicBezTo>
                  <a:cubicBezTo>
                    <a:pt x="36" y="60"/>
                    <a:pt x="67" y="52"/>
                    <a:pt x="99" y="47"/>
                  </a:cubicBezTo>
                  <a:cubicBezTo>
                    <a:pt x="130" y="41"/>
                    <a:pt x="162" y="38"/>
                    <a:pt x="194" y="37"/>
                  </a:cubicBezTo>
                  <a:cubicBezTo>
                    <a:pt x="174" y="68"/>
                    <a:pt x="174" y="68"/>
                    <a:pt x="174" y="68"/>
                  </a:cubicBezTo>
                  <a:cubicBezTo>
                    <a:pt x="173" y="69"/>
                    <a:pt x="173" y="71"/>
                    <a:pt x="175" y="72"/>
                  </a:cubicBezTo>
                  <a:cubicBezTo>
                    <a:pt x="175" y="72"/>
                    <a:pt x="175" y="72"/>
                    <a:pt x="176" y="72"/>
                  </a:cubicBezTo>
                  <a:cubicBezTo>
                    <a:pt x="177" y="73"/>
                    <a:pt x="179" y="72"/>
                    <a:pt x="179" y="71"/>
                  </a:cubicBezTo>
                  <a:cubicBezTo>
                    <a:pt x="203" y="35"/>
                    <a:pt x="203" y="35"/>
                    <a:pt x="203" y="35"/>
                  </a:cubicBezTo>
                  <a:cubicBezTo>
                    <a:pt x="203" y="33"/>
                    <a:pt x="203" y="32"/>
                    <a:pt x="202" y="31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8"/>
            <p:cNvSpPr>
              <a:spLocks/>
            </p:cNvSpPr>
            <p:nvPr/>
          </p:nvSpPr>
          <p:spPr bwMode="auto">
            <a:xfrm>
              <a:off x="6707188" y="484188"/>
              <a:ext cx="850900" cy="422275"/>
            </a:xfrm>
            <a:custGeom>
              <a:avLst/>
              <a:gdLst>
                <a:gd name="T0" fmla="*/ 194 w 194"/>
                <a:gd name="T1" fmla="*/ 72 h 96"/>
                <a:gd name="T2" fmla="*/ 185 w 194"/>
                <a:gd name="T3" fmla="*/ 34 h 96"/>
                <a:gd name="T4" fmla="*/ 181 w 194"/>
                <a:gd name="T5" fmla="*/ 31 h 96"/>
                <a:gd name="T6" fmla="*/ 179 w 194"/>
                <a:gd name="T7" fmla="*/ 35 h 96"/>
                <a:gd name="T8" fmla="*/ 186 w 194"/>
                <a:gd name="T9" fmla="*/ 66 h 96"/>
                <a:gd name="T10" fmla="*/ 99 w 194"/>
                <a:gd name="T11" fmla="*/ 27 h 96"/>
                <a:gd name="T12" fmla="*/ 5 w 194"/>
                <a:gd name="T13" fmla="*/ 0 h 96"/>
                <a:gd name="T14" fmla="*/ 1 w 194"/>
                <a:gd name="T15" fmla="*/ 2 h 96"/>
                <a:gd name="T16" fmla="*/ 0 w 194"/>
                <a:gd name="T17" fmla="*/ 3 h 96"/>
                <a:gd name="T18" fmla="*/ 3 w 194"/>
                <a:gd name="T19" fmla="*/ 7 h 96"/>
                <a:gd name="T20" fmla="*/ 97 w 194"/>
                <a:gd name="T21" fmla="*/ 34 h 96"/>
                <a:gd name="T22" fmla="*/ 183 w 194"/>
                <a:gd name="T23" fmla="*/ 73 h 96"/>
                <a:gd name="T24" fmla="*/ 151 w 194"/>
                <a:gd name="T25" fmla="*/ 90 h 96"/>
                <a:gd name="T26" fmla="*/ 149 w 194"/>
                <a:gd name="T27" fmla="*/ 94 h 96"/>
                <a:gd name="T28" fmla="*/ 152 w 194"/>
                <a:gd name="T29" fmla="*/ 96 h 96"/>
                <a:gd name="T30" fmla="*/ 154 w 194"/>
                <a:gd name="T31" fmla="*/ 96 h 96"/>
                <a:gd name="T32" fmla="*/ 192 w 194"/>
                <a:gd name="T33" fmla="*/ 76 h 96"/>
                <a:gd name="T34" fmla="*/ 194 w 194"/>
                <a:gd name="T35" fmla="*/ 72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94" h="96">
                  <a:moveTo>
                    <a:pt x="194" y="72"/>
                  </a:moveTo>
                  <a:cubicBezTo>
                    <a:pt x="185" y="34"/>
                    <a:pt x="185" y="34"/>
                    <a:pt x="185" y="34"/>
                  </a:cubicBezTo>
                  <a:cubicBezTo>
                    <a:pt x="185" y="32"/>
                    <a:pt x="183" y="31"/>
                    <a:pt x="181" y="31"/>
                  </a:cubicBezTo>
                  <a:cubicBezTo>
                    <a:pt x="180" y="31"/>
                    <a:pt x="179" y="33"/>
                    <a:pt x="179" y="35"/>
                  </a:cubicBezTo>
                  <a:cubicBezTo>
                    <a:pt x="186" y="66"/>
                    <a:pt x="186" y="66"/>
                    <a:pt x="186" y="66"/>
                  </a:cubicBezTo>
                  <a:cubicBezTo>
                    <a:pt x="158" y="51"/>
                    <a:pt x="129" y="38"/>
                    <a:pt x="99" y="27"/>
                  </a:cubicBezTo>
                  <a:cubicBezTo>
                    <a:pt x="69" y="16"/>
                    <a:pt x="37" y="7"/>
                    <a:pt x="5" y="0"/>
                  </a:cubicBezTo>
                  <a:cubicBezTo>
                    <a:pt x="3" y="0"/>
                    <a:pt x="1" y="1"/>
                    <a:pt x="1" y="2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0" y="5"/>
                    <a:pt x="1" y="7"/>
                    <a:pt x="3" y="7"/>
                  </a:cubicBezTo>
                  <a:cubicBezTo>
                    <a:pt x="35" y="14"/>
                    <a:pt x="66" y="23"/>
                    <a:pt x="97" y="34"/>
                  </a:cubicBezTo>
                  <a:cubicBezTo>
                    <a:pt x="126" y="45"/>
                    <a:pt x="156" y="58"/>
                    <a:pt x="183" y="73"/>
                  </a:cubicBezTo>
                  <a:cubicBezTo>
                    <a:pt x="151" y="90"/>
                    <a:pt x="151" y="90"/>
                    <a:pt x="151" y="90"/>
                  </a:cubicBezTo>
                  <a:cubicBezTo>
                    <a:pt x="149" y="91"/>
                    <a:pt x="149" y="93"/>
                    <a:pt x="149" y="94"/>
                  </a:cubicBezTo>
                  <a:cubicBezTo>
                    <a:pt x="150" y="95"/>
                    <a:pt x="151" y="96"/>
                    <a:pt x="152" y="96"/>
                  </a:cubicBezTo>
                  <a:cubicBezTo>
                    <a:pt x="152" y="96"/>
                    <a:pt x="153" y="96"/>
                    <a:pt x="154" y="96"/>
                  </a:cubicBezTo>
                  <a:cubicBezTo>
                    <a:pt x="192" y="76"/>
                    <a:pt x="192" y="76"/>
                    <a:pt x="192" y="76"/>
                  </a:cubicBezTo>
                  <a:cubicBezTo>
                    <a:pt x="194" y="75"/>
                    <a:pt x="194" y="73"/>
                    <a:pt x="194" y="72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9"/>
            <p:cNvSpPr>
              <a:spLocks/>
            </p:cNvSpPr>
            <p:nvPr/>
          </p:nvSpPr>
          <p:spPr bwMode="auto">
            <a:xfrm>
              <a:off x="8088313" y="1192213"/>
              <a:ext cx="646112" cy="701675"/>
            </a:xfrm>
            <a:custGeom>
              <a:avLst/>
              <a:gdLst>
                <a:gd name="T0" fmla="*/ 144 w 147"/>
                <a:gd name="T1" fmla="*/ 116 h 160"/>
                <a:gd name="T2" fmla="*/ 140 w 147"/>
                <a:gd name="T3" fmla="*/ 119 h 160"/>
                <a:gd name="T4" fmla="*/ 130 w 147"/>
                <a:gd name="T5" fmla="*/ 149 h 160"/>
                <a:gd name="T6" fmla="*/ 75 w 147"/>
                <a:gd name="T7" fmla="*/ 72 h 160"/>
                <a:gd name="T8" fmla="*/ 6 w 147"/>
                <a:gd name="T9" fmla="*/ 1 h 160"/>
                <a:gd name="T10" fmla="*/ 2 w 147"/>
                <a:gd name="T11" fmla="*/ 1 h 160"/>
                <a:gd name="T12" fmla="*/ 1 w 147"/>
                <a:gd name="T13" fmla="*/ 2 h 160"/>
                <a:gd name="T14" fmla="*/ 1 w 147"/>
                <a:gd name="T15" fmla="*/ 7 h 160"/>
                <a:gd name="T16" fmla="*/ 69 w 147"/>
                <a:gd name="T17" fmla="*/ 77 h 160"/>
                <a:gd name="T18" fmla="*/ 124 w 147"/>
                <a:gd name="T19" fmla="*/ 154 h 160"/>
                <a:gd name="T20" fmla="*/ 88 w 147"/>
                <a:gd name="T21" fmla="*/ 152 h 160"/>
                <a:gd name="T22" fmla="*/ 85 w 147"/>
                <a:gd name="T23" fmla="*/ 155 h 160"/>
                <a:gd name="T24" fmla="*/ 87 w 147"/>
                <a:gd name="T25" fmla="*/ 158 h 160"/>
                <a:gd name="T26" fmla="*/ 88 w 147"/>
                <a:gd name="T27" fmla="*/ 158 h 160"/>
                <a:gd name="T28" fmla="*/ 131 w 147"/>
                <a:gd name="T29" fmla="*/ 160 h 160"/>
                <a:gd name="T30" fmla="*/ 134 w 147"/>
                <a:gd name="T31" fmla="*/ 158 h 160"/>
                <a:gd name="T32" fmla="*/ 146 w 147"/>
                <a:gd name="T33" fmla="*/ 120 h 160"/>
                <a:gd name="T34" fmla="*/ 144 w 147"/>
                <a:gd name="T35" fmla="*/ 1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47" h="160">
                  <a:moveTo>
                    <a:pt x="144" y="116"/>
                  </a:moveTo>
                  <a:cubicBezTo>
                    <a:pt x="142" y="116"/>
                    <a:pt x="140" y="117"/>
                    <a:pt x="140" y="119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14" y="122"/>
                    <a:pt x="95" y="96"/>
                    <a:pt x="75" y="72"/>
                  </a:cubicBezTo>
                  <a:cubicBezTo>
                    <a:pt x="54" y="47"/>
                    <a:pt x="31" y="23"/>
                    <a:pt x="6" y="1"/>
                  </a:cubicBezTo>
                  <a:cubicBezTo>
                    <a:pt x="5" y="0"/>
                    <a:pt x="3" y="0"/>
                    <a:pt x="2" y="1"/>
                  </a:cubicBezTo>
                  <a:cubicBezTo>
                    <a:pt x="1" y="1"/>
                    <a:pt x="1" y="1"/>
                    <a:pt x="1" y="2"/>
                  </a:cubicBezTo>
                  <a:cubicBezTo>
                    <a:pt x="0" y="3"/>
                    <a:pt x="0" y="5"/>
                    <a:pt x="1" y="7"/>
                  </a:cubicBezTo>
                  <a:cubicBezTo>
                    <a:pt x="25" y="28"/>
                    <a:pt x="48" y="52"/>
                    <a:pt x="69" y="77"/>
                  </a:cubicBezTo>
                  <a:cubicBezTo>
                    <a:pt x="89" y="101"/>
                    <a:pt x="108" y="127"/>
                    <a:pt x="124" y="154"/>
                  </a:cubicBezTo>
                  <a:cubicBezTo>
                    <a:pt x="88" y="152"/>
                    <a:pt x="88" y="152"/>
                    <a:pt x="88" y="152"/>
                  </a:cubicBezTo>
                  <a:cubicBezTo>
                    <a:pt x="86" y="152"/>
                    <a:pt x="85" y="153"/>
                    <a:pt x="85" y="155"/>
                  </a:cubicBezTo>
                  <a:cubicBezTo>
                    <a:pt x="85" y="157"/>
                    <a:pt x="86" y="158"/>
                    <a:pt x="87" y="158"/>
                  </a:cubicBezTo>
                  <a:cubicBezTo>
                    <a:pt x="87" y="158"/>
                    <a:pt x="88" y="158"/>
                    <a:pt x="88" y="158"/>
                  </a:cubicBezTo>
                  <a:cubicBezTo>
                    <a:pt x="131" y="160"/>
                    <a:pt x="131" y="160"/>
                    <a:pt x="131" y="160"/>
                  </a:cubicBezTo>
                  <a:cubicBezTo>
                    <a:pt x="132" y="160"/>
                    <a:pt x="134" y="160"/>
                    <a:pt x="134" y="158"/>
                  </a:cubicBezTo>
                  <a:cubicBezTo>
                    <a:pt x="146" y="120"/>
                    <a:pt x="146" y="120"/>
                    <a:pt x="146" y="120"/>
                  </a:cubicBezTo>
                  <a:cubicBezTo>
                    <a:pt x="147" y="119"/>
                    <a:pt x="146" y="117"/>
                    <a:pt x="144" y="116"/>
                  </a:cubicBez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49" name="TextBox 93"/>
          <p:cNvSpPr txBox="1">
            <a:spLocks noChangeArrowheads="1"/>
          </p:cNvSpPr>
          <p:nvPr/>
        </p:nvSpPr>
        <p:spPr bwMode="auto">
          <a:xfrm>
            <a:off x="1389634" y="850392"/>
            <a:ext cx="1695450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0" name="TextBox 93"/>
          <p:cNvSpPr txBox="1">
            <a:spLocks noChangeArrowheads="1"/>
          </p:cNvSpPr>
          <p:nvPr/>
        </p:nvSpPr>
        <p:spPr bwMode="auto">
          <a:xfrm>
            <a:off x="579501" y="2384108"/>
            <a:ext cx="1695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1" name="TextBox 93"/>
          <p:cNvSpPr txBox="1">
            <a:spLocks noChangeArrowheads="1"/>
          </p:cNvSpPr>
          <p:nvPr/>
        </p:nvSpPr>
        <p:spPr bwMode="auto">
          <a:xfrm>
            <a:off x="588772" y="4205351"/>
            <a:ext cx="16970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2" name="TextBox 93"/>
          <p:cNvSpPr txBox="1">
            <a:spLocks noChangeArrowheads="1"/>
          </p:cNvSpPr>
          <p:nvPr/>
        </p:nvSpPr>
        <p:spPr bwMode="auto">
          <a:xfrm>
            <a:off x="1417447" y="5678742"/>
            <a:ext cx="1695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3" name="TextBox 93"/>
          <p:cNvSpPr txBox="1">
            <a:spLocks noChangeArrowheads="1"/>
          </p:cNvSpPr>
          <p:nvPr/>
        </p:nvSpPr>
        <p:spPr bwMode="auto">
          <a:xfrm>
            <a:off x="9045575" y="952184"/>
            <a:ext cx="1695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4" name="TextBox 93"/>
          <p:cNvSpPr txBox="1">
            <a:spLocks noChangeArrowheads="1"/>
          </p:cNvSpPr>
          <p:nvPr/>
        </p:nvSpPr>
        <p:spPr bwMode="auto">
          <a:xfrm>
            <a:off x="9839357" y="2384108"/>
            <a:ext cx="169703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5" name="TextBox 93"/>
          <p:cNvSpPr txBox="1">
            <a:spLocks noChangeArrowheads="1"/>
          </p:cNvSpPr>
          <p:nvPr/>
        </p:nvSpPr>
        <p:spPr bwMode="auto">
          <a:xfrm>
            <a:off x="9839357" y="4252724"/>
            <a:ext cx="1697038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56" name="TextBox 93"/>
          <p:cNvSpPr txBox="1">
            <a:spLocks noChangeArrowheads="1"/>
          </p:cNvSpPr>
          <p:nvPr/>
        </p:nvSpPr>
        <p:spPr bwMode="auto">
          <a:xfrm>
            <a:off x="9020239" y="5685094"/>
            <a:ext cx="16954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  <a:defRPr/>
            </a:pP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 ipsum dolor sit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consectetur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lang="en-US" sz="12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US" sz="12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sed</a:t>
            </a:r>
            <a:endParaRPr lang="ru-RU" altLang="ru-RU" sz="1200" dirty="0">
              <a:solidFill>
                <a:schemeClr val="tx1">
                  <a:lumMod val="95000"/>
                  <a:lumOff val="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2747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"/>
          <p:cNvSpPr/>
          <p:nvPr/>
        </p:nvSpPr>
        <p:spPr>
          <a:xfrm>
            <a:off x="923925" y="379412"/>
            <a:ext cx="10342562" cy="6097587"/>
          </a:xfrm>
          <a:custGeom>
            <a:avLst/>
            <a:gdLst/>
            <a:ahLst/>
            <a:cxnLst/>
            <a:rect l="l" t="t" r="r" b="b"/>
            <a:pathLst>
              <a:path w="2360" h="1390" extrusionOk="0">
                <a:moveTo>
                  <a:pt x="1809" y="794"/>
                </a:moveTo>
                <a:cubicBezTo>
                  <a:pt x="1810" y="794"/>
                  <a:pt x="1811" y="794"/>
                  <a:pt x="1811" y="794"/>
                </a:cubicBezTo>
                <a:cubicBezTo>
                  <a:pt x="1813" y="795"/>
                  <a:pt x="1815" y="796"/>
                  <a:pt x="1815" y="799"/>
                </a:cubicBezTo>
                <a:cubicBezTo>
                  <a:pt x="1816" y="801"/>
                  <a:pt x="1816" y="803"/>
                  <a:pt x="1817" y="805"/>
                </a:cubicBezTo>
                <a:cubicBezTo>
                  <a:pt x="1818" y="810"/>
                  <a:pt x="1819" y="815"/>
                  <a:pt x="1822" y="820"/>
                </a:cubicBezTo>
                <a:cubicBezTo>
                  <a:pt x="1823" y="820"/>
                  <a:pt x="1823" y="822"/>
                  <a:pt x="1824" y="823"/>
                </a:cubicBezTo>
                <a:cubicBezTo>
                  <a:pt x="1824" y="824"/>
                  <a:pt x="1824" y="825"/>
                  <a:pt x="1824" y="826"/>
                </a:cubicBezTo>
                <a:cubicBezTo>
                  <a:pt x="1826" y="831"/>
                  <a:pt x="1826" y="835"/>
                  <a:pt x="1824" y="839"/>
                </a:cubicBezTo>
                <a:cubicBezTo>
                  <a:pt x="1824" y="840"/>
                  <a:pt x="1824" y="842"/>
                  <a:pt x="1824" y="843"/>
                </a:cubicBezTo>
                <a:cubicBezTo>
                  <a:pt x="1825" y="846"/>
                  <a:pt x="1825" y="849"/>
                  <a:pt x="1824" y="852"/>
                </a:cubicBezTo>
                <a:cubicBezTo>
                  <a:pt x="1822" y="856"/>
                  <a:pt x="1823" y="858"/>
                  <a:pt x="1827" y="860"/>
                </a:cubicBezTo>
                <a:cubicBezTo>
                  <a:pt x="1827" y="860"/>
                  <a:pt x="1827" y="860"/>
                  <a:pt x="1827" y="860"/>
                </a:cubicBezTo>
                <a:cubicBezTo>
                  <a:pt x="1831" y="865"/>
                  <a:pt x="1834" y="869"/>
                  <a:pt x="1838" y="873"/>
                </a:cubicBezTo>
                <a:cubicBezTo>
                  <a:pt x="1839" y="875"/>
                  <a:pt x="1839" y="878"/>
                  <a:pt x="1839" y="881"/>
                </a:cubicBezTo>
                <a:cubicBezTo>
                  <a:pt x="1840" y="881"/>
                  <a:pt x="1840" y="882"/>
                  <a:pt x="1840" y="882"/>
                </a:cubicBezTo>
                <a:cubicBezTo>
                  <a:pt x="1841" y="884"/>
                  <a:pt x="1841" y="886"/>
                  <a:pt x="1841" y="887"/>
                </a:cubicBezTo>
                <a:cubicBezTo>
                  <a:pt x="1841" y="889"/>
                  <a:pt x="1842" y="891"/>
                  <a:pt x="1843" y="892"/>
                </a:cubicBezTo>
                <a:cubicBezTo>
                  <a:pt x="1845" y="894"/>
                  <a:pt x="1847" y="896"/>
                  <a:pt x="1847" y="899"/>
                </a:cubicBezTo>
                <a:cubicBezTo>
                  <a:pt x="1847" y="899"/>
                  <a:pt x="1848" y="900"/>
                  <a:pt x="1849" y="901"/>
                </a:cubicBezTo>
                <a:cubicBezTo>
                  <a:pt x="1850" y="901"/>
                  <a:pt x="1851" y="902"/>
                  <a:pt x="1852" y="903"/>
                </a:cubicBezTo>
                <a:cubicBezTo>
                  <a:pt x="1853" y="905"/>
                  <a:pt x="1855" y="906"/>
                  <a:pt x="1858" y="908"/>
                </a:cubicBezTo>
                <a:cubicBezTo>
                  <a:pt x="1861" y="909"/>
                  <a:pt x="1863" y="910"/>
                  <a:pt x="1866" y="912"/>
                </a:cubicBezTo>
                <a:cubicBezTo>
                  <a:pt x="1866" y="912"/>
                  <a:pt x="1866" y="912"/>
                  <a:pt x="1866" y="912"/>
                </a:cubicBezTo>
                <a:cubicBezTo>
                  <a:pt x="1866" y="912"/>
                  <a:pt x="1866" y="912"/>
                  <a:pt x="1867" y="912"/>
                </a:cubicBezTo>
                <a:cubicBezTo>
                  <a:pt x="1866" y="912"/>
                  <a:pt x="1866" y="912"/>
                  <a:pt x="1866" y="912"/>
                </a:cubicBezTo>
                <a:cubicBezTo>
                  <a:pt x="1867" y="911"/>
                  <a:pt x="1867" y="911"/>
                  <a:pt x="1868" y="910"/>
                </a:cubicBezTo>
                <a:cubicBezTo>
                  <a:pt x="1869" y="910"/>
                  <a:pt x="1869" y="909"/>
                  <a:pt x="1869" y="907"/>
                </a:cubicBezTo>
                <a:cubicBezTo>
                  <a:pt x="1868" y="905"/>
                  <a:pt x="1867" y="902"/>
                  <a:pt x="1865" y="901"/>
                </a:cubicBezTo>
                <a:cubicBezTo>
                  <a:pt x="1863" y="898"/>
                  <a:pt x="1863" y="895"/>
                  <a:pt x="1863" y="893"/>
                </a:cubicBezTo>
                <a:cubicBezTo>
                  <a:pt x="1863" y="891"/>
                  <a:pt x="1863" y="889"/>
                  <a:pt x="1863" y="887"/>
                </a:cubicBezTo>
                <a:cubicBezTo>
                  <a:pt x="1863" y="885"/>
                  <a:pt x="1862" y="883"/>
                  <a:pt x="1861" y="882"/>
                </a:cubicBezTo>
                <a:cubicBezTo>
                  <a:pt x="1859" y="879"/>
                  <a:pt x="1856" y="877"/>
                  <a:pt x="1854" y="874"/>
                </a:cubicBezTo>
                <a:cubicBezTo>
                  <a:pt x="1850" y="873"/>
                  <a:pt x="1848" y="870"/>
                  <a:pt x="1845" y="868"/>
                </a:cubicBezTo>
                <a:cubicBezTo>
                  <a:pt x="1842" y="867"/>
                  <a:pt x="1840" y="865"/>
                  <a:pt x="1840" y="862"/>
                </a:cubicBezTo>
                <a:cubicBezTo>
                  <a:pt x="1840" y="860"/>
                  <a:pt x="1840" y="858"/>
                  <a:pt x="1839" y="857"/>
                </a:cubicBezTo>
                <a:cubicBezTo>
                  <a:pt x="1837" y="855"/>
                  <a:pt x="1836" y="853"/>
                  <a:pt x="1835" y="851"/>
                </a:cubicBezTo>
                <a:cubicBezTo>
                  <a:pt x="1832" y="850"/>
                  <a:pt x="1831" y="849"/>
                  <a:pt x="1830" y="846"/>
                </a:cubicBezTo>
                <a:cubicBezTo>
                  <a:pt x="1830" y="844"/>
                  <a:pt x="1830" y="843"/>
                  <a:pt x="1831" y="841"/>
                </a:cubicBezTo>
                <a:cubicBezTo>
                  <a:pt x="1833" y="834"/>
                  <a:pt x="1835" y="828"/>
                  <a:pt x="1835" y="821"/>
                </a:cubicBezTo>
                <a:cubicBezTo>
                  <a:pt x="1835" y="821"/>
                  <a:pt x="1836" y="821"/>
                  <a:pt x="1836" y="821"/>
                </a:cubicBezTo>
                <a:cubicBezTo>
                  <a:pt x="1836" y="820"/>
                  <a:pt x="1837" y="820"/>
                  <a:pt x="1837" y="820"/>
                </a:cubicBezTo>
                <a:cubicBezTo>
                  <a:pt x="1838" y="820"/>
                  <a:pt x="1838" y="820"/>
                  <a:pt x="1839" y="820"/>
                </a:cubicBezTo>
                <a:cubicBezTo>
                  <a:pt x="1839" y="821"/>
                  <a:pt x="1840" y="821"/>
                  <a:pt x="1840" y="822"/>
                </a:cubicBezTo>
                <a:cubicBezTo>
                  <a:pt x="1840" y="825"/>
                  <a:pt x="1842" y="826"/>
                  <a:pt x="1845" y="826"/>
                </a:cubicBezTo>
                <a:cubicBezTo>
                  <a:pt x="1846" y="826"/>
                  <a:pt x="1847" y="826"/>
                  <a:pt x="1848" y="827"/>
                </a:cubicBezTo>
                <a:cubicBezTo>
                  <a:pt x="1851" y="829"/>
                  <a:pt x="1854" y="830"/>
                  <a:pt x="1856" y="834"/>
                </a:cubicBezTo>
                <a:cubicBezTo>
                  <a:pt x="1858" y="838"/>
                  <a:pt x="1862" y="841"/>
                  <a:pt x="1865" y="844"/>
                </a:cubicBezTo>
                <a:cubicBezTo>
                  <a:pt x="1866" y="844"/>
                  <a:pt x="1867" y="843"/>
                  <a:pt x="1868" y="843"/>
                </a:cubicBezTo>
                <a:cubicBezTo>
                  <a:pt x="1869" y="844"/>
                  <a:pt x="1871" y="845"/>
                  <a:pt x="1871" y="848"/>
                </a:cubicBezTo>
                <a:cubicBezTo>
                  <a:pt x="1871" y="850"/>
                  <a:pt x="1871" y="852"/>
                  <a:pt x="1871" y="855"/>
                </a:cubicBezTo>
                <a:cubicBezTo>
                  <a:pt x="1871" y="855"/>
                  <a:pt x="1873" y="856"/>
                  <a:pt x="1873" y="855"/>
                </a:cubicBezTo>
                <a:cubicBezTo>
                  <a:pt x="1874" y="855"/>
                  <a:pt x="1874" y="855"/>
                  <a:pt x="1874" y="855"/>
                </a:cubicBezTo>
                <a:cubicBezTo>
                  <a:pt x="1878" y="852"/>
                  <a:pt x="1881" y="849"/>
                  <a:pt x="1884" y="845"/>
                </a:cubicBezTo>
                <a:cubicBezTo>
                  <a:pt x="1885" y="845"/>
                  <a:pt x="1886" y="844"/>
                  <a:pt x="1887" y="843"/>
                </a:cubicBezTo>
                <a:cubicBezTo>
                  <a:pt x="1892" y="842"/>
                  <a:pt x="1895" y="839"/>
                  <a:pt x="1898" y="837"/>
                </a:cubicBezTo>
                <a:cubicBezTo>
                  <a:pt x="1900" y="835"/>
                  <a:pt x="1901" y="833"/>
                  <a:pt x="1902" y="830"/>
                </a:cubicBezTo>
                <a:cubicBezTo>
                  <a:pt x="1903" y="826"/>
                  <a:pt x="1903" y="822"/>
                  <a:pt x="1902" y="818"/>
                </a:cubicBezTo>
                <a:cubicBezTo>
                  <a:pt x="1902" y="818"/>
                  <a:pt x="1902" y="817"/>
                  <a:pt x="1902" y="817"/>
                </a:cubicBezTo>
                <a:cubicBezTo>
                  <a:pt x="1901" y="812"/>
                  <a:pt x="1899" y="807"/>
                  <a:pt x="1897" y="802"/>
                </a:cubicBezTo>
                <a:cubicBezTo>
                  <a:pt x="1896" y="800"/>
                  <a:pt x="1894" y="799"/>
                  <a:pt x="1893" y="797"/>
                </a:cubicBezTo>
                <a:cubicBezTo>
                  <a:pt x="1890" y="794"/>
                  <a:pt x="1887" y="792"/>
                  <a:pt x="1883" y="790"/>
                </a:cubicBezTo>
                <a:cubicBezTo>
                  <a:pt x="1881" y="788"/>
                  <a:pt x="1879" y="787"/>
                  <a:pt x="1878" y="784"/>
                </a:cubicBezTo>
                <a:cubicBezTo>
                  <a:pt x="1878" y="783"/>
                  <a:pt x="1877" y="781"/>
                  <a:pt x="1876" y="781"/>
                </a:cubicBezTo>
                <a:cubicBezTo>
                  <a:pt x="1875" y="780"/>
                  <a:pt x="1874" y="779"/>
                  <a:pt x="1873" y="778"/>
                </a:cubicBezTo>
                <a:cubicBezTo>
                  <a:pt x="1873" y="778"/>
                  <a:pt x="1872" y="777"/>
                  <a:pt x="1872" y="777"/>
                </a:cubicBezTo>
                <a:cubicBezTo>
                  <a:pt x="1872" y="774"/>
                  <a:pt x="1871" y="770"/>
                  <a:pt x="1874" y="768"/>
                </a:cubicBezTo>
                <a:cubicBezTo>
                  <a:pt x="1876" y="767"/>
                  <a:pt x="1877" y="765"/>
                  <a:pt x="1877" y="763"/>
                </a:cubicBezTo>
                <a:cubicBezTo>
                  <a:pt x="1877" y="762"/>
                  <a:pt x="1878" y="761"/>
                  <a:pt x="1879" y="760"/>
                </a:cubicBezTo>
                <a:cubicBezTo>
                  <a:pt x="1882" y="759"/>
                  <a:pt x="1885" y="757"/>
                  <a:pt x="1889" y="755"/>
                </a:cubicBezTo>
                <a:cubicBezTo>
                  <a:pt x="1889" y="755"/>
                  <a:pt x="1890" y="755"/>
                  <a:pt x="1891" y="755"/>
                </a:cubicBezTo>
                <a:cubicBezTo>
                  <a:pt x="1892" y="755"/>
                  <a:pt x="1893" y="755"/>
                  <a:pt x="1894" y="756"/>
                </a:cubicBezTo>
                <a:cubicBezTo>
                  <a:pt x="1896" y="756"/>
                  <a:pt x="1897" y="757"/>
                  <a:pt x="1898" y="760"/>
                </a:cubicBezTo>
                <a:cubicBezTo>
                  <a:pt x="1898" y="761"/>
                  <a:pt x="1899" y="763"/>
                  <a:pt x="1901" y="764"/>
                </a:cubicBezTo>
                <a:cubicBezTo>
                  <a:pt x="1902" y="765"/>
                  <a:pt x="1905" y="764"/>
                  <a:pt x="1905" y="762"/>
                </a:cubicBezTo>
                <a:cubicBezTo>
                  <a:pt x="1905" y="761"/>
                  <a:pt x="1905" y="760"/>
                  <a:pt x="1905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5" y="759"/>
                  <a:pt x="1905" y="759"/>
                  <a:pt x="1905" y="759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5" y="759"/>
                  <a:pt x="1904" y="759"/>
                  <a:pt x="1904" y="758"/>
                </a:cubicBezTo>
                <a:cubicBezTo>
                  <a:pt x="1904" y="758"/>
                  <a:pt x="1905" y="757"/>
                  <a:pt x="1905" y="757"/>
                </a:cubicBezTo>
                <a:cubicBezTo>
                  <a:pt x="1909" y="756"/>
                  <a:pt x="1913" y="754"/>
                  <a:pt x="1917" y="753"/>
                </a:cubicBezTo>
                <a:cubicBezTo>
                  <a:pt x="1920" y="752"/>
                  <a:pt x="1923" y="750"/>
                  <a:pt x="1925" y="747"/>
                </a:cubicBezTo>
                <a:cubicBezTo>
                  <a:pt x="1925" y="746"/>
                  <a:pt x="1926" y="746"/>
                  <a:pt x="1927" y="746"/>
                </a:cubicBezTo>
                <a:cubicBezTo>
                  <a:pt x="1927" y="747"/>
                  <a:pt x="1928" y="748"/>
                  <a:pt x="1930" y="747"/>
                </a:cubicBezTo>
                <a:cubicBezTo>
                  <a:pt x="1932" y="746"/>
                  <a:pt x="1935" y="745"/>
                  <a:pt x="1937" y="745"/>
                </a:cubicBezTo>
                <a:cubicBezTo>
                  <a:pt x="1939" y="744"/>
                  <a:pt x="1941" y="744"/>
                  <a:pt x="1943" y="743"/>
                </a:cubicBezTo>
                <a:cubicBezTo>
                  <a:pt x="1945" y="742"/>
                  <a:pt x="1947" y="741"/>
                  <a:pt x="1947" y="739"/>
                </a:cubicBezTo>
                <a:cubicBezTo>
                  <a:pt x="1947" y="738"/>
                  <a:pt x="1948" y="738"/>
                  <a:pt x="1949" y="737"/>
                </a:cubicBezTo>
                <a:cubicBezTo>
                  <a:pt x="1952" y="735"/>
                  <a:pt x="1955" y="734"/>
                  <a:pt x="1956" y="730"/>
                </a:cubicBezTo>
                <a:cubicBezTo>
                  <a:pt x="1956" y="730"/>
                  <a:pt x="1956" y="729"/>
                  <a:pt x="1957" y="729"/>
                </a:cubicBezTo>
                <a:cubicBezTo>
                  <a:pt x="1959" y="728"/>
                  <a:pt x="1960" y="726"/>
                  <a:pt x="1961" y="723"/>
                </a:cubicBezTo>
                <a:cubicBezTo>
                  <a:pt x="1961" y="722"/>
                  <a:pt x="1962" y="722"/>
                  <a:pt x="1963" y="722"/>
                </a:cubicBezTo>
                <a:cubicBezTo>
                  <a:pt x="1965" y="721"/>
                  <a:pt x="1965" y="721"/>
                  <a:pt x="1965" y="719"/>
                </a:cubicBezTo>
                <a:cubicBezTo>
                  <a:pt x="1964" y="717"/>
                  <a:pt x="1964" y="715"/>
                  <a:pt x="1964" y="712"/>
                </a:cubicBezTo>
                <a:cubicBezTo>
                  <a:pt x="1964" y="711"/>
                  <a:pt x="1964" y="710"/>
                  <a:pt x="1965" y="709"/>
                </a:cubicBezTo>
                <a:cubicBezTo>
                  <a:pt x="1968" y="707"/>
                  <a:pt x="1970" y="705"/>
                  <a:pt x="1970" y="702"/>
                </a:cubicBezTo>
                <a:cubicBezTo>
                  <a:pt x="1970" y="700"/>
                  <a:pt x="1971" y="698"/>
                  <a:pt x="1972" y="697"/>
                </a:cubicBezTo>
                <a:cubicBezTo>
                  <a:pt x="1974" y="696"/>
                  <a:pt x="1975" y="694"/>
                  <a:pt x="1975" y="691"/>
                </a:cubicBezTo>
                <a:cubicBezTo>
                  <a:pt x="1975" y="690"/>
                  <a:pt x="1975" y="688"/>
                  <a:pt x="1976" y="687"/>
                </a:cubicBezTo>
                <a:cubicBezTo>
                  <a:pt x="1977" y="684"/>
                  <a:pt x="1976" y="682"/>
                  <a:pt x="1975" y="681"/>
                </a:cubicBezTo>
                <a:cubicBezTo>
                  <a:pt x="1974" y="680"/>
                  <a:pt x="1973" y="679"/>
                  <a:pt x="1971" y="678"/>
                </a:cubicBezTo>
                <a:cubicBezTo>
                  <a:pt x="1971" y="677"/>
                  <a:pt x="1969" y="677"/>
                  <a:pt x="1968" y="677"/>
                </a:cubicBezTo>
                <a:cubicBezTo>
                  <a:pt x="1968" y="677"/>
                  <a:pt x="1968" y="677"/>
                  <a:pt x="1968" y="677"/>
                </a:cubicBezTo>
                <a:cubicBezTo>
                  <a:pt x="1968" y="677"/>
                  <a:pt x="1968" y="677"/>
                  <a:pt x="1968" y="677"/>
                </a:cubicBezTo>
                <a:cubicBezTo>
                  <a:pt x="1968" y="677"/>
                  <a:pt x="1968" y="677"/>
                  <a:pt x="1968" y="677"/>
                </a:cubicBezTo>
                <a:cubicBezTo>
                  <a:pt x="1968" y="677"/>
                  <a:pt x="1968" y="677"/>
                  <a:pt x="1968" y="677"/>
                </a:cubicBezTo>
                <a:cubicBezTo>
                  <a:pt x="1969" y="676"/>
                  <a:pt x="1969" y="675"/>
                  <a:pt x="1969" y="675"/>
                </a:cubicBezTo>
                <a:cubicBezTo>
                  <a:pt x="1970" y="674"/>
                  <a:pt x="1971" y="673"/>
                  <a:pt x="1972" y="672"/>
                </a:cubicBezTo>
                <a:cubicBezTo>
                  <a:pt x="1973" y="671"/>
                  <a:pt x="1973" y="670"/>
                  <a:pt x="1972" y="669"/>
                </a:cubicBezTo>
                <a:cubicBezTo>
                  <a:pt x="1971" y="667"/>
                  <a:pt x="1970" y="666"/>
                  <a:pt x="1968" y="665"/>
                </a:cubicBezTo>
                <a:cubicBezTo>
                  <a:pt x="1968" y="665"/>
                  <a:pt x="1968" y="665"/>
                  <a:pt x="1968" y="665"/>
                </a:cubicBezTo>
                <a:cubicBezTo>
                  <a:pt x="1968" y="665"/>
                  <a:pt x="1968" y="665"/>
                  <a:pt x="1968" y="665"/>
                </a:cubicBezTo>
                <a:cubicBezTo>
                  <a:pt x="1968" y="665"/>
                  <a:pt x="1968" y="665"/>
                  <a:pt x="1968" y="665"/>
                </a:cubicBezTo>
                <a:cubicBezTo>
                  <a:pt x="1968" y="665"/>
                  <a:pt x="1968" y="665"/>
                  <a:pt x="1968" y="665"/>
                </a:cubicBezTo>
                <a:cubicBezTo>
                  <a:pt x="1969" y="665"/>
                  <a:pt x="1969" y="665"/>
                  <a:pt x="1970" y="665"/>
                </a:cubicBezTo>
                <a:cubicBezTo>
                  <a:pt x="1972" y="664"/>
                  <a:pt x="1972" y="662"/>
                  <a:pt x="1971" y="660"/>
                </a:cubicBezTo>
                <a:cubicBezTo>
                  <a:pt x="1970" y="659"/>
                  <a:pt x="1969" y="658"/>
                  <a:pt x="1968" y="657"/>
                </a:cubicBezTo>
                <a:cubicBezTo>
                  <a:pt x="1965" y="656"/>
                  <a:pt x="1964" y="655"/>
                  <a:pt x="1963" y="652"/>
                </a:cubicBezTo>
                <a:cubicBezTo>
                  <a:pt x="1962" y="649"/>
                  <a:pt x="1960" y="647"/>
                  <a:pt x="1959" y="644"/>
                </a:cubicBezTo>
                <a:cubicBezTo>
                  <a:pt x="1958" y="642"/>
                  <a:pt x="1956" y="640"/>
                  <a:pt x="1954" y="639"/>
                </a:cubicBezTo>
                <a:cubicBezTo>
                  <a:pt x="1953" y="639"/>
                  <a:pt x="1952" y="638"/>
                  <a:pt x="1951" y="638"/>
                </a:cubicBezTo>
                <a:cubicBezTo>
                  <a:pt x="1949" y="637"/>
                  <a:pt x="1948" y="635"/>
                  <a:pt x="1948" y="632"/>
                </a:cubicBezTo>
                <a:cubicBezTo>
                  <a:pt x="1949" y="630"/>
                  <a:pt x="1949" y="629"/>
                  <a:pt x="1950" y="627"/>
                </a:cubicBezTo>
                <a:cubicBezTo>
                  <a:pt x="1951" y="626"/>
                  <a:pt x="1952" y="625"/>
                  <a:pt x="1952" y="623"/>
                </a:cubicBezTo>
                <a:cubicBezTo>
                  <a:pt x="1953" y="621"/>
                  <a:pt x="1955" y="619"/>
                  <a:pt x="1958" y="618"/>
                </a:cubicBezTo>
                <a:cubicBezTo>
                  <a:pt x="1960" y="616"/>
                  <a:pt x="1962" y="615"/>
                  <a:pt x="1965" y="615"/>
                </a:cubicBezTo>
                <a:cubicBezTo>
                  <a:pt x="1966" y="615"/>
                  <a:pt x="1966" y="614"/>
                  <a:pt x="1967" y="614"/>
                </a:cubicBezTo>
                <a:cubicBezTo>
                  <a:pt x="1967" y="613"/>
                  <a:pt x="1967" y="612"/>
                  <a:pt x="1967" y="611"/>
                </a:cubicBezTo>
                <a:cubicBezTo>
                  <a:pt x="1967" y="610"/>
                  <a:pt x="1966" y="608"/>
                  <a:pt x="1964" y="608"/>
                </a:cubicBezTo>
                <a:cubicBezTo>
                  <a:pt x="1963" y="608"/>
                  <a:pt x="1962" y="608"/>
                  <a:pt x="1960" y="608"/>
                </a:cubicBezTo>
                <a:cubicBezTo>
                  <a:pt x="1959" y="608"/>
                  <a:pt x="1958" y="608"/>
                  <a:pt x="1957" y="608"/>
                </a:cubicBezTo>
                <a:cubicBezTo>
                  <a:pt x="1956" y="607"/>
                  <a:pt x="1955" y="606"/>
                  <a:pt x="1954" y="606"/>
                </a:cubicBezTo>
                <a:cubicBezTo>
                  <a:pt x="1952" y="605"/>
                  <a:pt x="1951" y="606"/>
                  <a:pt x="1950" y="606"/>
                </a:cubicBezTo>
                <a:cubicBezTo>
                  <a:pt x="1948" y="607"/>
                  <a:pt x="1947" y="609"/>
                  <a:pt x="1945" y="611"/>
                </a:cubicBezTo>
                <a:cubicBezTo>
                  <a:pt x="1945" y="612"/>
                  <a:pt x="1944" y="612"/>
                  <a:pt x="1943" y="612"/>
                </a:cubicBezTo>
                <a:cubicBezTo>
                  <a:pt x="1942" y="612"/>
                  <a:pt x="1940" y="612"/>
                  <a:pt x="1940" y="610"/>
                </a:cubicBezTo>
                <a:cubicBezTo>
                  <a:pt x="1939" y="608"/>
                  <a:pt x="1938" y="606"/>
                  <a:pt x="1935" y="605"/>
                </a:cubicBezTo>
                <a:cubicBezTo>
                  <a:pt x="1932" y="605"/>
                  <a:pt x="1931" y="603"/>
                  <a:pt x="1929" y="601"/>
                </a:cubicBezTo>
                <a:cubicBezTo>
                  <a:pt x="1927" y="599"/>
                  <a:pt x="1929" y="595"/>
                  <a:pt x="1931" y="595"/>
                </a:cubicBezTo>
                <a:cubicBezTo>
                  <a:pt x="1932" y="595"/>
                  <a:pt x="1933" y="595"/>
                  <a:pt x="1933" y="595"/>
                </a:cubicBezTo>
                <a:cubicBezTo>
                  <a:pt x="1935" y="595"/>
                  <a:pt x="1937" y="594"/>
                  <a:pt x="1937" y="592"/>
                </a:cubicBezTo>
                <a:cubicBezTo>
                  <a:pt x="1938" y="588"/>
                  <a:pt x="1939" y="585"/>
                  <a:pt x="1943" y="583"/>
                </a:cubicBezTo>
                <a:cubicBezTo>
                  <a:pt x="1943" y="583"/>
                  <a:pt x="1944" y="582"/>
                  <a:pt x="1944" y="581"/>
                </a:cubicBezTo>
                <a:cubicBezTo>
                  <a:pt x="1945" y="579"/>
                  <a:pt x="1946" y="577"/>
                  <a:pt x="1947" y="576"/>
                </a:cubicBezTo>
                <a:cubicBezTo>
                  <a:pt x="1947" y="575"/>
                  <a:pt x="1948" y="575"/>
                  <a:pt x="1949" y="575"/>
                </a:cubicBezTo>
                <a:cubicBezTo>
                  <a:pt x="1951" y="574"/>
                  <a:pt x="1953" y="575"/>
                  <a:pt x="1954" y="577"/>
                </a:cubicBezTo>
                <a:cubicBezTo>
                  <a:pt x="1956" y="578"/>
                  <a:pt x="1955" y="579"/>
                  <a:pt x="1955" y="581"/>
                </a:cubicBezTo>
                <a:cubicBezTo>
                  <a:pt x="1954" y="581"/>
                  <a:pt x="1954" y="582"/>
                  <a:pt x="1954" y="582"/>
                </a:cubicBezTo>
                <a:cubicBezTo>
                  <a:pt x="1953" y="584"/>
                  <a:pt x="1952" y="586"/>
                  <a:pt x="1953" y="588"/>
                </a:cubicBezTo>
                <a:cubicBezTo>
                  <a:pt x="1954" y="589"/>
                  <a:pt x="1954" y="590"/>
                  <a:pt x="1954" y="591"/>
                </a:cubicBezTo>
                <a:cubicBezTo>
                  <a:pt x="1955" y="592"/>
                  <a:pt x="1954" y="593"/>
                  <a:pt x="1953" y="594"/>
                </a:cubicBezTo>
                <a:cubicBezTo>
                  <a:pt x="1953" y="594"/>
                  <a:pt x="1953" y="594"/>
                  <a:pt x="1953" y="594"/>
                </a:cubicBezTo>
                <a:cubicBezTo>
                  <a:pt x="1953" y="595"/>
                  <a:pt x="1953" y="596"/>
                  <a:pt x="1953" y="596"/>
                </a:cubicBezTo>
                <a:cubicBezTo>
                  <a:pt x="1953" y="596"/>
                  <a:pt x="1954" y="596"/>
                  <a:pt x="1955" y="596"/>
                </a:cubicBezTo>
                <a:cubicBezTo>
                  <a:pt x="1957" y="595"/>
                  <a:pt x="1958" y="594"/>
                  <a:pt x="1959" y="592"/>
                </a:cubicBezTo>
                <a:cubicBezTo>
                  <a:pt x="1962" y="588"/>
                  <a:pt x="1967" y="586"/>
                  <a:pt x="1972" y="585"/>
                </a:cubicBezTo>
                <a:cubicBezTo>
                  <a:pt x="1973" y="585"/>
                  <a:pt x="1973" y="585"/>
                  <a:pt x="1974" y="586"/>
                </a:cubicBezTo>
                <a:cubicBezTo>
                  <a:pt x="1975" y="586"/>
                  <a:pt x="1976" y="586"/>
                  <a:pt x="1977" y="586"/>
                </a:cubicBezTo>
                <a:cubicBezTo>
                  <a:pt x="1980" y="588"/>
                  <a:pt x="1980" y="588"/>
                  <a:pt x="1980" y="591"/>
                </a:cubicBezTo>
                <a:cubicBezTo>
                  <a:pt x="1980" y="594"/>
                  <a:pt x="1980" y="597"/>
                  <a:pt x="1980" y="600"/>
                </a:cubicBezTo>
                <a:cubicBezTo>
                  <a:pt x="1980" y="601"/>
                  <a:pt x="1981" y="603"/>
                  <a:pt x="1982" y="604"/>
                </a:cubicBezTo>
                <a:cubicBezTo>
                  <a:pt x="1983" y="605"/>
                  <a:pt x="1984" y="605"/>
                  <a:pt x="1985" y="605"/>
                </a:cubicBezTo>
                <a:cubicBezTo>
                  <a:pt x="1986" y="605"/>
                  <a:pt x="1986" y="604"/>
                  <a:pt x="1987" y="604"/>
                </a:cubicBezTo>
                <a:cubicBezTo>
                  <a:pt x="1989" y="604"/>
                  <a:pt x="1990" y="604"/>
                  <a:pt x="1991" y="605"/>
                </a:cubicBezTo>
                <a:cubicBezTo>
                  <a:pt x="1993" y="606"/>
                  <a:pt x="1994" y="607"/>
                  <a:pt x="1994" y="608"/>
                </a:cubicBezTo>
                <a:cubicBezTo>
                  <a:pt x="1995" y="609"/>
                  <a:pt x="1995" y="610"/>
                  <a:pt x="1994" y="612"/>
                </a:cubicBezTo>
                <a:cubicBezTo>
                  <a:pt x="1993" y="613"/>
                  <a:pt x="1992" y="614"/>
                  <a:pt x="1993" y="615"/>
                </a:cubicBezTo>
                <a:cubicBezTo>
                  <a:pt x="1997" y="618"/>
                  <a:pt x="1998" y="622"/>
                  <a:pt x="1997" y="626"/>
                </a:cubicBezTo>
                <a:cubicBezTo>
                  <a:pt x="1997" y="627"/>
                  <a:pt x="1997" y="628"/>
                  <a:pt x="1997" y="630"/>
                </a:cubicBezTo>
                <a:cubicBezTo>
                  <a:pt x="1997" y="632"/>
                  <a:pt x="1998" y="634"/>
                  <a:pt x="1999" y="636"/>
                </a:cubicBezTo>
                <a:cubicBezTo>
                  <a:pt x="2000" y="636"/>
                  <a:pt x="2000" y="636"/>
                  <a:pt x="2000" y="636"/>
                </a:cubicBezTo>
                <a:cubicBezTo>
                  <a:pt x="2002" y="636"/>
                  <a:pt x="2003" y="635"/>
                  <a:pt x="2004" y="634"/>
                </a:cubicBezTo>
                <a:cubicBezTo>
                  <a:pt x="2005" y="633"/>
                  <a:pt x="2007" y="632"/>
                  <a:pt x="2009" y="632"/>
                </a:cubicBezTo>
                <a:cubicBezTo>
                  <a:pt x="2010" y="632"/>
                  <a:pt x="2011" y="632"/>
                  <a:pt x="2012" y="632"/>
                </a:cubicBezTo>
                <a:cubicBezTo>
                  <a:pt x="2014" y="632"/>
                  <a:pt x="2015" y="631"/>
                  <a:pt x="2016" y="630"/>
                </a:cubicBezTo>
                <a:cubicBezTo>
                  <a:pt x="2019" y="627"/>
                  <a:pt x="2020" y="623"/>
                  <a:pt x="2018" y="620"/>
                </a:cubicBezTo>
                <a:cubicBezTo>
                  <a:pt x="2018" y="618"/>
                  <a:pt x="2017" y="616"/>
                  <a:pt x="2017" y="615"/>
                </a:cubicBezTo>
                <a:cubicBezTo>
                  <a:pt x="2015" y="608"/>
                  <a:pt x="2015" y="608"/>
                  <a:pt x="2010" y="603"/>
                </a:cubicBezTo>
                <a:cubicBezTo>
                  <a:pt x="2008" y="601"/>
                  <a:pt x="2007" y="599"/>
                  <a:pt x="2005" y="596"/>
                </a:cubicBezTo>
                <a:cubicBezTo>
                  <a:pt x="2004" y="594"/>
                  <a:pt x="2003" y="593"/>
                  <a:pt x="2001" y="591"/>
                </a:cubicBezTo>
                <a:cubicBezTo>
                  <a:pt x="1999" y="590"/>
                  <a:pt x="1998" y="589"/>
                  <a:pt x="1996" y="588"/>
                </a:cubicBezTo>
                <a:cubicBezTo>
                  <a:pt x="1995" y="587"/>
                  <a:pt x="1994" y="584"/>
                  <a:pt x="1996" y="583"/>
                </a:cubicBezTo>
                <a:cubicBezTo>
                  <a:pt x="1996" y="582"/>
                  <a:pt x="1997" y="581"/>
                  <a:pt x="1998" y="580"/>
                </a:cubicBezTo>
                <a:cubicBezTo>
                  <a:pt x="2000" y="579"/>
                  <a:pt x="2001" y="577"/>
                  <a:pt x="2002" y="576"/>
                </a:cubicBezTo>
                <a:cubicBezTo>
                  <a:pt x="2005" y="572"/>
                  <a:pt x="2007" y="568"/>
                  <a:pt x="2005" y="563"/>
                </a:cubicBezTo>
                <a:cubicBezTo>
                  <a:pt x="2004" y="559"/>
                  <a:pt x="2005" y="556"/>
                  <a:pt x="2008" y="554"/>
                </a:cubicBezTo>
                <a:cubicBezTo>
                  <a:pt x="2009" y="553"/>
                  <a:pt x="2010" y="552"/>
                  <a:pt x="2010" y="551"/>
                </a:cubicBezTo>
                <a:cubicBezTo>
                  <a:pt x="2011" y="550"/>
                  <a:pt x="2012" y="550"/>
                  <a:pt x="2013" y="549"/>
                </a:cubicBezTo>
                <a:cubicBezTo>
                  <a:pt x="2014" y="547"/>
                  <a:pt x="2014" y="545"/>
                  <a:pt x="2016" y="544"/>
                </a:cubicBezTo>
                <a:cubicBezTo>
                  <a:pt x="2018" y="544"/>
                  <a:pt x="2019" y="546"/>
                  <a:pt x="2021" y="547"/>
                </a:cubicBezTo>
                <a:cubicBezTo>
                  <a:pt x="2023" y="548"/>
                  <a:pt x="2025" y="548"/>
                  <a:pt x="2027" y="547"/>
                </a:cubicBezTo>
                <a:cubicBezTo>
                  <a:pt x="2029" y="546"/>
                  <a:pt x="2030" y="545"/>
                  <a:pt x="2032" y="543"/>
                </a:cubicBezTo>
                <a:cubicBezTo>
                  <a:pt x="2034" y="541"/>
                  <a:pt x="2036" y="537"/>
                  <a:pt x="2037" y="534"/>
                </a:cubicBezTo>
                <a:cubicBezTo>
                  <a:pt x="2039" y="529"/>
                  <a:pt x="2042" y="524"/>
                  <a:pt x="2043" y="519"/>
                </a:cubicBezTo>
                <a:cubicBezTo>
                  <a:pt x="2043" y="518"/>
                  <a:pt x="2043" y="516"/>
                  <a:pt x="2044" y="516"/>
                </a:cubicBezTo>
                <a:cubicBezTo>
                  <a:pt x="2048" y="511"/>
                  <a:pt x="2048" y="505"/>
                  <a:pt x="2049" y="500"/>
                </a:cubicBezTo>
                <a:cubicBezTo>
                  <a:pt x="2049" y="495"/>
                  <a:pt x="2051" y="491"/>
                  <a:pt x="2051" y="486"/>
                </a:cubicBezTo>
                <a:cubicBezTo>
                  <a:pt x="2051" y="485"/>
                  <a:pt x="2051" y="484"/>
                  <a:pt x="2052" y="484"/>
                </a:cubicBezTo>
                <a:cubicBezTo>
                  <a:pt x="2054" y="481"/>
                  <a:pt x="2053" y="478"/>
                  <a:pt x="2053" y="474"/>
                </a:cubicBezTo>
                <a:cubicBezTo>
                  <a:pt x="2052" y="468"/>
                  <a:pt x="2050" y="463"/>
                  <a:pt x="2047" y="458"/>
                </a:cubicBezTo>
                <a:cubicBezTo>
                  <a:pt x="2046" y="456"/>
                  <a:pt x="2046" y="454"/>
                  <a:pt x="2045" y="451"/>
                </a:cubicBezTo>
                <a:cubicBezTo>
                  <a:pt x="2045" y="446"/>
                  <a:pt x="2045" y="441"/>
                  <a:pt x="2045" y="436"/>
                </a:cubicBezTo>
                <a:cubicBezTo>
                  <a:pt x="2045" y="436"/>
                  <a:pt x="2045" y="435"/>
                  <a:pt x="2046" y="435"/>
                </a:cubicBezTo>
                <a:cubicBezTo>
                  <a:pt x="2046" y="435"/>
                  <a:pt x="2046" y="435"/>
                  <a:pt x="2046" y="435"/>
                </a:cubicBezTo>
                <a:cubicBezTo>
                  <a:pt x="2048" y="438"/>
                  <a:pt x="2050" y="440"/>
                  <a:pt x="2053" y="443"/>
                </a:cubicBezTo>
                <a:cubicBezTo>
                  <a:pt x="2055" y="445"/>
                  <a:pt x="2054" y="449"/>
                  <a:pt x="2056" y="452"/>
                </a:cubicBezTo>
                <a:cubicBezTo>
                  <a:pt x="2057" y="453"/>
                  <a:pt x="2057" y="454"/>
                  <a:pt x="2058" y="456"/>
                </a:cubicBezTo>
                <a:cubicBezTo>
                  <a:pt x="2059" y="459"/>
                  <a:pt x="2061" y="462"/>
                  <a:pt x="2061" y="466"/>
                </a:cubicBezTo>
                <a:cubicBezTo>
                  <a:pt x="2061" y="466"/>
                  <a:pt x="2061" y="467"/>
                  <a:pt x="2061" y="467"/>
                </a:cubicBezTo>
                <a:cubicBezTo>
                  <a:pt x="2062" y="471"/>
                  <a:pt x="2062" y="475"/>
                  <a:pt x="2065" y="479"/>
                </a:cubicBezTo>
                <a:cubicBezTo>
                  <a:pt x="2066" y="480"/>
                  <a:pt x="2067" y="482"/>
                  <a:pt x="2067" y="484"/>
                </a:cubicBezTo>
                <a:cubicBezTo>
                  <a:pt x="2067" y="487"/>
                  <a:pt x="2068" y="490"/>
                  <a:pt x="2070" y="493"/>
                </a:cubicBezTo>
                <a:cubicBezTo>
                  <a:pt x="2071" y="495"/>
                  <a:pt x="2071" y="496"/>
                  <a:pt x="2071" y="499"/>
                </a:cubicBezTo>
                <a:cubicBezTo>
                  <a:pt x="2071" y="499"/>
                  <a:pt x="2071" y="500"/>
                  <a:pt x="2071" y="501"/>
                </a:cubicBezTo>
                <a:cubicBezTo>
                  <a:pt x="2072" y="503"/>
                  <a:pt x="2073" y="505"/>
                  <a:pt x="2075" y="506"/>
                </a:cubicBezTo>
                <a:cubicBezTo>
                  <a:pt x="2075" y="506"/>
                  <a:pt x="2076" y="505"/>
                  <a:pt x="2076" y="505"/>
                </a:cubicBezTo>
                <a:cubicBezTo>
                  <a:pt x="2076" y="504"/>
                  <a:pt x="2076" y="503"/>
                  <a:pt x="2076" y="502"/>
                </a:cubicBezTo>
                <a:cubicBezTo>
                  <a:pt x="2076" y="500"/>
                  <a:pt x="2077" y="499"/>
                  <a:pt x="2079" y="500"/>
                </a:cubicBezTo>
                <a:cubicBezTo>
                  <a:pt x="2081" y="500"/>
                  <a:pt x="2082" y="501"/>
                  <a:pt x="2083" y="502"/>
                </a:cubicBezTo>
                <a:cubicBezTo>
                  <a:pt x="2084" y="502"/>
                  <a:pt x="2084" y="502"/>
                  <a:pt x="2084" y="502"/>
                </a:cubicBezTo>
                <a:cubicBezTo>
                  <a:pt x="2085" y="502"/>
                  <a:pt x="2085" y="501"/>
                  <a:pt x="2085" y="501"/>
                </a:cubicBezTo>
                <a:cubicBezTo>
                  <a:pt x="2085" y="499"/>
                  <a:pt x="2084" y="496"/>
                  <a:pt x="2082" y="495"/>
                </a:cubicBezTo>
                <a:cubicBezTo>
                  <a:pt x="2078" y="494"/>
                  <a:pt x="2078" y="489"/>
                  <a:pt x="2074" y="487"/>
                </a:cubicBezTo>
                <a:cubicBezTo>
                  <a:pt x="2073" y="485"/>
                  <a:pt x="2072" y="483"/>
                  <a:pt x="2072" y="481"/>
                </a:cubicBezTo>
                <a:cubicBezTo>
                  <a:pt x="2071" y="478"/>
                  <a:pt x="2071" y="475"/>
                  <a:pt x="2070" y="472"/>
                </a:cubicBezTo>
                <a:cubicBezTo>
                  <a:pt x="2070" y="471"/>
                  <a:pt x="2070" y="471"/>
                  <a:pt x="2070" y="470"/>
                </a:cubicBezTo>
                <a:cubicBezTo>
                  <a:pt x="2070" y="469"/>
                  <a:pt x="2071" y="467"/>
                  <a:pt x="2072" y="467"/>
                </a:cubicBezTo>
                <a:cubicBezTo>
                  <a:pt x="2074" y="467"/>
                  <a:pt x="2075" y="467"/>
                  <a:pt x="2077" y="467"/>
                </a:cubicBezTo>
                <a:cubicBezTo>
                  <a:pt x="2077" y="465"/>
                  <a:pt x="2076" y="464"/>
                  <a:pt x="2076" y="463"/>
                </a:cubicBezTo>
                <a:cubicBezTo>
                  <a:pt x="2070" y="454"/>
                  <a:pt x="2066" y="444"/>
                  <a:pt x="2059" y="436"/>
                </a:cubicBezTo>
                <a:cubicBezTo>
                  <a:pt x="2057" y="434"/>
                  <a:pt x="2056" y="431"/>
                  <a:pt x="2056" y="427"/>
                </a:cubicBezTo>
                <a:cubicBezTo>
                  <a:pt x="2056" y="426"/>
                  <a:pt x="2055" y="424"/>
                  <a:pt x="2055" y="423"/>
                </a:cubicBezTo>
                <a:cubicBezTo>
                  <a:pt x="2052" y="419"/>
                  <a:pt x="2051" y="414"/>
                  <a:pt x="2047" y="412"/>
                </a:cubicBezTo>
                <a:cubicBezTo>
                  <a:pt x="2046" y="410"/>
                  <a:pt x="2046" y="408"/>
                  <a:pt x="2045" y="407"/>
                </a:cubicBezTo>
                <a:cubicBezTo>
                  <a:pt x="2044" y="405"/>
                  <a:pt x="2042" y="405"/>
                  <a:pt x="2041" y="404"/>
                </a:cubicBezTo>
                <a:cubicBezTo>
                  <a:pt x="2040" y="404"/>
                  <a:pt x="2040" y="405"/>
                  <a:pt x="2039" y="405"/>
                </a:cubicBezTo>
                <a:cubicBezTo>
                  <a:pt x="2039" y="405"/>
                  <a:pt x="2039" y="406"/>
                  <a:pt x="2039" y="406"/>
                </a:cubicBezTo>
                <a:cubicBezTo>
                  <a:pt x="2039" y="407"/>
                  <a:pt x="2040" y="407"/>
                  <a:pt x="2040" y="408"/>
                </a:cubicBezTo>
                <a:cubicBezTo>
                  <a:pt x="2043" y="411"/>
                  <a:pt x="2043" y="411"/>
                  <a:pt x="2040" y="415"/>
                </a:cubicBezTo>
                <a:cubicBezTo>
                  <a:pt x="2040" y="416"/>
                  <a:pt x="2040" y="417"/>
                  <a:pt x="2040" y="417"/>
                </a:cubicBezTo>
                <a:cubicBezTo>
                  <a:pt x="2040" y="418"/>
                  <a:pt x="2041" y="419"/>
                  <a:pt x="2041" y="420"/>
                </a:cubicBezTo>
                <a:cubicBezTo>
                  <a:pt x="2043" y="423"/>
                  <a:pt x="2044" y="426"/>
                  <a:pt x="2044" y="429"/>
                </a:cubicBezTo>
                <a:cubicBezTo>
                  <a:pt x="2044" y="430"/>
                  <a:pt x="2044" y="430"/>
                  <a:pt x="2044" y="431"/>
                </a:cubicBezTo>
                <a:cubicBezTo>
                  <a:pt x="2043" y="431"/>
                  <a:pt x="2042" y="431"/>
                  <a:pt x="2042" y="430"/>
                </a:cubicBezTo>
                <a:cubicBezTo>
                  <a:pt x="2041" y="428"/>
                  <a:pt x="2041" y="426"/>
                  <a:pt x="2040" y="425"/>
                </a:cubicBezTo>
                <a:cubicBezTo>
                  <a:pt x="2039" y="424"/>
                  <a:pt x="2038" y="423"/>
                  <a:pt x="2039" y="422"/>
                </a:cubicBezTo>
                <a:cubicBezTo>
                  <a:pt x="2039" y="419"/>
                  <a:pt x="2037" y="417"/>
                  <a:pt x="2035" y="416"/>
                </a:cubicBezTo>
                <a:cubicBezTo>
                  <a:pt x="2032" y="414"/>
                  <a:pt x="2028" y="412"/>
                  <a:pt x="2025" y="409"/>
                </a:cubicBezTo>
                <a:cubicBezTo>
                  <a:pt x="2024" y="409"/>
                  <a:pt x="2023" y="409"/>
                  <a:pt x="2022" y="409"/>
                </a:cubicBezTo>
                <a:cubicBezTo>
                  <a:pt x="2021" y="409"/>
                  <a:pt x="2020" y="409"/>
                  <a:pt x="2018" y="409"/>
                </a:cubicBezTo>
                <a:cubicBezTo>
                  <a:pt x="2016" y="409"/>
                  <a:pt x="2015" y="410"/>
                  <a:pt x="2015" y="412"/>
                </a:cubicBezTo>
                <a:cubicBezTo>
                  <a:pt x="2015" y="414"/>
                  <a:pt x="2014" y="415"/>
                  <a:pt x="2012" y="417"/>
                </a:cubicBezTo>
                <a:cubicBezTo>
                  <a:pt x="2012" y="417"/>
                  <a:pt x="2012" y="417"/>
                  <a:pt x="2012" y="417"/>
                </a:cubicBezTo>
                <a:cubicBezTo>
                  <a:pt x="2010" y="414"/>
                  <a:pt x="2009" y="412"/>
                  <a:pt x="2008" y="410"/>
                </a:cubicBezTo>
                <a:cubicBezTo>
                  <a:pt x="2008" y="410"/>
                  <a:pt x="2008" y="409"/>
                  <a:pt x="2008" y="409"/>
                </a:cubicBezTo>
                <a:cubicBezTo>
                  <a:pt x="2007" y="409"/>
                  <a:pt x="2007" y="410"/>
                  <a:pt x="2006" y="410"/>
                </a:cubicBezTo>
                <a:cubicBezTo>
                  <a:pt x="2005" y="411"/>
                  <a:pt x="2005" y="412"/>
                  <a:pt x="2006" y="413"/>
                </a:cubicBezTo>
                <a:cubicBezTo>
                  <a:pt x="2006" y="414"/>
                  <a:pt x="2005" y="415"/>
                  <a:pt x="2005" y="415"/>
                </a:cubicBezTo>
                <a:cubicBezTo>
                  <a:pt x="2005" y="415"/>
                  <a:pt x="2004" y="415"/>
                  <a:pt x="2004" y="414"/>
                </a:cubicBezTo>
                <a:cubicBezTo>
                  <a:pt x="2003" y="412"/>
                  <a:pt x="2002" y="410"/>
                  <a:pt x="2001" y="408"/>
                </a:cubicBezTo>
                <a:cubicBezTo>
                  <a:pt x="2000" y="406"/>
                  <a:pt x="1999" y="405"/>
                  <a:pt x="1997" y="406"/>
                </a:cubicBezTo>
                <a:cubicBezTo>
                  <a:pt x="1996" y="406"/>
                  <a:pt x="1995" y="407"/>
                  <a:pt x="1995" y="407"/>
                </a:cubicBezTo>
                <a:cubicBezTo>
                  <a:pt x="1994" y="407"/>
                  <a:pt x="1993" y="407"/>
                  <a:pt x="1992" y="407"/>
                </a:cubicBezTo>
                <a:cubicBezTo>
                  <a:pt x="1990" y="407"/>
                  <a:pt x="1989" y="405"/>
                  <a:pt x="1990" y="404"/>
                </a:cubicBezTo>
                <a:cubicBezTo>
                  <a:pt x="1990" y="403"/>
                  <a:pt x="1990" y="402"/>
                  <a:pt x="1991" y="401"/>
                </a:cubicBezTo>
                <a:cubicBezTo>
                  <a:pt x="1992" y="399"/>
                  <a:pt x="1993" y="396"/>
                  <a:pt x="1995" y="394"/>
                </a:cubicBezTo>
                <a:cubicBezTo>
                  <a:pt x="1996" y="391"/>
                  <a:pt x="1998" y="388"/>
                  <a:pt x="1998" y="385"/>
                </a:cubicBezTo>
                <a:cubicBezTo>
                  <a:pt x="1999" y="379"/>
                  <a:pt x="2001" y="373"/>
                  <a:pt x="2003" y="368"/>
                </a:cubicBezTo>
                <a:cubicBezTo>
                  <a:pt x="2005" y="364"/>
                  <a:pt x="2007" y="361"/>
                  <a:pt x="2006" y="356"/>
                </a:cubicBezTo>
                <a:cubicBezTo>
                  <a:pt x="2005" y="354"/>
                  <a:pt x="2006" y="353"/>
                  <a:pt x="2007" y="351"/>
                </a:cubicBezTo>
                <a:cubicBezTo>
                  <a:pt x="2008" y="349"/>
                  <a:pt x="2009" y="347"/>
                  <a:pt x="2008" y="344"/>
                </a:cubicBezTo>
                <a:cubicBezTo>
                  <a:pt x="2008" y="343"/>
                  <a:pt x="2008" y="342"/>
                  <a:pt x="2009" y="341"/>
                </a:cubicBezTo>
                <a:cubicBezTo>
                  <a:pt x="2010" y="338"/>
                  <a:pt x="2012" y="337"/>
                  <a:pt x="2015" y="336"/>
                </a:cubicBezTo>
                <a:cubicBezTo>
                  <a:pt x="2018" y="335"/>
                  <a:pt x="2021" y="334"/>
                  <a:pt x="2025" y="333"/>
                </a:cubicBezTo>
                <a:cubicBezTo>
                  <a:pt x="2026" y="332"/>
                  <a:pt x="2027" y="332"/>
                  <a:pt x="2029" y="333"/>
                </a:cubicBezTo>
                <a:cubicBezTo>
                  <a:pt x="2030" y="334"/>
                  <a:pt x="2032" y="334"/>
                  <a:pt x="2032" y="332"/>
                </a:cubicBezTo>
                <a:cubicBezTo>
                  <a:pt x="2034" y="330"/>
                  <a:pt x="2036" y="329"/>
                  <a:pt x="2038" y="329"/>
                </a:cubicBezTo>
                <a:cubicBezTo>
                  <a:pt x="2041" y="330"/>
                  <a:pt x="2044" y="328"/>
                  <a:pt x="2047" y="328"/>
                </a:cubicBezTo>
                <a:cubicBezTo>
                  <a:pt x="2047" y="328"/>
                  <a:pt x="2048" y="327"/>
                  <a:pt x="2048" y="327"/>
                </a:cubicBezTo>
                <a:cubicBezTo>
                  <a:pt x="2049" y="326"/>
                  <a:pt x="2049" y="324"/>
                  <a:pt x="2049" y="323"/>
                </a:cubicBezTo>
                <a:cubicBezTo>
                  <a:pt x="2050" y="321"/>
                  <a:pt x="2051" y="320"/>
                  <a:pt x="2053" y="320"/>
                </a:cubicBezTo>
                <a:cubicBezTo>
                  <a:pt x="2057" y="321"/>
                  <a:pt x="2061" y="321"/>
                  <a:pt x="2065" y="322"/>
                </a:cubicBezTo>
                <a:cubicBezTo>
                  <a:pt x="2065" y="322"/>
                  <a:pt x="2066" y="322"/>
                  <a:pt x="2067" y="323"/>
                </a:cubicBezTo>
                <a:cubicBezTo>
                  <a:pt x="2067" y="323"/>
                  <a:pt x="2067" y="324"/>
                  <a:pt x="2067" y="324"/>
                </a:cubicBezTo>
                <a:cubicBezTo>
                  <a:pt x="2067" y="325"/>
                  <a:pt x="2067" y="325"/>
                  <a:pt x="2066" y="326"/>
                </a:cubicBezTo>
                <a:cubicBezTo>
                  <a:pt x="2066" y="327"/>
                  <a:pt x="2066" y="328"/>
                  <a:pt x="2067" y="329"/>
                </a:cubicBezTo>
                <a:cubicBezTo>
                  <a:pt x="2068" y="330"/>
                  <a:pt x="2069" y="330"/>
                  <a:pt x="2070" y="330"/>
                </a:cubicBezTo>
                <a:cubicBezTo>
                  <a:pt x="2073" y="328"/>
                  <a:pt x="2077" y="327"/>
                  <a:pt x="2079" y="324"/>
                </a:cubicBezTo>
                <a:cubicBezTo>
                  <a:pt x="2079" y="323"/>
                  <a:pt x="2080" y="323"/>
                  <a:pt x="2082" y="323"/>
                </a:cubicBezTo>
                <a:cubicBezTo>
                  <a:pt x="2083" y="323"/>
                  <a:pt x="2084" y="323"/>
                  <a:pt x="2085" y="322"/>
                </a:cubicBezTo>
                <a:cubicBezTo>
                  <a:pt x="2086" y="321"/>
                  <a:pt x="2088" y="320"/>
                  <a:pt x="2088" y="318"/>
                </a:cubicBezTo>
                <a:cubicBezTo>
                  <a:pt x="2087" y="316"/>
                  <a:pt x="2085" y="316"/>
                  <a:pt x="2083" y="316"/>
                </a:cubicBezTo>
                <a:cubicBezTo>
                  <a:pt x="2083" y="316"/>
                  <a:pt x="2083" y="316"/>
                  <a:pt x="2083" y="316"/>
                </a:cubicBezTo>
                <a:cubicBezTo>
                  <a:pt x="2082" y="315"/>
                  <a:pt x="2081" y="315"/>
                  <a:pt x="2081" y="314"/>
                </a:cubicBezTo>
                <a:cubicBezTo>
                  <a:pt x="2079" y="311"/>
                  <a:pt x="2079" y="308"/>
                  <a:pt x="2080" y="305"/>
                </a:cubicBezTo>
                <a:cubicBezTo>
                  <a:pt x="2081" y="304"/>
                  <a:pt x="2081" y="303"/>
                  <a:pt x="2081" y="303"/>
                </a:cubicBezTo>
                <a:cubicBezTo>
                  <a:pt x="2082" y="300"/>
                  <a:pt x="2082" y="298"/>
                  <a:pt x="2082" y="295"/>
                </a:cubicBezTo>
                <a:cubicBezTo>
                  <a:pt x="2082" y="292"/>
                  <a:pt x="2082" y="288"/>
                  <a:pt x="2082" y="285"/>
                </a:cubicBezTo>
                <a:cubicBezTo>
                  <a:pt x="2082" y="282"/>
                  <a:pt x="2083" y="280"/>
                  <a:pt x="2086" y="279"/>
                </a:cubicBezTo>
                <a:cubicBezTo>
                  <a:pt x="2087" y="279"/>
                  <a:pt x="2089" y="278"/>
                  <a:pt x="2091" y="277"/>
                </a:cubicBezTo>
                <a:cubicBezTo>
                  <a:pt x="2093" y="276"/>
                  <a:pt x="2095" y="276"/>
                  <a:pt x="2097" y="276"/>
                </a:cubicBezTo>
                <a:cubicBezTo>
                  <a:pt x="2098" y="277"/>
                  <a:pt x="2099" y="276"/>
                  <a:pt x="2100" y="275"/>
                </a:cubicBezTo>
                <a:cubicBezTo>
                  <a:pt x="2101" y="275"/>
                  <a:pt x="2102" y="275"/>
                  <a:pt x="2102" y="276"/>
                </a:cubicBezTo>
                <a:cubicBezTo>
                  <a:pt x="2102" y="278"/>
                  <a:pt x="2103" y="280"/>
                  <a:pt x="2103" y="282"/>
                </a:cubicBezTo>
                <a:cubicBezTo>
                  <a:pt x="2103" y="284"/>
                  <a:pt x="2104" y="285"/>
                  <a:pt x="2106" y="286"/>
                </a:cubicBezTo>
                <a:cubicBezTo>
                  <a:pt x="2107" y="287"/>
                  <a:pt x="2109" y="288"/>
                  <a:pt x="2111" y="289"/>
                </a:cubicBezTo>
                <a:cubicBezTo>
                  <a:pt x="2111" y="289"/>
                  <a:pt x="2112" y="289"/>
                  <a:pt x="2112" y="289"/>
                </a:cubicBezTo>
                <a:cubicBezTo>
                  <a:pt x="2113" y="288"/>
                  <a:pt x="2113" y="287"/>
                  <a:pt x="2114" y="286"/>
                </a:cubicBezTo>
                <a:cubicBezTo>
                  <a:pt x="2114" y="283"/>
                  <a:pt x="2115" y="280"/>
                  <a:pt x="2115" y="276"/>
                </a:cubicBezTo>
                <a:cubicBezTo>
                  <a:pt x="2116" y="274"/>
                  <a:pt x="2117" y="273"/>
                  <a:pt x="2119" y="272"/>
                </a:cubicBezTo>
                <a:cubicBezTo>
                  <a:pt x="2120" y="271"/>
                  <a:pt x="2120" y="270"/>
                  <a:pt x="2120" y="269"/>
                </a:cubicBezTo>
                <a:cubicBezTo>
                  <a:pt x="2120" y="269"/>
                  <a:pt x="2120" y="269"/>
                  <a:pt x="2120" y="269"/>
                </a:cubicBezTo>
                <a:cubicBezTo>
                  <a:pt x="2116" y="265"/>
                  <a:pt x="2115" y="261"/>
                  <a:pt x="2114" y="256"/>
                </a:cubicBezTo>
                <a:cubicBezTo>
                  <a:pt x="2114" y="256"/>
                  <a:pt x="2114" y="256"/>
                  <a:pt x="2114" y="256"/>
                </a:cubicBezTo>
                <a:cubicBezTo>
                  <a:pt x="2115" y="254"/>
                  <a:pt x="2118" y="253"/>
                  <a:pt x="2120" y="254"/>
                </a:cubicBezTo>
                <a:cubicBezTo>
                  <a:pt x="2121" y="254"/>
                  <a:pt x="2122" y="255"/>
                  <a:pt x="2121" y="256"/>
                </a:cubicBezTo>
                <a:cubicBezTo>
                  <a:pt x="2120" y="259"/>
                  <a:pt x="2120" y="261"/>
                  <a:pt x="2122" y="263"/>
                </a:cubicBezTo>
                <a:cubicBezTo>
                  <a:pt x="2123" y="266"/>
                  <a:pt x="2125" y="269"/>
                  <a:pt x="2125" y="273"/>
                </a:cubicBezTo>
                <a:cubicBezTo>
                  <a:pt x="2125" y="274"/>
                  <a:pt x="2125" y="274"/>
                  <a:pt x="2126" y="275"/>
                </a:cubicBezTo>
                <a:cubicBezTo>
                  <a:pt x="2128" y="277"/>
                  <a:pt x="2127" y="280"/>
                  <a:pt x="2128" y="283"/>
                </a:cubicBezTo>
                <a:cubicBezTo>
                  <a:pt x="2127" y="285"/>
                  <a:pt x="2126" y="286"/>
                  <a:pt x="2124" y="288"/>
                </a:cubicBezTo>
                <a:cubicBezTo>
                  <a:pt x="2124" y="288"/>
                  <a:pt x="2124" y="288"/>
                  <a:pt x="2124" y="289"/>
                </a:cubicBezTo>
                <a:cubicBezTo>
                  <a:pt x="2123" y="290"/>
                  <a:pt x="2122" y="291"/>
                  <a:pt x="2122" y="293"/>
                </a:cubicBezTo>
                <a:cubicBezTo>
                  <a:pt x="2122" y="298"/>
                  <a:pt x="2123" y="303"/>
                  <a:pt x="2121" y="307"/>
                </a:cubicBezTo>
                <a:cubicBezTo>
                  <a:pt x="2120" y="308"/>
                  <a:pt x="2121" y="309"/>
                  <a:pt x="2120" y="311"/>
                </a:cubicBezTo>
                <a:cubicBezTo>
                  <a:pt x="2120" y="315"/>
                  <a:pt x="2120" y="319"/>
                  <a:pt x="2120" y="324"/>
                </a:cubicBezTo>
                <a:cubicBezTo>
                  <a:pt x="2121" y="327"/>
                  <a:pt x="2120" y="331"/>
                  <a:pt x="2118" y="333"/>
                </a:cubicBezTo>
                <a:cubicBezTo>
                  <a:pt x="2117" y="334"/>
                  <a:pt x="2117" y="335"/>
                  <a:pt x="2116" y="336"/>
                </a:cubicBezTo>
                <a:cubicBezTo>
                  <a:pt x="2116" y="336"/>
                  <a:pt x="2115" y="337"/>
                  <a:pt x="2114" y="337"/>
                </a:cubicBezTo>
                <a:cubicBezTo>
                  <a:pt x="2112" y="339"/>
                  <a:pt x="2112" y="339"/>
                  <a:pt x="2113" y="341"/>
                </a:cubicBezTo>
                <a:cubicBezTo>
                  <a:pt x="2115" y="343"/>
                  <a:pt x="2115" y="346"/>
                  <a:pt x="2115" y="349"/>
                </a:cubicBezTo>
                <a:cubicBezTo>
                  <a:pt x="2115" y="350"/>
                  <a:pt x="2114" y="351"/>
                  <a:pt x="2114" y="353"/>
                </a:cubicBezTo>
                <a:cubicBezTo>
                  <a:pt x="2113" y="355"/>
                  <a:pt x="2113" y="357"/>
                  <a:pt x="2113" y="359"/>
                </a:cubicBezTo>
                <a:cubicBezTo>
                  <a:pt x="2113" y="362"/>
                  <a:pt x="2115" y="365"/>
                  <a:pt x="2116" y="369"/>
                </a:cubicBezTo>
                <a:cubicBezTo>
                  <a:pt x="2119" y="380"/>
                  <a:pt x="2126" y="389"/>
                  <a:pt x="2132" y="399"/>
                </a:cubicBezTo>
                <a:cubicBezTo>
                  <a:pt x="2133" y="402"/>
                  <a:pt x="2135" y="404"/>
                  <a:pt x="2137" y="407"/>
                </a:cubicBezTo>
                <a:cubicBezTo>
                  <a:pt x="2138" y="409"/>
                  <a:pt x="2139" y="411"/>
                  <a:pt x="2140" y="412"/>
                </a:cubicBezTo>
                <a:cubicBezTo>
                  <a:pt x="2142" y="414"/>
                  <a:pt x="2144" y="416"/>
                  <a:pt x="2145" y="418"/>
                </a:cubicBezTo>
                <a:cubicBezTo>
                  <a:pt x="2146" y="421"/>
                  <a:pt x="2147" y="423"/>
                  <a:pt x="2148" y="426"/>
                </a:cubicBezTo>
                <a:cubicBezTo>
                  <a:pt x="2149" y="428"/>
                  <a:pt x="2151" y="429"/>
                  <a:pt x="2153" y="431"/>
                </a:cubicBezTo>
                <a:cubicBezTo>
                  <a:pt x="2153" y="431"/>
                  <a:pt x="2154" y="430"/>
                  <a:pt x="2154" y="430"/>
                </a:cubicBezTo>
                <a:cubicBezTo>
                  <a:pt x="2156" y="429"/>
                  <a:pt x="2156" y="427"/>
                  <a:pt x="2157" y="425"/>
                </a:cubicBezTo>
                <a:cubicBezTo>
                  <a:pt x="2159" y="420"/>
                  <a:pt x="2159" y="416"/>
                  <a:pt x="2158" y="411"/>
                </a:cubicBezTo>
                <a:cubicBezTo>
                  <a:pt x="2156" y="405"/>
                  <a:pt x="2155" y="404"/>
                  <a:pt x="2161" y="401"/>
                </a:cubicBezTo>
                <a:cubicBezTo>
                  <a:pt x="2161" y="401"/>
                  <a:pt x="2162" y="401"/>
                  <a:pt x="2162" y="400"/>
                </a:cubicBezTo>
                <a:cubicBezTo>
                  <a:pt x="2163" y="400"/>
                  <a:pt x="2163" y="399"/>
                  <a:pt x="2162" y="398"/>
                </a:cubicBezTo>
                <a:cubicBezTo>
                  <a:pt x="2162" y="397"/>
                  <a:pt x="2161" y="396"/>
                  <a:pt x="2160" y="395"/>
                </a:cubicBezTo>
                <a:cubicBezTo>
                  <a:pt x="2159" y="394"/>
                  <a:pt x="2159" y="392"/>
                  <a:pt x="2159" y="391"/>
                </a:cubicBezTo>
                <a:cubicBezTo>
                  <a:pt x="2159" y="389"/>
                  <a:pt x="2159" y="386"/>
                  <a:pt x="2159" y="383"/>
                </a:cubicBezTo>
                <a:cubicBezTo>
                  <a:pt x="2160" y="382"/>
                  <a:pt x="2161" y="380"/>
                  <a:pt x="2163" y="380"/>
                </a:cubicBezTo>
                <a:cubicBezTo>
                  <a:pt x="2164" y="379"/>
                  <a:pt x="2165" y="378"/>
                  <a:pt x="2166" y="378"/>
                </a:cubicBezTo>
                <a:cubicBezTo>
                  <a:pt x="2168" y="377"/>
                  <a:pt x="2168" y="375"/>
                  <a:pt x="2167" y="374"/>
                </a:cubicBezTo>
                <a:cubicBezTo>
                  <a:pt x="2166" y="372"/>
                  <a:pt x="2165" y="371"/>
                  <a:pt x="2163" y="369"/>
                </a:cubicBezTo>
                <a:cubicBezTo>
                  <a:pt x="2159" y="365"/>
                  <a:pt x="2158" y="361"/>
                  <a:pt x="2159" y="356"/>
                </a:cubicBezTo>
                <a:cubicBezTo>
                  <a:pt x="2159" y="355"/>
                  <a:pt x="2160" y="354"/>
                  <a:pt x="2161" y="354"/>
                </a:cubicBezTo>
                <a:cubicBezTo>
                  <a:pt x="2162" y="354"/>
                  <a:pt x="2162" y="354"/>
                  <a:pt x="2163" y="354"/>
                </a:cubicBezTo>
                <a:cubicBezTo>
                  <a:pt x="2164" y="354"/>
                  <a:pt x="2166" y="352"/>
                  <a:pt x="2165" y="351"/>
                </a:cubicBezTo>
                <a:cubicBezTo>
                  <a:pt x="2164" y="349"/>
                  <a:pt x="2163" y="347"/>
                  <a:pt x="2162" y="345"/>
                </a:cubicBezTo>
                <a:cubicBezTo>
                  <a:pt x="2161" y="343"/>
                  <a:pt x="2160" y="342"/>
                  <a:pt x="2158" y="343"/>
                </a:cubicBezTo>
                <a:cubicBezTo>
                  <a:pt x="2157" y="343"/>
                  <a:pt x="2156" y="342"/>
                  <a:pt x="2156" y="342"/>
                </a:cubicBezTo>
                <a:cubicBezTo>
                  <a:pt x="2155" y="340"/>
                  <a:pt x="2154" y="337"/>
                  <a:pt x="2155" y="334"/>
                </a:cubicBezTo>
                <a:cubicBezTo>
                  <a:pt x="2155" y="334"/>
                  <a:pt x="2155" y="333"/>
                  <a:pt x="2155" y="332"/>
                </a:cubicBezTo>
                <a:cubicBezTo>
                  <a:pt x="2155" y="331"/>
                  <a:pt x="2155" y="330"/>
                  <a:pt x="2154" y="330"/>
                </a:cubicBezTo>
                <a:cubicBezTo>
                  <a:pt x="2153" y="328"/>
                  <a:pt x="2151" y="328"/>
                  <a:pt x="2149" y="327"/>
                </a:cubicBezTo>
                <a:cubicBezTo>
                  <a:pt x="2149" y="327"/>
                  <a:pt x="2148" y="328"/>
                  <a:pt x="2148" y="328"/>
                </a:cubicBezTo>
                <a:cubicBezTo>
                  <a:pt x="2147" y="329"/>
                  <a:pt x="2147" y="329"/>
                  <a:pt x="2147" y="330"/>
                </a:cubicBezTo>
                <a:cubicBezTo>
                  <a:pt x="2147" y="330"/>
                  <a:pt x="2147" y="330"/>
                  <a:pt x="2147" y="330"/>
                </a:cubicBezTo>
                <a:cubicBezTo>
                  <a:pt x="2147" y="330"/>
                  <a:pt x="2147" y="330"/>
                  <a:pt x="2147" y="330"/>
                </a:cubicBezTo>
                <a:cubicBezTo>
                  <a:pt x="2147" y="330"/>
                  <a:pt x="2147" y="330"/>
                  <a:pt x="2147" y="330"/>
                </a:cubicBezTo>
                <a:cubicBezTo>
                  <a:pt x="2147" y="331"/>
                  <a:pt x="2147" y="331"/>
                  <a:pt x="2147" y="330"/>
                </a:cubicBezTo>
                <a:cubicBezTo>
                  <a:pt x="2147" y="330"/>
                  <a:pt x="2147" y="330"/>
                  <a:pt x="2147" y="330"/>
                </a:cubicBezTo>
                <a:cubicBezTo>
                  <a:pt x="2147" y="330"/>
                  <a:pt x="2147" y="330"/>
                  <a:pt x="2147" y="330"/>
                </a:cubicBezTo>
                <a:cubicBezTo>
                  <a:pt x="2145" y="329"/>
                  <a:pt x="2144" y="328"/>
                  <a:pt x="2143" y="326"/>
                </a:cubicBezTo>
                <a:cubicBezTo>
                  <a:pt x="2142" y="323"/>
                  <a:pt x="2142" y="320"/>
                  <a:pt x="2142" y="317"/>
                </a:cubicBezTo>
                <a:cubicBezTo>
                  <a:pt x="2142" y="312"/>
                  <a:pt x="2142" y="307"/>
                  <a:pt x="2139" y="303"/>
                </a:cubicBezTo>
                <a:cubicBezTo>
                  <a:pt x="2139" y="302"/>
                  <a:pt x="2139" y="301"/>
                  <a:pt x="2138" y="301"/>
                </a:cubicBezTo>
                <a:cubicBezTo>
                  <a:pt x="2138" y="298"/>
                  <a:pt x="2139" y="295"/>
                  <a:pt x="2142" y="294"/>
                </a:cubicBezTo>
                <a:cubicBezTo>
                  <a:pt x="2143" y="294"/>
                  <a:pt x="2144" y="295"/>
                  <a:pt x="2144" y="294"/>
                </a:cubicBezTo>
                <a:cubicBezTo>
                  <a:pt x="2146" y="294"/>
                  <a:pt x="2146" y="294"/>
                  <a:pt x="2147" y="293"/>
                </a:cubicBezTo>
                <a:cubicBezTo>
                  <a:pt x="2147" y="291"/>
                  <a:pt x="2147" y="290"/>
                  <a:pt x="2148" y="289"/>
                </a:cubicBezTo>
                <a:cubicBezTo>
                  <a:pt x="2149" y="288"/>
                  <a:pt x="2150" y="288"/>
                  <a:pt x="2150" y="288"/>
                </a:cubicBezTo>
                <a:cubicBezTo>
                  <a:pt x="2151" y="290"/>
                  <a:pt x="2151" y="291"/>
                  <a:pt x="2152" y="292"/>
                </a:cubicBezTo>
                <a:cubicBezTo>
                  <a:pt x="2152" y="293"/>
                  <a:pt x="2153" y="293"/>
                  <a:pt x="2154" y="293"/>
                </a:cubicBezTo>
                <a:cubicBezTo>
                  <a:pt x="2154" y="293"/>
                  <a:pt x="2155" y="292"/>
                  <a:pt x="2155" y="292"/>
                </a:cubicBezTo>
                <a:cubicBezTo>
                  <a:pt x="2155" y="290"/>
                  <a:pt x="2156" y="289"/>
                  <a:pt x="2156" y="287"/>
                </a:cubicBezTo>
                <a:cubicBezTo>
                  <a:pt x="2156" y="285"/>
                  <a:pt x="2157" y="284"/>
                  <a:pt x="2159" y="282"/>
                </a:cubicBezTo>
                <a:cubicBezTo>
                  <a:pt x="2161" y="280"/>
                  <a:pt x="2163" y="279"/>
                  <a:pt x="2166" y="279"/>
                </a:cubicBezTo>
                <a:cubicBezTo>
                  <a:pt x="2168" y="278"/>
                  <a:pt x="2169" y="280"/>
                  <a:pt x="2170" y="281"/>
                </a:cubicBezTo>
                <a:cubicBezTo>
                  <a:pt x="2172" y="281"/>
                  <a:pt x="2173" y="283"/>
                  <a:pt x="2175" y="284"/>
                </a:cubicBezTo>
                <a:cubicBezTo>
                  <a:pt x="2175" y="284"/>
                  <a:pt x="2176" y="284"/>
                  <a:pt x="2176" y="284"/>
                </a:cubicBezTo>
                <a:cubicBezTo>
                  <a:pt x="2177" y="285"/>
                  <a:pt x="2178" y="285"/>
                  <a:pt x="2179" y="285"/>
                </a:cubicBezTo>
                <a:cubicBezTo>
                  <a:pt x="2180" y="285"/>
                  <a:pt x="2180" y="284"/>
                  <a:pt x="2180" y="283"/>
                </a:cubicBezTo>
                <a:cubicBezTo>
                  <a:pt x="2180" y="281"/>
                  <a:pt x="2179" y="279"/>
                  <a:pt x="2179" y="277"/>
                </a:cubicBezTo>
                <a:cubicBezTo>
                  <a:pt x="2180" y="275"/>
                  <a:pt x="2180" y="273"/>
                  <a:pt x="2181" y="271"/>
                </a:cubicBezTo>
                <a:cubicBezTo>
                  <a:pt x="2181" y="269"/>
                  <a:pt x="2182" y="266"/>
                  <a:pt x="2182" y="263"/>
                </a:cubicBezTo>
                <a:cubicBezTo>
                  <a:pt x="2182" y="258"/>
                  <a:pt x="2184" y="254"/>
                  <a:pt x="2186" y="250"/>
                </a:cubicBezTo>
                <a:cubicBezTo>
                  <a:pt x="2187" y="248"/>
                  <a:pt x="2188" y="246"/>
                  <a:pt x="2189" y="243"/>
                </a:cubicBezTo>
                <a:cubicBezTo>
                  <a:pt x="2191" y="240"/>
                  <a:pt x="2193" y="236"/>
                  <a:pt x="2196" y="234"/>
                </a:cubicBezTo>
                <a:cubicBezTo>
                  <a:pt x="2197" y="233"/>
                  <a:pt x="2199" y="232"/>
                  <a:pt x="2200" y="232"/>
                </a:cubicBezTo>
                <a:cubicBezTo>
                  <a:pt x="2202" y="232"/>
                  <a:pt x="2204" y="232"/>
                  <a:pt x="2206" y="232"/>
                </a:cubicBezTo>
                <a:cubicBezTo>
                  <a:pt x="2207" y="232"/>
                  <a:pt x="2208" y="232"/>
                  <a:pt x="2209" y="232"/>
                </a:cubicBezTo>
                <a:cubicBezTo>
                  <a:pt x="2210" y="232"/>
                  <a:pt x="2210" y="231"/>
                  <a:pt x="2210" y="231"/>
                </a:cubicBezTo>
                <a:cubicBezTo>
                  <a:pt x="2210" y="227"/>
                  <a:pt x="2210" y="223"/>
                  <a:pt x="2207" y="220"/>
                </a:cubicBezTo>
                <a:cubicBezTo>
                  <a:pt x="2206" y="220"/>
                  <a:pt x="2206" y="219"/>
                  <a:pt x="2205" y="218"/>
                </a:cubicBezTo>
                <a:cubicBezTo>
                  <a:pt x="2205" y="217"/>
                  <a:pt x="2204" y="216"/>
                  <a:pt x="2203" y="216"/>
                </a:cubicBezTo>
                <a:cubicBezTo>
                  <a:pt x="2200" y="215"/>
                  <a:pt x="2198" y="212"/>
                  <a:pt x="2194" y="211"/>
                </a:cubicBezTo>
                <a:cubicBezTo>
                  <a:pt x="2194" y="211"/>
                  <a:pt x="2194" y="211"/>
                  <a:pt x="2194" y="211"/>
                </a:cubicBezTo>
                <a:cubicBezTo>
                  <a:pt x="2194" y="211"/>
                  <a:pt x="2194" y="211"/>
                  <a:pt x="2194" y="211"/>
                </a:cubicBezTo>
                <a:cubicBezTo>
                  <a:pt x="2194" y="211"/>
                  <a:pt x="2194" y="211"/>
                  <a:pt x="2194" y="211"/>
                </a:cubicBezTo>
                <a:cubicBezTo>
                  <a:pt x="2194" y="211"/>
                  <a:pt x="2194" y="211"/>
                  <a:pt x="2194" y="211"/>
                </a:cubicBezTo>
                <a:cubicBezTo>
                  <a:pt x="2194" y="210"/>
                  <a:pt x="2194" y="209"/>
                  <a:pt x="2193" y="208"/>
                </a:cubicBezTo>
                <a:cubicBezTo>
                  <a:pt x="2193" y="206"/>
                  <a:pt x="2191" y="204"/>
                  <a:pt x="2189" y="204"/>
                </a:cubicBezTo>
                <a:cubicBezTo>
                  <a:pt x="2188" y="204"/>
                  <a:pt x="2188" y="204"/>
                  <a:pt x="2187" y="204"/>
                </a:cubicBezTo>
                <a:cubicBezTo>
                  <a:pt x="2187" y="203"/>
                  <a:pt x="2187" y="203"/>
                  <a:pt x="2187" y="202"/>
                </a:cubicBezTo>
                <a:cubicBezTo>
                  <a:pt x="2186" y="200"/>
                  <a:pt x="2185" y="199"/>
                  <a:pt x="2182" y="199"/>
                </a:cubicBezTo>
                <a:cubicBezTo>
                  <a:pt x="2179" y="200"/>
                  <a:pt x="2178" y="198"/>
                  <a:pt x="2176" y="197"/>
                </a:cubicBezTo>
                <a:cubicBezTo>
                  <a:pt x="2176" y="196"/>
                  <a:pt x="2176" y="195"/>
                  <a:pt x="2177" y="195"/>
                </a:cubicBezTo>
                <a:cubicBezTo>
                  <a:pt x="2178" y="194"/>
                  <a:pt x="2179" y="194"/>
                  <a:pt x="2180" y="194"/>
                </a:cubicBezTo>
                <a:cubicBezTo>
                  <a:pt x="2183" y="193"/>
                  <a:pt x="2185" y="190"/>
                  <a:pt x="2185" y="187"/>
                </a:cubicBezTo>
                <a:cubicBezTo>
                  <a:pt x="2185" y="184"/>
                  <a:pt x="2185" y="180"/>
                  <a:pt x="2185" y="177"/>
                </a:cubicBezTo>
                <a:cubicBezTo>
                  <a:pt x="2185" y="176"/>
                  <a:pt x="2185" y="174"/>
                  <a:pt x="2185" y="173"/>
                </a:cubicBezTo>
                <a:cubicBezTo>
                  <a:pt x="2184" y="172"/>
                  <a:pt x="2183" y="171"/>
                  <a:pt x="2183" y="169"/>
                </a:cubicBezTo>
                <a:cubicBezTo>
                  <a:pt x="2182" y="167"/>
                  <a:pt x="2180" y="166"/>
                  <a:pt x="2178" y="166"/>
                </a:cubicBezTo>
                <a:cubicBezTo>
                  <a:pt x="2176" y="165"/>
                  <a:pt x="2174" y="164"/>
                  <a:pt x="2173" y="162"/>
                </a:cubicBezTo>
                <a:cubicBezTo>
                  <a:pt x="2173" y="162"/>
                  <a:pt x="2172" y="161"/>
                  <a:pt x="2173" y="160"/>
                </a:cubicBezTo>
                <a:cubicBezTo>
                  <a:pt x="2173" y="159"/>
                  <a:pt x="2174" y="158"/>
                  <a:pt x="2174" y="158"/>
                </a:cubicBezTo>
                <a:cubicBezTo>
                  <a:pt x="2175" y="156"/>
                  <a:pt x="2176" y="156"/>
                  <a:pt x="2176" y="157"/>
                </a:cubicBezTo>
                <a:cubicBezTo>
                  <a:pt x="2177" y="159"/>
                  <a:pt x="2179" y="161"/>
                  <a:pt x="2180" y="162"/>
                </a:cubicBezTo>
                <a:cubicBezTo>
                  <a:pt x="2186" y="164"/>
                  <a:pt x="2186" y="164"/>
                  <a:pt x="2189" y="159"/>
                </a:cubicBezTo>
                <a:cubicBezTo>
                  <a:pt x="2189" y="158"/>
                  <a:pt x="2189" y="157"/>
                  <a:pt x="2189" y="157"/>
                </a:cubicBezTo>
                <a:cubicBezTo>
                  <a:pt x="2190" y="155"/>
                  <a:pt x="2192" y="155"/>
                  <a:pt x="2194" y="154"/>
                </a:cubicBezTo>
                <a:cubicBezTo>
                  <a:pt x="2195" y="154"/>
                  <a:pt x="2196" y="155"/>
                  <a:pt x="2197" y="156"/>
                </a:cubicBezTo>
                <a:cubicBezTo>
                  <a:pt x="2198" y="157"/>
                  <a:pt x="2199" y="158"/>
                  <a:pt x="2200" y="159"/>
                </a:cubicBezTo>
                <a:cubicBezTo>
                  <a:pt x="2201" y="161"/>
                  <a:pt x="2203" y="161"/>
                  <a:pt x="2205" y="160"/>
                </a:cubicBezTo>
                <a:cubicBezTo>
                  <a:pt x="2207" y="159"/>
                  <a:pt x="2209" y="158"/>
                  <a:pt x="2211" y="158"/>
                </a:cubicBezTo>
                <a:cubicBezTo>
                  <a:pt x="2212" y="158"/>
                  <a:pt x="2214" y="159"/>
                  <a:pt x="2215" y="159"/>
                </a:cubicBezTo>
                <a:cubicBezTo>
                  <a:pt x="2216" y="159"/>
                  <a:pt x="2218" y="158"/>
                  <a:pt x="2219" y="158"/>
                </a:cubicBezTo>
                <a:cubicBezTo>
                  <a:pt x="2219" y="158"/>
                  <a:pt x="2220" y="157"/>
                  <a:pt x="2220" y="157"/>
                </a:cubicBezTo>
                <a:cubicBezTo>
                  <a:pt x="2221" y="157"/>
                  <a:pt x="2221" y="156"/>
                  <a:pt x="2221" y="156"/>
                </a:cubicBezTo>
                <a:cubicBezTo>
                  <a:pt x="2221" y="153"/>
                  <a:pt x="2221" y="150"/>
                  <a:pt x="2217" y="149"/>
                </a:cubicBezTo>
                <a:cubicBezTo>
                  <a:pt x="2215" y="149"/>
                  <a:pt x="2215" y="148"/>
                  <a:pt x="2215" y="147"/>
                </a:cubicBezTo>
                <a:cubicBezTo>
                  <a:pt x="2214" y="146"/>
                  <a:pt x="2214" y="145"/>
                  <a:pt x="2215" y="145"/>
                </a:cubicBezTo>
                <a:cubicBezTo>
                  <a:pt x="2215" y="142"/>
                  <a:pt x="2214" y="140"/>
                  <a:pt x="2211" y="138"/>
                </a:cubicBezTo>
                <a:cubicBezTo>
                  <a:pt x="2210" y="138"/>
                  <a:pt x="2209" y="136"/>
                  <a:pt x="2208" y="135"/>
                </a:cubicBezTo>
                <a:cubicBezTo>
                  <a:pt x="2207" y="134"/>
                  <a:pt x="2207" y="133"/>
                  <a:pt x="2209" y="132"/>
                </a:cubicBezTo>
                <a:cubicBezTo>
                  <a:pt x="2211" y="130"/>
                  <a:pt x="2212" y="128"/>
                  <a:pt x="2213" y="126"/>
                </a:cubicBezTo>
                <a:cubicBezTo>
                  <a:pt x="2213" y="125"/>
                  <a:pt x="2213" y="124"/>
                  <a:pt x="2212" y="123"/>
                </a:cubicBezTo>
                <a:cubicBezTo>
                  <a:pt x="2210" y="120"/>
                  <a:pt x="2209" y="117"/>
                  <a:pt x="2209" y="113"/>
                </a:cubicBezTo>
                <a:cubicBezTo>
                  <a:pt x="2209" y="112"/>
                  <a:pt x="2208" y="112"/>
                  <a:pt x="2207" y="112"/>
                </a:cubicBezTo>
                <a:cubicBezTo>
                  <a:pt x="2207" y="112"/>
                  <a:pt x="2206" y="112"/>
                  <a:pt x="2205" y="112"/>
                </a:cubicBezTo>
                <a:cubicBezTo>
                  <a:pt x="2202" y="111"/>
                  <a:pt x="2199" y="110"/>
                  <a:pt x="2196" y="110"/>
                </a:cubicBezTo>
                <a:cubicBezTo>
                  <a:pt x="2195" y="110"/>
                  <a:pt x="2194" y="109"/>
                  <a:pt x="2193" y="108"/>
                </a:cubicBezTo>
                <a:cubicBezTo>
                  <a:pt x="2191" y="107"/>
                  <a:pt x="2190" y="108"/>
                  <a:pt x="2188" y="109"/>
                </a:cubicBezTo>
                <a:cubicBezTo>
                  <a:pt x="2186" y="111"/>
                  <a:pt x="2185" y="113"/>
                  <a:pt x="2182" y="114"/>
                </a:cubicBezTo>
                <a:cubicBezTo>
                  <a:pt x="2182" y="114"/>
                  <a:pt x="2181" y="114"/>
                  <a:pt x="2181" y="115"/>
                </a:cubicBezTo>
                <a:cubicBezTo>
                  <a:pt x="2180" y="116"/>
                  <a:pt x="2180" y="117"/>
                  <a:pt x="2181" y="118"/>
                </a:cubicBezTo>
                <a:cubicBezTo>
                  <a:pt x="2182" y="120"/>
                  <a:pt x="2183" y="121"/>
                  <a:pt x="2185" y="123"/>
                </a:cubicBezTo>
                <a:cubicBezTo>
                  <a:pt x="2185" y="124"/>
                  <a:pt x="2185" y="125"/>
                  <a:pt x="2185" y="126"/>
                </a:cubicBezTo>
                <a:cubicBezTo>
                  <a:pt x="2185" y="126"/>
                  <a:pt x="2184" y="127"/>
                  <a:pt x="2184" y="127"/>
                </a:cubicBezTo>
                <a:cubicBezTo>
                  <a:pt x="2183" y="127"/>
                  <a:pt x="2183" y="127"/>
                  <a:pt x="2183" y="127"/>
                </a:cubicBezTo>
                <a:cubicBezTo>
                  <a:pt x="2181" y="123"/>
                  <a:pt x="2176" y="120"/>
                  <a:pt x="2174" y="116"/>
                </a:cubicBezTo>
                <a:cubicBezTo>
                  <a:pt x="2171" y="113"/>
                  <a:pt x="2168" y="111"/>
                  <a:pt x="2163" y="112"/>
                </a:cubicBezTo>
                <a:cubicBezTo>
                  <a:pt x="2162" y="112"/>
                  <a:pt x="2160" y="112"/>
                  <a:pt x="2158" y="112"/>
                </a:cubicBezTo>
                <a:cubicBezTo>
                  <a:pt x="2156" y="111"/>
                  <a:pt x="2153" y="111"/>
                  <a:pt x="2150" y="111"/>
                </a:cubicBezTo>
                <a:cubicBezTo>
                  <a:pt x="2147" y="111"/>
                  <a:pt x="2144" y="110"/>
                  <a:pt x="2141" y="109"/>
                </a:cubicBezTo>
                <a:cubicBezTo>
                  <a:pt x="2138" y="108"/>
                  <a:pt x="2135" y="108"/>
                  <a:pt x="2132" y="109"/>
                </a:cubicBezTo>
                <a:cubicBezTo>
                  <a:pt x="2130" y="110"/>
                  <a:pt x="2129" y="110"/>
                  <a:pt x="2127" y="108"/>
                </a:cubicBezTo>
                <a:cubicBezTo>
                  <a:pt x="2125" y="107"/>
                  <a:pt x="2123" y="106"/>
                  <a:pt x="2121" y="106"/>
                </a:cubicBezTo>
                <a:cubicBezTo>
                  <a:pt x="2115" y="105"/>
                  <a:pt x="2109" y="103"/>
                  <a:pt x="2102" y="104"/>
                </a:cubicBezTo>
                <a:cubicBezTo>
                  <a:pt x="2101" y="104"/>
                  <a:pt x="2100" y="104"/>
                  <a:pt x="2100" y="104"/>
                </a:cubicBezTo>
                <a:cubicBezTo>
                  <a:pt x="2095" y="102"/>
                  <a:pt x="2091" y="104"/>
                  <a:pt x="2088" y="105"/>
                </a:cubicBezTo>
                <a:cubicBezTo>
                  <a:pt x="2085" y="106"/>
                  <a:pt x="2082" y="108"/>
                  <a:pt x="2080" y="108"/>
                </a:cubicBezTo>
                <a:cubicBezTo>
                  <a:pt x="2076" y="108"/>
                  <a:pt x="2073" y="109"/>
                  <a:pt x="2070" y="109"/>
                </a:cubicBezTo>
                <a:cubicBezTo>
                  <a:pt x="2069" y="109"/>
                  <a:pt x="2067" y="110"/>
                  <a:pt x="2066" y="110"/>
                </a:cubicBezTo>
                <a:cubicBezTo>
                  <a:pt x="2065" y="110"/>
                  <a:pt x="2065" y="110"/>
                  <a:pt x="2065" y="111"/>
                </a:cubicBezTo>
                <a:cubicBezTo>
                  <a:pt x="2065" y="114"/>
                  <a:pt x="2068" y="116"/>
                  <a:pt x="2067" y="119"/>
                </a:cubicBezTo>
                <a:cubicBezTo>
                  <a:pt x="2067" y="120"/>
                  <a:pt x="2068" y="121"/>
                  <a:pt x="2069" y="121"/>
                </a:cubicBezTo>
                <a:cubicBezTo>
                  <a:pt x="2071" y="122"/>
                  <a:pt x="2074" y="122"/>
                  <a:pt x="2075" y="124"/>
                </a:cubicBezTo>
                <a:cubicBezTo>
                  <a:pt x="2077" y="126"/>
                  <a:pt x="2079" y="128"/>
                  <a:pt x="2080" y="130"/>
                </a:cubicBezTo>
                <a:cubicBezTo>
                  <a:pt x="2081" y="131"/>
                  <a:pt x="2081" y="133"/>
                  <a:pt x="2080" y="133"/>
                </a:cubicBezTo>
                <a:cubicBezTo>
                  <a:pt x="2079" y="134"/>
                  <a:pt x="2078" y="135"/>
                  <a:pt x="2077" y="136"/>
                </a:cubicBezTo>
                <a:cubicBezTo>
                  <a:pt x="2076" y="137"/>
                  <a:pt x="2074" y="137"/>
                  <a:pt x="2074" y="135"/>
                </a:cubicBezTo>
                <a:cubicBezTo>
                  <a:pt x="2072" y="132"/>
                  <a:pt x="2069" y="131"/>
                  <a:pt x="2065" y="130"/>
                </a:cubicBezTo>
                <a:cubicBezTo>
                  <a:pt x="2065" y="130"/>
                  <a:pt x="2064" y="130"/>
                  <a:pt x="2063" y="130"/>
                </a:cubicBezTo>
                <a:cubicBezTo>
                  <a:pt x="2063" y="130"/>
                  <a:pt x="2062" y="129"/>
                  <a:pt x="2061" y="128"/>
                </a:cubicBezTo>
                <a:cubicBezTo>
                  <a:pt x="2061" y="128"/>
                  <a:pt x="2060" y="126"/>
                  <a:pt x="2060" y="125"/>
                </a:cubicBezTo>
                <a:cubicBezTo>
                  <a:pt x="2059" y="125"/>
                  <a:pt x="2059" y="124"/>
                  <a:pt x="2060" y="124"/>
                </a:cubicBezTo>
                <a:cubicBezTo>
                  <a:pt x="2062" y="122"/>
                  <a:pt x="2061" y="120"/>
                  <a:pt x="2060" y="118"/>
                </a:cubicBezTo>
                <a:cubicBezTo>
                  <a:pt x="2059" y="116"/>
                  <a:pt x="2057" y="116"/>
                  <a:pt x="2055" y="116"/>
                </a:cubicBezTo>
                <a:cubicBezTo>
                  <a:pt x="2054" y="116"/>
                  <a:pt x="2052" y="118"/>
                  <a:pt x="2052" y="119"/>
                </a:cubicBezTo>
                <a:cubicBezTo>
                  <a:pt x="2052" y="122"/>
                  <a:pt x="2052" y="124"/>
                  <a:pt x="2052" y="126"/>
                </a:cubicBezTo>
                <a:cubicBezTo>
                  <a:pt x="2052" y="128"/>
                  <a:pt x="2051" y="129"/>
                  <a:pt x="2049" y="129"/>
                </a:cubicBezTo>
                <a:cubicBezTo>
                  <a:pt x="2046" y="130"/>
                  <a:pt x="2043" y="130"/>
                  <a:pt x="2041" y="131"/>
                </a:cubicBezTo>
                <a:cubicBezTo>
                  <a:pt x="2039" y="131"/>
                  <a:pt x="2037" y="132"/>
                  <a:pt x="2035" y="131"/>
                </a:cubicBezTo>
                <a:cubicBezTo>
                  <a:pt x="2034" y="131"/>
                  <a:pt x="2033" y="131"/>
                  <a:pt x="2033" y="131"/>
                </a:cubicBezTo>
                <a:cubicBezTo>
                  <a:pt x="2030" y="133"/>
                  <a:pt x="2026" y="135"/>
                  <a:pt x="2023" y="137"/>
                </a:cubicBezTo>
                <a:cubicBezTo>
                  <a:pt x="2018" y="140"/>
                  <a:pt x="2013" y="141"/>
                  <a:pt x="2008" y="141"/>
                </a:cubicBezTo>
                <a:cubicBezTo>
                  <a:pt x="2007" y="140"/>
                  <a:pt x="2006" y="140"/>
                  <a:pt x="2005" y="138"/>
                </a:cubicBezTo>
                <a:cubicBezTo>
                  <a:pt x="2005" y="138"/>
                  <a:pt x="2005" y="138"/>
                  <a:pt x="2005" y="138"/>
                </a:cubicBezTo>
                <a:cubicBezTo>
                  <a:pt x="2004" y="132"/>
                  <a:pt x="2001" y="128"/>
                  <a:pt x="1996" y="125"/>
                </a:cubicBezTo>
                <a:cubicBezTo>
                  <a:pt x="1996" y="125"/>
                  <a:pt x="1995" y="125"/>
                  <a:pt x="1995" y="124"/>
                </a:cubicBezTo>
                <a:cubicBezTo>
                  <a:pt x="1990" y="121"/>
                  <a:pt x="1984" y="119"/>
                  <a:pt x="1978" y="122"/>
                </a:cubicBezTo>
                <a:cubicBezTo>
                  <a:pt x="1977" y="123"/>
                  <a:pt x="1976" y="123"/>
                  <a:pt x="1975" y="123"/>
                </a:cubicBezTo>
                <a:cubicBezTo>
                  <a:pt x="1971" y="125"/>
                  <a:pt x="1966" y="127"/>
                  <a:pt x="1962" y="130"/>
                </a:cubicBezTo>
                <a:cubicBezTo>
                  <a:pt x="1960" y="132"/>
                  <a:pt x="1958" y="133"/>
                  <a:pt x="1955" y="135"/>
                </a:cubicBezTo>
                <a:cubicBezTo>
                  <a:pt x="1954" y="136"/>
                  <a:pt x="1952" y="135"/>
                  <a:pt x="1951" y="133"/>
                </a:cubicBezTo>
                <a:cubicBezTo>
                  <a:pt x="1950" y="131"/>
                  <a:pt x="1949" y="130"/>
                  <a:pt x="1947" y="129"/>
                </a:cubicBezTo>
                <a:cubicBezTo>
                  <a:pt x="1946" y="129"/>
                  <a:pt x="1944" y="128"/>
                  <a:pt x="1943" y="127"/>
                </a:cubicBezTo>
                <a:cubicBezTo>
                  <a:pt x="1941" y="127"/>
                  <a:pt x="1940" y="127"/>
                  <a:pt x="1939" y="128"/>
                </a:cubicBezTo>
                <a:cubicBezTo>
                  <a:pt x="1938" y="129"/>
                  <a:pt x="1938" y="129"/>
                  <a:pt x="1936" y="128"/>
                </a:cubicBezTo>
                <a:cubicBezTo>
                  <a:pt x="1935" y="128"/>
                  <a:pt x="1934" y="127"/>
                  <a:pt x="1933" y="127"/>
                </a:cubicBezTo>
                <a:cubicBezTo>
                  <a:pt x="1932" y="128"/>
                  <a:pt x="1931" y="128"/>
                  <a:pt x="1931" y="127"/>
                </a:cubicBezTo>
                <a:cubicBezTo>
                  <a:pt x="1929" y="126"/>
                  <a:pt x="1928" y="125"/>
                  <a:pt x="1926" y="125"/>
                </a:cubicBezTo>
                <a:cubicBezTo>
                  <a:pt x="1925" y="125"/>
                  <a:pt x="1925" y="124"/>
                  <a:pt x="1926" y="123"/>
                </a:cubicBezTo>
                <a:cubicBezTo>
                  <a:pt x="1927" y="121"/>
                  <a:pt x="1927" y="120"/>
                  <a:pt x="1926" y="118"/>
                </a:cubicBezTo>
                <a:cubicBezTo>
                  <a:pt x="1925" y="118"/>
                  <a:pt x="1925" y="118"/>
                  <a:pt x="1925" y="118"/>
                </a:cubicBezTo>
                <a:cubicBezTo>
                  <a:pt x="1922" y="116"/>
                  <a:pt x="1918" y="114"/>
                  <a:pt x="1914" y="115"/>
                </a:cubicBezTo>
                <a:cubicBezTo>
                  <a:pt x="1913" y="115"/>
                  <a:pt x="1911" y="116"/>
                  <a:pt x="1909" y="116"/>
                </a:cubicBezTo>
                <a:cubicBezTo>
                  <a:pt x="1908" y="117"/>
                  <a:pt x="1907" y="117"/>
                  <a:pt x="1906" y="118"/>
                </a:cubicBezTo>
                <a:cubicBezTo>
                  <a:pt x="1904" y="121"/>
                  <a:pt x="1902" y="121"/>
                  <a:pt x="1899" y="120"/>
                </a:cubicBezTo>
                <a:cubicBezTo>
                  <a:pt x="1896" y="119"/>
                  <a:pt x="1893" y="119"/>
                  <a:pt x="1890" y="119"/>
                </a:cubicBezTo>
                <a:cubicBezTo>
                  <a:pt x="1886" y="120"/>
                  <a:pt x="1882" y="120"/>
                  <a:pt x="1879" y="120"/>
                </a:cubicBezTo>
                <a:cubicBezTo>
                  <a:pt x="1875" y="121"/>
                  <a:pt x="1871" y="121"/>
                  <a:pt x="1867" y="120"/>
                </a:cubicBezTo>
                <a:cubicBezTo>
                  <a:pt x="1867" y="120"/>
                  <a:pt x="1866" y="121"/>
                  <a:pt x="1865" y="121"/>
                </a:cubicBezTo>
                <a:cubicBezTo>
                  <a:pt x="1865" y="121"/>
                  <a:pt x="1864" y="122"/>
                  <a:pt x="1864" y="122"/>
                </a:cubicBezTo>
                <a:cubicBezTo>
                  <a:pt x="1864" y="123"/>
                  <a:pt x="1864" y="123"/>
                  <a:pt x="1865" y="123"/>
                </a:cubicBezTo>
                <a:cubicBezTo>
                  <a:pt x="1866" y="124"/>
                  <a:pt x="1867" y="124"/>
                  <a:pt x="1869" y="125"/>
                </a:cubicBezTo>
                <a:cubicBezTo>
                  <a:pt x="1869" y="125"/>
                  <a:pt x="1870" y="125"/>
                  <a:pt x="1870" y="126"/>
                </a:cubicBezTo>
                <a:cubicBezTo>
                  <a:pt x="1870" y="126"/>
                  <a:pt x="1869" y="128"/>
                  <a:pt x="1869" y="128"/>
                </a:cubicBezTo>
                <a:cubicBezTo>
                  <a:pt x="1868" y="128"/>
                  <a:pt x="1867" y="128"/>
                  <a:pt x="1866" y="129"/>
                </a:cubicBezTo>
                <a:cubicBezTo>
                  <a:pt x="1864" y="130"/>
                  <a:pt x="1864" y="131"/>
                  <a:pt x="1864" y="133"/>
                </a:cubicBezTo>
                <a:cubicBezTo>
                  <a:pt x="1864" y="135"/>
                  <a:pt x="1865" y="136"/>
                  <a:pt x="1867" y="136"/>
                </a:cubicBezTo>
                <a:cubicBezTo>
                  <a:pt x="1868" y="136"/>
                  <a:pt x="1869" y="136"/>
                  <a:pt x="1870" y="136"/>
                </a:cubicBezTo>
                <a:cubicBezTo>
                  <a:pt x="1870" y="136"/>
                  <a:pt x="1870" y="136"/>
                  <a:pt x="1870" y="136"/>
                </a:cubicBezTo>
                <a:cubicBezTo>
                  <a:pt x="1870" y="135"/>
                  <a:pt x="1870" y="135"/>
                  <a:pt x="1870" y="135"/>
                </a:cubicBezTo>
                <a:cubicBezTo>
                  <a:pt x="1870" y="136"/>
                  <a:pt x="1870" y="136"/>
                  <a:pt x="1870" y="136"/>
                </a:cubicBezTo>
                <a:cubicBezTo>
                  <a:pt x="1870" y="136"/>
                  <a:pt x="1870" y="136"/>
                  <a:pt x="1870" y="136"/>
                </a:cubicBezTo>
                <a:cubicBezTo>
                  <a:pt x="1870" y="138"/>
                  <a:pt x="1870" y="139"/>
                  <a:pt x="1871" y="140"/>
                </a:cubicBezTo>
                <a:cubicBezTo>
                  <a:pt x="1872" y="142"/>
                  <a:pt x="1873" y="144"/>
                  <a:pt x="1875" y="145"/>
                </a:cubicBezTo>
                <a:cubicBezTo>
                  <a:pt x="1876" y="146"/>
                  <a:pt x="1876" y="147"/>
                  <a:pt x="1876" y="148"/>
                </a:cubicBezTo>
                <a:cubicBezTo>
                  <a:pt x="1875" y="148"/>
                  <a:pt x="1874" y="149"/>
                  <a:pt x="1873" y="148"/>
                </a:cubicBezTo>
                <a:cubicBezTo>
                  <a:pt x="1872" y="147"/>
                  <a:pt x="1870" y="147"/>
                  <a:pt x="1868" y="148"/>
                </a:cubicBezTo>
                <a:cubicBezTo>
                  <a:pt x="1867" y="149"/>
                  <a:pt x="1865" y="149"/>
                  <a:pt x="1864" y="150"/>
                </a:cubicBezTo>
                <a:cubicBezTo>
                  <a:pt x="1863" y="152"/>
                  <a:pt x="1861" y="152"/>
                  <a:pt x="1859" y="152"/>
                </a:cubicBezTo>
                <a:cubicBezTo>
                  <a:pt x="1858" y="151"/>
                  <a:pt x="1856" y="151"/>
                  <a:pt x="1855" y="151"/>
                </a:cubicBezTo>
                <a:cubicBezTo>
                  <a:pt x="1853" y="152"/>
                  <a:pt x="1851" y="153"/>
                  <a:pt x="1850" y="155"/>
                </a:cubicBezTo>
                <a:cubicBezTo>
                  <a:pt x="1850" y="157"/>
                  <a:pt x="1848" y="158"/>
                  <a:pt x="1846" y="158"/>
                </a:cubicBezTo>
                <a:cubicBezTo>
                  <a:pt x="1842" y="159"/>
                  <a:pt x="1838" y="158"/>
                  <a:pt x="1835" y="155"/>
                </a:cubicBezTo>
                <a:cubicBezTo>
                  <a:pt x="1834" y="154"/>
                  <a:pt x="1834" y="154"/>
                  <a:pt x="1834" y="154"/>
                </a:cubicBezTo>
                <a:cubicBezTo>
                  <a:pt x="1834" y="154"/>
                  <a:pt x="1833" y="154"/>
                  <a:pt x="1833" y="154"/>
                </a:cubicBezTo>
                <a:cubicBezTo>
                  <a:pt x="1833" y="155"/>
                  <a:pt x="1833" y="155"/>
                  <a:pt x="1833" y="155"/>
                </a:cubicBezTo>
                <a:cubicBezTo>
                  <a:pt x="1833" y="158"/>
                  <a:pt x="1833" y="160"/>
                  <a:pt x="1835" y="163"/>
                </a:cubicBezTo>
                <a:cubicBezTo>
                  <a:pt x="1836" y="166"/>
                  <a:pt x="1837" y="169"/>
                  <a:pt x="1838" y="173"/>
                </a:cubicBezTo>
                <a:cubicBezTo>
                  <a:pt x="1838" y="174"/>
                  <a:pt x="1837" y="174"/>
                  <a:pt x="1836" y="174"/>
                </a:cubicBezTo>
                <a:cubicBezTo>
                  <a:pt x="1834" y="174"/>
                  <a:pt x="1833" y="174"/>
                  <a:pt x="1831" y="173"/>
                </a:cubicBezTo>
                <a:cubicBezTo>
                  <a:pt x="1826" y="171"/>
                  <a:pt x="1823" y="167"/>
                  <a:pt x="1818" y="164"/>
                </a:cubicBezTo>
                <a:cubicBezTo>
                  <a:pt x="1818" y="164"/>
                  <a:pt x="1818" y="164"/>
                  <a:pt x="1818" y="164"/>
                </a:cubicBezTo>
                <a:cubicBezTo>
                  <a:pt x="1817" y="161"/>
                  <a:pt x="1817" y="161"/>
                  <a:pt x="1816" y="162"/>
                </a:cubicBezTo>
                <a:cubicBezTo>
                  <a:pt x="1814" y="163"/>
                  <a:pt x="1813" y="163"/>
                  <a:pt x="1812" y="162"/>
                </a:cubicBezTo>
                <a:cubicBezTo>
                  <a:pt x="1811" y="162"/>
                  <a:pt x="1811" y="161"/>
                  <a:pt x="1811" y="160"/>
                </a:cubicBezTo>
                <a:cubicBezTo>
                  <a:pt x="1810" y="160"/>
                  <a:pt x="1810" y="160"/>
                  <a:pt x="1810" y="160"/>
                </a:cubicBezTo>
                <a:cubicBezTo>
                  <a:pt x="1810" y="160"/>
                  <a:pt x="1810" y="160"/>
                  <a:pt x="1810" y="160"/>
                </a:cubicBezTo>
                <a:cubicBezTo>
                  <a:pt x="1809" y="160"/>
                  <a:pt x="1809" y="160"/>
                  <a:pt x="1808" y="159"/>
                </a:cubicBezTo>
                <a:cubicBezTo>
                  <a:pt x="1809" y="159"/>
                  <a:pt x="1809" y="159"/>
                  <a:pt x="1809" y="159"/>
                </a:cubicBezTo>
                <a:cubicBezTo>
                  <a:pt x="1809" y="159"/>
                  <a:pt x="1810" y="160"/>
                  <a:pt x="1810" y="160"/>
                </a:cubicBezTo>
                <a:cubicBezTo>
                  <a:pt x="1810" y="160"/>
                  <a:pt x="1810" y="160"/>
                  <a:pt x="1811" y="160"/>
                </a:cubicBezTo>
                <a:cubicBezTo>
                  <a:pt x="1811" y="160"/>
                  <a:pt x="1811" y="160"/>
                  <a:pt x="1811" y="160"/>
                </a:cubicBezTo>
                <a:cubicBezTo>
                  <a:pt x="1811" y="160"/>
                  <a:pt x="1812" y="159"/>
                  <a:pt x="1813" y="159"/>
                </a:cubicBezTo>
                <a:cubicBezTo>
                  <a:pt x="1814" y="158"/>
                  <a:pt x="1814" y="158"/>
                  <a:pt x="1814" y="157"/>
                </a:cubicBezTo>
                <a:cubicBezTo>
                  <a:pt x="1814" y="155"/>
                  <a:pt x="1812" y="153"/>
                  <a:pt x="1811" y="152"/>
                </a:cubicBezTo>
                <a:cubicBezTo>
                  <a:pt x="1810" y="151"/>
                  <a:pt x="1808" y="151"/>
                  <a:pt x="1807" y="151"/>
                </a:cubicBezTo>
                <a:cubicBezTo>
                  <a:pt x="1806" y="150"/>
                  <a:pt x="1805" y="150"/>
                  <a:pt x="1806" y="149"/>
                </a:cubicBezTo>
                <a:cubicBezTo>
                  <a:pt x="1806" y="148"/>
                  <a:pt x="1807" y="147"/>
                  <a:pt x="1806" y="146"/>
                </a:cubicBezTo>
                <a:cubicBezTo>
                  <a:pt x="1803" y="143"/>
                  <a:pt x="1801" y="141"/>
                  <a:pt x="1799" y="139"/>
                </a:cubicBezTo>
                <a:cubicBezTo>
                  <a:pt x="1797" y="137"/>
                  <a:pt x="1789" y="135"/>
                  <a:pt x="1786" y="135"/>
                </a:cubicBezTo>
                <a:cubicBezTo>
                  <a:pt x="1786" y="135"/>
                  <a:pt x="1785" y="135"/>
                  <a:pt x="1785" y="136"/>
                </a:cubicBezTo>
                <a:cubicBezTo>
                  <a:pt x="1784" y="137"/>
                  <a:pt x="1783" y="137"/>
                  <a:pt x="1781" y="136"/>
                </a:cubicBezTo>
                <a:cubicBezTo>
                  <a:pt x="1777" y="135"/>
                  <a:pt x="1773" y="135"/>
                  <a:pt x="1770" y="136"/>
                </a:cubicBezTo>
                <a:cubicBezTo>
                  <a:pt x="1769" y="136"/>
                  <a:pt x="1768" y="137"/>
                  <a:pt x="1767" y="137"/>
                </a:cubicBezTo>
                <a:cubicBezTo>
                  <a:pt x="1765" y="139"/>
                  <a:pt x="1765" y="140"/>
                  <a:pt x="1765" y="142"/>
                </a:cubicBezTo>
                <a:cubicBezTo>
                  <a:pt x="1767" y="144"/>
                  <a:pt x="1768" y="146"/>
                  <a:pt x="1769" y="148"/>
                </a:cubicBezTo>
                <a:cubicBezTo>
                  <a:pt x="1769" y="149"/>
                  <a:pt x="1769" y="150"/>
                  <a:pt x="1769" y="150"/>
                </a:cubicBezTo>
                <a:cubicBezTo>
                  <a:pt x="1765" y="152"/>
                  <a:pt x="1762" y="153"/>
                  <a:pt x="1758" y="154"/>
                </a:cubicBezTo>
                <a:cubicBezTo>
                  <a:pt x="1756" y="155"/>
                  <a:pt x="1754" y="155"/>
                  <a:pt x="1752" y="153"/>
                </a:cubicBezTo>
                <a:cubicBezTo>
                  <a:pt x="1750" y="152"/>
                  <a:pt x="1750" y="152"/>
                  <a:pt x="1749" y="153"/>
                </a:cubicBezTo>
                <a:cubicBezTo>
                  <a:pt x="1745" y="156"/>
                  <a:pt x="1741" y="155"/>
                  <a:pt x="1740" y="150"/>
                </a:cubicBezTo>
                <a:cubicBezTo>
                  <a:pt x="1740" y="150"/>
                  <a:pt x="1740" y="149"/>
                  <a:pt x="1740" y="149"/>
                </a:cubicBezTo>
                <a:cubicBezTo>
                  <a:pt x="1740" y="147"/>
                  <a:pt x="1738" y="146"/>
                  <a:pt x="1737" y="147"/>
                </a:cubicBezTo>
                <a:cubicBezTo>
                  <a:pt x="1732" y="147"/>
                  <a:pt x="1728" y="148"/>
                  <a:pt x="1723" y="149"/>
                </a:cubicBezTo>
                <a:cubicBezTo>
                  <a:pt x="1722" y="150"/>
                  <a:pt x="1720" y="150"/>
                  <a:pt x="1718" y="151"/>
                </a:cubicBezTo>
                <a:cubicBezTo>
                  <a:pt x="1716" y="152"/>
                  <a:pt x="1715" y="153"/>
                  <a:pt x="1713" y="154"/>
                </a:cubicBezTo>
                <a:cubicBezTo>
                  <a:pt x="1711" y="153"/>
                  <a:pt x="1710" y="152"/>
                  <a:pt x="1708" y="152"/>
                </a:cubicBezTo>
                <a:cubicBezTo>
                  <a:pt x="1708" y="151"/>
                  <a:pt x="1707" y="152"/>
                  <a:pt x="1707" y="152"/>
                </a:cubicBezTo>
                <a:cubicBezTo>
                  <a:pt x="1707" y="152"/>
                  <a:pt x="1707" y="153"/>
                  <a:pt x="1707" y="153"/>
                </a:cubicBezTo>
                <a:cubicBezTo>
                  <a:pt x="1705" y="156"/>
                  <a:pt x="1702" y="157"/>
                  <a:pt x="1700" y="155"/>
                </a:cubicBezTo>
                <a:cubicBezTo>
                  <a:pt x="1699" y="154"/>
                  <a:pt x="1698" y="153"/>
                  <a:pt x="1698" y="152"/>
                </a:cubicBezTo>
                <a:cubicBezTo>
                  <a:pt x="1697" y="151"/>
                  <a:pt x="1697" y="151"/>
                  <a:pt x="1696" y="151"/>
                </a:cubicBezTo>
                <a:cubicBezTo>
                  <a:pt x="1695" y="152"/>
                  <a:pt x="1693" y="152"/>
                  <a:pt x="1692" y="152"/>
                </a:cubicBezTo>
                <a:cubicBezTo>
                  <a:pt x="1690" y="152"/>
                  <a:pt x="1689" y="153"/>
                  <a:pt x="1689" y="154"/>
                </a:cubicBezTo>
                <a:cubicBezTo>
                  <a:pt x="1688" y="155"/>
                  <a:pt x="1688" y="156"/>
                  <a:pt x="1688" y="157"/>
                </a:cubicBezTo>
                <a:cubicBezTo>
                  <a:pt x="1688" y="158"/>
                  <a:pt x="1689" y="159"/>
                  <a:pt x="1690" y="160"/>
                </a:cubicBezTo>
                <a:cubicBezTo>
                  <a:pt x="1691" y="160"/>
                  <a:pt x="1692" y="160"/>
                  <a:pt x="1693" y="160"/>
                </a:cubicBezTo>
                <a:cubicBezTo>
                  <a:pt x="1693" y="160"/>
                  <a:pt x="1693" y="160"/>
                  <a:pt x="1693" y="160"/>
                </a:cubicBezTo>
                <a:cubicBezTo>
                  <a:pt x="1693" y="160"/>
                  <a:pt x="1693" y="160"/>
                  <a:pt x="1693" y="160"/>
                </a:cubicBezTo>
                <a:cubicBezTo>
                  <a:pt x="1693" y="160"/>
                  <a:pt x="1693" y="159"/>
                  <a:pt x="1693" y="159"/>
                </a:cubicBezTo>
                <a:cubicBezTo>
                  <a:pt x="1693" y="159"/>
                  <a:pt x="1694" y="158"/>
                  <a:pt x="1694" y="158"/>
                </a:cubicBezTo>
                <a:cubicBezTo>
                  <a:pt x="1694" y="158"/>
                  <a:pt x="1695" y="158"/>
                  <a:pt x="1694" y="159"/>
                </a:cubicBezTo>
                <a:cubicBezTo>
                  <a:pt x="1694" y="159"/>
                  <a:pt x="1694" y="159"/>
                  <a:pt x="1694" y="159"/>
                </a:cubicBezTo>
                <a:cubicBezTo>
                  <a:pt x="1694" y="160"/>
                  <a:pt x="1693" y="160"/>
                  <a:pt x="1693" y="160"/>
                </a:cubicBezTo>
                <a:cubicBezTo>
                  <a:pt x="1693" y="160"/>
                  <a:pt x="1693" y="160"/>
                  <a:pt x="1693" y="160"/>
                </a:cubicBezTo>
                <a:cubicBezTo>
                  <a:pt x="1693" y="160"/>
                  <a:pt x="1693" y="160"/>
                  <a:pt x="1693" y="160"/>
                </a:cubicBezTo>
                <a:cubicBezTo>
                  <a:pt x="1693" y="161"/>
                  <a:pt x="1693" y="162"/>
                  <a:pt x="1692" y="163"/>
                </a:cubicBezTo>
                <a:cubicBezTo>
                  <a:pt x="1690" y="164"/>
                  <a:pt x="1689" y="166"/>
                  <a:pt x="1688" y="167"/>
                </a:cubicBezTo>
                <a:cubicBezTo>
                  <a:pt x="1686" y="171"/>
                  <a:pt x="1683" y="172"/>
                  <a:pt x="1680" y="172"/>
                </a:cubicBezTo>
                <a:cubicBezTo>
                  <a:pt x="1678" y="173"/>
                  <a:pt x="1678" y="172"/>
                  <a:pt x="1678" y="171"/>
                </a:cubicBezTo>
                <a:cubicBezTo>
                  <a:pt x="1679" y="169"/>
                  <a:pt x="1679" y="168"/>
                  <a:pt x="1680" y="166"/>
                </a:cubicBezTo>
                <a:cubicBezTo>
                  <a:pt x="1680" y="164"/>
                  <a:pt x="1682" y="164"/>
                  <a:pt x="1683" y="162"/>
                </a:cubicBezTo>
                <a:cubicBezTo>
                  <a:pt x="1683" y="161"/>
                  <a:pt x="1684" y="160"/>
                  <a:pt x="1684" y="160"/>
                </a:cubicBezTo>
                <a:cubicBezTo>
                  <a:pt x="1683" y="157"/>
                  <a:pt x="1684" y="155"/>
                  <a:pt x="1685" y="152"/>
                </a:cubicBezTo>
                <a:cubicBezTo>
                  <a:pt x="1685" y="151"/>
                  <a:pt x="1686" y="150"/>
                  <a:pt x="1686" y="149"/>
                </a:cubicBezTo>
                <a:cubicBezTo>
                  <a:pt x="1685" y="148"/>
                  <a:pt x="1685" y="147"/>
                  <a:pt x="1686" y="145"/>
                </a:cubicBezTo>
                <a:cubicBezTo>
                  <a:pt x="1687" y="143"/>
                  <a:pt x="1688" y="140"/>
                  <a:pt x="1689" y="137"/>
                </a:cubicBezTo>
                <a:cubicBezTo>
                  <a:pt x="1690" y="135"/>
                  <a:pt x="1690" y="132"/>
                  <a:pt x="1691" y="129"/>
                </a:cubicBezTo>
                <a:cubicBezTo>
                  <a:pt x="1692" y="126"/>
                  <a:pt x="1692" y="124"/>
                  <a:pt x="1691" y="121"/>
                </a:cubicBezTo>
                <a:cubicBezTo>
                  <a:pt x="1690" y="119"/>
                  <a:pt x="1688" y="116"/>
                  <a:pt x="1687" y="113"/>
                </a:cubicBezTo>
                <a:cubicBezTo>
                  <a:pt x="1687" y="113"/>
                  <a:pt x="1687" y="112"/>
                  <a:pt x="1686" y="112"/>
                </a:cubicBezTo>
                <a:cubicBezTo>
                  <a:pt x="1683" y="111"/>
                  <a:pt x="1682" y="108"/>
                  <a:pt x="1679" y="105"/>
                </a:cubicBezTo>
                <a:cubicBezTo>
                  <a:pt x="1679" y="105"/>
                  <a:pt x="1678" y="105"/>
                  <a:pt x="1677" y="105"/>
                </a:cubicBezTo>
                <a:cubicBezTo>
                  <a:pt x="1677" y="106"/>
                  <a:pt x="1677" y="108"/>
                  <a:pt x="1675" y="106"/>
                </a:cubicBezTo>
                <a:cubicBezTo>
                  <a:pt x="1674" y="104"/>
                  <a:pt x="1671" y="103"/>
                  <a:pt x="1669" y="102"/>
                </a:cubicBezTo>
                <a:cubicBezTo>
                  <a:pt x="1667" y="101"/>
                  <a:pt x="1665" y="100"/>
                  <a:pt x="1663" y="99"/>
                </a:cubicBezTo>
                <a:cubicBezTo>
                  <a:pt x="1661" y="97"/>
                  <a:pt x="1659" y="97"/>
                  <a:pt x="1657" y="98"/>
                </a:cubicBezTo>
                <a:cubicBezTo>
                  <a:pt x="1654" y="100"/>
                  <a:pt x="1650" y="102"/>
                  <a:pt x="1646" y="103"/>
                </a:cubicBezTo>
                <a:cubicBezTo>
                  <a:pt x="1645" y="104"/>
                  <a:pt x="1645" y="105"/>
                  <a:pt x="1645" y="105"/>
                </a:cubicBezTo>
                <a:cubicBezTo>
                  <a:pt x="1645" y="106"/>
                  <a:pt x="1646" y="107"/>
                  <a:pt x="1646" y="108"/>
                </a:cubicBezTo>
                <a:cubicBezTo>
                  <a:pt x="1647" y="109"/>
                  <a:pt x="1646" y="110"/>
                  <a:pt x="1645" y="111"/>
                </a:cubicBezTo>
                <a:cubicBezTo>
                  <a:pt x="1643" y="112"/>
                  <a:pt x="1641" y="112"/>
                  <a:pt x="1641" y="110"/>
                </a:cubicBezTo>
                <a:cubicBezTo>
                  <a:pt x="1641" y="108"/>
                  <a:pt x="1641" y="107"/>
                  <a:pt x="1641" y="105"/>
                </a:cubicBezTo>
                <a:cubicBezTo>
                  <a:pt x="1641" y="104"/>
                  <a:pt x="1641" y="102"/>
                  <a:pt x="1640" y="101"/>
                </a:cubicBezTo>
                <a:cubicBezTo>
                  <a:pt x="1640" y="100"/>
                  <a:pt x="1638" y="99"/>
                  <a:pt x="1637" y="99"/>
                </a:cubicBezTo>
                <a:cubicBezTo>
                  <a:pt x="1636" y="99"/>
                  <a:pt x="1635" y="99"/>
                  <a:pt x="1634" y="100"/>
                </a:cubicBezTo>
                <a:cubicBezTo>
                  <a:pt x="1632" y="100"/>
                  <a:pt x="1630" y="100"/>
                  <a:pt x="1628" y="99"/>
                </a:cubicBezTo>
                <a:cubicBezTo>
                  <a:pt x="1627" y="98"/>
                  <a:pt x="1627" y="98"/>
                  <a:pt x="1627" y="96"/>
                </a:cubicBezTo>
                <a:cubicBezTo>
                  <a:pt x="1627" y="93"/>
                  <a:pt x="1626" y="92"/>
                  <a:pt x="1624" y="91"/>
                </a:cubicBezTo>
                <a:cubicBezTo>
                  <a:pt x="1620" y="91"/>
                  <a:pt x="1618" y="89"/>
                  <a:pt x="1614" y="89"/>
                </a:cubicBezTo>
                <a:cubicBezTo>
                  <a:pt x="1614" y="89"/>
                  <a:pt x="1613" y="90"/>
                  <a:pt x="1612" y="90"/>
                </a:cubicBezTo>
                <a:cubicBezTo>
                  <a:pt x="1612" y="90"/>
                  <a:pt x="1611" y="91"/>
                  <a:pt x="1611" y="91"/>
                </a:cubicBezTo>
                <a:cubicBezTo>
                  <a:pt x="1609" y="96"/>
                  <a:pt x="1608" y="101"/>
                  <a:pt x="1608" y="107"/>
                </a:cubicBezTo>
                <a:cubicBezTo>
                  <a:pt x="1608" y="110"/>
                  <a:pt x="1608" y="114"/>
                  <a:pt x="1612" y="116"/>
                </a:cubicBezTo>
                <a:cubicBezTo>
                  <a:pt x="1614" y="117"/>
                  <a:pt x="1613" y="119"/>
                  <a:pt x="1614" y="121"/>
                </a:cubicBezTo>
                <a:cubicBezTo>
                  <a:pt x="1614" y="122"/>
                  <a:pt x="1614" y="123"/>
                  <a:pt x="1613" y="123"/>
                </a:cubicBezTo>
                <a:cubicBezTo>
                  <a:pt x="1611" y="123"/>
                  <a:pt x="1609" y="123"/>
                  <a:pt x="1607" y="124"/>
                </a:cubicBezTo>
                <a:cubicBezTo>
                  <a:pt x="1606" y="125"/>
                  <a:pt x="1606" y="125"/>
                  <a:pt x="1606" y="126"/>
                </a:cubicBezTo>
                <a:cubicBezTo>
                  <a:pt x="1606" y="127"/>
                  <a:pt x="1606" y="128"/>
                  <a:pt x="1606" y="129"/>
                </a:cubicBezTo>
                <a:cubicBezTo>
                  <a:pt x="1605" y="131"/>
                  <a:pt x="1604" y="132"/>
                  <a:pt x="1603" y="134"/>
                </a:cubicBezTo>
                <a:cubicBezTo>
                  <a:pt x="1603" y="134"/>
                  <a:pt x="1602" y="135"/>
                  <a:pt x="1602" y="135"/>
                </a:cubicBezTo>
                <a:cubicBezTo>
                  <a:pt x="1600" y="136"/>
                  <a:pt x="1598" y="136"/>
                  <a:pt x="1596" y="137"/>
                </a:cubicBezTo>
                <a:cubicBezTo>
                  <a:pt x="1596" y="137"/>
                  <a:pt x="1595" y="137"/>
                  <a:pt x="1595" y="136"/>
                </a:cubicBezTo>
                <a:cubicBezTo>
                  <a:pt x="1596" y="135"/>
                  <a:pt x="1596" y="134"/>
                  <a:pt x="1596" y="133"/>
                </a:cubicBezTo>
                <a:cubicBezTo>
                  <a:pt x="1597" y="131"/>
                  <a:pt x="1595" y="130"/>
                  <a:pt x="1594" y="131"/>
                </a:cubicBezTo>
                <a:cubicBezTo>
                  <a:pt x="1592" y="131"/>
                  <a:pt x="1591" y="131"/>
                  <a:pt x="1590" y="133"/>
                </a:cubicBezTo>
                <a:cubicBezTo>
                  <a:pt x="1590" y="134"/>
                  <a:pt x="1589" y="135"/>
                  <a:pt x="1588" y="135"/>
                </a:cubicBezTo>
                <a:cubicBezTo>
                  <a:pt x="1587" y="135"/>
                  <a:pt x="1586" y="136"/>
                  <a:pt x="1585" y="136"/>
                </a:cubicBezTo>
                <a:cubicBezTo>
                  <a:pt x="1583" y="136"/>
                  <a:pt x="1581" y="137"/>
                  <a:pt x="1580" y="139"/>
                </a:cubicBezTo>
                <a:cubicBezTo>
                  <a:pt x="1579" y="140"/>
                  <a:pt x="1579" y="141"/>
                  <a:pt x="1580" y="143"/>
                </a:cubicBezTo>
                <a:cubicBezTo>
                  <a:pt x="1581" y="144"/>
                  <a:pt x="1581" y="145"/>
                  <a:pt x="1580" y="145"/>
                </a:cubicBezTo>
                <a:cubicBezTo>
                  <a:pt x="1578" y="147"/>
                  <a:pt x="1576" y="148"/>
                  <a:pt x="1574" y="149"/>
                </a:cubicBezTo>
                <a:cubicBezTo>
                  <a:pt x="1571" y="150"/>
                  <a:pt x="1569" y="151"/>
                  <a:pt x="1568" y="153"/>
                </a:cubicBezTo>
                <a:cubicBezTo>
                  <a:pt x="1567" y="155"/>
                  <a:pt x="1565" y="156"/>
                  <a:pt x="1564" y="159"/>
                </a:cubicBezTo>
                <a:cubicBezTo>
                  <a:pt x="1563" y="160"/>
                  <a:pt x="1562" y="162"/>
                  <a:pt x="1560" y="162"/>
                </a:cubicBezTo>
                <a:cubicBezTo>
                  <a:pt x="1558" y="163"/>
                  <a:pt x="1559" y="166"/>
                  <a:pt x="1557" y="167"/>
                </a:cubicBezTo>
                <a:cubicBezTo>
                  <a:pt x="1556" y="168"/>
                  <a:pt x="1555" y="169"/>
                  <a:pt x="1555" y="170"/>
                </a:cubicBezTo>
                <a:cubicBezTo>
                  <a:pt x="1554" y="172"/>
                  <a:pt x="1555" y="174"/>
                  <a:pt x="1555" y="176"/>
                </a:cubicBezTo>
                <a:cubicBezTo>
                  <a:pt x="1555" y="177"/>
                  <a:pt x="1556" y="178"/>
                  <a:pt x="1557" y="178"/>
                </a:cubicBezTo>
                <a:cubicBezTo>
                  <a:pt x="1559" y="180"/>
                  <a:pt x="1561" y="181"/>
                  <a:pt x="1563" y="182"/>
                </a:cubicBezTo>
                <a:cubicBezTo>
                  <a:pt x="1566" y="183"/>
                  <a:pt x="1569" y="184"/>
                  <a:pt x="1571" y="187"/>
                </a:cubicBezTo>
                <a:cubicBezTo>
                  <a:pt x="1571" y="187"/>
                  <a:pt x="1571" y="188"/>
                  <a:pt x="1571" y="188"/>
                </a:cubicBezTo>
                <a:cubicBezTo>
                  <a:pt x="1571" y="189"/>
                  <a:pt x="1571" y="189"/>
                  <a:pt x="1570" y="190"/>
                </a:cubicBezTo>
                <a:cubicBezTo>
                  <a:pt x="1569" y="190"/>
                  <a:pt x="1569" y="189"/>
                  <a:pt x="1569" y="189"/>
                </a:cubicBezTo>
                <a:cubicBezTo>
                  <a:pt x="1568" y="188"/>
                  <a:pt x="1568" y="187"/>
                  <a:pt x="1567" y="187"/>
                </a:cubicBezTo>
                <a:cubicBezTo>
                  <a:pt x="1566" y="187"/>
                  <a:pt x="1564" y="187"/>
                  <a:pt x="1563" y="188"/>
                </a:cubicBezTo>
                <a:cubicBezTo>
                  <a:pt x="1561" y="190"/>
                  <a:pt x="1557" y="191"/>
                  <a:pt x="1554" y="193"/>
                </a:cubicBezTo>
                <a:cubicBezTo>
                  <a:pt x="1551" y="194"/>
                  <a:pt x="1548" y="195"/>
                  <a:pt x="1544" y="196"/>
                </a:cubicBezTo>
                <a:cubicBezTo>
                  <a:pt x="1543" y="197"/>
                  <a:pt x="1542" y="197"/>
                  <a:pt x="1541" y="197"/>
                </a:cubicBezTo>
                <a:cubicBezTo>
                  <a:pt x="1538" y="198"/>
                  <a:pt x="1537" y="201"/>
                  <a:pt x="1539" y="204"/>
                </a:cubicBezTo>
                <a:cubicBezTo>
                  <a:pt x="1539" y="205"/>
                  <a:pt x="1540" y="207"/>
                  <a:pt x="1541" y="208"/>
                </a:cubicBezTo>
                <a:cubicBezTo>
                  <a:pt x="1542" y="209"/>
                  <a:pt x="1544" y="211"/>
                  <a:pt x="1544" y="213"/>
                </a:cubicBezTo>
                <a:cubicBezTo>
                  <a:pt x="1544" y="214"/>
                  <a:pt x="1545" y="215"/>
                  <a:pt x="1545" y="216"/>
                </a:cubicBezTo>
                <a:cubicBezTo>
                  <a:pt x="1546" y="217"/>
                  <a:pt x="1547" y="218"/>
                  <a:pt x="1548" y="219"/>
                </a:cubicBezTo>
                <a:cubicBezTo>
                  <a:pt x="1550" y="220"/>
                  <a:pt x="1552" y="219"/>
                  <a:pt x="1555" y="219"/>
                </a:cubicBezTo>
                <a:cubicBezTo>
                  <a:pt x="1557" y="221"/>
                  <a:pt x="1558" y="223"/>
                  <a:pt x="1560" y="225"/>
                </a:cubicBezTo>
                <a:cubicBezTo>
                  <a:pt x="1561" y="225"/>
                  <a:pt x="1561" y="225"/>
                  <a:pt x="1562" y="225"/>
                </a:cubicBezTo>
                <a:cubicBezTo>
                  <a:pt x="1563" y="226"/>
                  <a:pt x="1565" y="226"/>
                  <a:pt x="1566" y="227"/>
                </a:cubicBezTo>
                <a:cubicBezTo>
                  <a:pt x="1567" y="228"/>
                  <a:pt x="1568" y="228"/>
                  <a:pt x="1568" y="230"/>
                </a:cubicBezTo>
                <a:cubicBezTo>
                  <a:pt x="1569" y="233"/>
                  <a:pt x="1570" y="237"/>
                  <a:pt x="1572" y="240"/>
                </a:cubicBezTo>
                <a:cubicBezTo>
                  <a:pt x="1573" y="241"/>
                  <a:pt x="1572" y="242"/>
                  <a:pt x="1571" y="242"/>
                </a:cubicBezTo>
                <a:cubicBezTo>
                  <a:pt x="1570" y="243"/>
                  <a:pt x="1569" y="243"/>
                  <a:pt x="1568" y="244"/>
                </a:cubicBezTo>
                <a:cubicBezTo>
                  <a:pt x="1568" y="244"/>
                  <a:pt x="1568" y="244"/>
                  <a:pt x="1569" y="244"/>
                </a:cubicBezTo>
                <a:cubicBezTo>
                  <a:pt x="1568" y="244"/>
                  <a:pt x="1568" y="245"/>
                  <a:pt x="1568" y="245"/>
                </a:cubicBezTo>
                <a:cubicBezTo>
                  <a:pt x="1568" y="245"/>
                  <a:pt x="1568" y="245"/>
                  <a:pt x="1568" y="245"/>
                </a:cubicBezTo>
                <a:cubicBezTo>
                  <a:pt x="1568" y="245"/>
                  <a:pt x="1568" y="244"/>
                  <a:pt x="1568" y="244"/>
                </a:cubicBezTo>
                <a:cubicBezTo>
                  <a:pt x="1568" y="244"/>
                  <a:pt x="1568" y="244"/>
                  <a:pt x="1568" y="244"/>
                </a:cubicBezTo>
                <a:cubicBezTo>
                  <a:pt x="1568" y="244"/>
                  <a:pt x="1568" y="243"/>
                  <a:pt x="1568" y="243"/>
                </a:cubicBezTo>
                <a:cubicBezTo>
                  <a:pt x="1565" y="240"/>
                  <a:pt x="1564" y="237"/>
                  <a:pt x="1566" y="233"/>
                </a:cubicBezTo>
                <a:cubicBezTo>
                  <a:pt x="1567" y="233"/>
                  <a:pt x="1567" y="232"/>
                  <a:pt x="1567" y="231"/>
                </a:cubicBezTo>
                <a:cubicBezTo>
                  <a:pt x="1567" y="230"/>
                  <a:pt x="1565" y="228"/>
                  <a:pt x="1563" y="228"/>
                </a:cubicBezTo>
                <a:cubicBezTo>
                  <a:pt x="1562" y="228"/>
                  <a:pt x="1561" y="228"/>
                  <a:pt x="1559" y="228"/>
                </a:cubicBezTo>
                <a:cubicBezTo>
                  <a:pt x="1556" y="229"/>
                  <a:pt x="1554" y="229"/>
                  <a:pt x="1552" y="227"/>
                </a:cubicBezTo>
                <a:cubicBezTo>
                  <a:pt x="1551" y="226"/>
                  <a:pt x="1549" y="224"/>
                  <a:pt x="1548" y="224"/>
                </a:cubicBezTo>
                <a:cubicBezTo>
                  <a:pt x="1545" y="222"/>
                  <a:pt x="1542" y="221"/>
                  <a:pt x="1540" y="220"/>
                </a:cubicBezTo>
                <a:cubicBezTo>
                  <a:pt x="1537" y="220"/>
                  <a:pt x="1534" y="219"/>
                  <a:pt x="1531" y="218"/>
                </a:cubicBezTo>
                <a:cubicBezTo>
                  <a:pt x="1531" y="218"/>
                  <a:pt x="1529" y="218"/>
                  <a:pt x="1529" y="219"/>
                </a:cubicBezTo>
                <a:cubicBezTo>
                  <a:pt x="1528" y="220"/>
                  <a:pt x="1527" y="221"/>
                  <a:pt x="1527" y="223"/>
                </a:cubicBezTo>
                <a:cubicBezTo>
                  <a:pt x="1527" y="224"/>
                  <a:pt x="1527" y="224"/>
                  <a:pt x="1528" y="225"/>
                </a:cubicBezTo>
                <a:cubicBezTo>
                  <a:pt x="1528" y="225"/>
                  <a:pt x="1529" y="225"/>
                  <a:pt x="1530" y="225"/>
                </a:cubicBezTo>
                <a:cubicBezTo>
                  <a:pt x="1530" y="225"/>
                  <a:pt x="1530" y="225"/>
                  <a:pt x="1530" y="225"/>
                </a:cubicBezTo>
                <a:cubicBezTo>
                  <a:pt x="1530" y="225"/>
                  <a:pt x="1530" y="225"/>
                  <a:pt x="1530" y="225"/>
                </a:cubicBezTo>
                <a:cubicBezTo>
                  <a:pt x="1530" y="225"/>
                  <a:pt x="1530" y="225"/>
                  <a:pt x="1530" y="225"/>
                </a:cubicBezTo>
                <a:cubicBezTo>
                  <a:pt x="1531" y="226"/>
                  <a:pt x="1531" y="226"/>
                  <a:pt x="1532" y="227"/>
                </a:cubicBezTo>
                <a:cubicBezTo>
                  <a:pt x="1533" y="227"/>
                  <a:pt x="1533" y="227"/>
                  <a:pt x="1534" y="227"/>
                </a:cubicBezTo>
                <a:cubicBezTo>
                  <a:pt x="1535" y="228"/>
                  <a:pt x="1536" y="229"/>
                  <a:pt x="1535" y="230"/>
                </a:cubicBezTo>
                <a:cubicBezTo>
                  <a:pt x="1535" y="231"/>
                  <a:pt x="1534" y="232"/>
                  <a:pt x="1533" y="232"/>
                </a:cubicBezTo>
                <a:cubicBezTo>
                  <a:pt x="1532" y="231"/>
                  <a:pt x="1531" y="231"/>
                  <a:pt x="1530" y="230"/>
                </a:cubicBezTo>
                <a:cubicBezTo>
                  <a:pt x="1529" y="230"/>
                  <a:pt x="1528" y="229"/>
                  <a:pt x="1527" y="229"/>
                </a:cubicBezTo>
                <a:cubicBezTo>
                  <a:pt x="1526" y="229"/>
                  <a:pt x="1525" y="230"/>
                  <a:pt x="1524" y="231"/>
                </a:cubicBezTo>
                <a:cubicBezTo>
                  <a:pt x="1524" y="231"/>
                  <a:pt x="1524" y="232"/>
                  <a:pt x="1524" y="233"/>
                </a:cubicBezTo>
                <a:cubicBezTo>
                  <a:pt x="1525" y="236"/>
                  <a:pt x="1528" y="239"/>
                  <a:pt x="1531" y="240"/>
                </a:cubicBezTo>
                <a:cubicBezTo>
                  <a:pt x="1533" y="240"/>
                  <a:pt x="1535" y="241"/>
                  <a:pt x="1537" y="241"/>
                </a:cubicBezTo>
                <a:cubicBezTo>
                  <a:pt x="1538" y="241"/>
                  <a:pt x="1539" y="242"/>
                  <a:pt x="1540" y="242"/>
                </a:cubicBezTo>
                <a:cubicBezTo>
                  <a:pt x="1540" y="242"/>
                  <a:pt x="1540" y="242"/>
                  <a:pt x="1540" y="242"/>
                </a:cubicBezTo>
                <a:cubicBezTo>
                  <a:pt x="1540" y="243"/>
                  <a:pt x="1540" y="244"/>
                  <a:pt x="1539" y="243"/>
                </a:cubicBezTo>
                <a:cubicBezTo>
                  <a:pt x="1538" y="243"/>
                  <a:pt x="1537" y="242"/>
                  <a:pt x="1535" y="242"/>
                </a:cubicBezTo>
                <a:cubicBezTo>
                  <a:pt x="1533" y="243"/>
                  <a:pt x="1530" y="242"/>
                  <a:pt x="1527" y="242"/>
                </a:cubicBezTo>
                <a:cubicBezTo>
                  <a:pt x="1526" y="242"/>
                  <a:pt x="1525" y="242"/>
                  <a:pt x="1524" y="240"/>
                </a:cubicBezTo>
                <a:cubicBezTo>
                  <a:pt x="1524" y="240"/>
                  <a:pt x="1523" y="239"/>
                  <a:pt x="1523" y="239"/>
                </a:cubicBezTo>
                <a:cubicBezTo>
                  <a:pt x="1521" y="236"/>
                  <a:pt x="1520" y="233"/>
                  <a:pt x="1519" y="229"/>
                </a:cubicBezTo>
                <a:cubicBezTo>
                  <a:pt x="1519" y="226"/>
                  <a:pt x="1518" y="223"/>
                  <a:pt x="1516" y="221"/>
                </a:cubicBezTo>
                <a:cubicBezTo>
                  <a:pt x="1516" y="220"/>
                  <a:pt x="1515" y="220"/>
                  <a:pt x="1514" y="219"/>
                </a:cubicBezTo>
                <a:cubicBezTo>
                  <a:pt x="1514" y="219"/>
                  <a:pt x="1514" y="219"/>
                  <a:pt x="1513" y="219"/>
                </a:cubicBezTo>
                <a:cubicBezTo>
                  <a:pt x="1513" y="219"/>
                  <a:pt x="1513" y="220"/>
                  <a:pt x="1513" y="220"/>
                </a:cubicBezTo>
                <a:cubicBezTo>
                  <a:pt x="1514" y="222"/>
                  <a:pt x="1514" y="224"/>
                  <a:pt x="1515" y="227"/>
                </a:cubicBezTo>
                <a:cubicBezTo>
                  <a:pt x="1515" y="228"/>
                  <a:pt x="1515" y="230"/>
                  <a:pt x="1514" y="232"/>
                </a:cubicBezTo>
                <a:cubicBezTo>
                  <a:pt x="1514" y="232"/>
                  <a:pt x="1514" y="233"/>
                  <a:pt x="1513" y="233"/>
                </a:cubicBezTo>
                <a:cubicBezTo>
                  <a:pt x="1512" y="235"/>
                  <a:pt x="1511" y="236"/>
                  <a:pt x="1512" y="239"/>
                </a:cubicBezTo>
                <a:cubicBezTo>
                  <a:pt x="1512" y="241"/>
                  <a:pt x="1511" y="243"/>
                  <a:pt x="1513" y="245"/>
                </a:cubicBezTo>
                <a:cubicBezTo>
                  <a:pt x="1514" y="246"/>
                  <a:pt x="1515" y="248"/>
                  <a:pt x="1517" y="249"/>
                </a:cubicBezTo>
                <a:cubicBezTo>
                  <a:pt x="1518" y="250"/>
                  <a:pt x="1519" y="251"/>
                  <a:pt x="1520" y="252"/>
                </a:cubicBezTo>
                <a:cubicBezTo>
                  <a:pt x="1522" y="253"/>
                  <a:pt x="1523" y="255"/>
                  <a:pt x="1523" y="257"/>
                </a:cubicBezTo>
                <a:cubicBezTo>
                  <a:pt x="1523" y="259"/>
                  <a:pt x="1523" y="262"/>
                  <a:pt x="1523" y="264"/>
                </a:cubicBezTo>
                <a:cubicBezTo>
                  <a:pt x="1524" y="269"/>
                  <a:pt x="1527" y="272"/>
                  <a:pt x="1528" y="276"/>
                </a:cubicBezTo>
                <a:cubicBezTo>
                  <a:pt x="1529" y="277"/>
                  <a:pt x="1530" y="278"/>
                  <a:pt x="1531" y="277"/>
                </a:cubicBezTo>
                <a:cubicBezTo>
                  <a:pt x="1534" y="277"/>
                  <a:pt x="1536" y="277"/>
                  <a:pt x="1537" y="275"/>
                </a:cubicBezTo>
                <a:cubicBezTo>
                  <a:pt x="1539" y="272"/>
                  <a:pt x="1541" y="273"/>
                  <a:pt x="1544" y="274"/>
                </a:cubicBezTo>
                <a:cubicBezTo>
                  <a:pt x="1544" y="275"/>
                  <a:pt x="1544" y="275"/>
                  <a:pt x="1544" y="275"/>
                </a:cubicBezTo>
                <a:cubicBezTo>
                  <a:pt x="1544" y="275"/>
                  <a:pt x="1544" y="275"/>
                  <a:pt x="1544" y="276"/>
                </a:cubicBezTo>
                <a:cubicBezTo>
                  <a:pt x="1541" y="277"/>
                  <a:pt x="1539" y="279"/>
                  <a:pt x="1537" y="281"/>
                </a:cubicBezTo>
                <a:cubicBezTo>
                  <a:pt x="1535" y="283"/>
                  <a:pt x="1534" y="286"/>
                  <a:pt x="1536" y="288"/>
                </a:cubicBezTo>
                <a:cubicBezTo>
                  <a:pt x="1537" y="289"/>
                  <a:pt x="1538" y="290"/>
                  <a:pt x="1539" y="291"/>
                </a:cubicBezTo>
                <a:cubicBezTo>
                  <a:pt x="1540" y="293"/>
                  <a:pt x="1541" y="295"/>
                  <a:pt x="1540" y="297"/>
                </a:cubicBezTo>
                <a:cubicBezTo>
                  <a:pt x="1539" y="300"/>
                  <a:pt x="1538" y="303"/>
                  <a:pt x="1538" y="306"/>
                </a:cubicBezTo>
                <a:cubicBezTo>
                  <a:pt x="1539" y="307"/>
                  <a:pt x="1538" y="309"/>
                  <a:pt x="1537" y="310"/>
                </a:cubicBezTo>
                <a:cubicBezTo>
                  <a:pt x="1536" y="312"/>
                  <a:pt x="1533" y="315"/>
                  <a:pt x="1533" y="318"/>
                </a:cubicBezTo>
                <a:cubicBezTo>
                  <a:pt x="1533" y="318"/>
                  <a:pt x="1532" y="319"/>
                  <a:pt x="1532" y="319"/>
                </a:cubicBezTo>
                <a:cubicBezTo>
                  <a:pt x="1528" y="319"/>
                  <a:pt x="1525" y="318"/>
                  <a:pt x="1521" y="318"/>
                </a:cubicBezTo>
                <a:cubicBezTo>
                  <a:pt x="1521" y="318"/>
                  <a:pt x="1520" y="317"/>
                  <a:pt x="1520" y="317"/>
                </a:cubicBezTo>
                <a:cubicBezTo>
                  <a:pt x="1519" y="316"/>
                  <a:pt x="1520" y="315"/>
                  <a:pt x="1520" y="315"/>
                </a:cubicBezTo>
                <a:cubicBezTo>
                  <a:pt x="1520" y="315"/>
                  <a:pt x="1520" y="315"/>
                  <a:pt x="1519" y="314"/>
                </a:cubicBezTo>
                <a:cubicBezTo>
                  <a:pt x="1519" y="314"/>
                  <a:pt x="1519" y="314"/>
                  <a:pt x="1519" y="314"/>
                </a:cubicBezTo>
                <a:cubicBezTo>
                  <a:pt x="1519" y="314"/>
                  <a:pt x="1519" y="314"/>
                  <a:pt x="1520" y="314"/>
                </a:cubicBezTo>
                <a:cubicBezTo>
                  <a:pt x="1520" y="314"/>
                  <a:pt x="1520" y="315"/>
                  <a:pt x="1520" y="315"/>
                </a:cubicBezTo>
                <a:cubicBezTo>
                  <a:pt x="1520" y="315"/>
                  <a:pt x="1521" y="315"/>
                  <a:pt x="1522" y="316"/>
                </a:cubicBezTo>
                <a:cubicBezTo>
                  <a:pt x="1525" y="317"/>
                  <a:pt x="1527" y="316"/>
                  <a:pt x="1528" y="313"/>
                </a:cubicBezTo>
                <a:cubicBezTo>
                  <a:pt x="1530" y="308"/>
                  <a:pt x="1531" y="302"/>
                  <a:pt x="1532" y="297"/>
                </a:cubicBezTo>
                <a:cubicBezTo>
                  <a:pt x="1532" y="296"/>
                  <a:pt x="1532" y="295"/>
                  <a:pt x="1532" y="294"/>
                </a:cubicBezTo>
                <a:cubicBezTo>
                  <a:pt x="1531" y="292"/>
                  <a:pt x="1530" y="290"/>
                  <a:pt x="1531" y="288"/>
                </a:cubicBezTo>
                <a:cubicBezTo>
                  <a:pt x="1531" y="286"/>
                  <a:pt x="1530" y="285"/>
                  <a:pt x="1529" y="284"/>
                </a:cubicBezTo>
                <a:cubicBezTo>
                  <a:pt x="1528" y="283"/>
                  <a:pt x="1526" y="282"/>
                  <a:pt x="1525" y="282"/>
                </a:cubicBezTo>
                <a:cubicBezTo>
                  <a:pt x="1523" y="280"/>
                  <a:pt x="1522" y="279"/>
                  <a:pt x="1522" y="277"/>
                </a:cubicBezTo>
                <a:cubicBezTo>
                  <a:pt x="1519" y="270"/>
                  <a:pt x="1517" y="264"/>
                  <a:pt x="1515" y="257"/>
                </a:cubicBezTo>
                <a:cubicBezTo>
                  <a:pt x="1514" y="253"/>
                  <a:pt x="1512" y="249"/>
                  <a:pt x="1508" y="247"/>
                </a:cubicBezTo>
                <a:cubicBezTo>
                  <a:pt x="1506" y="246"/>
                  <a:pt x="1505" y="244"/>
                  <a:pt x="1505" y="242"/>
                </a:cubicBezTo>
                <a:cubicBezTo>
                  <a:pt x="1506" y="236"/>
                  <a:pt x="1505" y="230"/>
                  <a:pt x="1503" y="225"/>
                </a:cubicBezTo>
                <a:cubicBezTo>
                  <a:pt x="1503" y="223"/>
                  <a:pt x="1502" y="222"/>
                  <a:pt x="1501" y="222"/>
                </a:cubicBezTo>
                <a:cubicBezTo>
                  <a:pt x="1496" y="220"/>
                  <a:pt x="1492" y="219"/>
                  <a:pt x="1487" y="221"/>
                </a:cubicBezTo>
                <a:cubicBezTo>
                  <a:pt x="1486" y="221"/>
                  <a:pt x="1485" y="221"/>
                  <a:pt x="1484" y="221"/>
                </a:cubicBezTo>
                <a:cubicBezTo>
                  <a:pt x="1483" y="221"/>
                  <a:pt x="1482" y="222"/>
                  <a:pt x="1482" y="223"/>
                </a:cubicBezTo>
                <a:cubicBezTo>
                  <a:pt x="1482" y="224"/>
                  <a:pt x="1482" y="225"/>
                  <a:pt x="1482" y="227"/>
                </a:cubicBezTo>
                <a:cubicBezTo>
                  <a:pt x="1482" y="232"/>
                  <a:pt x="1482" y="236"/>
                  <a:pt x="1483" y="241"/>
                </a:cubicBezTo>
                <a:cubicBezTo>
                  <a:pt x="1483" y="243"/>
                  <a:pt x="1482" y="246"/>
                  <a:pt x="1481" y="247"/>
                </a:cubicBezTo>
                <a:cubicBezTo>
                  <a:pt x="1479" y="249"/>
                  <a:pt x="1478" y="252"/>
                  <a:pt x="1478" y="255"/>
                </a:cubicBezTo>
                <a:cubicBezTo>
                  <a:pt x="1478" y="257"/>
                  <a:pt x="1479" y="258"/>
                  <a:pt x="1480" y="259"/>
                </a:cubicBezTo>
                <a:cubicBezTo>
                  <a:pt x="1482" y="260"/>
                  <a:pt x="1483" y="262"/>
                  <a:pt x="1484" y="263"/>
                </a:cubicBezTo>
                <a:cubicBezTo>
                  <a:pt x="1484" y="266"/>
                  <a:pt x="1486" y="268"/>
                  <a:pt x="1484" y="271"/>
                </a:cubicBezTo>
                <a:cubicBezTo>
                  <a:pt x="1484" y="271"/>
                  <a:pt x="1484" y="272"/>
                  <a:pt x="1485" y="273"/>
                </a:cubicBezTo>
                <a:cubicBezTo>
                  <a:pt x="1486" y="275"/>
                  <a:pt x="1487" y="277"/>
                  <a:pt x="1488" y="279"/>
                </a:cubicBezTo>
                <a:cubicBezTo>
                  <a:pt x="1489" y="279"/>
                  <a:pt x="1490" y="279"/>
                  <a:pt x="1490" y="279"/>
                </a:cubicBezTo>
                <a:cubicBezTo>
                  <a:pt x="1491" y="278"/>
                  <a:pt x="1493" y="278"/>
                  <a:pt x="1494" y="279"/>
                </a:cubicBezTo>
                <a:cubicBezTo>
                  <a:pt x="1496" y="282"/>
                  <a:pt x="1498" y="285"/>
                  <a:pt x="1502" y="286"/>
                </a:cubicBezTo>
                <a:cubicBezTo>
                  <a:pt x="1502" y="286"/>
                  <a:pt x="1503" y="287"/>
                  <a:pt x="1503" y="287"/>
                </a:cubicBezTo>
                <a:cubicBezTo>
                  <a:pt x="1503" y="289"/>
                  <a:pt x="1503" y="290"/>
                  <a:pt x="1503" y="291"/>
                </a:cubicBezTo>
                <a:cubicBezTo>
                  <a:pt x="1503" y="292"/>
                  <a:pt x="1501" y="293"/>
                  <a:pt x="1501" y="292"/>
                </a:cubicBezTo>
                <a:cubicBezTo>
                  <a:pt x="1499" y="291"/>
                  <a:pt x="1497" y="290"/>
                  <a:pt x="1496" y="289"/>
                </a:cubicBezTo>
                <a:cubicBezTo>
                  <a:pt x="1494" y="288"/>
                  <a:pt x="1493" y="287"/>
                  <a:pt x="1492" y="287"/>
                </a:cubicBezTo>
                <a:cubicBezTo>
                  <a:pt x="1490" y="286"/>
                  <a:pt x="1488" y="285"/>
                  <a:pt x="1485" y="284"/>
                </a:cubicBezTo>
                <a:cubicBezTo>
                  <a:pt x="1483" y="284"/>
                  <a:pt x="1482" y="283"/>
                  <a:pt x="1480" y="282"/>
                </a:cubicBezTo>
                <a:cubicBezTo>
                  <a:pt x="1477" y="282"/>
                  <a:pt x="1476" y="280"/>
                  <a:pt x="1474" y="279"/>
                </a:cubicBezTo>
                <a:cubicBezTo>
                  <a:pt x="1470" y="277"/>
                  <a:pt x="1465" y="276"/>
                  <a:pt x="1461" y="277"/>
                </a:cubicBezTo>
                <a:cubicBezTo>
                  <a:pt x="1460" y="277"/>
                  <a:pt x="1460" y="277"/>
                  <a:pt x="1459" y="277"/>
                </a:cubicBezTo>
                <a:cubicBezTo>
                  <a:pt x="1454" y="277"/>
                  <a:pt x="1449" y="276"/>
                  <a:pt x="1445" y="273"/>
                </a:cubicBezTo>
                <a:cubicBezTo>
                  <a:pt x="1443" y="271"/>
                  <a:pt x="1441" y="270"/>
                  <a:pt x="1439" y="268"/>
                </a:cubicBezTo>
                <a:cubicBezTo>
                  <a:pt x="1438" y="268"/>
                  <a:pt x="1437" y="268"/>
                  <a:pt x="1437" y="269"/>
                </a:cubicBezTo>
                <a:cubicBezTo>
                  <a:pt x="1437" y="269"/>
                  <a:pt x="1436" y="270"/>
                  <a:pt x="1436" y="270"/>
                </a:cubicBezTo>
                <a:cubicBezTo>
                  <a:pt x="1435" y="272"/>
                  <a:pt x="1436" y="274"/>
                  <a:pt x="1438" y="276"/>
                </a:cubicBezTo>
                <a:cubicBezTo>
                  <a:pt x="1440" y="278"/>
                  <a:pt x="1444" y="278"/>
                  <a:pt x="1446" y="281"/>
                </a:cubicBezTo>
                <a:cubicBezTo>
                  <a:pt x="1446" y="281"/>
                  <a:pt x="1447" y="281"/>
                  <a:pt x="1447" y="281"/>
                </a:cubicBezTo>
                <a:cubicBezTo>
                  <a:pt x="1448" y="281"/>
                  <a:pt x="1449" y="282"/>
                  <a:pt x="1450" y="283"/>
                </a:cubicBezTo>
                <a:cubicBezTo>
                  <a:pt x="1452" y="285"/>
                  <a:pt x="1453" y="287"/>
                  <a:pt x="1455" y="289"/>
                </a:cubicBezTo>
                <a:cubicBezTo>
                  <a:pt x="1456" y="290"/>
                  <a:pt x="1456" y="291"/>
                  <a:pt x="1455" y="292"/>
                </a:cubicBezTo>
                <a:cubicBezTo>
                  <a:pt x="1453" y="294"/>
                  <a:pt x="1451" y="295"/>
                  <a:pt x="1450" y="297"/>
                </a:cubicBezTo>
                <a:cubicBezTo>
                  <a:pt x="1450" y="298"/>
                  <a:pt x="1450" y="298"/>
                  <a:pt x="1450" y="298"/>
                </a:cubicBezTo>
                <a:cubicBezTo>
                  <a:pt x="1449" y="297"/>
                  <a:pt x="1449" y="297"/>
                  <a:pt x="1448" y="297"/>
                </a:cubicBezTo>
                <a:cubicBezTo>
                  <a:pt x="1448" y="296"/>
                  <a:pt x="1448" y="294"/>
                  <a:pt x="1447" y="293"/>
                </a:cubicBezTo>
                <a:cubicBezTo>
                  <a:pt x="1447" y="292"/>
                  <a:pt x="1445" y="291"/>
                  <a:pt x="1444" y="292"/>
                </a:cubicBezTo>
                <a:cubicBezTo>
                  <a:pt x="1442" y="293"/>
                  <a:pt x="1440" y="294"/>
                  <a:pt x="1437" y="294"/>
                </a:cubicBezTo>
                <a:cubicBezTo>
                  <a:pt x="1437" y="294"/>
                  <a:pt x="1437" y="294"/>
                  <a:pt x="1437" y="294"/>
                </a:cubicBezTo>
                <a:cubicBezTo>
                  <a:pt x="1436" y="297"/>
                  <a:pt x="1434" y="297"/>
                  <a:pt x="1432" y="297"/>
                </a:cubicBezTo>
                <a:cubicBezTo>
                  <a:pt x="1430" y="297"/>
                  <a:pt x="1428" y="298"/>
                  <a:pt x="1426" y="299"/>
                </a:cubicBezTo>
                <a:cubicBezTo>
                  <a:pt x="1425" y="301"/>
                  <a:pt x="1422" y="301"/>
                  <a:pt x="1421" y="303"/>
                </a:cubicBezTo>
                <a:cubicBezTo>
                  <a:pt x="1420" y="303"/>
                  <a:pt x="1419" y="303"/>
                  <a:pt x="1418" y="303"/>
                </a:cubicBezTo>
                <a:cubicBezTo>
                  <a:pt x="1418" y="302"/>
                  <a:pt x="1418" y="302"/>
                  <a:pt x="1418" y="301"/>
                </a:cubicBezTo>
                <a:cubicBezTo>
                  <a:pt x="1418" y="299"/>
                  <a:pt x="1418" y="297"/>
                  <a:pt x="1416" y="295"/>
                </a:cubicBezTo>
                <a:cubicBezTo>
                  <a:pt x="1414" y="295"/>
                  <a:pt x="1413" y="295"/>
                  <a:pt x="1412" y="298"/>
                </a:cubicBezTo>
                <a:cubicBezTo>
                  <a:pt x="1412" y="298"/>
                  <a:pt x="1411" y="299"/>
                  <a:pt x="1411" y="299"/>
                </a:cubicBezTo>
                <a:cubicBezTo>
                  <a:pt x="1409" y="299"/>
                  <a:pt x="1409" y="300"/>
                  <a:pt x="1407" y="301"/>
                </a:cubicBezTo>
                <a:cubicBezTo>
                  <a:pt x="1406" y="302"/>
                  <a:pt x="1405" y="302"/>
                  <a:pt x="1403" y="302"/>
                </a:cubicBezTo>
                <a:cubicBezTo>
                  <a:pt x="1401" y="303"/>
                  <a:pt x="1400" y="304"/>
                  <a:pt x="1398" y="305"/>
                </a:cubicBezTo>
                <a:cubicBezTo>
                  <a:pt x="1395" y="309"/>
                  <a:pt x="1392" y="313"/>
                  <a:pt x="1388" y="316"/>
                </a:cubicBezTo>
                <a:cubicBezTo>
                  <a:pt x="1387" y="316"/>
                  <a:pt x="1386" y="317"/>
                  <a:pt x="1386" y="318"/>
                </a:cubicBezTo>
                <a:cubicBezTo>
                  <a:pt x="1386" y="320"/>
                  <a:pt x="1385" y="321"/>
                  <a:pt x="1385" y="323"/>
                </a:cubicBezTo>
                <a:cubicBezTo>
                  <a:pt x="1385" y="323"/>
                  <a:pt x="1385" y="324"/>
                  <a:pt x="1384" y="324"/>
                </a:cubicBezTo>
                <a:cubicBezTo>
                  <a:pt x="1382" y="327"/>
                  <a:pt x="1377" y="327"/>
                  <a:pt x="1375" y="325"/>
                </a:cubicBezTo>
                <a:cubicBezTo>
                  <a:pt x="1374" y="324"/>
                  <a:pt x="1373" y="322"/>
                  <a:pt x="1372" y="321"/>
                </a:cubicBezTo>
                <a:cubicBezTo>
                  <a:pt x="1371" y="320"/>
                  <a:pt x="1371" y="318"/>
                  <a:pt x="1372" y="317"/>
                </a:cubicBezTo>
                <a:cubicBezTo>
                  <a:pt x="1373" y="316"/>
                  <a:pt x="1375" y="315"/>
                  <a:pt x="1376" y="314"/>
                </a:cubicBezTo>
                <a:cubicBezTo>
                  <a:pt x="1377" y="314"/>
                  <a:pt x="1377" y="312"/>
                  <a:pt x="1377" y="311"/>
                </a:cubicBezTo>
                <a:cubicBezTo>
                  <a:pt x="1375" y="310"/>
                  <a:pt x="1374" y="309"/>
                  <a:pt x="1373" y="307"/>
                </a:cubicBezTo>
                <a:cubicBezTo>
                  <a:pt x="1371" y="305"/>
                  <a:pt x="1369" y="304"/>
                  <a:pt x="1366" y="304"/>
                </a:cubicBezTo>
                <a:cubicBezTo>
                  <a:pt x="1363" y="305"/>
                  <a:pt x="1361" y="305"/>
                  <a:pt x="1359" y="304"/>
                </a:cubicBezTo>
                <a:cubicBezTo>
                  <a:pt x="1358" y="304"/>
                  <a:pt x="1358" y="304"/>
                  <a:pt x="1358" y="304"/>
                </a:cubicBezTo>
                <a:cubicBezTo>
                  <a:pt x="1358" y="305"/>
                  <a:pt x="1358" y="305"/>
                  <a:pt x="1358" y="306"/>
                </a:cubicBezTo>
                <a:cubicBezTo>
                  <a:pt x="1362" y="309"/>
                  <a:pt x="1363" y="313"/>
                  <a:pt x="1363" y="318"/>
                </a:cubicBezTo>
                <a:cubicBezTo>
                  <a:pt x="1363" y="319"/>
                  <a:pt x="1363" y="321"/>
                  <a:pt x="1363" y="322"/>
                </a:cubicBezTo>
                <a:cubicBezTo>
                  <a:pt x="1363" y="323"/>
                  <a:pt x="1363" y="324"/>
                  <a:pt x="1364" y="325"/>
                </a:cubicBezTo>
                <a:cubicBezTo>
                  <a:pt x="1366" y="326"/>
                  <a:pt x="1367" y="327"/>
                  <a:pt x="1367" y="330"/>
                </a:cubicBezTo>
                <a:cubicBezTo>
                  <a:pt x="1367" y="331"/>
                  <a:pt x="1367" y="332"/>
                  <a:pt x="1367" y="333"/>
                </a:cubicBezTo>
                <a:cubicBezTo>
                  <a:pt x="1367" y="334"/>
                  <a:pt x="1365" y="335"/>
                  <a:pt x="1364" y="335"/>
                </a:cubicBezTo>
                <a:cubicBezTo>
                  <a:pt x="1363" y="335"/>
                  <a:pt x="1361" y="334"/>
                  <a:pt x="1359" y="334"/>
                </a:cubicBezTo>
                <a:cubicBezTo>
                  <a:pt x="1357" y="333"/>
                  <a:pt x="1355" y="334"/>
                  <a:pt x="1353" y="336"/>
                </a:cubicBezTo>
                <a:cubicBezTo>
                  <a:pt x="1352" y="337"/>
                  <a:pt x="1351" y="338"/>
                  <a:pt x="1350" y="339"/>
                </a:cubicBezTo>
                <a:cubicBezTo>
                  <a:pt x="1348" y="340"/>
                  <a:pt x="1347" y="342"/>
                  <a:pt x="1346" y="343"/>
                </a:cubicBezTo>
                <a:cubicBezTo>
                  <a:pt x="1343" y="347"/>
                  <a:pt x="1342" y="348"/>
                  <a:pt x="1346" y="353"/>
                </a:cubicBezTo>
                <a:cubicBezTo>
                  <a:pt x="1347" y="354"/>
                  <a:pt x="1347" y="354"/>
                  <a:pt x="1347" y="355"/>
                </a:cubicBezTo>
                <a:cubicBezTo>
                  <a:pt x="1348" y="356"/>
                  <a:pt x="1347" y="357"/>
                  <a:pt x="1347" y="358"/>
                </a:cubicBezTo>
                <a:cubicBezTo>
                  <a:pt x="1346" y="359"/>
                  <a:pt x="1344" y="360"/>
                  <a:pt x="1344" y="359"/>
                </a:cubicBezTo>
                <a:cubicBezTo>
                  <a:pt x="1339" y="357"/>
                  <a:pt x="1335" y="356"/>
                  <a:pt x="1331" y="353"/>
                </a:cubicBezTo>
                <a:cubicBezTo>
                  <a:pt x="1330" y="353"/>
                  <a:pt x="1329" y="353"/>
                  <a:pt x="1329" y="352"/>
                </a:cubicBezTo>
                <a:cubicBezTo>
                  <a:pt x="1328" y="352"/>
                  <a:pt x="1327" y="353"/>
                  <a:pt x="1326" y="353"/>
                </a:cubicBezTo>
                <a:cubicBezTo>
                  <a:pt x="1326" y="354"/>
                  <a:pt x="1326" y="356"/>
                  <a:pt x="1325" y="357"/>
                </a:cubicBezTo>
                <a:cubicBezTo>
                  <a:pt x="1325" y="358"/>
                  <a:pt x="1325" y="359"/>
                  <a:pt x="1326" y="360"/>
                </a:cubicBezTo>
                <a:cubicBezTo>
                  <a:pt x="1328" y="362"/>
                  <a:pt x="1329" y="364"/>
                  <a:pt x="1332" y="364"/>
                </a:cubicBezTo>
                <a:cubicBezTo>
                  <a:pt x="1333" y="364"/>
                  <a:pt x="1333" y="364"/>
                  <a:pt x="1334" y="364"/>
                </a:cubicBezTo>
                <a:cubicBezTo>
                  <a:pt x="1335" y="365"/>
                  <a:pt x="1335" y="366"/>
                  <a:pt x="1335" y="366"/>
                </a:cubicBezTo>
                <a:cubicBezTo>
                  <a:pt x="1335" y="368"/>
                  <a:pt x="1333" y="369"/>
                  <a:pt x="1332" y="369"/>
                </a:cubicBezTo>
                <a:cubicBezTo>
                  <a:pt x="1329" y="369"/>
                  <a:pt x="1326" y="368"/>
                  <a:pt x="1324" y="366"/>
                </a:cubicBezTo>
                <a:cubicBezTo>
                  <a:pt x="1323" y="364"/>
                  <a:pt x="1321" y="364"/>
                  <a:pt x="1320" y="363"/>
                </a:cubicBezTo>
                <a:cubicBezTo>
                  <a:pt x="1319" y="363"/>
                  <a:pt x="1318" y="362"/>
                  <a:pt x="1317" y="361"/>
                </a:cubicBezTo>
                <a:cubicBezTo>
                  <a:pt x="1317" y="359"/>
                  <a:pt x="1316" y="356"/>
                  <a:pt x="1314" y="354"/>
                </a:cubicBezTo>
                <a:cubicBezTo>
                  <a:pt x="1313" y="352"/>
                  <a:pt x="1314" y="351"/>
                  <a:pt x="1314" y="349"/>
                </a:cubicBezTo>
                <a:cubicBezTo>
                  <a:pt x="1314" y="345"/>
                  <a:pt x="1313" y="342"/>
                  <a:pt x="1309" y="341"/>
                </a:cubicBezTo>
                <a:cubicBezTo>
                  <a:pt x="1307" y="340"/>
                  <a:pt x="1306" y="339"/>
                  <a:pt x="1305" y="338"/>
                </a:cubicBezTo>
                <a:cubicBezTo>
                  <a:pt x="1303" y="337"/>
                  <a:pt x="1301" y="336"/>
                  <a:pt x="1301" y="334"/>
                </a:cubicBezTo>
                <a:cubicBezTo>
                  <a:pt x="1300" y="334"/>
                  <a:pt x="1300" y="334"/>
                  <a:pt x="1300" y="334"/>
                </a:cubicBezTo>
                <a:cubicBezTo>
                  <a:pt x="1300" y="334"/>
                  <a:pt x="1300" y="334"/>
                  <a:pt x="1300" y="333"/>
                </a:cubicBezTo>
                <a:cubicBezTo>
                  <a:pt x="1300" y="333"/>
                  <a:pt x="1299" y="333"/>
                  <a:pt x="1299" y="332"/>
                </a:cubicBezTo>
                <a:cubicBezTo>
                  <a:pt x="1299" y="332"/>
                  <a:pt x="1299" y="332"/>
                  <a:pt x="1298" y="332"/>
                </a:cubicBezTo>
                <a:cubicBezTo>
                  <a:pt x="1298" y="332"/>
                  <a:pt x="1298" y="332"/>
                  <a:pt x="1298" y="332"/>
                </a:cubicBezTo>
                <a:cubicBezTo>
                  <a:pt x="1299" y="332"/>
                  <a:pt x="1299" y="332"/>
                  <a:pt x="1299" y="332"/>
                </a:cubicBezTo>
                <a:cubicBezTo>
                  <a:pt x="1299" y="332"/>
                  <a:pt x="1299" y="332"/>
                  <a:pt x="1299" y="332"/>
                </a:cubicBezTo>
                <a:cubicBezTo>
                  <a:pt x="1300" y="333"/>
                  <a:pt x="1300" y="333"/>
                  <a:pt x="1300" y="333"/>
                </a:cubicBezTo>
                <a:cubicBezTo>
                  <a:pt x="1300" y="334"/>
                  <a:pt x="1300" y="334"/>
                  <a:pt x="1300" y="334"/>
                </a:cubicBezTo>
                <a:cubicBezTo>
                  <a:pt x="1300" y="334"/>
                  <a:pt x="1301" y="334"/>
                  <a:pt x="1301" y="334"/>
                </a:cubicBezTo>
                <a:cubicBezTo>
                  <a:pt x="1303" y="334"/>
                  <a:pt x="1305" y="335"/>
                  <a:pt x="1308" y="336"/>
                </a:cubicBezTo>
                <a:cubicBezTo>
                  <a:pt x="1314" y="338"/>
                  <a:pt x="1320" y="340"/>
                  <a:pt x="1327" y="341"/>
                </a:cubicBezTo>
                <a:cubicBezTo>
                  <a:pt x="1332" y="342"/>
                  <a:pt x="1337" y="341"/>
                  <a:pt x="1342" y="339"/>
                </a:cubicBezTo>
                <a:cubicBezTo>
                  <a:pt x="1342" y="339"/>
                  <a:pt x="1343" y="338"/>
                  <a:pt x="1344" y="338"/>
                </a:cubicBezTo>
                <a:cubicBezTo>
                  <a:pt x="1347" y="335"/>
                  <a:pt x="1349" y="331"/>
                  <a:pt x="1349" y="327"/>
                </a:cubicBezTo>
                <a:cubicBezTo>
                  <a:pt x="1349" y="326"/>
                  <a:pt x="1349" y="324"/>
                  <a:pt x="1349" y="324"/>
                </a:cubicBezTo>
                <a:cubicBezTo>
                  <a:pt x="1347" y="321"/>
                  <a:pt x="1345" y="318"/>
                  <a:pt x="1342" y="317"/>
                </a:cubicBezTo>
                <a:cubicBezTo>
                  <a:pt x="1341" y="316"/>
                  <a:pt x="1340" y="315"/>
                  <a:pt x="1339" y="314"/>
                </a:cubicBezTo>
                <a:cubicBezTo>
                  <a:pt x="1338" y="313"/>
                  <a:pt x="1336" y="312"/>
                  <a:pt x="1334" y="312"/>
                </a:cubicBezTo>
                <a:cubicBezTo>
                  <a:pt x="1332" y="311"/>
                  <a:pt x="1329" y="310"/>
                  <a:pt x="1327" y="308"/>
                </a:cubicBezTo>
                <a:cubicBezTo>
                  <a:pt x="1324" y="306"/>
                  <a:pt x="1322" y="305"/>
                  <a:pt x="1319" y="303"/>
                </a:cubicBezTo>
                <a:cubicBezTo>
                  <a:pt x="1312" y="299"/>
                  <a:pt x="1310" y="298"/>
                  <a:pt x="1302" y="298"/>
                </a:cubicBezTo>
                <a:cubicBezTo>
                  <a:pt x="1301" y="298"/>
                  <a:pt x="1300" y="299"/>
                  <a:pt x="1299" y="299"/>
                </a:cubicBezTo>
                <a:cubicBezTo>
                  <a:pt x="1297" y="299"/>
                  <a:pt x="1296" y="299"/>
                  <a:pt x="1294" y="298"/>
                </a:cubicBezTo>
                <a:cubicBezTo>
                  <a:pt x="1293" y="298"/>
                  <a:pt x="1294" y="297"/>
                  <a:pt x="1294" y="296"/>
                </a:cubicBezTo>
                <a:cubicBezTo>
                  <a:pt x="1294" y="295"/>
                  <a:pt x="1294" y="294"/>
                  <a:pt x="1293" y="294"/>
                </a:cubicBezTo>
                <a:cubicBezTo>
                  <a:pt x="1292" y="293"/>
                  <a:pt x="1291" y="293"/>
                  <a:pt x="1290" y="292"/>
                </a:cubicBezTo>
                <a:cubicBezTo>
                  <a:pt x="1289" y="292"/>
                  <a:pt x="1288" y="292"/>
                  <a:pt x="1287" y="293"/>
                </a:cubicBezTo>
                <a:cubicBezTo>
                  <a:pt x="1286" y="294"/>
                  <a:pt x="1284" y="295"/>
                  <a:pt x="1282" y="294"/>
                </a:cubicBezTo>
                <a:cubicBezTo>
                  <a:pt x="1281" y="293"/>
                  <a:pt x="1279" y="294"/>
                  <a:pt x="1277" y="294"/>
                </a:cubicBezTo>
                <a:cubicBezTo>
                  <a:pt x="1277" y="294"/>
                  <a:pt x="1276" y="294"/>
                  <a:pt x="1275" y="293"/>
                </a:cubicBezTo>
                <a:cubicBezTo>
                  <a:pt x="1275" y="293"/>
                  <a:pt x="1274" y="292"/>
                  <a:pt x="1274" y="292"/>
                </a:cubicBezTo>
                <a:cubicBezTo>
                  <a:pt x="1274" y="291"/>
                  <a:pt x="1275" y="291"/>
                  <a:pt x="1275" y="291"/>
                </a:cubicBezTo>
                <a:cubicBezTo>
                  <a:pt x="1277" y="291"/>
                  <a:pt x="1278" y="290"/>
                  <a:pt x="1279" y="289"/>
                </a:cubicBezTo>
                <a:cubicBezTo>
                  <a:pt x="1280" y="288"/>
                  <a:pt x="1282" y="287"/>
                  <a:pt x="1283" y="286"/>
                </a:cubicBezTo>
                <a:cubicBezTo>
                  <a:pt x="1283" y="286"/>
                  <a:pt x="1283" y="285"/>
                  <a:pt x="1282" y="284"/>
                </a:cubicBezTo>
                <a:cubicBezTo>
                  <a:pt x="1279" y="282"/>
                  <a:pt x="1274" y="281"/>
                  <a:pt x="1270" y="279"/>
                </a:cubicBezTo>
                <a:cubicBezTo>
                  <a:pt x="1270" y="279"/>
                  <a:pt x="1269" y="280"/>
                  <a:pt x="1268" y="280"/>
                </a:cubicBezTo>
                <a:cubicBezTo>
                  <a:pt x="1267" y="281"/>
                  <a:pt x="1267" y="281"/>
                  <a:pt x="1267" y="282"/>
                </a:cubicBezTo>
                <a:cubicBezTo>
                  <a:pt x="1266" y="282"/>
                  <a:pt x="1266" y="283"/>
                  <a:pt x="1266" y="282"/>
                </a:cubicBezTo>
                <a:cubicBezTo>
                  <a:pt x="1266" y="282"/>
                  <a:pt x="1265" y="282"/>
                  <a:pt x="1265" y="282"/>
                </a:cubicBezTo>
                <a:cubicBezTo>
                  <a:pt x="1265" y="281"/>
                  <a:pt x="1266" y="280"/>
                  <a:pt x="1265" y="279"/>
                </a:cubicBezTo>
                <a:cubicBezTo>
                  <a:pt x="1265" y="277"/>
                  <a:pt x="1264" y="276"/>
                  <a:pt x="1263" y="276"/>
                </a:cubicBezTo>
                <a:cubicBezTo>
                  <a:pt x="1262" y="275"/>
                  <a:pt x="1261" y="276"/>
                  <a:pt x="1260" y="277"/>
                </a:cubicBezTo>
                <a:cubicBezTo>
                  <a:pt x="1259" y="277"/>
                  <a:pt x="1258" y="278"/>
                  <a:pt x="1258" y="280"/>
                </a:cubicBezTo>
                <a:cubicBezTo>
                  <a:pt x="1258" y="280"/>
                  <a:pt x="1258" y="281"/>
                  <a:pt x="1257" y="282"/>
                </a:cubicBezTo>
                <a:cubicBezTo>
                  <a:pt x="1257" y="282"/>
                  <a:pt x="1257" y="283"/>
                  <a:pt x="1256" y="283"/>
                </a:cubicBezTo>
                <a:cubicBezTo>
                  <a:pt x="1256" y="283"/>
                  <a:pt x="1256" y="283"/>
                  <a:pt x="1256" y="282"/>
                </a:cubicBezTo>
                <a:cubicBezTo>
                  <a:pt x="1255" y="281"/>
                  <a:pt x="1255" y="280"/>
                  <a:pt x="1253" y="280"/>
                </a:cubicBezTo>
                <a:cubicBezTo>
                  <a:pt x="1252" y="280"/>
                  <a:pt x="1252" y="279"/>
                  <a:pt x="1252" y="278"/>
                </a:cubicBezTo>
                <a:cubicBezTo>
                  <a:pt x="1251" y="276"/>
                  <a:pt x="1249" y="275"/>
                  <a:pt x="1248" y="276"/>
                </a:cubicBezTo>
                <a:cubicBezTo>
                  <a:pt x="1247" y="279"/>
                  <a:pt x="1244" y="279"/>
                  <a:pt x="1242" y="281"/>
                </a:cubicBezTo>
                <a:cubicBezTo>
                  <a:pt x="1240" y="281"/>
                  <a:pt x="1239" y="283"/>
                  <a:pt x="1236" y="284"/>
                </a:cubicBezTo>
                <a:cubicBezTo>
                  <a:pt x="1236" y="284"/>
                  <a:pt x="1236" y="284"/>
                  <a:pt x="1236" y="284"/>
                </a:cubicBezTo>
                <a:cubicBezTo>
                  <a:pt x="1236" y="284"/>
                  <a:pt x="1236" y="284"/>
                  <a:pt x="1236" y="284"/>
                </a:cubicBezTo>
                <a:cubicBezTo>
                  <a:pt x="1235" y="285"/>
                  <a:pt x="1235" y="285"/>
                  <a:pt x="1235" y="285"/>
                </a:cubicBezTo>
                <a:cubicBezTo>
                  <a:pt x="1236" y="284"/>
                  <a:pt x="1236" y="284"/>
                  <a:pt x="1236" y="284"/>
                </a:cubicBezTo>
                <a:cubicBezTo>
                  <a:pt x="1236" y="284"/>
                  <a:pt x="1236" y="284"/>
                  <a:pt x="1236" y="284"/>
                </a:cubicBezTo>
                <a:cubicBezTo>
                  <a:pt x="1236" y="284"/>
                  <a:pt x="1236" y="283"/>
                  <a:pt x="1235" y="283"/>
                </a:cubicBezTo>
                <a:cubicBezTo>
                  <a:pt x="1235" y="283"/>
                  <a:pt x="1235" y="283"/>
                  <a:pt x="1235" y="283"/>
                </a:cubicBezTo>
                <a:cubicBezTo>
                  <a:pt x="1231" y="283"/>
                  <a:pt x="1231" y="283"/>
                  <a:pt x="1232" y="286"/>
                </a:cubicBezTo>
                <a:cubicBezTo>
                  <a:pt x="1232" y="287"/>
                  <a:pt x="1232" y="287"/>
                  <a:pt x="1232" y="288"/>
                </a:cubicBezTo>
                <a:cubicBezTo>
                  <a:pt x="1232" y="288"/>
                  <a:pt x="1232" y="288"/>
                  <a:pt x="1232" y="288"/>
                </a:cubicBezTo>
                <a:cubicBezTo>
                  <a:pt x="1232" y="288"/>
                  <a:pt x="1232" y="288"/>
                  <a:pt x="1232" y="288"/>
                </a:cubicBezTo>
                <a:cubicBezTo>
                  <a:pt x="1232" y="288"/>
                  <a:pt x="1232" y="288"/>
                  <a:pt x="1232" y="288"/>
                </a:cubicBezTo>
                <a:cubicBezTo>
                  <a:pt x="1232" y="288"/>
                  <a:pt x="1232" y="288"/>
                  <a:pt x="1232" y="288"/>
                </a:cubicBezTo>
                <a:cubicBezTo>
                  <a:pt x="1228" y="288"/>
                  <a:pt x="1225" y="290"/>
                  <a:pt x="1222" y="291"/>
                </a:cubicBezTo>
                <a:cubicBezTo>
                  <a:pt x="1222" y="291"/>
                  <a:pt x="1222" y="292"/>
                  <a:pt x="1222" y="293"/>
                </a:cubicBezTo>
                <a:cubicBezTo>
                  <a:pt x="1222" y="293"/>
                  <a:pt x="1223" y="294"/>
                  <a:pt x="1223" y="295"/>
                </a:cubicBezTo>
                <a:cubicBezTo>
                  <a:pt x="1222" y="296"/>
                  <a:pt x="1221" y="295"/>
                  <a:pt x="1220" y="296"/>
                </a:cubicBezTo>
                <a:cubicBezTo>
                  <a:pt x="1219" y="296"/>
                  <a:pt x="1218" y="297"/>
                  <a:pt x="1216" y="297"/>
                </a:cubicBezTo>
                <a:cubicBezTo>
                  <a:pt x="1216" y="297"/>
                  <a:pt x="1216" y="297"/>
                  <a:pt x="1216" y="297"/>
                </a:cubicBezTo>
                <a:cubicBezTo>
                  <a:pt x="1216" y="297"/>
                  <a:pt x="1216" y="297"/>
                  <a:pt x="1216" y="297"/>
                </a:cubicBezTo>
                <a:cubicBezTo>
                  <a:pt x="1216" y="297"/>
                  <a:pt x="1216" y="297"/>
                  <a:pt x="1216" y="297"/>
                </a:cubicBezTo>
                <a:cubicBezTo>
                  <a:pt x="1216" y="297"/>
                  <a:pt x="1216" y="297"/>
                  <a:pt x="1215" y="297"/>
                </a:cubicBezTo>
                <a:cubicBezTo>
                  <a:pt x="1216" y="297"/>
                  <a:pt x="1216" y="297"/>
                  <a:pt x="1216" y="297"/>
                </a:cubicBezTo>
                <a:cubicBezTo>
                  <a:pt x="1216" y="296"/>
                  <a:pt x="1216" y="295"/>
                  <a:pt x="1216" y="294"/>
                </a:cubicBezTo>
                <a:cubicBezTo>
                  <a:pt x="1216" y="293"/>
                  <a:pt x="1215" y="293"/>
                  <a:pt x="1214" y="293"/>
                </a:cubicBezTo>
                <a:cubicBezTo>
                  <a:pt x="1214" y="293"/>
                  <a:pt x="1213" y="294"/>
                  <a:pt x="1213" y="294"/>
                </a:cubicBezTo>
                <a:cubicBezTo>
                  <a:pt x="1214" y="295"/>
                  <a:pt x="1214" y="296"/>
                  <a:pt x="1215" y="297"/>
                </a:cubicBezTo>
                <a:cubicBezTo>
                  <a:pt x="1214" y="297"/>
                  <a:pt x="1214" y="297"/>
                  <a:pt x="1214" y="297"/>
                </a:cubicBezTo>
                <a:cubicBezTo>
                  <a:pt x="1215" y="297"/>
                  <a:pt x="1215" y="297"/>
                  <a:pt x="1215" y="297"/>
                </a:cubicBezTo>
                <a:cubicBezTo>
                  <a:pt x="1212" y="297"/>
                  <a:pt x="1210" y="298"/>
                  <a:pt x="1209" y="300"/>
                </a:cubicBezTo>
                <a:cubicBezTo>
                  <a:pt x="1209" y="300"/>
                  <a:pt x="1209" y="300"/>
                  <a:pt x="1209" y="300"/>
                </a:cubicBezTo>
                <a:cubicBezTo>
                  <a:pt x="1209" y="300"/>
                  <a:pt x="1210" y="301"/>
                  <a:pt x="1209" y="300"/>
                </a:cubicBezTo>
                <a:cubicBezTo>
                  <a:pt x="1209" y="300"/>
                  <a:pt x="1209" y="300"/>
                  <a:pt x="1209" y="300"/>
                </a:cubicBezTo>
                <a:cubicBezTo>
                  <a:pt x="1209" y="300"/>
                  <a:pt x="1208" y="300"/>
                  <a:pt x="1207" y="300"/>
                </a:cubicBezTo>
                <a:cubicBezTo>
                  <a:pt x="1205" y="300"/>
                  <a:pt x="1204" y="301"/>
                  <a:pt x="1204" y="303"/>
                </a:cubicBezTo>
                <a:cubicBezTo>
                  <a:pt x="1203" y="304"/>
                  <a:pt x="1203" y="306"/>
                  <a:pt x="1205" y="307"/>
                </a:cubicBezTo>
                <a:cubicBezTo>
                  <a:pt x="1205" y="308"/>
                  <a:pt x="1206" y="308"/>
                  <a:pt x="1206" y="308"/>
                </a:cubicBezTo>
                <a:cubicBezTo>
                  <a:pt x="1207" y="309"/>
                  <a:pt x="1206" y="310"/>
                  <a:pt x="1205" y="310"/>
                </a:cubicBezTo>
                <a:cubicBezTo>
                  <a:pt x="1205" y="311"/>
                  <a:pt x="1204" y="312"/>
                  <a:pt x="1202" y="311"/>
                </a:cubicBezTo>
                <a:cubicBezTo>
                  <a:pt x="1201" y="311"/>
                  <a:pt x="1200" y="311"/>
                  <a:pt x="1198" y="311"/>
                </a:cubicBezTo>
                <a:cubicBezTo>
                  <a:pt x="1197" y="311"/>
                  <a:pt x="1196" y="310"/>
                  <a:pt x="1197" y="310"/>
                </a:cubicBezTo>
                <a:cubicBezTo>
                  <a:pt x="1197" y="308"/>
                  <a:pt x="1198" y="307"/>
                  <a:pt x="1198" y="305"/>
                </a:cubicBezTo>
                <a:cubicBezTo>
                  <a:pt x="1198" y="305"/>
                  <a:pt x="1198" y="305"/>
                  <a:pt x="1198" y="305"/>
                </a:cubicBezTo>
                <a:cubicBezTo>
                  <a:pt x="1198" y="305"/>
                  <a:pt x="1197" y="305"/>
                  <a:pt x="1197" y="305"/>
                </a:cubicBezTo>
                <a:cubicBezTo>
                  <a:pt x="1195" y="307"/>
                  <a:pt x="1193" y="309"/>
                  <a:pt x="1191" y="311"/>
                </a:cubicBezTo>
                <a:cubicBezTo>
                  <a:pt x="1190" y="312"/>
                  <a:pt x="1191" y="313"/>
                  <a:pt x="1192" y="313"/>
                </a:cubicBezTo>
                <a:cubicBezTo>
                  <a:pt x="1192" y="315"/>
                  <a:pt x="1192" y="316"/>
                  <a:pt x="1191" y="316"/>
                </a:cubicBezTo>
                <a:cubicBezTo>
                  <a:pt x="1191" y="317"/>
                  <a:pt x="1191" y="317"/>
                  <a:pt x="1190" y="318"/>
                </a:cubicBezTo>
                <a:cubicBezTo>
                  <a:pt x="1191" y="318"/>
                  <a:pt x="1192" y="318"/>
                  <a:pt x="1193" y="318"/>
                </a:cubicBezTo>
                <a:cubicBezTo>
                  <a:pt x="1195" y="317"/>
                  <a:pt x="1197" y="317"/>
                  <a:pt x="1199" y="316"/>
                </a:cubicBezTo>
                <a:cubicBezTo>
                  <a:pt x="1200" y="316"/>
                  <a:pt x="1202" y="316"/>
                  <a:pt x="1203" y="317"/>
                </a:cubicBezTo>
                <a:cubicBezTo>
                  <a:pt x="1203" y="317"/>
                  <a:pt x="1203" y="317"/>
                  <a:pt x="1203" y="317"/>
                </a:cubicBezTo>
                <a:cubicBezTo>
                  <a:pt x="1203" y="317"/>
                  <a:pt x="1203" y="317"/>
                  <a:pt x="1203" y="318"/>
                </a:cubicBezTo>
                <a:cubicBezTo>
                  <a:pt x="1202" y="318"/>
                  <a:pt x="1201" y="319"/>
                  <a:pt x="1200" y="319"/>
                </a:cubicBezTo>
                <a:cubicBezTo>
                  <a:pt x="1199" y="319"/>
                  <a:pt x="1199" y="319"/>
                  <a:pt x="1198" y="320"/>
                </a:cubicBezTo>
                <a:cubicBezTo>
                  <a:pt x="1196" y="320"/>
                  <a:pt x="1196" y="321"/>
                  <a:pt x="1197" y="322"/>
                </a:cubicBezTo>
                <a:cubicBezTo>
                  <a:pt x="1196" y="323"/>
                  <a:pt x="1195" y="323"/>
                  <a:pt x="1194" y="324"/>
                </a:cubicBezTo>
                <a:cubicBezTo>
                  <a:pt x="1194" y="325"/>
                  <a:pt x="1194" y="326"/>
                  <a:pt x="1194" y="327"/>
                </a:cubicBezTo>
                <a:cubicBezTo>
                  <a:pt x="1194" y="328"/>
                  <a:pt x="1194" y="328"/>
                  <a:pt x="1193" y="329"/>
                </a:cubicBezTo>
                <a:cubicBezTo>
                  <a:pt x="1193" y="330"/>
                  <a:pt x="1192" y="330"/>
                  <a:pt x="1192" y="331"/>
                </a:cubicBezTo>
                <a:cubicBezTo>
                  <a:pt x="1192" y="333"/>
                  <a:pt x="1191" y="334"/>
                  <a:pt x="1190" y="334"/>
                </a:cubicBezTo>
                <a:cubicBezTo>
                  <a:pt x="1189" y="335"/>
                  <a:pt x="1187" y="336"/>
                  <a:pt x="1187" y="338"/>
                </a:cubicBezTo>
                <a:cubicBezTo>
                  <a:pt x="1187" y="340"/>
                  <a:pt x="1185" y="341"/>
                  <a:pt x="1185" y="343"/>
                </a:cubicBezTo>
                <a:cubicBezTo>
                  <a:pt x="1185" y="345"/>
                  <a:pt x="1185" y="346"/>
                  <a:pt x="1183" y="346"/>
                </a:cubicBezTo>
                <a:cubicBezTo>
                  <a:pt x="1182" y="347"/>
                  <a:pt x="1182" y="348"/>
                  <a:pt x="1182" y="348"/>
                </a:cubicBezTo>
                <a:cubicBezTo>
                  <a:pt x="1183" y="350"/>
                  <a:pt x="1183" y="352"/>
                  <a:pt x="1182" y="354"/>
                </a:cubicBezTo>
                <a:cubicBezTo>
                  <a:pt x="1181" y="355"/>
                  <a:pt x="1181" y="357"/>
                  <a:pt x="1181" y="359"/>
                </a:cubicBezTo>
                <a:cubicBezTo>
                  <a:pt x="1181" y="360"/>
                  <a:pt x="1180" y="361"/>
                  <a:pt x="1179" y="361"/>
                </a:cubicBezTo>
                <a:cubicBezTo>
                  <a:pt x="1178" y="361"/>
                  <a:pt x="1177" y="362"/>
                  <a:pt x="1176" y="362"/>
                </a:cubicBezTo>
                <a:cubicBezTo>
                  <a:pt x="1176" y="362"/>
                  <a:pt x="1175" y="363"/>
                  <a:pt x="1175" y="363"/>
                </a:cubicBezTo>
                <a:cubicBezTo>
                  <a:pt x="1175" y="365"/>
                  <a:pt x="1175" y="366"/>
                  <a:pt x="1174" y="367"/>
                </a:cubicBezTo>
                <a:cubicBezTo>
                  <a:pt x="1171" y="369"/>
                  <a:pt x="1169" y="372"/>
                  <a:pt x="1168" y="375"/>
                </a:cubicBezTo>
                <a:cubicBezTo>
                  <a:pt x="1167" y="376"/>
                  <a:pt x="1167" y="377"/>
                  <a:pt x="1166" y="378"/>
                </a:cubicBezTo>
                <a:cubicBezTo>
                  <a:pt x="1166" y="379"/>
                  <a:pt x="1165" y="379"/>
                  <a:pt x="1164" y="379"/>
                </a:cubicBezTo>
                <a:cubicBezTo>
                  <a:pt x="1162" y="379"/>
                  <a:pt x="1161" y="379"/>
                  <a:pt x="1160" y="379"/>
                </a:cubicBezTo>
                <a:cubicBezTo>
                  <a:pt x="1160" y="379"/>
                  <a:pt x="1160" y="379"/>
                  <a:pt x="1159" y="379"/>
                </a:cubicBezTo>
                <a:cubicBezTo>
                  <a:pt x="1159" y="380"/>
                  <a:pt x="1159" y="380"/>
                  <a:pt x="1159" y="381"/>
                </a:cubicBezTo>
                <a:cubicBezTo>
                  <a:pt x="1160" y="381"/>
                  <a:pt x="1160" y="381"/>
                  <a:pt x="1160" y="381"/>
                </a:cubicBezTo>
                <a:cubicBezTo>
                  <a:pt x="1160" y="382"/>
                  <a:pt x="1160" y="383"/>
                  <a:pt x="1160" y="383"/>
                </a:cubicBezTo>
                <a:cubicBezTo>
                  <a:pt x="1157" y="384"/>
                  <a:pt x="1155" y="387"/>
                  <a:pt x="1153" y="386"/>
                </a:cubicBezTo>
                <a:cubicBezTo>
                  <a:pt x="1151" y="388"/>
                  <a:pt x="1149" y="389"/>
                  <a:pt x="1147" y="390"/>
                </a:cubicBezTo>
                <a:cubicBezTo>
                  <a:pt x="1147" y="391"/>
                  <a:pt x="1147" y="391"/>
                  <a:pt x="1147" y="391"/>
                </a:cubicBezTo>
                <a:cubicBezTo>
                  <a:pt x="1147" y="393"/>
                  <a:pt x="1146" y="394"/>
                  <a:pt x="1145" y="394"/>
                </a:cubicBezTo>
                <a:cubicBezTo>
                  <a:pt x="1144" y="394"/>
                  <a:pt x="1142" y="395"/>
                  <a:pt x="1141" y="395"/>
                </a:cubicBezTo>
                <a:cubicBezTo>
                  <a:pt x="1141" y="395"/>
                  <a:pt x="1140" y="396"/>
                  <a:pt x="1140" y="397"/>
                </a:cubicBezTo>
                <a:cubicBezTo>
                  <a:pt x="1139" y="398"/>
                  <a:pt x="1140" y="399"/>
                  <a:pt x="1139" y="400"/>
                </a:cubicBezTo>
                <a:cubicBezTo>
                  <a:pt x="1139" y="403"/>
                  <a:pt x="1140" y="407"/>
                  <a:pt x="1139" y="410"/>
                </a:cubicBezTo>
                <a:cubicBezTo>
                  <a:pt x="1139" y="410"/>
                  <a:pt x="1139" y="410"/>
                  <a:pt x="1139" y="411"/>
                </a:cubicBezTo>
                <a:cubicBezTo>
                  <a:pt x="1140" y="413"/>
                  <a:pt x="1141" y="414"/>
                  <a:pt x="1142" y="417"/>
                </a:cubicBezTo>
                <a:cubicBezTo>
                  <a:pt x="1143" y="418"/>
                  <a:pt x="1144" y="419"/>
                  <a:pt x="1144" y="421"/>
                </a:cubicBezTo>
                <a:cubicBezTo>
                  <a:pt x="1144" y="421"/>
                  <a:pt x="1144" y="422"/>
                  <a:pt x="1143" y="423"/>
                </a:cubicBezTo>
                <a:cubicBezTo>
                  <a:pt x="1143" y="424"/>
                  <a:pt x="1142" y="425"/>
                  <a:pt x="1141" y="426"/>
                </a:cubicBezTo>
                <a:cubicBezTo>
                  <a:pt x="1141" y="426"/>
                  <a:pt x="1141" y="428"/>
                  <a:pt x="1142" y="428"/>
                </a:cubicBezTo>
                <a:cubicBezTo>
                  <a:pt x="1142" y="428"/>
                  <a:pt x="1143" y="429"/>
                  <a:pt x="1144" y="429"/>
                </a:cubicBezTo>
                <a:cubicBezTo>
                  <a:pt x="1145" y="429"/>
                  <a:pt x="1145" y="430"/>
                  <a:pt x="1145" y="431"/>
                </a:cubicBezTo>
                <a:cubicBezTo>
                  <a:pt x="1144" y="432"/>
                  <a:pt x="1143" y="433"/>
                  <a:pt x="1143" y="434"/>
                </a:cubicBezTo>
                <a:cubicBezTo>
                  <a:pt x="1142" y="434"/>
                  <a:pt x="1142" y="436"/>
                  <a:pt x="1143" y="437"/>
                </a:cubicBezTo>
                <a:cubicBezTo>
                  <a:pt x="1146" y="440"/>
                  <a:pt x="1150" y="442"/>
                  <a:pt x="1153" y="443"/>
                </a:cubicBezTo>
                <a:cubicBezTo>
                  <a:pt x="1154" y="443"/>
                  <a:pt x="1155" y="444"/>
                  <a:pt x="1155" y="443"/>
                </a:cubicBezTo>
                <a:cubicBezTo>
                  <a:pt x="1159" y="442"/>
                  <a:pt x="1162" y="442"/>
                  <a:pt x="1165" y="438"/>
                </a:cubicBezTo>
                <a:cubicBezTo>
                  <a:pt x="1166" y="437"/>
                  <a:pt x="1167" y="435"/>
                  <a:pt x="1168" y="434"/>
                </a:cubicBezTo>
                <a:cubicBezTo>
                  <a:pt x="1170" y="432"/>
                  <a:pt x="1174" y="432"/>
                  <a:pt x="1175" y="429"/>
                </a:cubicBezTo>
                <a:cubicBezTo>
                  <a:pt x="1175" y="429"/>
                  <a:pt x="1175" y="429"/>
                  <a:pt x="1176" y="429"/>
                </a:cubicBezTo>
                <a:cubicBezTo>
                  <a:pt x="1176" y="430"/>
                  <a:pt x="1178" y="430"/>
                  <a:pt x="1178" y="431"/>
                </a:cubicBezTo>
                <a:cubicBezTo>
                  <a:pt x="1179" y="433"/>
                  <a:pt x="1178" y="435"/>
                  <a:pt x="1179" y="436"/>
                </a:cubicBezTo>
                <a:cubicBezTo>
                  <a:pt x="1179" y="438"/>
                  <a:pt x="1181" y="440"/>
                  <a:pt x="1181" y="442"/>
                </a:cubicBezTo>
                <a:cubicBezTo>
                  <a:pt x="1181" y="445"/>
                  <a:pt x="1183" y="448"/>
                  <a:pt x="1184" y="451"/>
                </a:cubicBezTo>
                <a:cubicBezTo>
                  <a:pt x="1186" y="453"/>
                  <a:pt x="1187" y="456"/>
                  <a:pt x="1189" y="458"/>
                </a:cubicBezTo>
                <a:cubicBezTo>
                  <a:pt x="1190" y="459"/>
                  <a:pt x="1189" y="460"/>
                  <a:pt x="1189" y="461"/>
                </a:cubicBezTo>
                <a:cubicBezTo>
                  <a:pt x="1189" y="461"/>
                  <a:pt x="1188" y="462"/>
                  <a:pt x="1188" y="463"/>
                </a:cubicBezTo>
                <a:cubicBezTo>
                  <a:pt x="1188" y="463"/>
                  <a:pt x="1188" y="463"/>
                  <a:pt x="1188" y="463"/>
                </a:cubicBezTo>
                <a:cubicBezTo>
                  <a:pt x="1188" y="463"/>
                  <a:pt x="1188" y="463"/>
                  <a:pt x="1188" y="464"/>
                </a:cubicBezTo>
                <a:cubicBezTo>
                  <a:pt x="1189" y="464"/>
                  <a:pt x="1189" y="465"/>
                  <a:pt x="1190" y="465"/>
                </a:cubicBezTo>
                <a:cubicBezTo>
                  <a:pt x="1192" y="471"/>
                  <a:pt x="1193" y="470"/>
                  <a:pt x="1198" y="469"/>
                </a:cubicBezTo>
                <a:cubicBezTo>
                  <a:pt x="1199" y="469"/>
                  <a:pt x="1200" y="468"/>
                  <a:pt x="1200" y="467"/>
                </a:cubicBezTo>
                <a:cubicBezTo>
                  <a:pt x="1200" y="465"/>
                  <a:pt x="1202" y="464"/>
                  <a:pt x="1203" y="463"/>
                </a:cubicBezTo>
                <a:cubicBezTo>
                  <a:pt x="1204" y="463"/>
                  <a:pt x="1205" y="463"/>
                  <a:pt x="1206" y="463"/>
                </a:cubicBezTo>
                <a:cubicBezTo>
                  <a:pt x="1208" y="463"/>
                  <a:pt x="1211" y="463"/>
                  <a:pt x="1212" y="460"/>
                </a:cubicBezTo>
                <a:cubicBezTo>
                  <a:pt x="1216" y="461"/>
                  <a:pt x="1216" y="458"/>
                  <a:pt x="1216" y="455"/>
                </a:cubicBezTo>
                <a:cubicBezTo>
                  <a:pt x="1216" y="455"/>
                  <a:pt x="1216" y="454"/>
                  <a:pt x="1216" y="454"/>
                </a:cubicBezTo>
                <a:cubicBezTo>
                  <a:pt x="1216" y="453"/>
                  <a:pt x="1216" y="452"/>
                  <a:pt x="1214" y="452"/>
                </a:cubicBezTo>
                <a:cubicBezTo>
                  <a:pt x="1214" y="452"/>
                  <a:pt x="1214" y="452"/>
                  <a:pt x="1214" y="452"/>
                </a:cubicBezTo>
                <a:cubicBezTo>
                  <a:pt x="1213" y="452"/>
                  <a:pt x="1213" y="452"/>
                  <a:pt x="1213" y="452"/>
                </a:cubicBezTo>
                <a:cubicBezTo>
                  <a:pt x="1213" y="449"/>
                  <a:pt x="1213" y="446"/>
                  <a:pt x="1214" y="443"/>
                </a:cubicBezTo>
                <a:cubicBezTo>
                  <a:pt x="1214" y="442"/>
                  <a:pt x="1215" y="440"/>
                  <a:pt x="1215" y="439"/>
                </a:cubicBezTo>
                <a:cubicBezTo>
                  <a:pt x="1215" y="436"/>
                  <a:pt x="1216" y="434"/>
                  <a:pt x="1218" y="433"/>
                </a:cubicBezTo>
                <a:cubicBezTo>
                  <a:pt x="1219" y="432"/>
                  <a:pt x="1221" y="431"/>
                  <a:pt x="1222" y="430"/>
                </a:cubicBezTo>
                <a:cubicBezTo>
                  <a:pt x="1224" y="429"/>
                  <a:pt x="1225" y="427"/>
                  <a:pt x="1225" y="425"/>
                </a:cubicBezTo>
                <a:cubicBezTo>
                  <a:pt x="1225" y="424"/>
                  <a:pt x="1225" y="423"/>
                  <a:pt x="1225" y="421"/>
                </a:cubicBezTo>
                <a:cubicBezTo>
                  <a:pt x="1225" y="421"/>
                  <a:pt x="1225" y="420"/>
                  <a:pt x="1224" y="419"/>
                </a:cubicBezTo>
                <a:cubicBezTo>
                  <a:pt x="1222" y="416"/>
                  <a:pt x="1220" y="413"/>
                  <a:pt x="1217" y="412"/>
                </a:cubicBezTo>
                <a:cubicBezTo>
                  <a:pt x="1215" y="411"/>
                  <a:pt x="1214" y="409"/>
                  <a:pt x="1215" y="408"/>
                </a:cubicBezTo>
                <a:cubicBezTo>
                  <a:pt x="1215" y="403"/>
                  <a:pt x="1215" y="398"/>
                  <a:pt x="1215" y="394"/>
                </a:cubicBezTo>
                <a:cubicBezTo>
                  <a:pt x="1215" y="393"/>
                  <a:pt x="1215" y="392"/>
                  <a:pt x="1216" y="391"/>
                </a:cubicBezTo>
                <a:cubicBezTo>
                  <a:pt x="1218" y="387"/>
                  <a:pt x="1221" y="384"/>
                  <a:pt x="1225" y="381"/>
                </a:cubicBezTo>
                <a:cubicBezTo>
                  <a:pt x="1227" y="380"/>
                  <a:pt x="1228" y="378"/>
                  <a:pt x="1230" y="376"/>
                </a:cubicBezTo>
                <a:cubicBezTo>
                  <a:pt x="1233" y="373"/>
                  <a:pt x="1233" y="373"/>
                  <a:pt x="1235" y="368"/>
                </a:cubicBezTo>
                <a:cubicBezTo>
                  <a:pt x="1236" y="367"/>
                  <a:pt x="1236" y="366"/>
                  <a:pt x="1236" y="364"/>
                </a:cubicBezTo>
                <a:cubicBezTo>
                  <a:pt x="1235" y="361"/>
                  <a:pt x="1236" y="357"/>
                  <a:pt x="1237" y="354"/>
                </a:cubicBezTo>
                <a:cubicBezTo>
                  <a:pt x="1238" y="352"/>
                  <a:pt x="1240" y="349"/>
                  <a:pt x="1244" y="350"/>
                </a:cubicBezTo>
                <a:cubicBezTo>
                  <a:pt x="1248" y="349"/>
                  <a:pt x="1252" y="350"/>
                  <a:pt x="1256" y="352"/>
                </a:cubicBezTo>
                <a:cubicBezTo>
                  <a:pt x="1257" y="353"/>
                  <a:pt x="1257" y="355"/>
                  <a:pt x="1256" y="356"/>
                </a:cubicBezTo>
                <a:cubicBezTo>
                  <a:pt x="1255" y="357"/>
                  <a:pt x="1254" y="357"/>
                  <a:pt x="1254" y="359"/>
                </a:cubicBezTo>
                <a:cubicBezTo>
                  <a:pt x="1254" y="360"/>
                  <a:pt x="1253" y="361"/>
                  <a:pt x="1253" y="362"/>
                </a:cubicBezTo>
                <a:cubicBezTo>
                  <a:pt x="1250" y="366"/>
                  <a:pt x="1248" y="371"/>
                  <a:pt x="1244" y="375"/>
                </a:cubicBezTo>
                <a:cubicBezTo>
                  <a:pt x="1243" y="376"/>
                  <a:pt x="1242" y="377"/>
                  <a:pt x="1242" y="378"/>
                </a:cubicBezTo>
                <a:cubicBezTo>
                  <a:pt x="1241" y="380"/>
                  <a:pt x="1240" y="381"/>
                  <a:pt x="1238" y="380"/>
                </a:cubicBezTo>
                <a:cubicBezTo>
                  <a:pt x="1237" y="380"/>
                  <a:pt x="1236" y="381"/>
                  <a:pt x="1236" y="382"/>
                </a:cubicBezTo>
                <a:cubicBezTo>
                  <a:pt x="1237" y="384"/>
                  <a:pt x="1236" y="385"/>
                  <a:pt x="1236" y="386"/>
                </a:cubicBezTo>
                <a:cubicBezTo>
                  <a:pt x="1236" y="387"/>
                  <a:pt x="1236" y="389"/>
                  <a:pt x="1236" y="390"/>
                </a:cubicBezTo>
                <a:cubicBezTo>
                  <a:pt x="1236" y="391"/>
                  <a:pt x="1237" y="392"/>
                  <a:pt x="1237" y="393"/>
                </a:cubicBezTo>
                <a:cubicBezTo>
                  <a:pt x="1238" y="398"/>
                  <a:pt x="1239" y="402"/>
                  <a:pt x="1239" y="407"/>
                </a:cubicBezTo>
                <a:cubicBezTo>
                  <a:pt x="1239" y="408"/>
                  <a:pt x="1239" y="408"/>
                  <a:pt x="1239" y="409"/>
                </a:cubicBezTo>
                <a:cubicBezTo>
                  <a:pt x="1239" y="411"/>
                  <a:pt x="1240" y="412"/>
                  <a:pt x="1241" y="413"/>
                </a:cubicBezTo>
                <a:cubicBezTo>
                  <a:pt x="1242" y="413"/>
                  <a:pt x="1243" y="414"/>
                  <a:pt x="1244" y="414"/>
                </a:cubicBezTo>
                <a:cubicBezTo>
                  <a:pt x="1244" y="414"/>
                  <a:pt x="1244" y="414"/>
                  <a:pt x="1244" y="414"/>
                </a:cubicBezTo>
                <a:cubicBezTo>
                  <a:pt x="1244" y="414"/>
                  <a:pt x="1244" y="414"/>
                  <a:pt x="1244" y="414"/>
                </a:cubicBezTo>
                <a:cubicBezTo>
                  <a:pt x="1245" y="414"/>
                  <a:pt x="1245" y="414"/>
                  <a:pt x="1245" y="414"/>
                </a:cubicBezTo>
                <a:cubicBezTo>
                  <a:pt x="1244" y="414"/>
                  <a:pt x="1244" y="414"/>
                  <a:pt x="1244" y="414"/>
                </a:cubicBezTo>
                <a:cubicBezTo>
                  <a:pt x="1245" y="415"/>
                  <a:pt x="1246" y="415"/>
                  <a:pt x="1246" y="415"/>
                </a:cubicBezTo>
                <a:cubicBezTo>
                  <a:pt x="1248" y="415"/>
                  <a:pt x="1250" y="416"/>
                  <a:pt x="1251" y="418"/>
                </a:cubicBezTo>
                <a:cubicBezTo>
                  <a:pt x="1252" y="419"/>
                  <a:pt x="1253" y="420"/>
                  <a:pt x="1255" y="419"/>
                </a:cubicBezTo>
                <a:cubicBezTo>
                  <a:pt x="1257" y="419"/>
                  <a:pt x="1258" y="418"/>
                  <a:pt x="1260" y="417"/>
                </a:cubicBezTo>
                <a:cubicBezTo>
                  <a:pt x="1265" y="414"/>
                  <a:pt x="1271" y="413"/>
                  <a:pt x="1277" y="413"/>
                </a:cubicBezTo>
                <a:cubicBezTo>
                  <a:pt x="1279" y="413"/>
                  <a:pt x="1281" y="412"/>
                  <a:pt x="1283" y="412"/>
                </a:cubicBezTo>
                <a:cubicBezTo>
                  <a:pt x="1283" y="412"/>
                  <a:pt x="1284" y="412"/>
                  <a:pt x="1284" y="413"/>
                </a:cubicBezTo>
                <a:cubicBezTo>
                  <a:pt x="1285" y="415"/>
                  <a:pt x="1288" y="415"/>
                  <a:pt x="1290" y="416"/>
                </a:cubicBezTo>
                <a:cubicBezTo>
                  <a:pt x="1290" y="416"/>
                  <a:pt x="1290" y="416"/>
                  <a:pt x="1291" y="416"/>
                </a:cubicBezTo>
                <a:cubicBezTo>
                  <a:pt x="1291" y="417"/>
                  <a:pt x="1291" y="417"/>
                  <a:pt x="1291" y="417"/>
                </a:cubicBezTo>
                <a:cubicBezTo>
                  <a:pt x="1290" y="418"/>
                  <a:pt x="1289" y="418"/>
                  <a:pt x="1288" y="419"/>
                </a:cubicBezTo>
                <a:cubicBezTo>
                  <a:pt x="1286" y="420"/>
                  <a:pt x="1284" y="420"/>
                  <a:pt x="1284" y="422"/>
                </a:cubicBezTo>
                <a:cubicBezTo>
                  <a:pt x="1282" y="425"/>
                  <a:pt x="1279" y="425"/>
                  <a:pt x="1276" y="424"/>
                </a:cubicBezTo>
                <a:cubicBezTo>
                  <a:pt x="1274" y="423"/>
                  <a:pt x="1272" y="423"/>
                  <a:pt x="1270" y="422"/>
                </a:cubicBezTo>
                <a:cubicBezTo>
                  <a:pt x="1269" y="422"/>
                  <a:pt x="1268" y="422"/>
                  <a:pt x="1268" y="422"/>
                </a:cubicBezTo>
                <a:cubicBezTo>
                  <a:pt x="1265" y="423"/>
                  <a:pt x="1262" y="424"/>
                  <a:pt x="1259" y="425"/>
                </a:cubicBezTo>
                <a:cubicBezTo>
                  <a:pt x="1257" y="426"/>
                  <a:pt x="1255" y="428"/>
                  <a:pt x="1254" y="431"/>
                </a:cubicBezTo>
                <a:cubicBezTo>
                  <a:pt x="1254" y="433"/>
                  <a:pt x="1253" y="434"/>
                  <a:pt x="1252" y="434"/>
                </a:cubicBezTo>
                <a:cubicBezTo>
                  <a:pt x="1251" y="435"/>
                  <a:pt x="1249" y="435"/>
                  <a:pt x="1248" y="435"/>
                </a:cubicBezTo>
                <a:cubicBezTo>
                  <a:pt x="1246" y="436"/>
                  <a:pt x="1246" y="437"/>
                  <a:pt x="1247" y="440"/>
                </a:cubicBezTo>
                <a:cubicBezTo>
                  <a:pt x="1247" y="440"/>
                  <a:pt x="1248" y="440"/>
                  <a:pt x="1248" y="440"/>
                </a:cubicBezTo>
                <a:cubicBezTo>
                  <a:pt x="1250" y="440"/>
                  <a:pt x="1252" y="439"/>
                  <a:pt x="1254" y="437"/>
                </a:cubicBezTo>
                <a:cubicBezTo>
                  <a:pt x="1255" y="436"/>
                  <a:pt x="1255" y="436"/>
                  <a:pt x="1257" y="437"/>
                </a:cubicBezTo>
                <a:cubicBezTo>
                  <a:pt x="1258" y="438"/>
                  <a:pt x="1259" y="439"/>
                  <a:pt x="1260" y="439"/>
                </a:cubicBezTo>
                <a:cubicBezTo>
                  <a:pt x="1260" y="440"/>
                  <a:pt x="1261" y="440"/>
                  <a:pt x="1261" y="441"/>
                </a:cubicBezTo>
                <a:cubicBezTo>
                  <a:pt x="1261" y="443"/>
                  <a:pt x="1261" y="446"/>
                  <a:pt x="1261" y="448"/>
                </a:cubicBezTo>
                <a:cubicBezTo>
                  <a:pt x="1261" y="449"/>
                  <a:pt x="1260" y="450"/>
                  <a:pt x="1259" y="451"/>
                </a:cubicBezTo>
                <a:cubicBezTo>
                  <a:pt x="1258" y="451"/>
                  <a:pt x="1257" y="450"/>
                  <a:pt x="1257" y="450"/>
                </a:cubicBezTo>
                <a:cubicBezTo>
                  <a:pt x="1255" y="449"/>
                  <a:pt x="1254" y="447"/>
                  <a:pt x="1253" y="446"/>
                </a:cubicBezTo>
                <a:cubicBezTo>
                  <a:pt x="1252" y="445"/>
                  <a:pt x="1251" y="444"/>
                  <a:pt x="1249" y="445"/>
                </a:cubicBezTo>
                <a:cubicBezTo>
                  <a:pt x="1247" y="446"/>
                  <a:pt x="1245" y="447"/>
                  <a:pt x="1244" y="449"/>
                </a:cubicBezTo>
                <a:cubicBezTo>
                  <a:pt x="1244" y="451"/>
                  <a:pt x="1243" y="453"/>
                  <a:pt x="1243" y="454"/>
                </a:cubicBezTo>
                <a:cubicBezTo>
                  <a:pt x="1242" y="456"/>
                  <a:pt x="1242" y="459"/>
                  <a:pt x="1242" y="461"/>
                </a:cubicBezTo>
                <a:cubicBezTo>
                  <a:pt x="1243" y="464"/>
                  <a:pt x="1243" y="467"/>
                  <a:pt x="1243" y="470"/>
                </a:cubicBezTo>
                <a:cubicBezTo>
                  <a:pt x="1244" y="470"/>
                  <a:pt x="1243" y="471"/>
                  <a:pt x="1243" y="471"/>
                </a:cubicBezTo>
                <a:cubicBezTo>
                  <a:pt x="1241" y="472"/>
                  <a:pt x="1240" y="472"/>
                  <a:pt x="1239" y="473"/>
                </a:cubicBezTo>
                <a:cubicBezTo>
                  <a:pt x="1237" y="473"/>
                  <a:pt x="1236" y="474"/>
                  <a:pt x="1236" y="476"/>
                </a:cubicBezTo>
                <a:cubicBezTo>
                  <a:pt x="1236" y="479"/>
                  <a:pt x="1230" y="479"/>
                  <a:pt x="1229" y="477"/>
                </a:cubicBezTo>
                <a:cubicBezTo>
                  <a:pt x="1229" y="477"/>
                  <a:pt x="1228" y="476"/>
                  <a:pt x="1228" y="476"/>
                </a:cubicBezTo>
                <a:cubicBezTo>
                  <a:pt x="1227" y="474"/>
                  <a:pt x="1226" y="474"/>
                  <a:pt x="1225" y="474"/>
                </a:cubicBezTo>
                <a:cubicBezTo>
                  <a:pt x="1222" y="474"/>
                  <a:pt x="1219" y="475"/>
                  <a:pt x="1216" y="476"/>
                </a:cubicBezTo>
                <a:cubicBezTo>
                  <a:pt x="1213" y="478"/>
                  <a:pt x="1209" y="481"/>
                  <a:pt x="1206" y="482"/>
                </a:cubicBezTo>
                <a:cubicBezTo>
                  <a:pt x="1204" y="483"/>
                  <a:pt x="1204" y="484"/>
                  <a:pt x="1202" y="485"/>
                </a:cubicBezTo>
                <a:cubicBezTo>
                  <a:pt x="1202" y="486"/>
                  <a:pt x="1200" y="486"/>
                  <a:pt x="1200" y="485"/>
                </a:cubicBezTo>
                <a:cubicBezTo>
                  <a:pt x="1199" y="484"/>
                  <a:pt x="1197" y="483"/>
                  <a:pt x="1196" y="481"/>
                </a:cubicBezTo>
                <a:cubicBezTo>
                  <a:pt x="1196" y="480"/>
                  <a:pt x="1196" y="479"/>
                  <a:pt x="1196" y="478"/>
                </a:cubicBezTo>
                <a:cubicBezTo>
                  <a:pt x="1196" y="478"/>
                  <a:pt x="1194" y="477"/>
                  <a:pt x="1194" y="478"/>
                </a:cubicBezTo>
                <a:cubicBezTo>
                  <a:pt x="1192" y="479"/>
                  <a:pt x="1191" y="480"/>
                  <a:pt x="1189" y="480"/>
                </a:cubicBezTo>
                <a:cubicBezTo>
                  <a:pt x="1187" y="480"/>
                  <a:pt x="1184" y="482"/>
                  <a:pt x="1182" y="483"/>
                </a:cubicBezTo>
                <a:cubicBezTo>
                  <a:pt x="1182" y="483"/>
                  <a:pt x="1181" y="483"/>
                  <a:pt x="1181" y="483"/>
                </a:cubicBezTo>
                <a:cubicBezTo>
                  <a:pt x="1180" y="482"/>
                  <a:pt x="1179" y="481"/>
                  <a:pt x="1177" y="480"/>
                </a:cubicBezTo>
                <a:cubicBezTo>
                  <a:pt x="1176" y="480"/>
                  <a:pt x="1174" y="480"/>
                  <a:pt x="1173" y="479"/>
                </a:cubicBezTo>
                <a:cubicBezTo>
                  <a:pt x="1172" y="478"/>
                  <a:pt x="1172" y="476"/>
                  <a:pt x="1171" y="475"/>
                </a:cubicBezTo>
                <a:cubicBezTo>
                  <a:pt x="1171" y="475"/>
                  <a:pt x="1172" y="474"/>
                  <a:pt x="1172" y="474"/>
                </a:cubicBezTo>
                <a:cubicBezTo>
                  <a:pt x="1172" y="473"/>
                  <a:pt x="1172" y="473"/>
                  <a:pt x="1173" y="473"/>
                </a:cubicBezTo>
                <a:cubicBezTo>
                  <a:pt x="1175" y="474"/>
                  <a:pt x="1177" y="475"/>
                  <a:pt x="1180" y="477"/>
                </a:cubicBezTo>
                <a:cubicBezTo>
                  <a:pt x="1182" y="479"/>
                  <a:pt x="1185" y="478"/>
                  <a:pt x="1186" y="475"/>
                </a:cubicBezTo>
                <a:cubicBezTo>
                  <a:pt x="1188" y="471"/>
                  <a:pt x="1189" y="468"/>
                  <a:pt x="1188" y="464"/>
                </a:cubicBezTo>
                <a:cubicBezTo>
                  <a:pt x="1188" y="463"/>
                  <a:pt x="1188" y="463"/>
                  <a:pt x="1188" y="463"/>
                </a:cubicBezTo>
                <a:cubicBezTo>
                  <a:pt x="1188" y="463"/>
                  <a:pt x="1188" y="463"/>
                  <a:pt x="1188" y="463"/>
                </a:cubicBezTo>
                <a:cubicBezTo>
                  <a:pt x="1185" y="463"/>
                  <a:pt x="1183" y="464"/>
                  <a:pt x="1181" y="466"/>
                </a:cubicBezTo>
                <a:cubicBezTo>
                  <a:pt x="1180" y="467"/>
                  <a:pt x="1180" y="469"/>
                  <a:pt x="1180" y="470"/>
                </a:cubicBezTo>
                <a:cubicBezTo>
                  <a:pt x="1181" y="471"/>
                  <a:pt x="1182" y="471"/>
                  <a:pt x="1182" y="473"/>
                </a:cubicBezTo>
                <a:cubicBezTo>
                  <a:pt x="1182" y="473"/>
                  <a:pt x="1182" y="474"/>
                  <a:pt x="1182" y="474"/>
                </a:cubicBezTo>
                <a:cubicBezTo>
                  <a:pt x="1182" y="474"/>
                  <a:pt x="1181" y="474"/>
                  <a:pt x="1180" y="474"/>
                </a:cubicBezTo>
                <a:cubicBezTo>
                  <a:pt x="1180" y="474"/>
                  <a:pt x="1180" y="474"/>
                  <a:pt x="1180" y="473"/>
                </a:cubicBezTo>
                <a:cubicBezTo>
                  <a:pt x="1178" y="472"/>
                  <a:pt x="1177" y="469"/>
                  <a:pt x="1174" y="468"/>
                </a:cubicBezTo>
                <a:cubicBezTo>
                  <a:pt x="1174" y="468"/>
                  <a:pt x="1174" y="467"/>
                  <a:pt x="1174" y="466"/>
                </a:cubicBezTo>
                <a:cubicBezTo>
                  <a:pt x="1175" y="464"/>
                  <a:pt x="1176" y="462"/>
                  <a:pt x="1178" y="462"/>
                </a:cubicBezTo>
                <a:cubicBezTo>
                  <a:pt x="1178" y="461"/>
                  <a:pt x="1178" y="461"/>
                  <a:pt x="1178" y="460"/>
                </a:cubicBezTo>
                <a:cubicBezTo>
                  <a:pt x="1178" y="460"/>
                  <a:pt x="1177" y="460"/>
                  <a:pt x="1177" y="459"/>
                </a:cubicBezTo>
                <a:cubicBezTo>
                  <a:pt x="1174" y="458"/>
                  <a:pt x="1174" y="456"/>
                  <a:pt x="1175" y="453"/>
                </a:cubicBezTo>
                <a:cubicBezTo>
                  <a:pt x="1175" y="451"/>
                  <a:pt x="1176" y="450"/>
                  <a:pt x="1176" y="449"/>
                </a:cubicBezTo>
                <a:cubicBezTo>
                  <a:pt x="1175" y="448"/>
                  <a:pt x="1175" y="447"/>
                  <a:pt x="1174" y="447"/>
                </a:cubicBezTo>
                <a:cubicBezTo>
                  <a:pt x="1173" y="447"/>
                  <a:pt x="1173" y="447"/>
                  <a:pt x="1172" y="447"/>
                </a:cubicBezTo>
                <a:cubicBezTo>
                  <a:pt x="1169" y="449"/>
                  <a:pt x="1167" y="453"/>
                  <a:pt x="1163" y="454"/>
                </a:cubicBezTo>
                <a:cubicBezTo>
                  <a:pt x="1162" y="454"/>
                  <a:pt x="1162" y="455"/>
                  <a:pt x="1162" y="455"/>
                </a:cubicBezTo>
                <a:cubicBezTo>
                  <a:pt x="1162" y="459"/>
                  <a:pt x="1160" y="462"/>
                  <a:pt x="1161" y="465"/>
                </a:cubicBezTo>
                <a:cubicBezTo>
                  <a:pt x="1161" y="466"/>
                  <a:pt x="1161" y="466"/>
                  <a:pt x="1161" y="467"/>
                </a:cubicBezTo>
                <a:cubicBezTo>
                  <a:pt x="1160" y="468"/>
                  <a:pt x="1161" y="469"/>
                  <a:pt x="1161" y="470"/>
                </a:cubicBezTo>
                <a:cubicBezTo>
                  <a:pt x="1162" y="471"/>
                  <a:pt x="1163" y="471"/>
                  <a:pt x="1163" y="472"/>
                </a:cubicBezTo>
                <a:cubicBezTo>
                  <a:pt x="1164" y="476"/>
                  <a:pt x="1165" y="479"/>
                  <a:pt x="1165" y="483"/>
                </a:cubicBezTo>
                <a:cubicBezTo>
                  <a:pt x="1165" y="485"/>
                  <a:pt x="1163" y="488"/>
                  <a:pt x="1161" y="488"/>
                </a:cubicBezTo>
                <a:cubicBezTo>
                  <a:pt x="1158" y="487"/>
                  <a:pt x="1156" y="487"/>
                  <a:pt x="1154" y="488"/>
                </a:cubicBezTo>
                <a:cubicBezTo>
                  <a:pt x="1152" y="489"/>
                  <a:pt x="1150" y="490"/>
                  <a:pt x="1148" y="490"/>
                </a:cubicBezTo>
                <a:cubicBezTo>
                  <a:pt x="1146" y="491"/>
                  <a:pt x="1144" y="492"/>
                  <a:pt x="1141" y="494"/>
                </a:cubicBezTo>
                <a:cubicBezTo>
                  <a:pt x="1139" y="495"/>
                  <a:pt x="1138" y="496"/>
                  <a:pt x="1137" y="499"/>
                </a:cubicBezTo>
                <a:cubicBezTo>
                  <a:pt x="1135" y="507"/>
                  <a:pt x="1135" y="507"/>
                  <a:pt x="1128" y="511"/>
                </a:cubicBezTo>
                <a:cubicBezTo>
                  <a:pt x="1127" y="512"/>
                  <a:pt x="1125" y="513"/>
                  <a:pt x="1124" y="514"/>
                </a:cubicBezTo>
                <a:cubicBezTo>
                  <a:pt x="1123" y="514"/>
                  <a:pt x="1123" y="515"/>
                  <a:pt x="1122" y="516"/>
                </a:cubicBezTo>
                <a:cubicBezTo>
                  <a:pt x="1122" y="517"/>
                  <a:pt x="1122" y="518"/>
                  <a:pt x="1121" y="519"/>
                </a:cubicBezTo>
                <a:cubicBezTo>
                  <a:pt x="1121" y="521"/>
                  <a:pt x="1120" y="522"/>
                  <a:pt x="1118" y="523"/>
                </a:cubicBezTo>
                <a:cubicBezTo>
                  <a:pt x="1117" y="523"/>
                  <a:pt x="1116" y="523"/>
                  <a:pt x="1115" y="524"/>
                </a:cubicBezTo>
                <a:cubicBezTo>
                  <a:pt x="1114" y="524"/>
                  <a:pt x="1113" y="525"/>
                  <a:pt x="1112" y="526"/>
                </a:cubicBezTo>
                <a:cubicBezTo>
                  <a:pt x="1111" y="528"/>
                  <a:pt x="1109" y="528"/>
                  <a:pt x="1108" y="528"/>
                </a:cubicBezTo>
                <a:cubicBezTo>
                  <a:pt x="1106" y="528"/>
                  <a:pt x="1105" y="527"/>
                  <a:pt x="1104" y="526"/>
                </a:cubicBezTo>
                <a:cubicBezTo>
                  <a:pt x="1103" y="526"/>
                  <a:pt x="1102" y="526"/>
                  <a:pt x="1101" y="526"/>
                </a:cubicBezTo>
                <a:cubicBezTo>
                  <a:pt x="1101" y="526"/>
                  <a:pt x="1099" y="527"/>
                  <a:pt x="1100" y="527"/>
                </a:cubicBezTo>
                <a:cubicBezTo>
                  <a:pt x="1100" y="529"/>
                  <a:pt x="1100" y="531"/>
                  <a:pt x="1101" y="532"/>
                </a:cubicBezTo>
                <a:cubicBezTo>
                  <a:pt x="1101" y="534"/>
                  <a:pt x="1100" y="535"/>
                  <a:pt x="1099" y="535"/>
                </a:cubicBezTo>
                <a:cubicBezTo>
                  <a:pt x="1097" y="535"/>
                  <a:pt x="1095" y="535"/>
                  <a:pt x="1093" y="534"/>
                </a:cubicBezTo>
                <a:cubicBezTo>
                  <a:pt x="1092" y="533"/>
                  <a:pt x="1091" y="533"/>
                  <a:pt x="1089" y="533"/>
                </a:cubicBezTo>
                <a:cubicBezTo>
                  <a:pt x="1087" y="534"/>
                  <a:pt x="1085" y="535"/>
                  <a:pt x="1083" y="535"/>
                </a:cubicBezTo>
                <a:cubicBezTo>
                  <a:pt x="1082" y="536"/>
                  <a:pt x="1081" y="537"/>
                  <a:pt x="1082" y="537"/>
                </a:cubicBezTo>
                <a:cubicBezTo>
                  <a:pt x="1082" y="540"/>
                  <a:pt x="1082" y="543"/>
                  <a:pt x="1086" y="543"/>
                </a:cubicBezTo>
                <a:cubicBezTo>
                  <a:pt x="1088" y="544"/>
                  <a:pt x="1090" y="545"/>
                  <a:pt x="1091" y="545"/>
                </a:cubicBezTo>
                <a:cubicBezTo>
                  <a:pt x="1094" y="546"/>
                  <a:pt x="1096" y="548"/>
                  <a:pt x="1097" y="550"/>
                </a:cubicBezTo>
                <a:cubicBezTo>
                  <a:pt x="1098" y="553"/>
                  <a:pt x="1099" y="555"/>
                  <a:pt x="1102" y="556"/>
                </a:cubicBezTo>
                <a:cubicBezTo>
                  <a:pt x="1103" y="557"/>
                  <a:pt x="1104" y="559"/>
                  <a:pt x="1104" y="561"/>
                </a:cubicBezTo>
                <a:cubicBezTo>
                  <a:pt x="1104" y="565"/>
                  <a:pt x="1103" y="570"/>
                  <a:pt x="1103" y="575"/>
                </a:cubicBezTo>
                <a:cubicBezTo>
                  <a:pt x="1103" y="576"/>
                  <a:pt x="1102" y="578"/>
                  <a:pt x="1102" y="580"/>
                </a:cubicBezTo>
                <a:cubicBezTo>
                  <a:pt x="1101" y="581"/>
                  <a:pt x="1099" y="583"/>
                  <a:pt x="1097" y="582"/>
                </a:cubicBezTo>
                <a:cubicBezTo>
                  <a:pt x="1094" y="581"/>
                  <a:pt x="1091" y="582"/>
                  <a:pt x="1088" y="581"/>
                </a:cubicBezTo>
                <a:cubicBezTo>
                  <a:pt x="1087" y="581"/>
                  <a:pt x="1086" y="580"/>
                  <a:pt x="1086" y="581"/>
                </a:cubicBezTo>
                <a:cubicBezTo>
                  <a:pt x="1083" y="582"/>
                  <a:pt x="1080" y="581"/>
                  <a:pt x="1077" y="581"/>
                </a:cubicBezTo>
                <a:cubicBezTo>
                  <a:pt x="1074" y="580"/>
                  <a:pt x="1071" y="579"/>
                  <a:pt x="1068" y="580"/>
                </a:cubicBezTo>
                <a:cubicBezTo>
                  <a:pt x="1067" y="580"/>
                  <a:pt x="1066" y="580"/>
                  <a:pt x="1065" y="580"/>
                </a:cubicBezTo>
                <a:cubicBezTo>
                  <a:pt x="1061" y="578"/>
                  <a:pt x="1058" y="578"/>
                  <a:pt x="1056" y="582"/>
                </a:cubicBezTo>
                <a:cubicBezTo>
                  <a:pt x="1055" y="582"/>
                  <a:pt x="1054" y="582"/>
                  <a:pt x="1053" y="583"/>
                </a:cubicBezTo>
                <a:cubicBezTo>
                  <a:pt x="1053" y="583"/>
                  <a:pt x="1052" y="583"/>
                  <a:pt x="1052" y="583"/>
                </a:cubicBezTo>
                <a:cubicBezTo>
                  <a:pt x="1051" y="584"/>
                  <a:pt x="1050" y="585"/>
                  <a:pt x="1050" y="586"/>
                </a:cubicBezTo>
                <a:cubicBezTo>
                  <a:pt x="1052" y="589"/>
                  <a:pt x="1053" y="592"/>
                  <a:pt x="1052" y="595"/>
                </a:cubicBezTo>
                <a:cubicBezTo>
                  <a:pt x="1052" y="596"/>
                  <a:pt x="1052" y="596"/>
                  <a:pt x="1052" y="596"/>
                </a:cubicBezTo>
                <a:cubicBezTo>
                  <a:pt x="1054" y="603"/>
                  <a:pt x="1052" y="609"/>
                  <a:pt x="1050" y="615"/>
                </a:cubicBezTo>
                <a:cubicBezTo>
                  <a:pt x="1049" y="616"/>
                  <a:pt x="1048" y="618"/>
                  <a:pt x="1048" y="620"/>
                </a:cubicBezTo>
                <a:cubicBezTo>
                  <a:pt x="1047" y="621"/>
                  <a:pt x="1047" y="622"/>
                  <a:pt x="1048" y="623"/>
                </a:cubicBezTo>
                <a:cubicBezTo>
                  <a:pt x="1051" y="626"/>
                  <a:pt x="1052" y="629"/>
                  <a:pt x="1051" y="633"/>
                </a:cubicBezTo>
                <a:cubicBezTo>
                  <a:pt x="1051" y="634"/>
                  <a:pt x="1051" y="635"/>
                  <a:pt x="1052" y="635"/>
                </a:cubicBezTo>
                <a:cubicBezTo>
                  <a:pt x="1052" y="636"/>
                  <a:pt x="1052" y="636"/>
                  <a:pt x="1052" y="637"/>
                </a:cubicBezTo>
                <a:cubicBezTo>
                  <a:pt x="1055" y="637"/>
                  <a:pt x="1057" y="638"/>
                  <a:pt x="1059" y="638"/>
                </a:cubicBezTo>
                <a:cubicBezTo>
                  <a:pt x="1060" y="637"/>
                  <a:pt x="1062" y="637"/>
                  <a:pt x="1063" y="637"/>
                </a:cubicBezTo>
                <a:cubicBezTo>
                  <a:pt x="1064" y="637"/>
                  <a:pt x="1066" y="638"/>
                  <a:pt x="1066" y="639"/>
                </a:cubicBezTo>
                <a:cubicBezTo>
                  <a:pt x="1068" y="641"/>
                  <a:pt x="1069" y="643"/>
                  <a:pt x="1070" y="644"/>
                </a:cubicBezTo>
                <a:cubicBezTo>
                  <a:pt x="1071" y="646"/>
                  <a:pt x="1074" y="646"/>
                  <a:pt x="1075" y="645"/>
                </a:cubicBezTo>
                <a:cubicBezTo>
                  <a:pt x="1077" y="645"/>
                  <a:pt x="1078" y="644"/>
                  <a:pt x="1079" y="643"/>
                </a:cubicBezTo>
                <a:cubicBezTo>
                  <a:pt x="1082" y="641"/>
                  <a:pt x="1085" y="640"/>
                  <a:pt x="1089" y="641"/>
                </a:cubicBezTo>
                <a:cubicBezTo>
                  <a:pt x="1091" y="641"/>
                  <a:pt x="1094" y="640"/>
                  <a:pt x="1097" y="640"/>
                </a:cubicBezTo>
                <a:cubicBezTo>
                  <a:pt x="1098" y="640"/>
                  <a:pt x="1100" y="639"/>
                  <a:pt x="1100" y="638"/>
                </a:cubicBezTo>
                <a:cubicBezTo>
                  <a:pt x="1101" y="637"/>
                  <a:pt x="1103" y="636"/>
                  <a:pt x="1104" y="635"/>
                </a:cubicBezTo>
                <a:cubicBezTo>
                  <a:pt x="1106" y="635"/>
                  <a:pt x="1107" y="633"/>
                  <a:pt x="1108" y="632"/>
                </a:cubicBezTo>
                <a:cubicBezTo>
                  <a:pt x="1109" y="629"/>
                  <a:pt x="1110" y="627"/>
                  <a:pt x="1112" y="625"/>
                </a:cubicBezTo>
                <a:cubicBezTo>
                  <a:pt x="1113" y="624"/>
                  <a:pt x="1113" y="623"/>
                  <a:pt x="1113" y="622"/>
                </a:cubicBezTo>
                <a:cubicBezTo>
                  <a:pt x="1109" y="618"/>
                  <a:pt x="1111" y="614"/>
                  <a:pt x="1114" y="611"/>
                </a:cubicBezTo>
                <a:cubicBezTo>
                  <a:pt x="1115" y="610"/>
                  <a:pt x="1116" y="609"/>
                  <a:pt x="1116" y="608"/>
                </a:cubicBezTo>
                <a:cubicBezTo>
                  <a:pt x="1119" y="606"/>
                  <a:pt x="1121" y="603"/>
                  <a:pt x="1125" y="603"/>
                </a:cubicBezTo>
                <a:cubicBezTo>
                  <a:pt x="1128" y="601"/>
                  <a:pt x="1131" y="598"/>
                  <a:pt x="1132" y="593"/>
                </a:cubicBezTo>
                <a:cubicBezTo>
                  <a:pt x="1132" y="592"/>
                  <a:pt x="1132" y="590"/>
                  <a:pt x="1132" y="588"/>
                </a:cubicBezTo>
                <a:cubicBezTo>
                  <a:pt x="1132" y="587"/>
                  <a:pt x="1132" y="587"/>
                  <a:pt x="1133" y="586"/>
                </a:cubicBezTo>
                <a:cubicBezTo>
                  <a:pt x="1133" y="584"/>
                  <a:pt x="1136" y="582"/>
                  <a:pt x="1138" y="582"/>
                </a:cubicBezTo>
                <a:cubicBezTo>
                  <a:pt x="1142" y="583"/>
                  <a:pt x="1146" y="583"/>
                  <a:pt x="1150" y="585"/>
                </a:cubicBezTo>
                <a:cubicBezTo>
                  <a:pt x="1151" y="586"/>
                  <a:pt x="1153" y="586"/>
                  <a:pt x="1154" y="585"/>
                </a:cubicBezTo>
                <a:cubicBezTo>
                  <a:pt x="1157" y="582"/>
                  <a:pt x="1159" y="580"/>
                  <a:pt x="1163" y="579"/>
                </a:cubicBezTo>
                <a:cubicBezTo>
                  <a:pt x="1164" y="578"/>
                  <a:pt x="1165" y="577"/>
                  <a:pt x="1165" y="576"/>
                </a:cubicBezTo>
                <a:cubicBezTo>
                  <a:pt x="1167" y="574"/>
                  <a:pt x="1170" y="574"/>
                  <a:pt x="1173" y="575"/>
                </a:cubicBezTo>
                <a:cubicBezTo>
                  <a:pt x="1175" y="576"/>
                  <a:pt x="1177" y="577"/>
                  <a:pt x="1178" y="580"/>
                </a:cubicBezTo>
                <a:cubicBezTo>
                  <a:pt x="1179" y="582"/>
                  <a:pt x="1180" y="584"/>
                  <a:pt x="1181" y="586"/>
                </a:cubicBezTo>
                <a:cubicBezTo>
                  <a:pt x="1185" y="589"/>
                  <a:pt x="1189" y="593"/>
                  <a:pt x="1192" y="596"/>
                </a:cubicBezTo>
                <a:cubicBezTo>
                  <a:pt x="1194" y="599"/>
                  <a:pt x="1197" y="601"/>
                  <a:pt x="1201" y="602"/>
                </a:cubicBezTo>
                <a:cubicBezTo>
                  <a:pt x="1205" y="603"/>
                  <a:pt x="1207" y="606"/>
                  <a:pt x="1211" y="608"/>
                </a:cubicBezTo>
                <a:cubicBezTo>
                  <a:pt x="1212" y="610"/>
                  <a:pt x="1214" y="612"/>
                  <a:pt x="1216" y="613"/>
                </a:cubicBezTo>
                <a:cubicBezTo>
                  <a:pt x="1217" y="613"/>
                  <a:pt x="1217" y="614"/>
                  <a:pt x="1218" y="614"/>
                </a:cubicBezTo>
                <a:cubicBezTo>
                  <a:pt x="1219" y="617"/>
                  <a:pt x="1219" y="619"/>
                  <a:pt x="1220" y="621"/>
                </a:cubicBezTo>
                <a:cubicBezTo>
                  <a:pt x="1220" y="621"/>
                  <a:pt x="1220" y="622"/>
                  <a:pt x="1220" y="623"/>
                </a:cubicBezTo>
                <a:cubicBezTo>
                  <a:pt x="1219" y="625"/>
                  <a:pt x="1219" y="627"/>
                  <a:pt x="1215" y="628"/>
                </a:cubicBezTo>
                <a:cubicBezTo>
                  <a:pt x="1210" y="629"/>
                  <a:pt x="1205" y="630"/>
                  <a:pt x="1200" y="629"/>
                </a:cubicBezTo>
                <a:cubicBezTo>
                  <a:pt x="1199" y="629"/>
                  <a:pt x="1198" y="630"/>
                  <a:pt x="1197" y="630"/>
                </a:cubicBezTo>
                <a:cubicBezTo>
                  <a:pt x="1197" y="630"/>
                  <a:pt x="1196" y="631"/>
                  <a:pt x="1196" y="631"/>
                </a:cubicBezTo>
                <a:cubicBezTo>
                  <a:pt x="1196" y="632"/>
                  <a:pt x="1196" y="633"/>
                  <a:pt x="1197" y="633"/>
                </a:cubicBezTo>
                <a:cubicBezTo>
                  <a:pt x="1198" y="634"/>
                  <a:pt x="1200" y="635"/>
                  <a:pt x="1202" y="636"/>
                </a:cubicBezTo>
                <a:cubicBezTo>
                  <a:pt x="1205" y="638"/>
                  <a:pt x="1209" y="640"/>
                  <a:pt x="1213" y="642"/>
                </a:cubicBezTo>
                <a:cubicBezTo>
                  <a:pt x="1213" y="642"/>
                  <a:pt x="1215" y="641"/>
                  <a:pt x="1215" y="641"/>
                </a:cubicBezTo>
                <a:cubicBezTo>
                  <a:pt x="1215" y="640"/>
                  <a:pt x="1216" y="639"/>
                  <a:pt x="1216" y="638"/>
                </a:cubicBezTo>
                <a:cubicBezTo>
                  <a:pt x="1216" y="637"/>
                  <a:pt x="1215" y="636"/>
                  <a:pt x="1215" y="635"/>
                </a:cubicBezTo>
                <a:cubicBezTo>
                  <a:pt x="1215" y="633"/>
                  <a:pt x="1217" y="631"/>
                  <a:pt x="1219" y="632"/>
                </a:cubicBezTo>
                <a:cubicBezTo>
                  <a:pt x="1221" y="632"/>
                  <a:pt x="1222" y="631"/>
                  <a:pt x="1223" y="629"/>
                </a:cubicBezTo>
                <a:cubicBezTo>
                  <a:pt x="1224" y="627"/>
                  <a:pt x="1226" y="624"/>
                  <a:pt x="1227" y="622"/>
                </a:cubicBezTo>
                <a:cubicBezTo>
                  <a:pt x="1228" y="620"/>
                  <a:pt x="1228" y="618"/>
                  <a:pt x="1227" y="617"/>
                </a:cubicBezTo>
                <a:cubicBezTo>
                  <a:pt x="1226" y="616"/>
                  <a:pt x="1226" y="615"/>
                  <a:pt x="1225" y="615"/>
                </a:cubicBezTo>
                <a:cubicBezTo>
                  <a:pt x="1225" y="613"/>
                  <a:pt x="1225" y="612"/>
                  <a:pt x="1226" y="611"/>
                </a:cubicBezTo>
                <a:cubicBezTo>
                  <a:pt x="1226" y="609"/>
                  <a:pt x="1228" y="609"/>
                  <a:pt x="1230" y="610"/>
                </a:cubicBezTo>
                <a:cubicBezTo>
                  <a:pt x="1231" y="610"/>
                  <a:pt x="1233" y="612"/>
                  <a:pt x="1234" y="613"/>
                </a:cubicBezTo>
                <a:cubicBezTo>
                  <a:pt x="1234" y="613"/>
                  <a:pt x="1235" y="613"/>
                  <a:pt x="1235" y="612"/>
                </a:cubicBezTo>
                <a:cubicBezTo>
                  <a:pt x="1237" y="611"/>
                  <a:pt x="1236" y="608"/>
                  <a:pt x="1235" y="608"/>
                </a:cubicBezTo>
                <a:cubicBezTo>
                  <a:pt x="1231" y="605"/>
                  <a:pt x="1227" y="601"/>
                  <a:pt x="1222" y="600"/>
                </a:cubicBezTo>
                <a:cubicBezTo>
                  <a:pt x="1220" y="599"/>
                  <a:pt x="1220" y="598"/>
                  <a:pt x="1219" y="597"/>
                </a:cubicBezTo>
                <a:cubicBezTo>
                  <a:pt x="1219" y="596"/>
                  <a:pt x="1219" y="595"/>
                  <a:pt x="1218" y="595"/>
                </a:cubicBezTo>
                <a:cubicBezTo>
                  <a:pt x="1217" y="595"/>
                  <a:pt x="1216" y="595"/>
                  <a:pt x="1215" y="595"/>
                </a:cubicBezTo>
                <a:cubicBezTo>
                  <a:pt x="1212" y="595"/>
                  <a:pt x="1210" y="593"/>
                  <a:pt x="1208" y="591"/>
                </a:cubicBezTo>
                <a:cubicBezTo>
                  <a:pt x="1207" y="590"/>
                  <a:pt x="1206" y="588"/>
                  <a:pt x="1205" y="586"/>
                </a:cubicBezTo>
                <a:cubicBezTo>
                  <a:pt x="1203" y="583"/>
                  <a:pt x="1201" y="580"/>
                  <a:pt x="1198" y="578"/>
                </a:cubicBezTo>
                <a:cubicBezTo>
                  <a:pt x="1197" y="577"/>
                  <a:pt x="1196" y="576"/>
                  <a:pt x="1195" y="576"/>
                </a:cubicBezTo>
                <a:cubicBezTo>
                  <a:pt x="1193" y="574"/>
                  <a:pt x="1193" y="573"/>
                  <a:pt x="1193" y="571"/>
                </a:cubicBezTo>
                <a:cubicBezTo>
                  <a:pt x="1193" y="569"/>
                  <a:pt x="1193" y="568"/>
                  <a:pt x="1193" y="567"/>
                </a:cubicBezTo>
                <a:cubicBezTo>
                  <a:pt x="1193" y="566"/>
                  <a:pt x="1194" y="565"/>
                  <a:pt x="1194" y="565"/>
                </a:cubicBezTo>
                <a:cubicBezTo>
                  <a:pt x="1196" y="564"/>
                  <a:pt x="1197" y="563"/>
                  <a:pt x="1198" y="563"/>
                </a:cubicBezTo>
                <a:cubicBezTo>
                  <a:pt x="1199" y="563"/>
                  <a:pt x="1200" y="563"/>
                  <a:pt x="1200" y="564"/>
                </a:cubicBezTo>
                <a:cubicBezTo>
                  <a:pt x="1200" y="565"/>
                  <a:pt x="1200" y="566"/>
                  <a:pt x="1201" y="568"/>
                </a:cubicBezTo>
                <a:cubicBezTo>
                  <a:pt x="1201" y="569"/>
                  <a:pt x="1202" y="570"/>
                  <a:pt x="1203" y="570"/>
                </a:cubicBezTo>
                <a:cubicBezTo>
                  <a:pt x="1205" y="569"/>
                  <a:pt x="1206" y="571"/>
                  <a:pt x="1208" y="571"/>
                </a:cubicBezTo>
                <a:cubicBezTo>
                  <a:pt x="1209" y="571"/>
                  <a:pt x="1210" y="572"/>
                  <a:pt x="1211" y="573"/>
                </a:cubicBezTo>
                <a:cubicBezTo>
                  <a:pt x="1212" y="577"/>
                  <a:pt x="1215" y="579"/>
                  <a:pt x="1218" y="581"/>
                </a:cubicBezTo>
                <a:cubicBezTo>
                  <a:pt x="1221" y="583"/>
                  <a:pt x="1223" y="585"/>
                  <a:pt x="1226" y="585"/>
                </a:cubicBezTo>
                <a:cubicBezTo>
                  <a:pt x="1228" y="586"/>
                  <a:pt x="1229" y="588"/>
                  <a:pt x="1231" y="588"/>
                </a:cubicBezTo>
                <a:cubicBezTo>
                  <a:pt x="1233" y="588"/>
                  <a:pt x="1235" y="590"/>
                  <a:pt x="1236" y="591"/>
                </a:cubicBezTo>
                <a:cubicBezTo>
                  <a:pt x="1238" y="593"/>
                  <a:pt x="1239" y="595"/>
                  <a:pt x="1241" y="596"/>
                </a:cubicBezTo>
                <a:cubicBezTo>
                  <a:pt x="1242" y="597"/>
                  <a:pt x="1242" y="598"/>
                  <a:pt x="1242" y="599"/>
                </a:cubicBezTo>
                <a:cubicBezTo>
                  <a:pt x="1242" y="601"/>
                  <a:pt x="1242" y="603"/>
                  <a:pt x="1242" y="605"/>
                </a:cubicBezTo>
                <a:cubicBezTo>
                  <a:pt x="1242" y="608"/>
                  <a:pt x="1242" y="610"/>
                  <a:pt x="1245" y="612"/>
                </a:cubicBezTo>
                <a:cubicBezTo>
                  <a:pt x="1245" y="612"/>
                  <a:pt x="1245" y="613"/>
                  <a:pt x="1245" y="613"/>
                </a:cubicBezTo>
                <a:cubicBezTo>
                  <a:pt x="1244" y="616"/>
                  <a:pt x="1246" y="617"/>
                  <a:pt x="1248" y="618"/>
                </a:cubicBezTo>
                <a:cubicBezTo>
                  <a:pt x="1249" y="619"/>
                  <a:pt x="1250" y="620"/>
                  <a:pt x="1252" y="621"/>
                </a:cubicBezTo>
                <a:cubicBezTo>
                  <a:pt x="1252" y="624"/>
                  <a:pt x="1255" y="625"/>
                  <a:pt x="1255" y="628"/>
                </a:cubicBezTo>
                <a:cubicBezTo>
                  <a:pt x="1256" y="629"/>
                  <a:pt x="1256" y="629"/>
                  <a:pt x="1255" y="630"/>
                </a:cubicBezTo>
                <a:cubicBezTo>
                  <a:pt x="1255" y="630"/>
                  <a:pt x="1255" y="631"/>
                  <a:pt x="1255" y="632"/>
                </a:cubicBezTo>
                <a:cubicBezTo>
                  <a:pt x="1257" y="633"/>
                  <a:pt x="1260" y="635"/>
                  <a:pt x="1260" y="638"/>
                </a:cubicBezTo>
                <a:cubicBezTo>
                  <a:pt x="1260" y="639"/>
                  <a:pt x="1261" y="640"/>
                  <a:pt x="1262" y="640"/>
                </a:cubicBezTo>
                <a:cubicBezTo>
                  <a:pt x="1264" y="641"/>
                  <a:pt x="1266" y="641"/>
                  <a:pt x="1269" y="641"/>
                </a:cubicBezTo>
                <a:cubicBezTo>
                  <a:pt x="1270" y="641"/>
                  <a:pt x="1270" y="641"/>
                  <a:pt x="1270" y="640"/>
                </a:cubicBezTo>
                <a:cubicBezTo>
                  <a:pt x="1269" y="637"/>
                  <a:pt x="1272" y="635"/>
                  <a:pt x="1272" y="632"/>
                </a:cubicBezTo>
                <a:cubicBezTo>
                  <a:pt x="1272" y="632"/>
                  <a:pt x="1272" y="632"/>
                  <a:pt x="1272" y="632"/>
                </a:cubicBezTo>
                <a:cubicBezTo>
                  <a:pt x="1275" y="633"/>
                  <a:pt x="1276" y="631"/>
                  <a:pt x="1278" y="630"/>
                </a:cubicBezTo>
                <a:cubicBezTo>
                  <a:pt x="1279" y="630"/>
                  <a:pt x="1279" y="630"/>
                  <a:pt x="1279" y="629"/>
                </a:cubicBezTo>
                <a:cubicBezTo>
                  <a:pt x="1278" y="627"/>
                  <a:pt x="1277" y="625"/>
                  <a:pt x="1275" y="623"/>
                </a:cubicBezTo>
                <a:cubicBezTo>
                  <a:pt x="1274" y="623"/>
                  <a:pt x="1273" y="622"/>
                  <a:pt x="1272" y="621"/>
                </a:cubicBezTo>
                <a:cubicBezTo>
                  <a:pt x="1270" y="618"/>
                  <a:pt x="1268" y="615"/>
                  <a:pt x="1266" y="612"/>
                </a:cubicBezTo>
                <a:cubicBezTo>
                  <a:pt x="1265" y="612"/>
                  <a:pt x="1265" y="611"/>
                  <a:pt x="1265" y="610"/>
                </a:cubicBezTo>
                <a:cubicBezTo>
                  <a:pt x="1265" y="610"/>
                  <a:pt x="1266" y="610"/>
                  <a:pt x="1266" y="609"/>
                </a:cubicBezTo>
                <a:cubicBezTo>
                  <a:pt x="1266" y="609"/>
                  <a:pt x="1267" y="609"/>
                  <a:pt x="1267" y="609"/>
                </a:cubicBezTo>
                <a:cubicBezTo>
                  <a:pt x="1268" y="610"/>
                  <a:pt x="1268" y="610"/>
                  <a:pt x="1268" y="610"/>
                </a:cubicBezTo>
                <a:cubicBezTo>
                  <a:pt x="1271" y="613"/>
                  <a:pt x="1273" y="612"/>
                  <a:pt x="1274" y="609"/>
                </a:cubicBezTo>
                <a:cubicBezTo>
                  <a:pt x="1275" y="608"/>
                  <a:pt x="1275" y="607"/>
                  <a:pt x="1276" y="606"/>
                </a:cubicBezTo>
                <a:cubicBezTo>
                  <a:pt x="1276" y="605"/>
                  <a:pt x="1277" y="605"/>
                  <a:pt x="1277" y="605"/>
                </a:cubicBezTo>
                <a:cubicBezTo>
                  <a:pt x="1278" y="606"/>
                  <a:pt x="1279" y="606"/>
                  <a:pt x="1280" y="605"/>
                </a:cubicBezTo>
                <a:cubicBezTo>
                  <a:pt x="1282" y="604"/>
                  <a:pt x="1284" y="604"/>
                  <a:pt x="1285" y="604"/>
                </a:cubicBezTo>
                <a:cubicBezTo>
                  <a:pt x="1288" y="604"/>
                  <a:pt x="1290" y="606"/>
                  <a:pt x="1290" y="609"/>
                </a:cubicBezTo>
                <a:cubicBezTo>
                  <a:pt x="1290" y="612"/>
                  <a:pt x="1290" y="616"/>
                  <a:pt x="1289" y="619"/>
                </a:cubicBezTo>
                <a:cubicBezTo>
                  <a:pt x="1288" y="620"/>
                  <a:pt x="1289" y="621"/>
                  <a:pt x="1290" y="621"/>
                </a:cubicBezTo>
                <a:cubicBezTo>
                  <a:pt x="1291" y="621"/>
                  <a:pt x="1292" y="621"/>
                  <a:pt x="1293" y="621"/>
                </a:cubicBezTo>
                <a:cubicBezTo>
                  <a:pt x="1293" y="621"/>
                  <a:pt x="1293" y="621"/>
                  <a:pt x="1294" y="621"/>
                </a:cubicBezTo>
                <a:cubicBezTo>
                  <a:pt x="1294" y="621"/>
                  <a:pt x="1294" y="621"/>
                  <a:pt x="1294" y="621"/>
                </a:cubicBezTo>
                <a:cubicBezTo>
                  <a:pt x="1294" y="622"/>
                  <a:pt x="1294" y="623"/>
                  <a:pt x="1294" y="623"/>
                </a:cubicBezTo>
                <a:cubicBezTo>
                  <a:pt x="1293" y="625"/>
                  <a:pt x="1291" y="624"/>
                  <a:pt x="1290" y="625"/>
                </a:cubicBezTo>
                <a:cubicBezTo>
                  <a:pt x="1289" y="625"/>
                  <a:pt x="1289" y="626"/>
                  <a:pt x="1289" y="626"/>
                </a:cubicBezTo>
                <a:cubicBezTo>
                  <a:pt x="1289" y="626"/>
                  <a:pt x="1289" y="627"/>
                  <a:pt x="1290" y="627"/>
                </a:cubicBezTo>
                <a:cubicBezTo>
                  <a:pt x="1291" y="628"/>
                  <a:pt x="1292" y="628"/>
                  <a:pt x="1293" y="629"/>
                </a:cubicBezTo>
                <a:cubicBezTo>
                  <a:pt x="1293" y="629"/>
                  <a:pt x="1294" y="630"/>
                  <a:pt x="1295" y="630"/>
                </a:cubicBezTo>
                <a:cubicBezTo>
                  <a:pt x="1296" y="631"/>
                  <a:pt x="1294" y="632"/>
                  <a:pt x="1295" y="633"/>
                </a:cubicBezTo>
                <a:cubicBezTo>
                  <a:pt x="1296" y="634"/>
                  <a:pt x="1298" y="635"/>
                  <a:pt x="1299" y="636"/>
                </a:cubicBezTo>
                <a:cubicBezTo>
                  <a:pt x="1299" y="638"/>
                  <a:pt x="1301" y="639"/>
                  <a:pt x="1302" y="640"/>
                </a:cubicBezTo>
                <a:cubicBezTo>
                  <a:pt x="1303" y="641"/>
                  <a:pt x="1304" y="641"/>
                  <a:pt x="1305" y="641"/>
                </a:cubicBezTo>
                <a:cubicBezTo>
                  <a:pt x="1308" y="640"/>
                  <a:pt x="1310" y="641"/>
                  <a:pt x="1311" y="643"/>
                </a:cubicBezTo>
                <a:cubicBezTo>
                  <a:pt x="1312" y="644"/>
                  <a:pt x="1313" y="644"/>
                  <a:pt x="1314" y="645"/>
                </a:cubicBezTo>
                <a:cubicBezTo>
                  <a:pt x="1314" y="645"/>
                  <a:pt x="1315" y="645"/>
                  <a:pt x="1315" y="645"/>
                </a:cubicBezTo>
                <a:cubicBezTo>
                  <a:pt x="1318" y="645"/>
                  <a:pt x="1321" y="645"/>
                  <a:pt x="1323" y="642"/>
                </a:cubicBezTo>
                <a:cubicBezTo>
                  <a:pt x="1325" y="640"/>
                  <a:pt x="1326" y="640"/>
                  <a:pt x="1328" y="641"/>
                </a:cubicBezTo>
                <a:cubicBezTo>
                  <a:pt x="1331" y="641"/>
                  <a:pt x="1332" y="642"/>
                  <a:pt x="1334" y="644"/>
                </a:cubicBezTo>
                <a:cubicBezTo>
                  <a:pt x="1336" y="646"/>
                  <a:pt x="1339" y="646"/>
                  <a:pt x="1342" y="645"/>
                </a:cubicBezTo>
                <a:cubicBezTo>
                  <a:pt x="1345" y="645"/>
                  <a:pt x="1348" y="643"/>
                  <a:pt x="1350" y="641"/>
                </a:cubicBezTo>
                <a:cubicBezTo>
                  <a:pt x="1351" y="640"/>
                  <a:pt x="1352" y="639"/>
                  <a:pt x="1353" y="640"/>
                </a:cubicBezTo>
                <a:cubicBezTo>
                  <a:pt x="1355" y="641"/>
                  <a:pt x="1358" y="640"/>
                  <a:pt x="1360" y="641"/>
                </a:cubicBezTo>
                <a:cubicBezTo>
                  <a:pt x="1360" y="641"/>
                  <a:pt x="1360" y="641"/>
                  <a:pt x="1360" y="640"/>
                </a:cubicBezTo>
                <a:cubicBezTo>
                  <a:pt x="1360" y="640"/>
                  <a:pt x="1360" y="640"/>
                  <a:pt x="1360" y="640"/>
                </a:cubicBezTo>
                <a:cubicBezTo>
                  <a:pt x="1360" y="641"/>
                  <a:pt x="1360" y="641"/>
                  <a:pt x="1360" y="641"/>
                </a:cubicBezTo>
                <a:cubicBezTo>
                  <a:pt x="1360" y="641"/>
                  <a:pt x="1360" y="641"/>
                  <a:pt x="1360" y="641"/>
                </a:cubicBezTo>
                <a:cubicBezTo>
                  <a:pt x="1359" y="644"/>
                  <a:pt x="1359" y="647"/>
                  <a:pt x="1360" y="650"/>
                </a:cubicBezTo>
                <a:cubicBezTo>
                  <a:pt x="1360" y="653"/>
                  <a:pt x="1360" y="656"/>
                  <a:pt x="1359" y="659"/>
                </a:cubicBezTo>
                <a:cubicBezTo>
                  <a:pt x="1359" y="661"/>
                  <a:pt x="1358" y="663"/>
                  <a:pt x="1357" y="665"/>
                </a:cubicBezTo>
                <a:cubicBezTo>
                  <a:pt x="1356" y="668"/>
                  <a:pt x="1355" y="671"/>
                  <a:pt x="1354" y="674"/>
                </a:cubicBezTo>
                <a:cubicBezTo>
                  <a:pt x="1354" y="677"/>
                  <a:pt x="1352" y="680"/>
                  <a:pt x="1350" y="682"/>
                </a:cubicBezTo>
                <a:cubicBezTo>
                  <a:pt x="1349" y="683"/>
                  <a:pt x="1348" y="684"/>
                  <a:pt x="1347" y="684"/>
                </a:cubicBezTo>
                <a:cubicBezTo>
                  <a:pt x="1343" y="684"/>
                  <a:pt x="1338" y="685"/>
                  <a:pt x="1334" y="683"/>
                </a:cubicBezTo>
                <a:cubicBezTo>
                  <a:pt x="1333" y="682"/>
                  <a:pt x="1331" y="682"/>
                  <a:pt x="1329" y="682"/>
                </a:cubicBezTo>
                <a:cubicBezTo>
                  <a:pt x="1325" y="682"/>
                  <a:pt x="1322" y="683"/>
                  <a:pt x="1318" y="685"/>
                </a:cubicBezTo>
                <a:cubicBezTo>
                  <a:pt x="1317" y="686"/>
                  <a:pt x="1315" y="686"/>
                  <a:pt x="1313" y="685"/>
                </a:cubicBezTo>
                <a:cubicBezTo>
                  <a:pt x="1307" y="684"/>
                  <a:pt x="1301" y="682"/>
                  <a:pt x="1294" y="682"/>
                </a:cubicBezTo>
                <a:cubicBezTo>
                  <a:pt x="1292" y="681"/>
                  <a:pt x="1290" y="681"/>
                  <a:pt x="1288" y="680"/>
                </a:cubicBezTo>
                <a:cubicBezTo>
                  <a:pt x="1285" y="678"/>
                  <a:pt x="1282" y="678"/>
                  <a:pt x="1279" y="677"/>
                </a:cubicBezTo>
                <a:cubicBezTo>
                  <a:pt x="1276" y="677"/>
                  <a:pt x="1274" y="676"/>
                  <a:pt x="1272" y="674"/>
                </a:cubicBezTo>
                <a:cubicBezTo>
                  <a:pt x="1271" y="673"/>
                  <a:pt x="1270" y="672"/>
                  <a:pt x="1269" y="672"/>
                </a:cubicBezTo>
                <a:cubicBezTo>
                  <a:pt x="1264" y="671"/>
                  <a:pt x="1259" y="671"/>
                  <a:pt x="1254" y="673"/>
                </a:cubicBezTo>
                <a:cubicBezTo>
                  <a:pt x="1251" y="675"/>
                  <a:pt x="1248" y="679"/>
                  <a:pt x="1250" y="683"/>
                </a:cubicBezTo>
                <a:cubicBezTo>
                  <a:pt x="1250" y="684"/>
                  <a:pt x="1250" y="685"/>
                  <a:pt x="1251" y="686"/>
                </a:cubicBezTo>
                <a:cubicBezTo>
                  <a:pt x="1251" y="687"/>
                  <a:pt x="1250" y="688"/>
                  <a:pt x="1250" y="689"/>
                </a:cubicBezTo>
                <a:cubicBezTo>
                  <a:pt x="1249" y="690"/>
                  <a:pt x="1249" y="691"/>
                  <a:pt x="1248" y="691"/>
                </a:cubicBezTo>
                <a:cubicBezTo>
                  <a:pt x="1246" y="693"/>
                  <a:pt x="1244" y="693"/>
                  <a:pt x="1242" y="692"/>
                </a:cubicBezTo>
                <a:cubicBezTo>
                  <a:pt x="1241" y="692"/>
                  <a:pt x="1240" y="691"/>
                  <a:pt x="1239" y="690"/>
                </a:cubicBezTo>
                <a:cubicBezTo>
                  <a:pt x="1238" y="689"/>
                  <a:pt x="1237" y="688"/>
                  <a:pt x="1235" y="687"/>
                </a:cubicBezTo>
                <a:cubicBezTo>
                  <a:pt x="1231" y="685"/>
                  <a:pt x="1228" y="684"/>
                  <a:pt x="1223" y="684"/>
                </a:cubicBezTo>
                <a:cubicBezTo>
                  <a:pt x="1222" y="684"/>
                  <a:pt x="1220" y="683"/>
                  <a:pt x="1219" y="681"/>
                </a:cubicBezTo>
                <a:cubicBezTo>
                  <a:pt x="1219" y="680"/>
                  <a:pt x="1219" y="679"/>
                  <a:pt x="1218" y="678"/>
                </a:cubicBezTo>
                <a:cubicBezTo>
                  <a:pt x="1218" y="676"/>
                  <a:pt x="1216" y="675"/>
                  <a:pt x="1215" y="674"/>
                </a:cubicBezTo>
                <a:cubicBezTo>
                  <a:pt x="1210" y="673"/>
                  <a:pt x="1205" y="671"/>
                  <a:pt x="1199" y="672"/>
                </a:cubicBezTo>
                <a:cubicBezTo>
                  <a:pt x="1196" y="672"/>
                  <a:pt x="1194" y="671"/>
                  <a:pt x="1191" y="670"/>
                </a:cubicBezTo>
                <a:cubicBezTo>
                  <a:pt x="1191" y="669"/>
                  <a:pt x="1190" y="669"/>
                  <a:pt x="1190" y="669"/>
                </a:cubicBezTo>
                <a:cubicBezTo>
                  <a:pt x="1188" y="667"/>
                  <a:pt x="1186" y="666"/>
                  <a:pt x="1183" y="665"/>
                </a:cubicBezTo>
                <a:cubicBezTo>
                  <a:pt x="1182" y="664"/>
                  <a:pt x="1181" y="662"/>
                  <a:pt x="1182" y="661"/>
                </a:cubicBezTo>
                <a:cubicBezTo>
                  <a:pt x="1183" y="660"/>
                  <a:pt x="1184" y="659"/>
                  <a:pt x="1186" y="657"/>
                </a:cubicBezTo>
                <a:cubicBezTo>
                  <a:pt x="1187" y="655"/>
                  <a:pt x="1187" y="653"/>
                  <a:pt x="1186" y="651"/>
                </a:cubicBezTo>
                <a:cubicBezTo>
                  <a:pt x="1186" y="649"/>
                  <a:pt x="1185" y="648"/>
                  <a:pt x="1184" y="647"/>
                </a:cubicBezTo>
                <a:cubicBezTo>
                  <a:pt x="1184" y="647"/>
                  <a:pt x="1184" y="646"/>
                  <a:pt x="1184" y="646"/>
                </a:cubicBezTo>
                <a:cubicBezTo>
                  <a:pt x="1184" y="644"/>
                  <a:pt x="1185" y="642"/>
                  <a:pt x="1186" y="641"/>
                </a:cubicBezTo>
                <a:cubicBezTo>
                  <a:pt x="1186" y="640"/>
                  <a:pt x="1185" y="639"/>
                  <a:pt x="1184" y="639"/>
                </a:cubicBezTo>
                <a:cubicBezTo>
                  <a:pt x="1183" y="640"/>
                  <a:pt x="1182" y="640"/>
                  <a:pt x="1180" y="638"/>
                </a:cubicBezTo>
                <a:cubicBezTo>
                  <a:pt x="1179" y="636"/>
                  <a:pt x="1176" y="636"/>
                  <a:pt x="1174" y="637"/>
                </a:cubicBezTo>
                <a:cubicBezTo>
                  <a:pt x="1172" y="637"/>
                  <a:pt x="1170" y="638"/>
                  <a:pt x="1167" y="639"/>
                </a:cubicBezTo>
                <a:cubicBezTo>
                  <a:pt x="1166" y="639"/>
                  <a:pt x="1165" y="639"/>
                  <a:pt x="1163" y="639"/>
                </a:cubicBezTo>
                <a:cubicBezTo>
                  <a:pt x="1161" y="638"/>
                  <a:pt x="1159" y="640"/>
                  <a:pt x="1156" y="639"/>
                </a:cubicBezTo>
                <a:cubicBezTo>
                  <a:pt x="1154" y="638"/>
                  <a:pt x="1152" y="640"/>
                  <a:pt x="1150" y="640"/>
                </a:cubicBezTo>
                <a:cubicBezTo>
                  <a:pt x="1148" y="640"/>
                  <a:pt x="1146" y="640"/>
                  <a:pt x="1145" y="640"/>
                </a:cubicBezTo>
                <a:cubicBezTo>
                  <a:pt x="1140" y="639"/>
                  <a:pt x="1136" y="640"/>
                  <a:pt x="1132" y="641"/>
                </a:cubicBezTo>
                <a:cubicBezTo>
                  <a:pt x="1129" y="642"/>
                  <a:pt x="1127" y="642"/>
                  <a:pt x="1125" y="642"/>
                </a:cubicBezTo>
                <a:cubicBezTo>
                  <a:pt x="1123" y="642"/>
                  <a:pt x="1121" y="642"/>
                  <a:pt x="1119" y="643"/>
                </a:cubicBezTo>
                <a:cubicBezTo>
                  <a:pt x="1116" y="645"/>
                  <a:pt x="1113" y="647"/>
                  <a:pt x="1109" y="648"/>
                </a:cubicBezTo>
                <a:cubicBezTo>
                  <a:pt x="1107" y="649"/>
                  <a:pt x="1105" y="650"/>
                  <a:pt x="1103" y="652"/>
                </a:cubicBezTo>
                <a:cubicBezTo>
                  <a:pt x="1100" y="654"/>
                  <a:pt x="1097" y="654"/>
                  <a:pt x="1095" y="653"/>
                </a:cubicBezTo>
                <a:cubicBezTo>
                  <a:pt x="1092" y="652"/>
                  <a:pt x="1090" y="652"/>
                  <a:pt x="1088" y="652"/>
                </a:cubicBezTo>
                <a:cubicBezTo>
                  <a:pt x="1086" y="653"/>
                  <a:pt x="1083" y="653"/>
                  <a:pt x="1081" y="652"/>
                </a:cubicBezTo>
                <a:cubicBezTo>
                  <a:pt x="1080" y="652"/>
                  <a:pt x="1079" y="652"/>
                  <a:pt x="1078" y="651"/>
                </a:cubicBezTo>
                <a:cubicBezTo>
                  <a:pt x="1077" y="651"/>
                  <a:pt x="1077" y="650"/>
                  <a:pt x="1077" y="650"/>
                </a:cubicBezTo>
                <a:cubicBezTo>
                  <a:pt x="1074" y="647"/>
                  <a:pt x="1072" y="648"/>
                  <a:pt x="1071" y="651"/>
                </a:cubicBezTo>
                <a:cubicBezTo>
                  <a:pt x="1070" y="653"/>
                  <a:pt x="1070" y="654"/>
                  <a:pt x="1069" y="656"/>
                </a:cubicBezTo>
                <a:cubicBezTo>
                  <a:pt x="1068" y="660"/>
                  <a:pt x="1066" y="663"/>
                  <a:pt x="1062" y="665"/>
                </a:cubicBezTo>
                <a:cubicBezTo>
                  <a:pt x="1059" y="666"/>
                  <a:pt x="1056" y="668"/>
                  <a:pt x="1053" y="670"/>
                </a:cubicBezTo>
                <a:cubicBezTo>
                  <a:pt x="1051" y="672"/>
                  <a:pt x="1048" y="674"/>
                  <a:pt x="1048" y="677"/>
                </a:cubicBezTo>
                <a:cubicBezTo>
                  <a:pt x="1048" y="679"/>
                  <a:pt x="1047" y="680"/>
                  <a:pt x="1046" y="681"/>
                </a:cubicBezTo>
                <a:cubicBezTo>
                  <a:pt x="1045" y="683"/>
                  <a:pt x="1044" y="685"/>
                  <a:pt x="1044" y="688"/>
                </a:cubicBezTo>
                <a:cubicBezTo>
                  <a:pt x="1044" y="690"/>
                  <a:pt x="1044" y="691"/>
                  <a:pt x="1044" y="693"/>
                </a:cubicBezTo>
                <a:cubicBezTo>
                  <a:pt x="1045" y="695"/>
                  <a:pt x="1044" y="696"/>
                  <a:pt x="1043" y="697"/>
                </a:cubicBezTo>
                <a:cubicBezTo>
                  <a:pt x="1042" y="699"/>
                  <a:pt x="1041" y="701"/>
                  <a:pt x="1040" y="702"/>
                </a:cubicBezTo>
                <a:cubicBezTo>
                  <a:pt x="1039" y="703"/>
                  <a:pt x="1038" y="704"/>
                  <a:pt x="1037" y="705"/>
                </a:cubicBezTo>
                <a:cubicBezTo>
                  <a:pt x="1036" y="706"/>
                  <a:pt x="1034" y="706"/>
                  <a:pt x="1033" y="707"/>
                </a:cubicBezTo>
                <a:cubicBezTo>
                  <a:pt x="1031" y="709"/>
                  <a:pt x="1029" y="710"/>
                  <a:pt x="1027" y="710"/>
                </a:cubicBezTo>
                <a:cubicBezTo>
                  <a:pt x="1024" y="710"/>
                  <a:pt x="1023" y="712"/>
                  <a:pt x="1022" y="714"/>
                </a:cubicBezTo>
                <a:cubicBezTo>
                  <a:pt x="1021" y="714"/>
                  <a:pt x="1020" y="715"/>
                  <a:pt x="1020" y="716"/>
                </a:cubicBezTo>
                <a:cubicBezTo>
                  <a:pt x="1019" y="719"/>
                  <a:pt x="1017" y="720"/>
                  <a:pt x="1015" y="721"/>
                </a:cubicBezTo>
                <a:cubicBezTo>
                  <a:pt x="1013" y="723"/>
                  <a:pt x="1011" y="725"/>
                  <a:pt x="1010" y="727"/>
                </a:cubicBezTo>
                <a:cubicBezTo>
                  <a:pt x="1008" y="731"/>
                  <a:pt x="1006" y="736"/>
                  <a:pt x="1003" y="739"/>
                </a:cubicBezTo>
                <a:cubicBezTo>
                  <a:pt x="1002" y="740"/>
                  <a:pt x="1001" y="741"/>
                  <a:pt x="1001" y="742"/>
                </a:cubicBezTo>
                <a:cubicBezTo>
                  <a:pt x="999" y="746"/>
                  <a:pt x="996" y="751"/>
                  <a:pt x="994" y="755"/>
                </a:cubicBezTo>
                <a:cubicBezTo>
                  <a:pt x="992" y="757"/>
                  <a:pt x="992" y="759"/>
                  <a:pt x="992" y="761"/>
                </a:cubicBezTo>
                <a:cubicBezTo>
                  <a:pt x="991" y="763"/>
                  <a:pt x="992" y="765"/>
                  <a:pt x="994" y="767"/>
                </a:cubicBezTo>
                <a:cubicBezTo>
                  <a:pt x="996" y="768"/>
                  <a:pt x="997" y="770"/>
                  <a:pt x="996" y="772"/>
                </a:cubicBezTo>
                <a:cubicBezTo>
                  <a:pt x="996" y="774"/>
                  <a:pt x="996" y="776"/>
                  <a:pt x="996" y="778"/>
                </a:cubicBezTo>
                <a:cubicBezTo>
                  <a:pt x="998" y="783"/>
                  <a:pt x="998" y="788"/>
                  <a:pt x="996" y="793"/>
                </a:cubicBezTo>
                <a:cubicBezTo>
                  <a:pt x="995" y="794"/>
                  <a:pt x="995" y="794"/>
                  <a:pt x="995" y="795"/>
                </a:cubicBezTo>
                <a:cubicBezTo>
                  <a:pt x="994" y="800"/>
                  <a:pt x="993" y="805"/>
                  <a:pt x="989" y="809"/>
                </a:cubicBezTo>
                <a:cubicBezTo>
                  <a:pt x="989" y="809"/>
                  <a:pt x="989" y="810"/>
                  <a:pt x="989" y="811"/>
                </a:cubicBezTo>
                <a:cubicBezTo>
                  <a:pt x="990" y="812"/>
                  <a:pt x="991" y="814"/>
                  <a:pt x="992" y="815"/>
                </a:cubicBezTo>
                <a:cubicBezTo>
                  <a:pt x="993" y="817"/>
                  <a:pt x="993" y="818"/>
                  <a:pt x="993" y="820"/>
                </a:cubicBezTo>
                <a:cubicBezTo>
                  <a:pt x="991" y="823"/>
                  <a:pt x="992" y="825"/>
                  <a:pt x="993" y="827"/>
                </a:cubicBezTo>
                <a:cubicBezTo>
                  <a:pt x="994" y="829"/>
                  <a:pt x="996" y="831"/>
                  <a:pt x="998" y="832"/>
                </a:cubicBezTo>
                <a:cubicBezTo>
                  <a:pt x="999" y="832"/>
                  <a:pt x="1001" y="833"/>
                  <a:pt x="1003" y="833"/>
                </a:cubicBezTo>
                <a:cubicBezTo>
                  <a:pt x="1003" y="833"/>
                  <a:pt x="1003" y="833"/>
                  <a:pt x="1003" y="833"/>
                </a:cubicBezTo>
                <a:cubicBezTo>
                  <a:pt x="1003" y="833"/>
                  <a:pt x="1003" y="833"/>
                  <a:pt x="1003" y="833"/>
                </a:cubicBezTo>
                <a:cubicBezTo>
                  <a:pt x="1003" y="833"/>
                  <a:pt x="1003" y="833"/>
                  <a:pt x="1003" y="833"/>
                </a:cubicBezTo>
                <a:cubicBezTo>
                  <a:pt x="1003" y="833"/>
                  <a:pt x="1003" y="833"/>
                  <a:pt x="1003" y="833"/>
                </a:cubicBezTo>
                <a:cubicBezTo>
                  <a:pt x="1003" y="835"/>
                  <a:pt x="1003" y="837"/>
                  <a:pt x="1005" y="838"/>
                </a:cubicBezTo>
                <a:cubicBezTo>
                  <a:pt x="1006" y="839"/>
                  <a:pt x="1007" y="840"/>
                  <a:pt x="1008" y="842"/>
                </a:cubicBezTo>
                <a:cubicBezTo>
                  <a:pt x="1008" y="843"/>
                  <a:pt x="1009" y="844"/>
                  <a:pt x="1010" y="844"/>
                </a:cubicBezTo>
                <a:cubicBezTo>
                  <a:pt x="1013" y="845"/>
                  <a:pt x="1015" y="847"/>
                  <a:pt x="1016" y="849"/>
                </a:cubicBezTo>
                <a:cubicBezTo>
                  <a:pt x="1017" y="850"/>
                  <a:pt x="1018" y="851"/>
                  <a:pt x="1018" y="852"/>
                </a:cubicBezTo>
                <a:cubicBezTo>
                  <a:pt x="1018" y="856"/>
                  <a:pt x="1020" y="859"/>
                  <a:pt x="1022" y="862"/>
                </a:cubicBezTo>
                <a:cubicBezTo>
                  <a:pt x="1023" y="865"/>
                  <a:pt x="1026" y="867"/>
                  <a:pt x="1029" y="869"/>
                </a:cubicBezTo>
                <a:cubicBezTo>
                  <a:pt x="1032" y="870"/>
                  <a:pt x="1034" y="871"/>
                  <a:pt x="1036" y="873"/>
                </a:cubicBezTo>
                <a:cubicBezTo>
                  <a:pt x="1041" y="876"/>
                  <a:pt x="1045" y="880"/>
                  <a:pt x="1051" y="884"/>
                </a:cubicBezTo>
                <a:cubicBezTo>
                  <a:pt x="1053" y="885"/>
                  <a:pt x="1056" y="886"/>
                  <a:pt x="1059" y="887"/>
                </a:cubicBezTo>
                <a:cubicBezTo>
                  <a:pt x="1059" y="887"/>
                  <a:pt x="1060" y="887"/>
                  <a:pt x="1061" y="887"/>
                </a:cubicBezTo>
                <a:cubicBezTo>
                  <a:pt x="1063" y="886"/>
                  <a:pt x="1065" y="885"/>
                  <a:pt x="1067" y="884"/>
                </a:cubicBezTo>
                <a:cubicBezTo>
                  <a:pt x="1070" y="883"/>
                  <a:pt x="1073" y="882"/>
                  <a:pt x="1077" y="882"/>
                </a:cubicBezTo>
                <a:cubicBezTo>
                  <a:pt x="1079" y="882"/>
                  <a:pt x="1081" y="882"/>
                  <a:pt x="1084" y="882"/>
                </a:cubicBezTo>
                <a:cubicBezTo>
                  <a:pt x="1087" y="881"/>
                  <a:pt x="1091" y="881"/>
                  <a:pt x="1094" y="883"/>
                </a:cubicBezTo>
                <a:cubicBezTo>
                  <a:pt x="1095" y="883"/>
                  <a:pt x="1096" y="883"/>
                  <a:pt x="1096" y="884"/>
                </a:cubicBezTo>
                <a:cubicBezTo>
                  <a:pt x="1098" y="884"/>
                  <a:pt x="1100" y="884"/>
                  <a:pt x="1102" y="884"/>
                </a:cubicBezTo>
                <a:cubicBezTo>
                  <a:pt x="1103" y="883"/>
                  <a:pt x="1105" y="882"/>
                  <a:pt x="1107" y="882"/>
                </a:cubicBezTo>
                <a:cubicBezTo>
                  <a:pt x="1109" y="881"/>
                  <a:pt x="1111" y="880"/>
                  <a:pt x="1112" y="879"/>
                </a:cubicBezTo>
                <a:cubicBezTo>
                  <a:pt x="1114" y="878"/>
                  <a:pt x="1117" y="877"/>
                  <a:pt x="1119" y="876"/>
                </a:cubicBezTo>
                <a:cubicBezTo>
                  <a:pt x="1122" y="875"/>
                  <a:pt x="1124" y="874"/>
                  <a:pt x="1127" y="874"/>
                </a:cubicBezTo>
                <a:cubicBezTo>
                  <a:pt x="1130" y="874"/>
                  <a:pt x="1134" y="872"/>
                  <a:pt x="1138" y="872"/>
                </a:cubicBezTo>
                <a:cubicBezTo>
                  <a:pt x="1139" y="873"/>
                  <a:pt x="1140" y="873"/>
                  <a:pt x="1140" y="873"/>
                </a:cubicBezTo>
                <a:cubicBezTo>
                  <a:pt x="1144" y="874"/>
                  <a:pt x="1146" y="876"/>
                  <a:pt x="1148" y="880"/>
                </a:cubicBezTo>
                <a:cubicBezTo>
                  <a:pt x="1149" y="881"/>
                  <a:pt x="1149" y="883"/>
                  <a:pt x="1150" y="885"/>
                </a:cubicBezTo>
                <a:cubicBezTo>
                  <a:pt x="1151" y="888"/>
                  <a:pt x="1154" y="889"/>
                  <a:pt x="1157" y="889"/>
                </a:cubicBezTo>
                <a:cubicBezTo>
                  <a:pt x="1158" y="889"/>
                  <a:pt x="1159" y="889"/>
                  <a:pt x="1160" y="889"/>
                </a:cubicBezTo>
                <a:cubicBezTo>
                  <a:pt x="1163" y="888"/>
                  <a:pt x="1167" y="888"/>
                  <a:pt x="1171" y="887"/>
                </a:cubicBezTo>
                <a:cubicBezTo>
                  <a:pt x="1173" y="886"/>
                  <a:pt x="1175" y="886"/>
                  <a:pt x="1176" y="888"/>
                </a:cubicBezTo>
                <a:cubicBezTo>
                  <a:pt x="1177" y="889"/>
                  <a:pt x="1178" y="890"/>
                  <a:pt x="1178" y="891"/>
                </a:cubicBezTo>
                <a:cubicBezTo>
                  <a:pt x="1182" y="893"/>
                  <a:pt x="1182" y="896"/>
                  <a:pt x="1182" y="899"/>
                </a:cubicBezTo>
                <a:cubicBezTo>
                  <a:pt x="1182" y="901"/>
                  <a:pt x="1181" y="903"/>
                  <a:pt x="1181" y="905"/>
                </a:cubicBezTo>
                <a:cubicBezTo>
                  <a:pt x="1180" y="907"/>
                  <a:pt x="1179" y="908"/>
                  <a:pt x="1179" y="910"/>
                </a:cubicBezTo>
                <a:cubicBezTo>
                  <a:pt x="1178" y="912"/>
                  <a:pt x="1179" y="914"/>
                  <a:pt x="1178" y="916"/>
                </a:cubicBezTo>
                <a:cubicBezTo>
                  <a:pt x="1178" y="919"/>
                  <a:pt x="1177" y="922"/>
                  <a:pt x="1175" y="925"/>
                </a:cubicBezTo>
                <a:cubicBezTo>
                  <a:pt x="1175" y="925"/>
                  <a:pt x="1175" y="926"/>
                  <a:pt x="1175" y="926"/>
                </a:cubicBezTo>
                <a:cubicBezTo>
                  <a:pt x="1175" y="926"/>
                  <a:pt x="1175" y="927"/>
                  <a:pt x="1175" y="927"/>
                </a:cubicBezTo>
                <a:cubicBezTo>
                  <a:pt x="1179" y="936"/>
                  <a:pt x="1180" y="938"/>
                  <a:pt x="1188" y="945"/>
                </a:cubicBezTo>
                <a:cubicBezTo>
                  <a:pt x="1189" y="947"/>
                  <a:pt x="1190" y="948"/>
                  <a:pt x="1191" y="949"/>
                </a:cubicBezTo>
                <a:cubicBezTo>
                  <a:pt x="1194" y="951"/>
                  <a:pt x="1195" y="953"/>
                  <a:pt x="1196" y="956"/>
                </a:cubicBezTo>
                <a:cubicBezTo>
                  <a:pt x="1197" y="957"/>
                  <a:pt x="1198" y="959"/>
                  <a:pt x="1198" y="960"/>
                </a:cubicBezTo>
                <a:cubicBezTo>
                  <a:pt x="1199" y="963"/>
                  <a:pt x="1200" y="967"/>
                  <a:pt x="1202" y="970"/>
                </a:cubicBezTo>
                <a:cubicBezTo>
                  <a:pt x="1204" y="973"/>
                  <a:pt x="1204" y="977"/>
                  <a:pt x="1205" y="981"/>
                </a:cubicBezTo>
                <a:cubicBezTo>
                  <a:pt x="1206" y="982"/>
                  <a:pt x="1205" y="983"/>
                  <a:pt x="1205" y="984"/>
                </a:cubicBezTo>
                <a:cubicBezTo>
                  <a:pt x="1205" y="985"/>
                  <a:pt x="1204" y="986"/>
                  <a:pt x="1205" y="987"/>
                </a:cubicBezTo>
                <a:cubicBezTo>
                  <a:pt x="1205" y="990"/>
                  <a:pt x="1206" y="992"/>
                  <a:pt x="1207" y="995"/>
                </a:cubicBezTo>
                <a:cubicBezTo>
                  <a:pt x="1208" y="996"/>
                  <a:pt x="1208" y="997"/>
                  <a:pt x="1209" y="998"/>
                </a:cubicBezTo>
                <a:cubicBezTo>
                  <a:pt x="1210" y="1002"/>
                  <a:pt x="1210" y="1007"/>
                  <a:pt x="1205" y="1011"/>
                </a:cubicBezTo>
                <a:cubicBezTo>
                  <a:pt x="1204" y="1012"/>
                  <a:pt x="1202" y="1014"/>
                  <a:pt x="1201" y="1016"/>
                </a:cubicBezTo>
                <a:cubicBezTo>
                  <a:pt x="1199" y="1018"/>
                  <a:pt x="1198" y="1020"/>
                  <a:pt x="1198" y="1022"/>
                </a:cubicBezTo>
                <a:cubicBezTo>
                  <a:pt x="1197" y="1026"/>
                  <a:pt x="1196" y="1029"/>
                  <a:pt x="1195" y="1033"/>
                </a:cubicBezTo>
                <a:cubicBezTo>
                  <a:pt x="1194" y="1035"/>
                  <a:pt x="1193" y="1037"/>
                  <a:pt x="1193" y="1039"/>
                </a:cubicBezTo>
                <a:cubicBezTo>
                  <a:pt x="1193" y="1042"/>
                  <a:pt x="1193" y="1046"/>
                  <a:pt x="1193" y="1049"/>
                </a:cubicBezTo>
                <a:cubicBezTo>
                  <a:pt x="1193" y="1051"/>
                  <a:pt x="1194" y="1053"/>
                  <a:pt x="1195" y="1054"/>
                </a:cubicBezTo>
                <a:cubicBezTo>
                  <a:pt x="1198" y="1057"/>
                  <a:pt x="1201" y="1061"/>
                  <a:pt x="1202" y="1066"/>
                </a:cubicBezTo>
                <a:cubicBezTo>
                  <a:pt x="1204" y="1071"/>
                  <a:pt x="1206" y="1075"/>
                  <a:pt x="1208" y="1079"/>
                </a:cubicBezTo>
                <a:cubicBezTo>
                  <a:pt x="1210" y="1083"/>
                  <a:pt x="1211" y="1086"/>
                  <a:pt x="1211" y="1089"/>
                </a:cubicBezTo>
                <a:cubicBezTo>
                  <a:pt x="1211" y="1093"/>
                  <a:pt x="1212" y="1097"/>
                  <a:pt x="1213" y="1100"/>
                </a:cubicBezTo>
                <a:cubicBezTo>
                  <a:pt x="1213" y="1102"/>
                  <a:pt x="1214" y="1103"/>
                  <a:pt x="1214" y="1105"/>
                </a:cubicBezTo>
                <a:cubicBezTo>
                  <a:pt x="1214" y="1109"/>
                  <a:pt x="1215" y="1113"/>
                  <a:pt x="1216" y="1117"/>
                </a:cubicBezTo>
                <a:cubicBezTo>
                  <a:pt x="1217" y="1121"/>
                  <a:pt x="1219" y="1125"/>
                  <a:pt x="1221" y="1128"/>
                </a:cubicBezTo>
                <a:cubicBezTo>
                  <a:pt x="1223" y="1130"/>
                  <a:pt x="1224" y="1132"/>
                  <a:pt x="1226" y="1134"/>
                </a:cubicBezTo>
                <a:cubicBezTo>
                  <a:pt x="1227" y="1136"/>
                  <a:pt x="1228" y="1138"/>
                  <a:pt x="1229" y="1140"/>
                </a:cubicBezTo>
                <a:cubicBezTo>
                  <a:pt x="1230" y="1145"/>
                  <a:pt x="1231" y="1149"/>
                  <a:pt x="1233" y="1153"/>
                </a:cubicBezTo>
                <a:cubicBezTo>
                  <a:pt x="1234" y="1154"/>
                  <a:pt x="1234" y="1156"/>
                  <a:pt x="1235" y="1157"/>
                </a:cubicBezTo>
                <a:cubicBezTo>
                  <a:pt x="1236" y="1159"/>
                  <a:pt x="1236" y="1162"/>
                  <a:pt x="1234" y="1164"/>
                </a:cubicBezTo>
                <a:cubicBezTo>
                  <a:pt x="1233" y="1165"/>
                  <a:pt x="1233" y="1166"/>
                  <a:pt x="1234" y="1167"/>
                </a:cubicBezTo>
                <a:cubicBezTo>
                  <a:pt x="1235" y="1169"/>
                  <a:pt x="1235" y="1172"/>
                  <a:pt x="1236" y="1175"/>
                </a:cubicBezTo>
                <a:cubicBezTo>
                  <a:pt x="1236" y="1175"/>
                  <a:pt x="1236" y="1176"/>
                  <a:pt x="1236" y="1176"/>
                </a:cubicBezTo>
                <a:cubicBezTo>
                  <a:pt x="1239" y="1178"/>
                  <a:pt x="1243" y="1180"/>
                  <a:pt x="1246" y="1181"/>
                </a:cubicBezTo>
                <a:cubicBezTo>
                  <a:pt x="1246" y="1182"/>
                  <a:pt x="1247" y="1181"/>
                  <a:pt x="1248" y="1181"/>
                </a:cubicBezTo>
                <a:cubicBezTo>
                  <a:pt x="1251" y="1180"/>
                  <a:pt x="1254" y="1178"/>
                  <a:pt x="1257" y="1179"/>
                </a:cubicBezTo>
                <a:cubicBezTo>
                  <a:pt x="1259" y="1179"/>
                  <a:pt x="1260" y="1178"/>
                  <a:pt x="1262" y="1178"/>
                </a:cubicBezTo>
                <a:cubicBezTo>
                  <a:pt x="1264" y="1177"/>
                  <a:pt x="1266" y="1176"/>
                  <a:pt x="1269" y="1176"/>
                </a:cubicBezTo>
                <a:cubicBezTo>
                  <a:pt x="1272" y="1176"/>
                  <a:pt x="1275" y="1175"/>
                  <a:pt x="1278" y="1177"/>
                </a:cubicBezTo>
                <a:cubicBezTo>
                  <a:pt x="1278" y="1177"/>
                  <a:pt x="1280" y="1177"/>
                  <a:pt x="1280" y="1177"/>
                </a:cubicBezTo>
                <a:cubicBezTo>
                  <a:pt x="1283" y="1175"/>
                  <a:pt x="1286" y="1177"/>
                  <a:pt x="1288" y="1174"/>
                </a:cubicBezTo>
                <a:cubicBezTo>
                  <a:pt x="1289" y="1174"/>
                  <a:pt x="1290" y="1173"/>
                  <a:pt x="1291" y="1173"/>
                </a:cubicBezTo>
                <a:cubicBezTo>
                  <a:pt x="1295" y="1173"/>
                  <a:pt x="1299" y="1171"/>
                  <a:pt x="1302" y="1169"/>
                </a:cubicBezTo>
                <a:cubicBezTo>
                  <a:pt x="1307" y="1166"/>
                  <a:pt x="1311" y="1162"/>
                  <a:pt x="1315" y="1158"/>
                </a:cubicBezTo>
                <a:cubicBezTo>
                  <a:pt x="1318" y="1155"/>
                  <a:pt x="1321" y="1152"/>
                  <a:pt x="1323" y="1149"/>
                </a:cubicBezTo>
                <a:cubicBezTo>
                  <a:pt x="1325" y="1146"/>
                  <a:pt x="1327" y="1143"/>
                  <a:pt x="1329" y="1140"/>
                </a:cubicBezTo>
                <a:cubicBezTo>
                  <a:pt x="1330" y="1138"/>
                  <a:pt x="1332" y="1136"/>
                  <a:pt x="1333" y="1135"/>
                </a:cubicBezTo>
                <a:cubicBezTo>
                  <a:pt x="1337" y="1133"/>
                  <a:pt x="1339" y="1130"/>
                  <a:pt x="1340" y="1126"/>
                </a:cubicBezTo>
                <a:cubicBezTo>
                  <a:pt x="1341" y="1123"/>
                  <a:pt x="1342" y="1120"/>
                  <a:pt x="1343" y="1117"/>
                </a:cubicBezTo>
                <a:cubicBezTo>
                  <a:pt x="1343" y="1116"/>
                  <a:pt x="1343" y="1114"/>
                  <a:pt x="1342" y="1113"/>
                </a:cubicBezTo>
                <a:cubicBezTo>
                  <a:pt x="1341" y="1111"/>
                  <a:pt x="1342" y="1110"/>
                  <a:pt x="1343" y="1108"/>
                </a:cubicBezTo>
                <a:cubicBezTo>
                  <a:pt x="1345" y="1107"/>
                  <a:pt x="1347" y="1105"/>
                  <a:pt x="1350" y="1105"/>
                </a:cubicBezTo>
                <a:cubicBezTo>
                  <a:pt x="1353" y="1104"/>
                  <a:pt x="1356" y="1103"/>
                  <a:pt x="1358" y="1101"/>
                </a:cubicBezTo>
                <a:cubicBezTo>
                  <a:pt x="1360" y="1100"/>
                  <a:pt x="1362" y="1098"/>
                  <a:pt x="1362" y="1096"/>
                </a:cubicBezTo>
                <a:cubicBezTo>
                  <a:pt x="1362" y="1093"/>
                  <a:pt x="1363" y="1090"/>
                  <a:pt x="1363" y="1087"/>
                </a:cubicBezTo>
                <a:cubicBezTo>
                  <a:pt x="1363" y="1086"/>
                  <a:pt x="1363" y="1084"/>
                  <a:pt x="1363" y="1083"/>
                </a:cubicBezTo>
                <a:cubicBezTo>
                  <a:pt x="1362" y="1078"/>
                  <a:pt x="1360" y="1074"/>
                  <a:pt x="1359" y="1069"/>
                </a:cubicBezTo>
                <a:cubicBezTo>
                  <a:pt x="1359" y="1068"/>
                  <a:pt x="1359" y="1066"/>
                  <a:pt x="1360" y="1065"/>
                </a:cubicBezTo>
                <a:cubicBezTo>
                  <a:pt x="1366" y="1060"/>
                  <a:pt x="1373" y="1055"/>
                  <a:pt x="1379" y="1050"/>
                </a:cubicBezTo>
                <a:cubicBezTo>
                  <a:pt x="1381" y="1048"/>
                  <a:pt x="1383" y="1047"/>
                  <a:pt x="1385" y="1046"/>
                </a:cubicBezTo>
                <a:cubicBezTo>
                  <a:pt x="1387" y="1045"/>
                  <a:pt x="1390" y="1044"/>
                  <a:pt x="1392" y="1043"/>
                </a:cubicBezTo>
                <a:cubicBezTo>
                  <a:pt x="1397" y="1040"/>
                  <a:pt x="1400" y="1036"/>
                  <a:pt x="1402" y="1030"/>
                </a:cubicBezTo>
                <a:cubicBezTo>
                  <a:pt x="1403" y="1028"/>
                  <a:pt x="1404" y="1026"/>
                  <a:pt x="1404" y="1023"/>
                </a:cubicBezTo>
                <a:cubicBezTo>
                  <a:pt x="1403" y="1020"/>
                  <a:pt x="1404" y="1018"/>
                  <a:pt x="1404" y="1015"/>
                </a:cubicBezTo>
                <a:cubicBezTo>
                  <a:pt x="1404" y="1013"/>
                  <a:pt x="1404" y="1011"/>
                  <a:pt x="1404" y="1009"/>
                </a:cubicBezTo>
                <a:cubicBezTo>
                  <a:pt x="1403" y="1005"/>
                  <a:pt x="1403" y="1002"/>
                  <a:pt x="1404" y="998"/>
                </a:cubicBezTo>
                <a:cubicBezTo>
                  <a:pt x="1405" y="997"/>
                  <a:pt x="1404" y="995"/>
                  <a:pt x="1402" y="994"/>
                </a:cubicBezTo>
                <a:cubicBezTo>
                  <a:pt x="1399" y="992"/>
                  <a:pt x="1398" y="989"/>
                  <a:pt x="1397" y="986"/>
                </a:cubicBezTo>
                <a:cubicBezTo>
                  <a:pt x="1396" y="982"/>
                  <a:pt x="1396" y="978"/>
                  <a:pt x="1396" y="974"/>
                </a:cubicBezTo>
                <a:cubicBezTo>
                  <a:pt x="1396" y="973"/>
                  <a:pt x="1396" y="972"/>
                  <a:pt x="1396" y="972"/>
                </a:cubicBezTo>
                <a:cubicBezTo>
                  <a:pt x="1397" y="970"/>
                  <a:pt x="1397" y="968"/>
                  <a:pt x="1396" y="967"/>
                </a:cubicBezTo>
                <a:cubicBezTo>
                  <a:pt x="1392" y="965"/>
                  <a:pt x="1392" y="962"/>
                  <a:pt x="1394" y="958"/>
                </a:cubicBezTo>
                <a:cubicBezTo>
                  <a:pt x="1395" y="956"/>
                  <a:pt x="1396" y="953"/>
                  <a:pt x="1398" y="951"/>
                </a:cubicBezTo>
                <a:cubicBezTo>
                  <a:pt x="1400" y="948"/>
                  <a:pt x="1401" y="945"/>
                  <a:pt x="1403" y="942"/>
                </a:cubicBezTo>
                <a:cubicBezTo>
                  <a:pt x="1404" y="940"/>
                  <a:pt x="1404" y="939"/>
                  <a:pt x="1406" y="938"/>
                </a:cubicBezTo>
                <a:cubicBezTo>
                  <a:pt x="1409" y="936"/>
                  <a:pt x="1411" y="934"/>
                  <a:pt x="1413" y="931"/>
                </a:cubicBezTo>
                <a:cubicBezTo>
                  <a:pt x="1418" y="925"/>
                  <a:pt x="1424" y="919"/>
                  <a:pt x="1431" y="913"/>
                </a:cubicBezTo>
                <a:cubicBezTo>
                  <a:pt x="1434" y="910"/>
                  <a:pt x="1437" y="906"/>
                  <a:pt x="1442" y="904"/>
                </a:cubicBezTo>
                <a:cubicBezTo>
                  <a:pt x="1443" y="904"/>
                  <a:pt x="1443" y="903"/>
                  <a:pt x="1444" y="903"/>
                </a:cubicBezTo>
                <a:cubicBezTo>
                  <a:pt x="1455" y="894"/>
                  <a:pt x="1463" y="884"/>
                  <a:pt x="1469" y="871"/>
                </a:cubicBezTo>
                <a:cubicBezTo>
                  <a:pt x="1471" y="866"/>
                  <a:pt x="1473" y="862"/>
                  <a:pt x="1476" y="857"/>
                </a:cubicBezTo>
                <a:cubicBezTo>
                  <a:pt x="1478" y="855"/>
                  <a:pt x="1480" y="851"/>
                  <a:pt x="1481" y="848"/>
                </a:cubicBezTo>
                <a:cubicBezTo>
                  <a:pt x="1482" y="843"/>
                  <a:pt x="1482" y="839"/>
                  <a:pt x="1482" y="834"/>
                </a:cubicBezTo>
                <a:cubicBezTo>
                  <a:pt x="1482" y="833"/>
                  <a:pt x="1480" y="831"/>
                  <a:pt x="1479" y="832"/>
                </a:cubicBezTo>
                <a:cubicBezTo>
                  <a:pt x="1478" y="832"/>
                  <a:pt x="1478" y="832"/>
                  <a:pt x="1478" y="832"/>
                </a:cubicBezTo>
                <a:cubicBezTo>
                  <a:pt x="1474" y="835"/>
                  <a:pt x="1470" y="836"/>
                  <a:pt x="1466" y="836"/>
                </a:cubicBezTo>
                <a:cubicBezTo>
                  <a:pt x="1461" y="837"/>
                  <a:pt x="1455" y="837"/>
                  <a:pt x="1449" y="840"/>
                </a:cubicBezTo>
                <a:cubicBezTo>
                  <a:pt x="1449" y="840"/>
                  <a:pt x="1448" y="840"/>
                  <a:pt x="1447" y="840"/>
                </a:cubicBezTo>
                <a:cubicBezTo>
                  <a:pt x="1443" y="840"/>
                  <a:pt x="1440" y="841"/>
                  <a:pt x="1438" y="842"/>
                </a:cubicBezTo>
                <a:cubicBezTo>
                  <a:pt x="1437" y="843"/>
                  <a:pt x="1436" y="843"/>
                  <a:pt x="1435" y="843"/>
                </a:cubicBezTo>
                <a:cubicBezTo>
                  <a:pt x="1434" y="843"/>
                  <a:pt x="1433" y="843"/>
                  <a:pt x="1432" y="843"/>
                </a:cubicBezTo>
                <a:cubicBezTo>
                  <a:pt x="1431" y="842"/>
                  <a:pt x="1430" y="842"/>
                  <a:pt x="1430" y="841"/>
                </a:cubicBezTo>
                <a:cubicBezTo>
                  <a:pt x="1428" y="839"/>
                  <a:pt x="1426" y="837"/>
                  <a:pt x="1424" y="835"/>
                </a:cubicBezTo>
                <a:cubicBezTo>
                  <a:pt x="1423" y="834"/>
                  <a:pt x="1423" y="833"/>
                  <a:pt x="1423" y="833"/>
                </a:cubicBezTo>
                <a:cubicBezTo>
                  <a:pt x="1425" y="829"/>
                  <a:pt x="1425" y="828"/>
                  <a:pt x="1423" y="827"/>
                </a:cubicBezTo>
                <a:cubicBezTo>
                  <a:pt x="1421" y="825"/>
                  <a:pt x="1420" y="824"/>
                  <a:pt x="1418" y="822"/>
                </a:cubicBezTo>
                <a:cubicBezTo>
                  <a:pt x="1416" y="819"/>
                  <a:pt x="1412" y="816"/>
                  <a:pt x="1409" y="813"/>
                </a:cubicBezTo>
                <a:cubicBezTo>
                  <a:pt x="1408" y="811"/>
                  <a:pt x="1405" y="810"/>
                  <a:pt x="1403" y="808"/>
                </a:cubicBezTo>
                <a:cubicBezTo>
                  <a:pt x="1399" y="806"/>
                  <a:pt x="1395" y="803"/>
                  <a:pt x="1394" y="798"/>
                </a:cubicBezTo>
                <a:cubicBezTo>
                  <a:pt x="1393" y="796"/>
                  <a:pt x="1393" y="793"/>
                  <a:pt x="1392" y="791"/>
                </a:cubicBezTo>
                <a:cubicBezTo>
                  <a:pt x="1391" y="788"/>
                  <a:pt x="1389" y="786"/>
                  <a:pt x="1387" y="785"/>
                </a:cubicBezTo>
                <a:cubicBezTo>
                  <a:pt x="1385" y="783"/>
                  <a:pt x="1384" y="782"/>
                  <a:pt x="1382" y="780"/>
                </a:cubicBezTo>
                <a:cubicBezTo>
                  <a:pt x="1380" y="779"/>
                  <a:pt x="1379" y="777"/>
                  <a:pt x="1379" y="776"/>
                </a:cubicBezTo>
                <a:cubicBezTo>
                  <a:pt x="1379" y="771"/>
                  <a:pt x="1378" y="766"/>
                  <a:pt x="1377" y="761"/>
                </a:cubicBezTo>
                <a:cubicBezTo>
                  <a:pt x="1376" y="756"/>
                  <a:pt x="1373" y="753"/>
                  <a:pt x="1369" y="751"/>
                </a:cubicBezTo>
                <a:cubicBezTo>
                  <a:pt x="1368" y="750"/>
                  <a:pt x="1368" y="750"/>
                  <a:pt x="1367" y="750"/>
                </a:cubicBezTo>
                <a:cubicBezTo>
                  <a:pt x="1366" y="749"/>
                  <a:pt x="1366" y="748"/>
                  <a:pt x="1365" y="748"/>
                </a:cubicBezTo>
                <a:cubicBezTo>
                  <a:pt x="1365" y="747"/>
                  <a:pt x="1365" y="746"/>
                  <a:pt x="1365" y="745"/>
                </a:cubicBezTo>
                <a:cubicBezTo>
                  <a:pt x="1365" y="742"/>
                  <a:pt x="1364" y="739"/>
                  <a:pt x="1362" y="737"/>
                </a:cubicBezTo>
                <a:cubicBezTo>
                  <a:pt x="1362" y="736"/>
                  <a:pt x="1361" y="735"/>
                  <a:pt x="1360" y="733"/>
                </a:cubicBezTo>
                <a:cubicBezTo>
                  <a:pt x="1357" y="728"/>
                  <a:pt x="1353" y="723"/>
                  <a:pt x="1352" y="716"/>
                </a:cubicBezTo>
                <a:cubicBezTo>
                  <a:pt x="1351" y="715"/>
                  <a:pt x="1351" y="714"/>
                  <a:pt x="1350" y="713"/>
                </a:cubicBezTo>
                <a:cubicBezTo>
                  <a:pt x="1350" y="712"/>
                  <a:pt x="1350" y="711"/>
                  <a:pt x="1351" y="711"/>
                </a:cubicBezTo>
                <a:cubicBezTo>
                  <a:pt x="1352" y="711"/>
                  <a:pt x="1354" y="712"/>
                  <a:pt x="1355" y="711"/>
                </a:cubicBezTo>
                <a:cubicBezTo>
                  <a:pt x="1355" y="710"/>
                  <a:pt x="1356" y="709"/>
                  <a:pt x="1358" y="709"/>
                </a:cubicBezTo>
                <a:cubicBezTo>
                  <a:pt x="1359" y="709"/>
                  <a:pt x="1360" y="710"/>
                  <a:pt x="1361" y="711"/>
                </a:cubicBezTo>
                <a:cubicBezTo>
                  <a:pt x="1362" y="712"/>
                  <a:pt x="1362" y="713"/>
                  <a:pt x="1363" y="714"/>
                </a:cubicBezTo>
                <a:cubicBezTo>
                  <a:pt x="1367" y="718"/>
                  <a:pt x="1369" y="723"/>
                  <a:pt x="1372" y="727"/>
                </a:cubicBezTo>
                <a:cubicBezTo>
                  <a:pt x="1374" y="730"/>
                  <a:pt x="1375" y="732"/>
                  <a:pt x="1376" y="735"/>
                </a:cubicBezTo>
                <a:cubicBezTo>
                  <a:pt x="1376" y="737"/>
                  <a:pt x="1377" y="738"/>
                  <a:pt x="1379" y="739"/>
                </a:cubicBezTo>
                <a:cubicBezTo>
                  <a:pt x="1383" y="740"/>
                  <a:pt x="1385" y="742"/>
                  <a:pt x="1386" y="746"/>
                </a:cubicBezTo>
                <a:cubicBezTo>
                  <a:pt x="1387" y="747"/>
                  <a:pt x="1387" y="748"/>
                  <a:pt x="1388" y="749"/>
                </a:cubicBezTo>
                <a:cubicBezTo>
                  <a:pt x="1389" y="751"/>
                  <a:pt x="1389" y="753"/>
                  <a:pt x="1389" y="755"/>
                </a:cubicBezTo>
                <a:cubicBezTo>
                  <a:pt x="1389" y="756"/>
                  <a:pt x="1389" y="757"/>
                  <a:pt x="1389" y="758"/>
                </a:cubicBezTo>
                <a:cubicBezTo>
                  <a:pt x="1390" y="762"/>
                  <a:pt x="1392" y="766"/>
                  <a:pt x="1396" y="769"/>
                </a:cubicBezTo>
                <a:cubicBezTo>
                  <a:pt x="1397" y="770"/>
                  <a:pt x="1399" y="770"/>
                  <a:pt x="1400" y="771"/>
                </a:cubicBezTo>
                <a:cubicBezTo>
                  <a:pt x="1402" y="773"/>
                  <a:pt x="1404" y="775"/>
                  <a:pt x="1405" y="778"/>
                </a:cubicBezTo>
                <a:cubicBezTo>
                  <a:pt x="1406" y="782"/>
                  <a:pt x="1408" y="785"/>
                  <a:pt x="1410" y="787"/>
                </a:cubicBezTo>
                <a:cubicBezTo>
                  <a:pt x="1412" y="789"/>
                  <a:pt x="1414" y="792"/>
                  <a:pt x="1416" y="794"/>
                </a:cubicBezTo>
                <a:cubicBezTo>
                  <a:pt x="1418" y="797"/>
                  <a:pt x="1419" y="800"/>
                  <a:pt x="1419" y="804"/>
                </a:cubicBezTo>
                <a:cubicBezTo>
                  <a:pt x="1418" y="805"/>
                  <a:pt x="1418" y="806"/>
                  <a:pt x="1419" y="807"/>
                </a:cubicBezTo>
                <a:cubicBezTo>
                  <a:pt x="1421" y="811"/>
                  <a:pt x="1421" y="816"/>
                  <a:pt x="1423" y="820"/>
                </a:cubicBezTo>
                <a:cubicBezTo>
                  <a:pt x="1423" y="821"/>
                  <a:pt x="1424" y="823"/>
                  <a:pt x="1425" y="824"/>
                </a:cubicBezTo>
                <a:cubicBezTo>
                  <a:pt x="1425" y="826"/>
                  <a:pt x="1427" y="826"/>
                  <a:pt x="1428" y="826"/>
                </a:cubicBezTo>
                <a:cubicBezTo>
                  <a:pt x="1430" y="826"/>
                  <a:pt x="1431" y="826"/>
                  <a:pt x="1433" y="826"/>
                </a:cubicBezTo>
                <a:cubicBezTo>
                  <a:pt x="1435" y="826"/>
                  <a:pt x="1437" y="825"/>
                  <a:pt x="1438" y="824"/>
                </a:cubicBezTo>
                <a:cubicBezTo>
                  <a:pt x="1440" y="821"/>
                  <a:pt x="1442" y="821"/>
                  <a:pt x="1445" y="821"/>
                </a:cubicBezTo>
                <a:cubicBezTo>
                  <a:pt x="1448" y="821"/>
                  <a:pt x="1451" y="821"/>
                  <a:pt x="1454" y="819"/>
                </a:cubicBezTo>
                <a:cubicBezTo>
                  <a:pt x="1456" y="818"/>
                  <a:pt x="1458" y="817"/>
                  <a:pt x="1460" y="817"/>
                </a:cubicBezTo>
                <a:cubicBezTo>
                  <a:pt x="1462" y="817"/>
                  <a:pt x="1463" y="816"/>
                  <a:pt x="1464" y="815"/>
                </a:cubicBezTo>
                <a:cubicBezTo>
                  <a:pt x="1466" y="813"/>
                  <a:pt x="1468" y="812"/>
                  <a:pt x="1470" y="811"/>
                </a:cubicBezTo>
                <a:cubicBezTo>
                  <a:pt x="1473" y="810"/>
                  <a:pt x="1476" y="810"/>
                  <a:pt x="1479" y="808"/>
                </a:cubicBezTo>
                <a:cubicBezTo>
                  <a:pt x="1481" y="808"/>
                  <a:pt x="1483" y="806"/>
                  <a:pt x="1486" y="805"/>
                </a:cubicBezTo>
                <a:cubicBezTo>
                  <a:pt x="1487" y="805"/>
                  <a:pt x="1488" y="804"/>
                  <a:pt x="1488" y="803"/>
                </a:cubicBezTo>
                <a:cubicBezTo>
                  <a:pt x="1489" y="800"/>
                  <a:pt x="1491" y="798"/>
                  <a:pt x="1493" y="797"/>
                </a:cubicBezTo>
                <a:cubicBezTo>
                  <a:pt x="1497" y="796"/>
                  <a:pt x="1500" y="795"/>
                  <a:pt x="1504" y="795"/>
                </a:cubicBezTo>
                <a:cubicBezTo>
                  <a:pt x="1507" y="794"/>
                  <a:pt x="1509" y="793"/>
                  <a:pt x="1509" y="790"/>
                </a:cubicBezTo>
                <a:cubicBezTo>
                  <a:pt x="1510" y="789"/>
                  <a:pt x="1510" y="788"/>
                  <a:pt x="1512" y="788"/>
                </a:cubicBezTo>
                <a:cubicBezTo>
                  <a:pt x="1515" y="787"/>
                  <a:pt x="1517" y="786"/>
                  <a:pt x="1518" y="782"/>
                </a:cubicBezTo>
                <a:cubicBezTo>
                  <a:pt x="1519" y="781"/>
                  <a:pt x="1520" y="780"/>
                  <a:pt x="1522" y="780"/>
                </a:cubicBezTo>
                <a:cubicBezTo>
                  <a:pt x="1523" y="779"/>
                  <a:pt x="1524" y="779"/>
                  <a:pt x="1525" y="779"/>
                </a:cubicBezTo>
                <a:cubicBezTo>
                  <a:pt x="1526" y="778"/>
                  <a:pt x="1526" y="777"/>
                  <a:pt x="1526" y="777"/>
                </a:cubicBezTo>
                <a:cubicBezTo>
                  <a:pt x="1527" y="775"/>
                  <a:pt x="1526" y="773"/>
                  <a:pt x="1527" y="771"/>
                </a:cubicBezTo>
                <a:cubicBezTo>
                  <a:pt x="1527" y="770"/>
                  <a:pt x="1527" y="769"/>
                  <a:pt x="1529" y="768"/>
                </a:cubicBezTo>
                <a:cubicBezTo>
                  <a:pt x="1533" y="765"/>
                  <a:pt x="1536" y="761"/>
                  <a:pt x="1538" y="756"/>
                </a:cubicBezTo>
                <a:cubicBezTo>
                  <a:pt x="1539" y="754"/>
                  <a:pt x="1539" y="752"/>
                  <a:pt x="1536" y="750"/>
                </a:cubicBezTo>
                <a:cubicBezTo>
                  <a:pt x="1535" y="748"/>
                  <a:pt x="1533" y="746"/>
                  <a:pt x="1532" y="744"/>
                </a:cubicBezTo>
                <a:cubicBezTo>
                  <a:pt x="1531" y="743"/>
                  <a:pt x="1530" y="742"/>
                  <a:pt x="1528" y="741"/>
                </a:cubicBezTo>
                <a:cubicBezTo>
                  <a:pt x="1525" y="741"/>
                  <a:pt x="1523" y="741"/>
                  <a:pt x="1521" y="740"/>
                </a:cubicBezTo>
                <a:cubicBezTo>
                  <a:pt x="1520" y="740"/>
                  <a:pt x="1518" y="739"/>
                  <a:pt x="1517" y="738"/>
                </a:cubicBezTo>
                <a:cubicBezTo>
                  <a:pt x="1515" y="736"/>
                  <a:pt x="1513" y="734"/>
                  <a:pt x="1513" y="731"/>
                </a:cubicBezTo>
                <a:cubicBezTo>
                  <a:pt x="1513" y="728"/>
                  <a:pt x="1512" y="725"/>
                  <a:pt x="1512" y="723"/>
                </a:cubicBezTo>
                <a:cubicBezTo>
                  <a:pt x="1512" y="723"/>
                  <a:pt x="1512" y="722"/>
                  <a:pt x="1512" y="722"/>
                </a:cubicBezTo>
                <a:cubicBezTo>
                  <a:pt x="1511" y="722"/>
                  <a:pt x="1510" y="722"/>
                  <a:pt x="1510" y="723"/>
                </a:cubicBezTo>
                <a:cubicBezTo>
                  <a:pt x="1507" y="726"/>
                  <a:pt x="1503" y="730"/>
                  <a:pt x="1500" y="734"/>
                </a:cubicBezTo>
                <a:cubicBezTo>
                  <a:pt x="1498" y="737"/>
                  <a:pt x="1495" y="739"/>
                  <a:pt x="1492" y="738"/>
                </a:cubicBezTo>
                <a:cubicBezTo>
                  <a:pt x="1489" y="738"/>
                  <a:pt x="1486" y="738"/>
                  <a:pt x="1483" y="739"/>
                </a:cubicBezTo>
                <a:cubicBezTo>
                  <a:pt x="1482" y="740"/>
                  <a:pt x="1481" y="739"/>
                  <a:pt x="1480" y="738"/>
                </a:cubicBezTo>
                <a:cubicBezTo>
                  <a:pt x="1479" y="737"/>
                  <a:pt x="1478" y="736"/>
                  <a:pt x="1478" y="735"/>
                </a:cubicBezTo>
                <a:cubicBezTo>
                  <a:pt x="1478" y="732"/>
                  <a:pt x="1477" y="729"/>
                  <a:pt x="1477" y="726"/>
                </a:cubicBezTo>
                <a:cubicBezTo>
                  <a:pt x="1477" y="725"/>
                  <a:pt x="1477" y="725"/>
                  <a:pt x="1476" y="724"/>
                </a:cubicBezTo>
                <a:cubicBezTo>
                  <a:pt x="1476" y="724"/>
                  <a:pt x="1476" y="723"/>
                  <a:pt x="1475" y="723"/>
                </a:cubicBezTo>
                <a:cubicBezTo>
                  <a:pt x="1475" y="723"/>
                  <a:pt x="1474" y="724"/>
                  <a:pt x="1474" y="724"/>
                </a:cubicBezTo>
                <a:cubicBezTo>
                  <a:pt x="1473" y="725"/>
                  <a:pt x="1473" y="726"/>
                  <a:pt x="1472" y="727"/>
                </a:cubicBezTo>
                <a:cubicBezTo>
                  <a:pt x="1471" y="728"/>
                  <a:pt x="1470" y="728"/>
                  <a:pt x="1469" y="727"/>
                </a:cubicBezTo>
                <a:cubicBezTo>
                  <a:pt x="1468" y="726"/>
                  <a:pt x="1467" y="724"/>
                  <a:pt x="1467" y="722"/>
                </a:cubicBezTo>
                <a:cubicBezTo>
                  <a:pt x="1467" y="719"/>
                  <a:pt x="1465" y="717"/>
                  <a:pt x="1463" y="715"/>
                </a:cubicBezTo>
                <a:cubicBezTo>
                  <a:pt x="1462" y="713"/>
                  <a:pt x="1460" y="712"/>
                  <a:pt x="1459" y="710"/>
                </a:cubicBezTo>
                <a:cubicBezTo>
                  <a:pt x="1458" y="710"/>
                  <a:pt x="1457" y="709"/>
                  <a:pt x="1457" y="709"/>
                </a:cubicBezTo>
                <a:cubicBezTo>
                  <a:pt x="1455" y="706"/>
                  <a:pt x="1453" y="703"/>
                  <a:pt x="1452" y="700"/>
                </a:cubicBezTo>
                <a:cubicBezTo>
                  <a:pt x="1451" y="699"/>
                  <a:pt x="1452" y="698"/>
                  <a:pt x="1452" y="697"/>
                </a:cubicBezTo>
                <a:cubicBezTo>
                  <a:pt x="1452" y="696"/>
                  <a:pt x="1452" y="695"/>
                  <a:pt x="1452" y="694"/>
                </a:cubicBezTo>
                <a:cubicBezTo>
                  <a:pt x="1453" y="693"/>
                  <a:pt x="1453" y="693"/>
                  <a:pt x="1454" y="693"/>
                </a:cubicBezTo>
                <a:cubicBezTo>
                  <a:pt x="1455" y="692"/>
                  <a:pt x="1457" y="692"/>
                  <a:pt x="1459" y="692"/>
                </a:cubicBezTo>
                <a:cubicBezTo>
                  <a:pt x="1460" y="692"/>
                  <a:pt x="1462" y="692"/>
                  <a:pt x="1464" y="693"/>
                </a:cubicBezTo>
                <a:cubicBezTo>
                  <a:pt x="1465" y="694"/>
                  <a:pt x="1465" y="695"/>
                  <a:pt x="1466" y="696"/>
                </a:cubicBezTo>
                <a:cubicBezTo>
                  <a:pt x="1468" y="700"/>
                  <a:pt x="1471" y="703"/>
                  <a:pt x="1473" y="707"/>
                </a:cubicBezTo>
                <a:cubicBezTo>
                  <a:pt x="1474" y="708"/>
                  <a:pt x="1475" y="709"/>
                  <a:pt x="1477" y="710"/>
                </a:cubicBezTo>
                <a:cubicBezTo>
                  <a:pt x="1478" y="710"/>
                  <a:pt x="1478" y="710"/>
                  <a:pt x="1479" y="710"/>
                </a:cubicBezTo>
                <a:cubicBezTo>
                  <a:pt x="1481" y="711"/>
                  <a:pt x="1483" y="712"/>
                  <a:pt x="1484" y="713"/>
                </a:cubicBezTo>
                <a:cubicBezTo>
                  <a:pt x="1485" y="715"/>
                  <a:pt x="1487" y="715"/>
                  <a:pt x="1488" y="716"/>
                </a:cubicBezTo>
                <a:cubicBezTo>
                  <a:pt x="1491" y="718"/>
                  <a:pt x="1495" y="719"/>
                  <a:pt x="1499" y="720"/>
                </a:cubicBezTo>
                <a:cubicBezTo>
                  <a:pt x="1500" y="720"/>
                  <a:pt x="1501" y="720"/>
                  <a:pt x="1503" y="719"/>
                </a:cubicBezTo>
                <a:cubicBezTo>
                  <a:pt x="1505" y="718"/>
                  <a:pt x="1507" y="717"/>
                  <a:pt x="1509" y="716"/>
                </a:cubicBezTo>
                <a:cubicBezTo>
                  <a:pt x="1512" y="715"/>
                  <a:pt x="1514" y="716"/>
                  <a:pt x="1515" y="718"/>
                </a:cubicBezTo>
                <a:cubicBezTo>
                  <a:pt x="1516" y="720"/>
                  <a:pt x="1517" y="722"/>
                  <a:pt x="1517" y="724"/>
                </a:cubicBezTo>
                <a:cubicBezTo>
                  <a:pt x="1518" y="726"/>
                  <a:pt x="1520" y="726"/>
                  <a:pt x="1521" y="727"/>
                </a:cubicBezTo>
                <a:cubicBezTo>
                  <a:pt x="1530" y="727"/>
                  <a:pt x="1538" y="729"/>
                  <a:pt x="1546" y="730"/>
                </a:cubicBezTo>
                <a:cubicBezTo>
                  <a:pt x="1549" y="731"/>
                  <a:pt x="1551" y="731"/>
                  <a:pt x="1554" y="731"/>
                </a:cubicBezTo>
                <a:cubicBezTo>
                  <a:pt x="1559" y="730"/>
                  <a:pt x="1564" y="729"/>
                  <a:pt x="1569" y="730"/>
                </a:cubicBezTo>
                <a:cubicBezTo>
                  <a:pt x="1570" y="730"/>
                  <a:pt x="1571" y="730"/>
                  <a:pt x="1572" y="729"/>
                </a:cubicBezTo>
                <a:cubicBezTo>
                  <a:pt x="1576" y="728"/>
                  <a:pt x="1579" y="728"/>
                  <a:pt x="1583" y="728"/>
                </a:cubicBezTo>
                <a:cubicBezTo>
                  <a:pt x="1584" y="728"/>
                  <a:pt x="1585" y="729"/>
                  <a:pt x="1586" y="730"/>
                </a:cubicBezTo>
                <a:cubicBezTo>
                  <a:pt x="1586" y="731"/>
                  <a:pt x="1587" y="732"/>
                  <a:pt x="1588" y="733"/>
                </a:cubicBezTo>
                <a:cubicBezTo>
                  <a:pt x="1589" y="733"/>
                  <a:pt x="1590" y="735"/>
                  <a:pt x="1590" y="736"/>
                </a:cubicBezTo>
                <a:cubicBezTo>
                  <a:pt x="1591" y="739"/>
                  <a:pt x="1593" y="741"/>
                  <a:pt x="1596" y="741"/>
                </a:cubicBezTo>
                <a:cubicBezTo>
                  <a:pt x="1598" y="741"/>
                  <a:pt x="1599" y="743"/>
                  <a:pt x="1601" y="745"/>
                </a:cubicBezTo>
                <a:cubicBezTo>
                  <a:pt x="1603" y="748"/>
                  <a:pt x="1606" y="749"/>
                  <a:pt x="1610" y="749"/>
                </a:cubicBezTo>
                <a:cubicBezTo>
                  <a:pt x="1610" y="749"/>
                  <a:pt x="1611" y="749"/>
                  <a:pt x="1612" y="749"/>
                </a:cubicBezTo>
                <a:cubicBezTo>
                  <a:pt x="1612" y="749"/>
                  <a:pt x="1612" y="749"/>
                  <a:pt x="1612" y="749"/>
                </a:cubicBezTo>
                <a:cubicBezTo>
                  <a:pt x="1612" y="749"/>
                  <a:pt x="1612" y="749"/>
                  <a:pt x="1612" y="749"/>
                </a:cubicBezTo>
                <a:cubicBezTo>
                  <a:pt x="1612" y="749"/>
                  <a:pt x="1612" y="749"/>
                  <a:pt x="1612" y="749"/>
                </a:cubicBezTo>
                <a:cubicBezTo>
                  <a:pt x="1612" y="749"/>
                  <a:pt x="1612" y="749"/>
                  <a:pt x="1612" y="749"/>
                </a:cubicBezTo>
                <a:cubicBezTo>
                  <a:pt x="1611" y="751"/>
                  <a:pt x="1609" y="752"/>
                  <a:pt x="1606" y="751"/>
                </a:cubicBezTo>
                <a:cubicBezTo>
                  <a:pt x="1606" y="751"/>
                  <a:pt x="1605" y="752"/>
                  <a:pt x="1605" y="752"/>
                </a:cubicBezTo>
                <a:cubicBezTo>
                  <a:pt x="1605" y="752"/>
                  <a:pt x="1605" y="753"/>
                  <a:pt x="1605" y="753"/>
                </a:cubicBezTo>
                <a:cubicBezTo>
                  <a:pt x="1608" y="756"/>
                  <a:pt x="1610" y="759"/>
                  <a:pt x="1613" y="761"/>
                </a:cubicBezTo>
                <a:cubicBezTo>
                  <a:pt x="1618" y="766"/>
                  <a:pt x="1620" y="766"/>
                  <a:pt x="1626" y="762"/>
                </a:cubicBezTo>
                <a:cubicBezTo>
                  <a:pt x="1628" y="761"/>
                  <a:pt x="1630" y="759"/>
                  <a:pt x="1630" y="756"/>
                </a:cubicBezTo>
                <a:cubicBezTo>
                  <a:pt x="1630" y="756"/>
                  <a:pt x="1630" y="756"/>
                  <a:pt x="1630" y="756"/>
                </a:cubicBezTo>
                <a:cubicBezTo>
                  <a:pt x="1630" y="756"/>
                  <a:pt x="1630" y="756"/>
                  <a:pt x="1630" y="756"/>
                </a:cubicBezTo>
                <a:cubicBezTo>
                  <a:pt x="1630" y="756"/>
                  <a:pt x="1630" y="756"/>
                  <a:pt x="1630" y="756"/>
                </a:cubicBezTo>
                <a:cubicBezTo>
                  <a:pt x="1630" y="756"/>
                  <a:pt x="1630" y="756"/>
                  <a:pt x="1630" y="756"/>
                </a:cubicBezTo>
                <a:cubicBezTo>
                  <a:pt x="1630" y="756"/>
                  <a:pt x="1630" y="757"/>
                  <a:pt x="1630" y="757"/>
                </a:cubicBezTo>
                <a:cubicBezTo>
                  <a:pt x="1632" y="761"/>
                  <a:pt x="1633" y="764"/>
                  <a:pt x="1633" y="768"/>
                </a:cubicBezTo>
                <a:cubicBezTo>
                  <a:pt x="1633" y="770"/>
                  <a:pt x="1633" y="772"/>
                  <a:pt x="1633" y="774"/>
                </a:cubicBezTo>
                <a:cubicBezTo>
                  <a:pt x="1635" y="778"/>
                  <a:pt x="1636" y="782"/>
                  <a:pt x="1637" y="786"/>
                </a:cubicBezTo>
                <a:cubicBezTo>
                  <a:pt x="1638" y="791"/>
                  <a:pt x="1640" y="794"/>
                  <a:pt x="1640" y="799"/>
                </a:cubicBezTo>
                <a:cubicBezTo>
                  <a:pt x="1640" y="800"/>
                  <a:pt x="1641" y="800"/>
                  <a:pt x="1641" y="801"/>
                </a:cubicBezTo>
                <a:cubicBezTo>
                  <a:pt x="1643" y="804"/>
                  <a:pt x="1644" y="806"/>
                  <a:pt x="1646" y="809"/>
                </a:cubicBezTo>
                <a:cubicBezTo>
                  <a:pt x="1648" y="812"/>
                  <a:pt x="1649" y="815"/>
                  <a:pt x="1650" y="818"/>
                </a:cubicBezTo>
                <a:cubicBezTo>
                  <a:pt x="1651" y="820"/>
                  <a:pt x="1651" y="822"/>
                  <a:pt x="1652" y="823"/>
                </a:cubicBezTo>
                <a:cubicBezTo>
                  <a:pt x="1653" y="827"/>
                  <a:pt x="1654" y="830"/>
                  <a:pt x="1657" y="832"/>
                </a:cubicBezTo>
                <a:cubicBezTo>
                  <a:pt x="1658" y="834"/>
                  <a:pt x="1659" y="836"/>
                  <a:pt x="1660" y="837"/>
                </a:cubicBezTo>
                <a:cubicBezTo>
                  <a:pt x="1662" y="841"/>
                  <a:pt x="1664" y="845"/>
                  <a:pt x="1665" y="850"/>
                </a:cubicBezTo>
                <a:cubicBezTo>
                  <a:pt x="1665" y="852"/>
                  <a:pt x="1666" y="855"/>
                  <a:pt x="1668" y="857"/>
                </a:cubicBezTo>
                <a:cubicBezTo>
                  <a:pt x="1669" y="858"/>
                  <a:pt x="1669" y="858"/>
                  <a:pt x="1670" y="859"/>
                </a:cubicBezTo>
                <a:cubicBezTo>
                  <a:pt x="1672" y="861"/>
                  <a:pt x="1676" y="861"/>
                  <a:pt x="1677" y="858"/>
                </a:cubicBezTo>
                <a:cubicBezTo>
                  <a:pt x="1678" y="858"/>
                  <a:pt x="1678" y="857"/>
                  <a:pt x="1679" y="856"/>
                </a:cubicBezTo>
                <a:cubicBezTo>
                  <a:pt x="1679" y="855"/>
                  <a:pt x="1680" y="854"/>
                  <a:pt x="1682" y="853"/>
                </a:cubicBezTo>
                <a:cubicBezTo>
                  <a:pt x="1683" y="852"/>
                  <a:pt x="1684" y="851"/>
                  <a:pt x="1685" y="849"/>
                </a:cubicBezTo>
                <a:cubicBezTo>
                  <a:pt x="1686" y="847"/>
                  <a:pt x="1687" y="845"/>
                  <a:pt x="1689" y="844"/>
                </a:cubicBezTo>
                <a:cubicBezTo>
                  <a:pt x="1691" y="843"/>
                  <a:pt x="1691" y="842"/>
                  <a:pt x="1691" y="840"/>
                </a:cubicBezTo>
                <a:cubicBezTo>
                  <a:pt x="1691" y="839"/>
                  <a:pt x="1690" y="837"/>
                  <a:pt x="1690" y="836"/>
                </a:cubicBezTo>
                <a:cubicBezTo>
                  <a:pt x="1690" y="834"/>
                  <a:pt x="1690" y="832"/>
                  <a:pt x="1691" y="831"/>
                </a:cubicBezTo>
                <a:cubicBezTo>
                  <a:pt x="1691" y="830"/>
                  <a:pt x="1691" y="829"/>
                  <a:pt x="1692" y="828"/>
                </a:cubicBezTo>
                <a:cubicBezTo>
                  <a:pt x="1693" y="825"/>
                  <a:pt x="1693" y="823"/>
                  <a:pt x="1692" y="820"/>
                </a:cubicBezTo>
                <a:cubicBezTo>
                  <a:pt x="1691" y="819"/>
                  <a:pt x="1691" y="817"/>
                  <a:pt x="1691" y="816"/>
                </a:cubicBezTo>
                <a:cubicBezTo>
                  <a:pt x="1691" y="813"/>
                  <a:pt x="1691" y="809"/>
                  <a:pt x="1691" y="806"/>
                </a:cubicBezTo>
                <a:cubicBezTo>
                  <a:pt x="1691" y="804"/>
                  <a:pt x="1692" y="803"/>
                  <a:pt x="1694" y="802"/>
                </a:cubicBezTo>
                <a:cubicBezTo>
                  <a:pt x="1695" y="802"/>
                  <a:pt x="1696" y="802"/>
                  <a:pt x="1697" y="802"/>
                </a:cubicBezTo>
                <a:cubicBezTo>
                  <a:pt x="1698" y="799"/>
                  <a:pt x="1701" y="798"/>
                  <a:pt x="1703" y="797"/>
                </a:cubicBezTo>
                <a:cubicBezTo>
                  <a:pt x="1704" y="797"/>
                  <a:pt x="1705" y="796"/>
                  <a:pt x="1705" y="795"/>
                </a:cubicBezTo>
                <a:cubicBezTo>
                  <a:pt x="1706" y="793"/>
                  <a:pt x="1706" y="792"/>
                  <a:pt x="1707" y="791"/>
                </a:cubicBezTo>
                <a:cubicBezTo>
                  <a:pt x="1711" y="789"/>
                  <a:pt x="1713" y="785"/>
                  <a:pt x="1716" y="783"/>
                </a:cubicBezTo>
                <a:cubicBezTo>
                  <a:pt x="1718" y="782"/>
                  <a:pt x="1719" y="781"/>
                  <a:pt x="1720" y="779"/>
                </a:cubicBezTo>
                <a:cubicBezTo>
                  <a:pt x="1721" y="777"/>
                  <a:pt x="1722" y="776"/>
                  <a:pt x="1724" y="774"/>
                </a:cubicBezTo>
                <a:cubicBezTo>
                  <a:pt x="1725" y="773"/>
                  <a:pt x="1726" y="773"/>
                  <a:pt x="1727" y="772"/>
                </a:cubicBezTo>
                <a:cubicBezTo>
                  <a:pt x="1732" y="770"/>
                  <a:pt x="1735" y="766"/>
                  <a:pt x="1735" y="761"/>
                </a:cubicBezTo>
                <a:cubicBezTo>
                  <a:pt x="1735" y="759"/>
                  <a:pt x="1737" y="758"/>
                  <a:pt x="1738" y="757"/>
                </a:cubicBezTo>
                <a:cubicBezTo>
                  <a:pt x="1740" y="756"/>
                  <a:pt x="1742" y="756"/>
                  <a:pt x="1745" y="756"/>
                </a:cubicBezTo>
                <a:cubicBezTo>
                  <a:pt x="1750" y="756"/>
                  <a:pt x="1755" y="755"/>
                  <a:pt x="1760" y="752"/>
                </a:cubicBezTo>
                <a:cubicBezTo>
                  <a:pt x="1761" y="751"/>
                  <a:pt x="1764" y="751"/>
                  <a:pt x="1766" y="749"/>
                </a:cubicBezTo>
                <a:cubicBezTo>
                  <a:pt x="1766" y="749"/>
                  <a:pt x="1767" y="749"/>
                  <a:pt x="1767" y="750"/>
                </a:cubicBezTo>
                <a:cubicBezTo>
                  <a:pt x="1768" y="751"/>
                  <a:pt x="1768" y="753"/>
                  <a:pt x="1769" y="755"/>
                </a:cubicBezTo>
                <a:cubicBezTo>
                  <a:pt x="1771" y="761"/>
                  <a:pt x="1774" y="765"/>
                  <a:pt x="1779" y="768"/>
                </a:cubicBezTo>
                <a:cubicBezTo>
                  <a:pt x="1780" y="768"/>
                  <a:pt x="1781" y="769"/>
                  <a:pt x="1782" y="769"/>
                </a:cubicBezTo>
                <a:cubicBezTo>
                  <a:pt x="1783" y="770"/>
                  <a:pt x="1783" y="771"/>
                  <a:pt x="1783" y="773"/>
                </a:cubicBezTo>
                <a:cubicBezTo>
                  <a:pt x="1782" y="776"/>
                  <a:pt x="1783" y="776"/>
                  <a:pt x="1785" y="778"/>
                </a:cubicBezTo>
                <a:cubicBezTo>
                  <a:pt x="1787" y="778"/>
                  <a:pt x="1788" y="779"/>
                  <a:pt x="1789" y="781"/>
                </a:cubicBezTo>
                <a:cubicBezTo>
                  <a:pt x="1789" y="781"/>
                  <a:pt x="1789" y="781"/>
                  <a:pt x="1789" y="782"/>
                </a:cubicBezTo>
                <a:cubicBezTo>
                  <a:pt x="1791" y="785"/>
                  <a:pt x="1792" y="789"/>
                  <a:pt x="1791" y="793"/>
                </a:cubicBezTo>
                <a:cubicBezTo>
                  <a:pt x="1790" y="795"/>
                  <a:pt x="1791" y="796"/>
                  <a:pt x="1791" y="798"/>
                </a:cubicBezTo>
                <a:cubicBezTo>
                  <a:pt x="1791" y="799"/>
                  <a:pt x="1793" y="801"/>
                  <a:pt x="1794" y="801"/>
                </a:cubicBezTo>
                <a:cubicBezTo>
                  <a:pt x="1797" y="800"/>
                  <a:pt x="1800" y="800"/>
                  <a:pt x="1803" y="798"/>
                </a:cubicBezTo>
                <a:cubicBezTo>
                  <a:pt x="1805" y="797"/>
                  <a:pt x="1807" y="795"/>
                  <a:pt x="1809" y="794"/>
                </a:cubicBezTo>
                <a:close/>
                <a:moveTo>
                  <a:pt x="1960" y="668"/>
                </a:moveTo>
                <a:cubicBezTo>
                  <a:pt x="1961" y="668"/>
                  <a:pt x="1961" y="668"/>
                  <a:pt x="1961" y="669"/>
                </a:cubicBezTo>
                <a:cubicBezTo>
                  <a:pt x="1961" y="669"/>
                  <a:pt x="1961" y="669"/>
                  <a:pt x="1961" y="670"/>
                </a:cubicBezTo>
                <a:cubicBezTo>
                  <a:pt x="1961" y="670"/>
                  <a:pt x="1961" y="670"/>
                  <a:pt x="1961" y="670"/>
                </a:cubicBezTo>
                <a:cubicBezTo>
                  <a:pt x="1961" y="670"/>
                  <a:pt x="1961" y="670"/>
                  <a:pt x="1961" y="670"/>
                </a:cubicBezTo>
                <a:cubicBezTo>
                  <a:pt x="1961" y="670"/>
                  <a:pt x="1961" y="670"/>
                  <a:pt x="1961" y="670"/>
                </a:cubicBezTo>
                <a:cubicBezTo>
                  <a:pt x="1961" y="670"/>
                  <a:pt x="1961" y="670"/>
                  <a:pt x="1961" y="670"/>
                </a:cubicBezTo>
                <a:cubicBezTo>
                  <a:pt x="1960" y="670"/>
                  <a:pt x="1960" y="669"/>
                  <a:pt x="1960" y="669"/>
                </a:cubicBezTo>
                <a:cubicBezTo>
                  <a:pt x="1959" y="669"/>
                  <a:pt x="1960" y="668"/>
                  <a:pt x="1960" y="668"/>
                </a:cubicBezTo>
                <a:close/>
                <a:moveTo>
                  <a:pt x="1945" y="649"/>
                </a:moveTo>
                <a:cubicBezTo>
                  <a:pt x="1946" y="650"/>
                  <a:pt x="1946" y="650"/>
                  <a:pt x="1946" y="650"/>
                </a:cubicBezTo>
                <a:cubicBezTo>
                  <a:pt x="1946" y="650"/>
                  <a:pt x="1946" y="650"/>
                  <a:pt x="1945" y="650"/>
                </a:cubicBezTo>
                <a:cubicBezTo>
                  <a:pt x="1945" y="650"/>
                  <a:pt x="1945" y="650"/>
                  <a:pt x="1945" y="650"/>
                </a:cubicBezTo>
                <a:cubicBezTo>
                  <a:pt x="1944" y="650"/>
                  <a:pt x="1945" y="649"/>
                  <a:pt x="1945" y="649"/>
                </a:cubicBezTo>
                <a:close/>
                <a:moveTo>
                  <a:pt x="1937" y="689"/>
                </a:moveTo>
                <a:cubicBezTo>
                  <a:pt x="1937" y="689"/>
                  <a:pt x="1937" y="689"/>
                  <a:pt x="1937" y="689"/>
                </a:cubicBezTo>
                <a:cubicBezTo>
                  <a:pt x="1938" y="689"/>
                  <a:pt x="1938" y="690"/>
                  <a:pt x="1938" y="691"/>
                </a:cubicBezTo>
                <a:cubicBezTo>
                  <a:pt x="1938" y="691"/>
                  <a:pt x="1937" y="691"/>
                  <a:pt x="1937" y="691"/>
                </a:cubicBezTo>
                <a:cubicBezTo>
                  <a:pt x="1937" y="690"/>
                  <a:pt x="1937" y="690"/>
                  <a:pt x="1936" y="689"/>
                </a:cubicBezTo>
                <a:cubicBezTo>
                  <a:pt x="1936" y="689"/>
                  <a:pt x="1937" y="689"/>
                  <a:pt x="1937" y="689"/>
                </a:cubicBezTo>
                <a:close/>
                <a:moveTo>
                  <a:pt x="2013" y="521"/>
                </a:moveTo>
                <a:cubicBezTo>
                  <a:pt x="2013" y="521"/>
                  <a:pt x="2015" y="522"/>
                  <a:pt x="2015" y="522"/>
                </a:cubicBezTo>
                <a:cubicBezTo>
                  <a:pt x="2015" y="523"/>
                  <a:pt x="2015" y="524"/>
                  <a:pt x="2015" y="525"/>
                </a:cubicBezTo>
                <a:cubicBezTo>
                  <a:pt x="2015" y="525"/>
                  <a:pt x="2014" y="526"/>
                  <a:pt x="2014" y="527"/>
                </a:cubicBezTo>
                <a:cubicBezTo>
                  <a:pt x="2014" y="527"/>
                  <a:pt x="2013" y="527"/>
                  <a:pt x="2013" y="527"/>
                </a:cubicBezTo>
                <a:cubicBezTo>
                  <a:pt x="2012" y="526"/>
                  <a:pt x="2011" y="525"/>
                  <a:pt x="2011" y="523"/>
                </a:cubicBezTo>
                <a:cubicBezTo>
                  <a:pt x="2011" y="522"/>
                  <a:pt x="2012" y="521"/>
                  <a:pt x="2013" y="521"/>
                </a:cubicBezTo>
                <a:close/>
                <a:moveTo>
                  <a:pt x="2168" y="194"/>
                </a:moveTo>
                <a:cubicBezTo>
                  <a:pt x="2169" y="194"/>
                  <a:pt x="2170" y="193"/>
                  <a:pt x="2171" y="193"/>
                </a:cubicBezTo>
                <a:cubicBezTo>
                  <a:pt x="2171" y="193"/>
                  <a:pt x="2172" y="193"/>
                  <a:pt x="2172" y="193"/>
                </a:cubicBezTo>
                <a:cubicBezTo>
                  <a:pt x="2172" y="194"/>
                  <a:pt x="2172" y="194"/>
                  <a:pt x="2172" y="194"/>
                </a:cubicBezTo>
                <a:cubicBezTo>
                  <a:pt x="2171" y="195"/>
                  <a:pt x="2170" y="196"/>
                  <a:pt x="2169" y="196"/>
                </a:cubicBezTo>
                <a:cubicBezTo>
                  <a:pt x="2169" y="196"/>
                  <a:pt x="2168" y="196"/>
                  <a:pt x="2167" y="195"/>
                </a:cubicBezTo>
                <a:cubicBezTo>
                  <a:pt x="2167" y="194"/>
                  <a:pt x="2167" y="194"/>
                  <a:pt x="2168" y="194"/>
                </a:cubicBezTo>
                <a:close/>
                <a:moveTo>
                  <a:pt x="2021" y="143"/>
                </a:moveTo>
                <a:cubicBezTo>
                  <a:pt x="2021" y="143"/>
                  <a:pt x="2021" y="143"/>
                  <a:pt x="2021" y="143"/>
                </a:cubicBezTo>
                <a:cubicBezTo>
                  <a:pt x="2022" y="143"/>
                  <a:pt x="2022" y="143"/>
                  <a:pt x="2022" y="144"/>
                </a:cubicBezTo>
                <a:cubicBezTo>
                  <a:pt x="2022" y="144"/>
                  <a:pt x="2022" y="144"/>
                  <a:pt x="2022" y="144"/>
                </a:cubicBezTo>
                <a:cubicBezTo>
                  <a:pt x="2021" y="144"/>
                  <a:pt x="2021" y="143"/>
                  <a:pt x="2021" y="143"/>
                </a:cubicBezTo>
                <a:cubicBezTo>
                  <a:pt x="2021" y="143"/>
                  <a:pt x="2021" y="143"/>
                  <a:pt x="2021" y="143"/>
                </a:cubicBezTo>
                <a:cubicBezTo>
                  <a:pt x="2020" y="143"/>
                  <a:pt x="2020" y="143"/>
                  <a:pt x="2020" y="142"/>
                </a:cubicBezTo>
                <a:cubicBezTo>
                  <a:pt x="2020" y="142"/>
                  <a:pt x="2021" y="143"/>
                  <a:pt x="2021" y="143"/>
                </a:cubicBezTo>
                <a:close/>
                <a:moveTo>
                  <a:pt x="1942" y="418"/>
                </a:moveTo>
                <a:cubicBezTo>
                  <a:pt x="1942" y="417"/>
                  <a:pt x="1942" y="417"/>
                  <a:pt x="1942" y="417"/>
                </a:cubicBezTo>
                <a:cubicBezTo>
                  <a:pt x="1943" y="417"/>
                  <a:pt x="1943" y="417"/>
                  <a:pt x="1943" y="417"/>
                </a:cubicBezTo>
                <a:cubicBezTo>
                  <a:pt x="1943" y="417"/>
                  <a:pt x="1943" y="417"/>
                  <a:pt x="1943" y="417"/>
                </a:cubicBezTo>
                <a:cubicBezTo>
                  <a:pt x="1943" y="417"/>
                  <a:pt x="1943" y="417"/>
                  <a:pt x="1942" y="417"/>
                </a:cubicBezTo>
                <a:cubicBezTo>
                  <a:pt x="1942" y="418"/>
                  <a:pt x="1942" y="418"/>
                  <a:pt x="1942" y="418"/>
                </a:cubicBezTo>
                <a:cubicBezTo>
                  <a:pt x="1941" y="418"/>
                  <a:pt x="1941" y="418"/>
                  <a:pt x="1941" y="418"/>
                </a:cubicBezTo>
                <a:lnTo>
                  <a:pt x="1942" y="418"/>
                </a:lnTo>
                <a:close/>
                <a:moveTo>
                  <a:pt x="1907" y="691"/>
                </a:moveTo>
                <a:cubicBezTo>
                  <a:pt x="1907" y="691"/>
                  <a:pt x="1907" y="691"/>
                  <a:pt x="1907" y="691"/>
                </a:cubicBezTo>
                <a:cubicBezTo>
                  <a:pt x="1908" y="691"/>
                  <a:pt x="1909" y="691"/>
                  <a:pt x="1910" y="690"/>
                </a:cubicBezTo>
                <a:cubicBezTo>
                  <a:pt x="1911" y="690"/>
                  <a:pt x="1911" y="690"/>
                  <a:pt x="1911" y="691"/>
                </a:cubicBezTo>
                <a:cubicBezTo>
                  <a:pt x="1911" y="691"/>
                  <a:pt x="1911" y="692"/>
                  <a:pt x="1910" y="692"/>
                </a:cubicBezTo>
                <a:cubicBezTo>
                  <a:pt x="1909" y="693"/>
                  <a:pt x="1908" y="692"/>
                  <a:pt x="1907" y="691"/>
                </a:cubicBezTo>
                <a:cubicBezTo>
                  <a:pt x="1907" y="691"/>
                  <a:pt x="1907" y="691"/>
                  <a:pt x="1906" y="691"/>
                </a:cubicBezTo>
                <a:cubicBezTo>
                  <a:pt x="1906" y="691"/>
                  <a:pt x="1906" y="691"/>
                  <a:pt x="1906" y="691"/>
                </a:cubicBezTo>
                <a:cubicBezTo>
                  <a:pt x="1907" y="691"/>
                  <a:pt x="1907" y="691"/>
                  <a:pt x="1907" y="691"/>
                </a:cubicBezTo>
                <a:close/>
                <a:moveTo>
                  <a:pt x="1903" y="127"/>
                </a:moveTo>
                <a:cubicBezTo>
                  <a:pt x="1903" y="126"/>
                  <a:pt x="1903" y="126"/>
                  <a:pt x="1903" y="126"/>
                </a:cubicBezTo>
                <a:cubicBezTo>
                  <a:pt x="1903" y="127"/>
                  <a:pt x="1903" y="127"/>
                  <a:pt x="1903" y="127"/>
                </a:cubicBezTo>
                <a:cubicBezTo>
                  <a:pt x="1903" y="127"/>
                  <a:pt x="1903" y="127"/>
                  <a:pt x="1903" y="127"/>
                </a:cubicBezTo>
                <a:cubicBezTo>
                  <a:pt x="1905" y="128"/>
                  <a:pt x="1905" y="129"/>
                  <a:pt x="1905" y="130"/>
                </a:cubicBezTo>
                <a:cubicBezTo>
                  <a:pt x="1905" y="131"/>
                  <a:pt x="1904" y="132"/>
                  <a:pt x="1904" y="133"/>
                </a:cubicBezTo>
                <a:cubicBezTo>
                  <a:pt x="1904" y="133"/>
                  <a:pt x="1903" y="133"/>
                  <a:pt x="1903" y="133"/>
                </a:cubicBezTo>
                <a:cubicBezTo>
                  <a:pt x="1903" y="133"/>
                  <a:pt x="1903" y="133"/>
                  <a:pt x="1903" y="133"/>
                </a:cubicBezTo>
                <a:cubicBezTo>
                  <a:pt x="1903" y="131"/>
                  <a:pt x="1903" y="129"/>
                  <a:pt x="1903" y="127"/>
                </a:cubicBezTo>
                <a:cubicBezTo>
                  <a:pt x="1903" y="127"/>
                  <a:pt x="1903" y="127"/>
                  <a:pt x="1903" y="127"/>
                </a:cubicBezTo>
                <a:close/>
                <a:moveTo>
                  <a:pt x="1895" y="491"/>
                </a:moveTo>
                <a:cubicBezTo>
                  <a:pt x="1895" y="491"/>
                  <a:pt x="1895" y="491"/>
                  <a:pt x="1895" y="491"/>
                </a:cubicBezTo>
                <a:cubicBezTo>
                  <a:pt x="1895" y="490"/>
                  <a:pt x="1895" y="490"/>
                  <a:pt x="1895" y="489"/>
                </a:cubicBezTo>
                <a:cubicBezTo>
                  <a:pt x="1895" y="489"/>
                  <a:pt x="1896" y="490"/>
                  <a:pt x="1896" y="490"/>
                </a:cubicBezTo>
                <a:cubicBezTo>
                  <a:pt x="1896" y="490"/>
                  <a:pt x="1895" y="491"/>
                  <a:pt x="1895" y="491"/>
                </a:cubicBezTo>
                <a:close/>
                <a:moveTo>
                  <a:pt x="1896" y="122"/>
                </a:moveTo>
                <a:cubicBezTo>
                  <a:pt x="1896" y="122"/>
                  <a:pt x="1897" y="123"/>
                  <a:pt x="1897" y="123"/>
                </a:cubicBezTo>
                <a:cubicBezTo>
                  <a:pt x="1897" y="123"/>
                  <a:pt x="1897" y="123"/>
                  <a:pt x="1897" y="123"/>
                </a:cubicBezTo>
                <a:cubicBezTo>
                  <a:pt x="1896" y="124"/>
                  <a:pt x="1896" y="125"/>
                  <a:pt x="1895" y="125"/>
                </a:cubicBezTo>
                <a:cubicBezTo>
                  <a:pt x="1895" y="125"/>
                  <a:pt x="1895" y="125"/>
                  <a:pt x="1894" y="126"/>
                </a:cubicBezTo>
                <a:cubicBezTo>
                  <a:pt x="1894" y="126"/>
                  <a:pt x="1893" y="125"/>
                  <a:pt x="1893" y="125"/>
                </a:cubicBezTo>
                <a:cubicBezTo>
                  <a:pt x="1893" y="123"/>
                  <a:pt x="1894" y="122"/>
                  <a:pt x="1896" y="122"/>
                </a:cubicBezTo>
                <a:close/>
                <a:moveTo>
                  <a:pt x="1867" y="153"/>
                </a:moveTo>
                <a:cubicBezTo>
                  <a:pt x="1868" y="153"/>
                  <a:pt x="1869" y="154"/>
                  <a:pt x="1870" y="154"/>
                </a:cubicBezTo>
                <a:cubicBezTo>
                  <a:pt x="1870" y="154"/>
                  <a:pt x="1870" y="154"/>
                  <a:pt x="1870" y="155"/>
                </a:cubicBezTo>
                <a:cubicBezTo>
                  <a:pt x="1870" y="155"/>
                  <a:pt x="1870" y="156"/>
                  <a:pt x="1869" y="156"/>
                </a:cubicBezTo>
                <a:cubicBezTo>
                  <a:pt x="1868" y="156"/>
                  <a:pt x="1867" y="156"/>
                  <a:pt x="1866" y="154"/>
                </a:cubicBezTo>
                <a:cubicBezTo>
                  <a:pt x="1866" y="154"/>
                  <a:pt x="1866" y="153"/>
                  <a:pt x="1867" y="153"/>
                </a:cubicBezTo>
                <a:close/>
                <a:moveTo>
                  <a:pt x="1864" y="823"/>
                </a:moveTo>
                <a:cubicBezTo>
                  <a:pt x="1864" y="823"/>
                  <a:pt x="1865" y="823"/>
                  <a:pt x="1865" y="823"/>
                </a:cubicBezTo>
                <a:cubicBezTo>
                  <a:pt x="1864" y="823"/>
                  <a:pt x="1864" y="823"/>
                  <a:pt x="1864" y="823"/>
                </a:cubicBezTo>
                <a:cubicBezTo>
                  <a:pt x="1864" y="823"/>
                  <a:pt x="1864" y="823"/>
                  <a:pt x="1864" y="823"/>
                </a:cubicBezTo>
                <a:close/>
                <a:moveTo>
                  <a:pt x="1684" y="116"/>
                </a:moveTo>
                <a:cubicBezTo>
                  <a:pt x="1684" y="116"/>
                  <a:pt x="1684" y="117"/>
                  <a:pt x="1685" y="117"/>
                </a:cubicBezTo>
                <a:cubicBezTo>
                  <a:pt x="1684" y="117"/>
                  <a:pt x="1684" y="117"/>
                  <a:pt x="1684" y="116"/>
                </a:cubicBezTo>
                <a:cubicBezTo>
                  <a:pt x="1684" y="116"/>
                  <a:pt x="1684" y="116"/>
                  <a:pt x="1684" y="116"/>
                </a:cubicBezTo>
                <a:close/>
                <a:moveTo>
                  <a:pt x="1172" y="380"/>
                </a:moveTo>
                <a:cubicBezTo>
                  <a:pt x="1172" y="380"/>
                  <a:pt x="1172" y="380"/>
                  <a:pt x="1172" y="380"/>
                </a:cubicBezTo>
                <a:cubicBezTo>
                  <a:pt x="1173" y="380"/>
                  <a:pt x="1173" y="380"/>
                  <a:pt x="1173" y="380"/>
                </a:cubicBezTo>
                <a:lnTo>
                  <a:pt x="1172" y="380"/>
                </a:lnTo>
                <a:close/>
                <a:moveTo>
                  <a:pt x="1195" y="434"/>
                </a:moveTo>
                <a:cubicBezTo>
                  <a:pt x="1195" y="435"/>
                  <a:pt x="1194" y="436"/>
                  <a:pt x="1192" y="437"/>
                </a:cubicBezTo>
                <a:cubicBezTo>
                  <a:pt x="1191" y="437"/>
                  <a:pt x="1190" y="437"/>
                  <a:pt x="1188" y="437"/>
                </a:cubicBezTo>
                <a:cubicBezTo>
                  <a:pt x="1188" y="437"/>
                  <a:pt x="1188" y="437"/>
                  <a:pt x="1188" y="437"/>
                </a:cubicBezTo>
                <a:cubicBezTo>
                  <a:pt x="1188" y="437"/>
                  <a:pt x="1188" y="437"/>
                  <a:pt x="1188" y="437"/>
                </a:cubicBezTo>
                <a:cubicBezTo>
                  <a:pt x="1188" y="437"/>
                  <a:pt x="1188" y="437"/>
                  <a:pt x="1188" y="437"/>
                </a:cubicBezTo>
                <a:cubicBezTo>
                  <a:pt x="1188" y="437"/>
                  <a:pt x="1188" y="437"/>
                  <a:pt x="1188" y="437"/>
                </a:cubicBezTo>
                <a:cubicBezTo>
                  <a:pt x="1188" y="435"/>
                  <a:pt x="1188" y="433"/>
                  <a:pt x="1191" y="432"/>
                </a:cubicBezTo>
                <a:cubicBezTo>
                  <a:pt x="1191" y="432"/>
                  <a:pt x="1191" y="431"/>
                  <a:pt x="1192" y="430"/>
                </a:cubicBezTo>
                <a:cubicBezTo>
                  <a:pt x="1193" y="429"/>
                  <a:pt x="1193" y="429"/>
                  <a:pt x="1194" y="429"/>
                </a:cubicBezTo>
                <a:cubicBezTo>
                  <a:pt x="1194" y="430"/>
                  <a:pt x="1195" y="430"/>
                  <a:pt x="1195" y="431"/>
                </a:cubicBezTo>
                <a:cubicBezTo>
                  <a:pt x="1195" y="432"/>
                  <a:pt x="1195" y="433"/>
                  <a:pt x="1195" y="434"/>
                </a:cubicBezTo>
                <a:close/>
                <a:moveTo>
                  <a:pt x="1201" y="438"/>
                </a:moveTo>
                <a:cubicBezTo>
                  <a:pt x="1201" y="438"/>
                  <a:pt x="1201" y="439"/>
                  <a:pt x="1201" y="439"/>
                </a:cubicBezTo>
                <a:cubicBezTo>
                  <a:pt x="1200" y="439"/>
                  <a:pt x="1200" y="439"/>
                  <a:pt x="1200" y="439"/>
                </a:cubicBezTo>
                <a:cubicBezTo>
                  <a:pt x="1200" y="439"/>
                  <a:pt x="1200" y="440"/>
                  <a:pt x="1200" y="440"/>
                </a:cubicBezTo>
                <a:cubicBezTo>
                  <a:pt x="1200" y="439"/>
                  <a:pt x="1200" y="439"/>
                  <a:pt x="1200" y="438"/>
                </a:cubicBezTo>
                <a:cubicBezTo>
                  <a:pt x="1200" y="438"/>
                  <a:pt x="1200" y="438"/>
                  <a:pt x="1201" y="438"/>
                </a:cubicBezTo>
                <a:cubicBezTo>
                  <a:pt x="1201" y="438"/>
                  <a:pt x="1201" y="437"/>
                  <a:pt x="1201" y="437"/>
                </a:cubicBezTo>
                <a:cubicBezTo>
                  <a:pt x="1201" y="437"/>
                  <a:pt x="1201" y="437"/>
                  <a:pt x="1201" y="437"/>
                </a:cubicBezTo>
                <a:cubicBezTo>
                  <a:pt x="1201" y="438"/>
                  <a:pt x="1201" y="438"/>
                  <a:pt x="1201" y="438"/>
                </a:cubicBezTo>
                <a:close/>
                <a:moveTo>
                  <a:pt x="1215" y="425"/>
                </a:moveTo>
                <a:cubicBezTo>
                  <a:pt x="1215" y="425"/>
                  <a:pt x="1215" y="425"/>
                  <a:pt x="1216" y="425"/>
                </a:cubicBezTo>
                <a:cubicBezTo>
                  <a:pt x="1216" y="425"/>
                  <a:pt x="1217" y="425"/>
                  <a:pt x="1217" y="426"/>
                </a:cubicBezTo>
                <a:cubicBezTo>
                  <a:pt x="1217" y="426"/>
                  <a:pt x="1217" y="426"/>
                  <a:pt x="1217" y="426"/>
                </a:cubicBezTo>
                <a:cubicBezTo>
                  <a:pt x="1217" y="426"/>
                  <a:pt x="1216" y="426"/>
                  <a:pt x="1215" y="426"/>
                </a:cubicBezTo>
                <a:cubicBezTo>
                  <a:pt x="1215" y="426"/>
                  <a:pt x="1214" y="426"/>
                  <a:pt x="1215" y="425"/>
                </a:cubicBezTo>
                <a:close/>
                <a:moveTo>
                  <a:pt x="1228" y="294"/>
                </a:moveTo>
                <a:cubicBezTo>
                  <a:pt x="1228" y="294"/>
                  <a:pt x="1228" y="294"/>
                  <a:pt x="1227" y="294"/>
                </a:cubicBezTo>
                <a:cubicBezTo>
                  <a:pt x="1227" y="295"/>
                  <a:pt x="1226" y="295"/>
                  <a:pt x="1226" y="294"/>
                </a:cubicBezTo>
                <a:cubicBezTo>
                  <a:pt x="1226" y="294"/>
                  <a:pt x="1226" y="293"/>
                  <a:pt x="1226" y="293"/>
                </a:cubicBezTo>
                <a:cubicBezTo>
                  <a:pt x="1226" y="293"/>
                  <a:pt x="1227" y="292"/>
                  <a:pt x="1227" y="292"/>
                </a:cubicBezTo>
                <a:cubicBezTo>
                  <a:pt x="1228" y="292"/>
                  <a:pt x="1229" y="294"/>
                  <a:pt x="1228" y="294"/>
                </a:cubicBezTo>
                <a:close/>
                <a:moveTo>
                  <a:pt x="1237" y="288"/>
                </a:moveTo>
                <a:cubicBezTo>
                  <a:pt x="1237" y="289"/>
                  <a:pt x="1237" y="289"/>
                  <a:pt x="1237" y="289"/>
                </a:cubicBezTo>
                <a:cubicBezTo>
                  <a:pt x="1237" y="289"/>
                  <a:pt x="1237" y="290"/>
                  <a:pt x="1236" y="290"/>
                </a:cubicBezTo>
                <a:cubicBezTo>
                  <a:pt x="1236" y="290"/>
                  <a:pt x="1236" y="289"/>
                  <a:pt x="1236" y="289"/>
                </a:cubicBezTo>
                <a:cubicBezTo>
                  <a:pt x="1236" y="289"/>
                  <a:pt x="1237" y="289"/>
                  <a:pt x="1237" y="289"/>
                </a:cubicBezTo>
                <a:cubicBezTo>
                  <a:pt x="1237" y="288"/>
                  <a:pt x="1237" y="288"/>
                  <a:pt x="1237" y="288"/>
                </a:cubicBezTo>
                <a:cubicBezTo>
                  <a:pt x="1238" y="288"/>
                  <a:pt x="1238" y="288"/>
                  <a:pt x="1238" y="288"/>
                </a:cubicBezTo>
                <a:lnTo>
                  <a:pt x="1237" y="288"/>
                </a:lnTo>
                <a:close/>
                <a:moveTo>
                  <a:pt x="1250" y="284"/>
                </a:moveTo>
                <a:cubicBezTo>
                  <a:pt x="1250" y="284"/>
                  <a:pt x="1250" y="285"/>
                  <a:pt x="1250" y="285"/>
                </a:cubicBezTo>
                <a:cubicBezTo>
                  <a:pt x="1249" y="285"/>
                  <a:pt x="1249" y="285"/>
                  <a:pt x="1249" y="285"/>
                </a:cubicBezTo>
                <a:cubicBezTo>
                  <a:pt x="1249" y="286"/>
                  <a:pt x="1249" y="288"/>
                  <a:pt x="1249" y="289"/>
                </a:cubicBezTo>
                <a:cubicBezTo>
                  <a:pt x="1249" y="289"/>
                  <a:pt x="1249" y="289"/>
                  <a:pt x="1249" y="289"/>
                </a:cubicBezTo>
                <a:cubicBezTo>
                  <a:pt x="1249" y="289"/>
                  <a:pt x="1248" y="289"/>
                  <a:pt x="1248" y="289"/>
                </a:cubicBezTo>
                <a:cubicBezTo>
                  <a:pt x="1248" y="287"/>
                  <a:pt x="1249" y="286"/>
                  <a:pt x="1249" y="285"/>
                </a:cubicBezTo>
                <a:cubicBezTo>
                  <a:pt x="1249" y="285"/>
                  <a:pt x="1249" y="285"/>
                  <a:pt x="1249" y="284"/>
                </a:cubicBezTo>
                <a:cubicBezTo>
                  <a:pt x="1250" y="284"/>
                  <a:pt x="1250" y="284"/>
                  <a:pt x="1250" y="284"/>
                </a:cubicBezTo>
                <a:cubicBezTo>
                  <a:pt x="1250" y="284"/>
                  <a:pt x="1250" y="284"/>
                  <a:pt x="1250" y="284"/>
                </a:cubicBezTo>
                <a:cubicBezTo>
                  <a:pt x="1250" y="284"/>
                  <a:pt x="1250" y="284"/>
                  <a:pt x="1250" y="284"/>
                </a:cubicBezTo>
                <a:close/>
                <a:moveTo>
                  <a:pt x="1264" y="399"/>
                </a:moveTo>
                <a:cubicBezTo>
                  <a:pt x="1265" y="398"/>
                  <a:pt x="1265" y="398"/>
                  <a:pt x="1265" y="398"/>
                </a:cubicBezTo>
                <a:cubicBezTo>
                  <a:pt x="1265" y="399"/>
                  <a:pt x="1265" y="399"/>
                  <a:pt x="1265" y="399"/>
                </a:cubicBezTo>
                <a:lnTo>
                  <a:pt x="1264" y="399"/>
                </a:lnTo>
                <a:close/>
                <a:moveTo>
                  <a:pt x="1266" y="306"/>
                </a:moveTo>
                <a:cubicBezTo>
                  <a:pt x="1266" y="305"/>
                  <a:pt x="1267" y="305"/>
                  <a:pt x="1267" y="304"/>
                </a:cubicBezTo>
                <a:cubicBezTo>
                  <a:pt x="1267" y="304"/>
                  <a:pt x="1267" y="304"/>
                  <a:pt x="1267" y="304"/>
                </a:cubicBezTo>
                <a:cubicBezTo>
                  <a:pt x="1267" y="303"/>
                  <a:pt x="1267" y="303"/>
                  <a:pt x="1267" y="303"/>
                </a:cubicBezTo>
                <a:cubicBezTo>
                  <a:pt x="1267" y="304"/>
                  <a:pt x="1267" y="304"/>
                  <a:pt x="1267" y="304"/>
                </a:cubicBezTo>
                <a:cubicBezTo>
                  <a:pt x="1267" y="304"/>
                  <a:pt x="1267" y="304"/>
                  <a:pt x="1267" y="304"/>
                </a:cubicBezTo>
                <a:cubicBezTo>
                  <a:pt x="1267" y="305"/>
                  <a:pt x="1268" y="306"/>
                  <a:pt x="1268" y="306"/>
                </a:cubicBezTo>
                <a:cubicBezTo>
                  <a:pt x="1268" y="307"/>
                  <a:pt x="1267" y="307"/>
                  <a:pt x="1267" y="307"/>
                </a:cubicBezTo>
                <a:cubicBezTo>
                  <a:pt x="1267" y="308"/>
                  <a:pt x="1266" y="308"/>
                  <a:pt x="1266" y="307"/>
                </a:cubicBezTo>
                <a:cubicBezTo>
                  <a:pt x="1266" y="307"/>
                  <a:pt x="1265" y="306"/>
                  <a:pt x="1266" y="306"/>
                </a:cubicBezTo>
                <a:close/>
                <a:moveTo>
                  <a:pt x="1269" y="386"/>
                </a:moveTo>
                <a:cubicBezTo>
                  <a:pt x="1269" y="386"/>
                  <a:pt x="1268" y="386"/>
                  <a:pt x="1268" y="386"/>
                </a:cubicBezTo>
                <a:cubicBezTo>
                  <a:pt x="1267" y="386"/>
                  <a:pt x="1266" y="386"/>
                  <a:pt x="1266" y="385"/>
                </a:cubicBezTo>
                <a:cubicBezTo>
                  <a:pt x="1266" y="385"/>
                  <a:pt x="1267" y="384"/>
                  <a:pt x="1267" y="384"/>
                </a:cubicBezTo>
                <a:cubicBezTo>
                  <a:pt x="1267" y="384"/>
                  <a:pt x="1268" y="385"/>
                  <a:pt x="1268" y="385"/>
                </a:cubicBezTo>
                <a:cubicBezTo>
                  <a:pt x="1269" y="385"/>
                  <a:pt x="1269" y="385"/>
                  <a:pt x="1269" y="385"/>
                </a:cubicBezTo>
                <a:cubicBezTo>
                  <a:pt x="1269" y="385"/>
                  <a:pt x="1269" y="386"/>
                  <a:pt x="1270" y="386"/>
                </a:cubicBezTo>
                <a:cubicBezTo>
                  <a:pt x="1269" y="386"/>
                  <a:pt x="1269" y="386"/>
                  <a:pt x="1269" y="386"/>
                </a:cubicBezTo>
                <a:close/>
                <a:moveTo>
                  <a:pt x="1273" y="367"/>
                </a:moveTo>
                <a:cubicBezTo>
                  <a:pt x="1273" y="367"/>
                  <a:pt x="1272" y="368"/>
                  <a:pt x="1272" y="368"/>
                </a:cubicBezTo>
                <a:cubicBezTo>
                  <a:pt x="1271" y="367"/>
                  <a:pt x="1271" y="367"/>
                  <a:pt x="1270" y="366"/>
                </a:cubicBezTo>
                <a:cubicBezTo>
                  <a:pt x="1270" y="366"/>
                  <a:pt x="1271" y="365"/>
                  <a:pt x="1271" y="365"/>
                </a:cubicBezTo>
                <a:cubicBezTo>
                  <a:pt x="1272" y="365"/>
                  <a:pt x="1273" y="365"/>
                  <a:pt x="1273" y="366"/>
                </a:cubicBezTo>
                <a:cubicBezTo>
                  <a:pt x="1273" y="367"/>
                  <a:pt x="1273" y="367"/>
                  <a:pt x="1273" y="367"/>
                </a:cubicBezTo>
                <a:close/>
                <a:moveTo>
                  <a:pt x="1282" y="392"/>
                </a:moveTo>
                <a:cubicBezTo>
                  <a:pt x="1282" y="393"/>
                  <a:pt x="1282" y="393"/>
                  <a:pt x="1282" y="393"/>
                </a:cubicBezTo>
                <a:cubicBezTo>
                  <a:pt x="1281" y="392"/>
                  <a:pt x="1281" y="392"/>
                  <a:pt x="1281" y="392"/>
                </a:cubicBezTo>
                <a:lnTo>
                  <a:pt x="1282" y="392"/>
                </a:lnTo>
                <a:close/>
                <a:moveTo>
                  <a:pt x="1284" y="400"/>
                </a:moveTo>
                <a:cubicBezTo>
                  <a:pt x="1284" y="400"/>
                  <a:pt x="1283" y="401"/>
                  <a:pt x="1284" y="402"/>
                </a:cubicBezTo>
                <a:cubicBezTo>
                  <a:pt x="1284" y="403"/>
                  <a:pt x="1284" y="404"/>
                  <a:pt x="1283" y="404"/>
                </a:cubicBezTo>
                <a:cubicBezTo>
                  <a:pt x="1283" y="404"/>
                  <a:pt x="1282" y="404"/>
                  <a:pt x="1281" y="403"/>
                </a:cubicBezTo>
                <a:cubicBezTo>
                  <a:pt x="1280" y="403"/>
                  <a:pt x="1280" y="401"/>
                  <a:pt x="1280" y="400"/>
                </a:cubicBezTo>
                <a:cubicBezTo>
                  <a:pt x="1281" y="399"/>
                  <a:pt x="1283" y="398"/>
                  <a:pt x="1284" y="397"/>
                </a:cubicBezTo>
                <a:cubicBezTo>
                  <a:pt x="1284" y="397"/>
                  <a:pt x="1284" y="397"/>
                  <a:pt x="1284" y="397"/>
                </a:cubicBezTo>
                <a:cubicBezTo>
                  <a:pt x="1285" y="398"/>
                  <a:pt x="1285" y="398"/>
                  <a:pt x="1285" y="398"/>
                </a:cubicBezTo>
                <a:cubicBezTo>
                  <a:pt x="1285" y="399"/>
                  <a:pt x="1285" y="399"/>
                  <a:pt x="1284" y="400"/>
                </a:cubicBezTo>
                <a:close/>
                <a:moveTo>
                  <a:pt x="1286" y="379"/>
                </a:moveTo>
                <a:cubicBezTo>
                  <a:pt x="1287" y="378"/>
                  <a:pt x="1287" y="378"/>
                  <a:pt x="1287" y="378"/>
                </a:cubicBezTo>
                <a:cubicBezTo>
                  <a:pt x="1287" y="378"/>
                  <a:pt x="1288" y="378"/>
                  <a:pt x="1288" y="379"/>
                </a:cubicBezTo>
                <a:cubicBezTo>
                  <a:pt x="1289" y="379"/>
                  <a:pt x="1289" y="379"/>
                  <a:pt x="1289" y="379"/>
                </a:cubicBezTo>
                <a:cubicBezTo>
                  <a:pt x="1289" y="379"/>
                  <a:pt x="1288" y="380"/>
                  <a:pt x="1288" y="380"/>
                </a:cubicBezTo>
                <a:cubicBezTo>
                  <a:pt x="1288" y="379"/>
                  <a:pt x="1287" y="379"/>
                  <a:pt x="1286" y="379"/>
                </a:cubicBezTo>
                <a:close/>
                <a:moveTo>
                  <a:pt x="1289" y="390"/>
                </a:moveTo>
                <a:cubicBezTo>
                  <a:pt x="1289" y="390"/>
                  <a:pt x="1289" y="390"/>
                  <a:pt x="1289" y="389"/>
                </a:cubicBezTo>
                <a:cubicBezTo>
                  <a:pt x="1289" y="389"/>
                  <a:pt x="1289" y="389"/>
                  <a:pt x="1289" y="389"/>
                </a:cubicBezTo>
                <a:cubicBezTo>
                  <a:pt x="1289" y="389"/>
                  <a:pt x="1289" y="389"/>
                  <a:pt x="1289" y="390"/>
                </a:cubicBezTo>
                <a:cubicBezTo>
                  <a:pt x="1289" y="390"/>
                  <a:pt x="1289" y="390"/>
                  <a:pt x="1289" y="390"/>
                </a:cubicBezTo>
                <a:close/>
                <a:moveTo>
                  <a:pt x="1282" y="434"/>
                </a:moveTo>
                <a:cubicBezTo>
                  <a:pt x="1282" y="434"/>
                  <a:pt x="1281" y="434"/>
                  <a:pt x="1281" y="434"/>
                </a:cubicBezTo>
                <a:cubicBezTo>
                  <a:pt x="1280" y="435"/>
                  <a:pt x="1280" y="434"/>
                  <a:pt x="1280" y="434"/>
                </a:cubicBezTo>
                <a:cubicBezTo>
                  <a:pt x="1279" y="433"/>
                  <a:pt x="1279" y="432"/>
                  <a:pt x="1280" y="431"/>
                </a:cubicBezTo>
                <a:cubicBezTo>
                  <a:pt x="1280" y="431"/>
                  <a:pt x="1281" y="431"/>
                  <a:pt x="1281" y="431"/>
                </a:cubicBezTo>
                <a:cubicBezTo>
                  <a:pt x="1282" y="432"/>
                  <a:pt x="1282" y="433"/>
                  <a:pt x="1282" y="434"/>
                </a:cubicBezTo>
                <a:close/>
                <a:moveTo>
                  <a:pt x="1285" y="441"/>
                </a:moveTo>
                <a:cubicBezTo>
                  <a:pt x="1284" y="440"/>
                  <a:pt x="1284" y="440"/>
                  <a:pt x="1284" y="440"/>
                </a:cubicBezTo>
                <a:cubicBezTo>
                  <a:pt x="1285" y="440"/>
                  <a:pt x="1285" y="440"/>
                  <a:pt x="1285" y="440"/>
                </a:cubicBezTo>
                <a:cubicBezTo>
                  <a:pt x="1285" y="441"/>
                  <a:pt x="1285" y="441"/>
                  <a:pt x="1285" y="441"/>
                </a:cubicBezTo>
                <a:close/>
                <a:moveTo>
                  <a:pt x="1107" y="856"/>
                </a:moveTo>
                <a:cubicBezTo>
                  <a:pt x="1108" y="856"/>
                  <a:pt x="1108" y="856"/>
                  <a:pt x="1108" y="856"/>
                </a:cubicBezTo>
                <a:cubicBezTo>
                  <a:pt x="1108" y="856"/>
                  <a:pt x="1108" y="856"/>
                  <a:pt x="1108" y="857"/>
                </a:cubicBezTo>
                <a:cubicBezTo>
                  <a:pt x="1108" y="856"/>
                  <a:pt x="1108" y="856"/>
                  <a:pt x="1107" y="856"/>
                </a:cubicBezTo>
                <a:close/>
                <a:moveTo>
                  <a:pt x="1109" y="857"/>
                </a:moveTo>
                <a:cubicBezTo>
                  <a:pt x="1109" y="857"/>
                  <a:pt x="1109" y="857"/>
                  <a:pt x="1109" y="857"/>
                </a:cubicBezTo>
                <a:cubicBezTo>
                  <a:pt x="1109" y="857"/>
                  <a:pt x="1109" y="857"/>
                  <a:pt x="1110" y="857"/>
                </a:cubicBezTo>
                <a:cubicBezTo>
                  <a:pt x="1110" y="858"/>
                  <a:pt x="1110" y="858"/>
                  <a:pt x="1110" y="858"/>
                </a:cubicBezTo>
                <a:lnTo>
                  <a:pt x="1109" y="857"/>
                </a:lnTo>
                <a:close/>
                <a:moveTo>
                  <a:pt x="1114" y="864"/>
                </a:moveTo>
                <a:cubicBezTo>
                  <a:pt x="1114" y="864"/>
                  <a:pt x="1114" y="863"/>
                  <a:pt x="1114" y="863"/>
                </a:cubicBezTo>
                <a:cubicBezTo>
                  <a:pt x="1114" y="862"/>
                  <a:pt x="1114" y="862"/>
                  <a:pt x="1115" y="862"/>
                </a:cubicBezTo>
                <a:cubicBezTo>
                  <a:pt x="1115" y="863"/>
                  <a:pt x="1115" y="863"/>
                  <a:pt x="1115" y="863"/>
                </a:cubicBezTo>
                <a:cubicBezTo>
                  <a:pt x="1115" y="864"/>
                  <a:pt x="1115" y="864"/>
                  <a:pt x="1114" y="864"/>
                </a:cubicBezTo>
                <a:close/>
                <a:moveTo>
                  <a:pt x="1290" y="1148"/>
                </a:moveTo>
                <a:cubicBezTo>
                  <a:pt x="1290" y="1147"/>
                  <a:pt x="1290" y="1147"/>
                  <a:pt x="1290" y="1147"/>
                </a:cubicBezTo>
                <a:cubicBezTo>
                  <a:pt x="1290" y="1148"/>
                  <a:pt x="1290" y="1148"/>
                  <a:pt x="1290" y="1148"/>
                </a:cubicBezTo>
                <a:close/>
                <a:moveTo>
                  <a:pt x="1314" y="1041"/>
                </a:moveTo>
                <a:cubicBezTo>
                  <a:pt x="1314" y="1041"/>
                  <a:pt x="1314" y="1040"/>
                  <a:pt x="1314" y="1040"/>
                </a:cubicBezTo>
                <a:cubicBezTo>
                  <a:pt x="1315" y="1041"/>
                  <a:pt x="1315" y="1041"/>
                  <a:pt x="1315" y="1041"/>
                </a:cubicBezTo>
                <a:cubicBezTo>
                  <a:pt x="1314" y="1041"/>
                  <a:pt x="1314" y="1041"/>
                  <a:pt x="1314" y="1041"/>
                </a:cubicBezTo>
                <a:close/>
                <a:moveTo>
                  <a:pt x="1322" y="933"/>
                </a:moveTo>
                <a:cubicBezTo>
                  <a:pt x="1322" y="934"/>
                  <a:pt x="1322" y="934"/>
                  <a:pt x="1322" y="934"/>
                </a:cubicBezTo>
                <a:cubicBezTo>
                  <a:pt x="1322" y="933"/>
                  <a:pt x="1322" y="933"/>
                  <a:pt x="1322" y="933"/>
                </a:cubicBezTo>
                <a:close/>
                <a:moveTo>
                  <a:pt x="1319" y="985"/>
                </a:moveTo>
                <a:cubicBezTo>
                  <a:pt x="1318" y="985"/>
                  <a:pt x="1318" y="986"/>
                  <a:pt x="1317" y="986"/>
                </a:cubicBezTo>
                <a:cubicBezTo>
                  <a:pt x="1317" y="986"/>
                  <a:pt x="1317" y="985"/>
                  <a:pt x="1317" y="985"/>
                </a:cubicBezTo>
                <a:cubicBezTo>
                  <a:pt x="1317" y="984"/>
                  <a:pt x="1318" y="984"/>
                  <a:pt x="1319" y="984"/>
                </a:cubicBezTo>
                <a:cubicBezTo>
                  <a:pt x="1319" y="984"/>
                  <a:pt x="1319" y="984"/>
                  <a:pt x="1319" y="984"/>
                </a:cubicBezTo>
                <a:cubicBezTo>
                  <a:pt x="1319" y="985"/>
                  <a:pt x="1319" y="985"/>
                  <a:pt x="1319" y="985"/>
                </a:cubicBezTo>
                <a:close/>
                <a:moveTo>
                  <a:pt x="1325" y="1000"/>
                </a:moveTo>
                <a:cubicBezTo>
                  <a:pt x="1325" y="1000"/>
                  <a:pt x="1325" y="1000"/>
                  <a:pt x="1325" y="1000"/>
                </a:cubicBezTo>
                <a:cubicBezTo>
                  <a:pt x="1324" y="1000"/>
                  <a:pt x="1324" y="1001"/>
                  <a:pt x="1324" y="1001"/>
                </a:cubicBezTo>
                <a:cubicBezTo>
                  <a:pt x="1324" y="1001"/>
                  <a:pt x="1324" y="1001"/>
                  <a:pt x="1324" y="1001"/>
                </a:cubicBezTo>
                <a:cubicBezTo>
                  <a:pt x="1324" y="1000"/>
                  <a:pt x="1324" y="1000"/>
                  <a:pt x="1325" y="1000"/>
                </a:cubicBezTo>
                <a:cubicBezTo>
                  <a:pt x="1325" y="1000"/>
                  <a:pt x="1325" y="1000"/>
                  <a:pt x="1325" y="999"/>
                </a:cubicBezTo>
                <a:cubicBezTo>
                  <a:pt x="1325" y="999"/>
                  <a:pt x="1325" y="999"/>
                  <a:pt x="1325" y="999"/>
                </a:cubicBezTo>
                <a:lnTo>
                  <a:pt x="1325" y="1000"/>
                </a:lnTo>
                <a:close/>
                <a:moveTo>
                  <a:pt x="1333" y="981"/>
                </a:moveTo>
                <a:cubicBezTo>
                  <a:pt x="1333" y="981"/>
                  <a:pt x="1333" y="981"/>
                  <a:pt x="1333" y="981"/>
                </a:cubicBezTo>
                <a:cubicBezTo>
                  <a:pt x="1332" y="979"/>
                  <a:pt x="1332" y="978"/>
                  <a:pt x="1332" y="977"/>
                </a:cubicBezTo>
                <a:cubicBezTo>
                  <a:pt x="1332" y="977"/>
                  <a:pt x="1332" y="977"/>
                  <a:pt x="1332" y="977"/>
                </a:cubicBezTo>
                <a:cubicBezTo>
                  <a:pt x="1332" y="977"/>
                  <a:pt x="1332" y="976"/>
                  <a:pt x="1332" y="976"/>
                </a:cubicBezTo>
                <a:cubicBezTo>
                  <a:pt x="1330" y="975"/>
                  <a:pt x="1330" y="973"/>
                  <a:pt x="1329" y="972"/>
                </a:cubicBezTo>
                <a:cubicBezTo>
                  <a:pt x="1328" y="971"/>
                  <a:pt x="1327" y="970"/>
                  <a:pt x="1326" y="969"/>
                </a:cubicBezTo>
                <a:cubicBezTo>
                  <a:pt x="1325" y="968"/>
                  <a:pt x="1324" y="966"/>
                  <a:pt x="1324" y="965"/>
                </a:cubicBezTo>
                <a:cubicBezTo>
                  <a:pt x="1323" y="960"/>
                  <a:pt x="1321" y="955"/>
                  <a:pt x="1322" y="950"/>
                </a:cubicBezTo>
                <a:cubicBezTo>
                  <a:pt x="1322" y="949"/>
                  <a:pt x="1322" y="949"/>
                  <a:pt x="1323" y="949"/>
                </a:cubicBezTo>
                <a:cubicBezTo>
                  <a:pt x="1323" y="949"/>
                  <a:pt x="1324" y="949"/>
                  <a:pt x="1324" y="950"/>
                </a:cubicBezTo>
                <a:cubicBezTo>
                  <a:pt x="1325" y="953"/>
                  <a:pt x="1325" y="956"/>
                  <a:pt x="1326" y="960"/>
                </a:cubicBezTo>
                <a:cubicBezTo>
                  <a:pt x="1325" y="963"/>
                  <a:pt x="1326" y="966"/>
                  <a:pt x="1329" y="968"/>
                </a:cubicBezTo>
                <a:cubicBezTo>
                  <a:pt x="1331" y="969"/>
                  <a:pt x="1331" y="971"/>
                  <a:pt x="1331" y="972"/>
                </a:cubicBezTo>
                <a:cubicBezTo>
                  <a:pt x="1332" y="974"/>
                  <a:pt x="1332" y="975"/>
                  <a:pt x="1332" y="976"/>
                </a:cubicBezTo>
                <a:cubicBezTo>
                  <a:pt x="1332" y="976"/>
                  <a:pt x="1332" y="977"/>
                  <a:pt x="1332" y="977"/>
                </a:cubicBezTo>
                <a:cubicBezTo>
                  <a:pt x="1332" y="977"/>
                  <a:pt x="1332" y="977"/>
                  <a:pt x="1332" y="977"/>
                </a:cubicBezTo>
                <a:cubicBezTo>
                  <a:pt x="1333" y="977"/>
                  <a:pt x="1334" y="979"/>
                  <a:pt x="1334" y="980"/>
                </a:cubicBezTo>
                <a:cubicBezTo>
                  <a:pt x="1334" y="980"/>
                  <a:pt x="1334" y="981"/>
                  <a:pt x="1333" y="981"/>
                </a:cubicBezTo>
                <a:close/>
                <a:moveTo>
                  <a:pt x="1335" y="906"/>
                </a:moveTo>
                <a:cubicBezTo>
                  <a:pt x="1335" y="907"/>
                  <a:pt x="1335" y="907"/>
                  <a:pt x="1335" y="907"/>
                </a:cubicBezTo>
                <a:cubicBezTo>
                  <a:pt x="1335" y="906"/>
                  <a:pt x="1335" y="906"/>
                  <a:pt x="1335" y="906"/>
                </a:cubicBezTo>
                <a:cubicBezTo>
                  <a:pt x="1336" y="906"/>
                  <a:pt x="1336" y="906"/>
                  <a:pt x="1336" y="906"/>
                </a:cubicBezTo>
                <a:lnTo>
                  <a:pt x="1335" y="906"/>
                </a:lnTo>
                <a:close/>
                <a:moveTo>
                  <a:pt x="1381" y="830"/>
                </a:moveTo>
                <a:cubicBezTo>
                  <a:pt x="1381" y="830"/>
                  <a:pt x="1382" y="830"/>
                  <a:pt x="1382" y="831"/>
                </a:cubicBezTo>
                <a:cubicBezTo>
                  <a:pt x="1382" y="831"/>
                  <a:pt x="1382" y="832"/>
                  <a:pt x="1381" y="831"/>
                </a:cubicBezTo>
                <a:cubicBezTo>
                  <a:pt x="1381" y="831"/>
                  <a:pt x="1381" y="831"/>
                  <a:pt x="1380" y="831"/>
                </a:cubicBezTo>
                <a:cubicBezTo>
                  <a:pt x="1380" y="830"/>
                  <a:pt x="1381" y="830"/>
                  <a:pt x="1381" y="830"/>
                </a:cubicBezTo>
                <a:close/>
                <a:moveTo>
                  <a:pt x="1346" y="706"/>
                </a:moveTo>
                <a:cubicBezTo>
                  <a:pt x="1346" y="706"/>
                  <a:pt x="1347" y="706"/>
                  <a:pt x="1347" y="706"/>
                </a:cubicBezTo>
                <a:cubicBezTo>
                  <a:pt x="1347" y="706"/>
                  <a:pt x="1347" y="707"/>
                  <a:pt x="1346" y="707"/>
                </a:cubicBezTo>
                <a:cubicBezTo>
                  <a:pt x="1346" y="707"/>
                  <a:pt x="1346" y="707"/>
                  <a:pt x="1346" y="707"/>
                </a:cubicBezTo>
                <a:cubicBezTo>
                  <a:pt x="1346" y="706"/>
                  <a:pt x="1346" y="706"/>
                  <a:pt x="1346" y="706"/>
                </a:cubicBezTo>
                <a:close/>
                <a:moveTo>
                  <a:pt x="1342" y="702"/>
                </a:moveTo>
                <a:cubicBezTo>
                  <a:pt x="1342" y="702"/>
                  <a:pt x="1343" y="702"/>
                  <a:pt x="1343" y="702"/>
                </a:cubicBezTo>
                <a:cubicBezTo>
                  <a:pt x="1343" y="702"/>
                  <a:pt x="1343" y="702"/>
                  <a:pt x="1343" y="702"/>
                </a:cubicBezTo>
                <a:cubicBezTo>
                  <a:pt x="1343" y="702"/>
                  <a:pt x="1343" y="702"/>
                  <a:pt x="1343" y="702"/>
                </a:cubicBezTo>
                <a:cubicBezTo>
                  <a:pt x="1342" y="702"/>
                  <a:pt x="1342" y="702"/>
                  <a:pt x="1342" y="702"/>
                </a:cubicBezTo>
                <a:close/>
                <a:moveTo>
                  <a:pt x="1360" y="996"/>
                </a:moveTo>
                <a:cubicBezTo>
                  <a:pt x="1360" y="998"/>
                  <a:pt x="1360" y="1000"/>
                  <a:pt x="1361" y="1001"/>
                </a:cubicBezTo>
                <a:cubicBezTo>
                  <a:pt x="1362" y="1003"/>
                  <a:pt x="1362" y="1006"/>
                  <a:pt x="1361" y="1008"/>
                </a:cubicBezTo>
                <a:cubicBezTo>
                  <a:pt x="1360" y="1010"/>
                  <a:pt x="1360" y="1012"/>
                  <a:pt x="1361" y="1015"/>
                </a:cubicBezTo>
                <a:cubicBezTo>
                  <a:pt x="1361" y="1016"/>
                  <a:pt x="1361" y="1018"/>
                  <a:pt x="1362" y="1020"/>
                </a:cubicBezTo>
                <a:cubicBezTo>
                  <a:pt x="1362" y="1020"/>
                  <a:pt x="1362" y="1021"/>
                  <a:pt x="1361" y="1021"/>
                </a:cubicBezTo>
                <a:cubicBezTo>
                  <a:pt x="1361" y="1022"/>
                  <a:pt x="1360" y="1021"/>
                  <a:pt x="1360" y="1021"/>
                </a:cubicBezTo>
                <a:cubicBezTo>
                  <a:pt x="1358" y="1018"/>
                  <a:pt x="1357" y="1014"/>
                  <a:pt x="1357" y="1011"/>
                </a:cubicBezTo>
                <a:cubicBezTo>
                  <a:pt x="1356" y="1010"/>
                  <a:pt x="1356" y="1008"/>
                  <a:pt x="1357" y="1007"/>
                </a:cubicBezTo>
                <a:cubicBezTo>
                  <a:pt x="1358" y="1004"/>
                  <a:pt x="1358" y="1001"/>
                  <a:pt x="1357" y="998"/>
                </a:cubicBezTo>
                <a:cubicBezTo>
                  <a:pt x="1357" y="996"/>
                  <a:pt x="1357" y="995"/>
                  <a:pt x="1357" y="993"/>
                </a:cubicBezTo>
                <a:cubicBezTo>
                  <a:pt x="1357" y="993"/>
                  <a:pt x="1357" y="992"/>
                  <a:pt x="1357" y="992"/>
                </a:cubicBezTo>
                <a:cubicBezTo>
                  <a:pt x="1358" y="992"/>
                  <a:pt x="1359" y="993"/>
                  <a:pt x="1359" y="993"/>
                </a:cubicBezTo>
                <a:cubicBezTo>
                  <a:pt x="1359" y="994"/>
                  <a:pt x="1359" y="995"/>
                  <a:pt x="1360" y="996"/>
                </a:cubicBezTo>
                <a:close/>
                <a:moveTo>
                  <a:pt x="1351" y="909"/>
                </a:moveTo>
                <a:cubicBezTo>
                  <a:pt x="1352" y="909"/>
                  <a:pt x="1352" y="909"/>
                  <a:pt x="1352" y="909"/>
                </a:cubicBezTo>
                <a:cubicBezTo>
                  <a:pt x="1351" y="909"/>
                  <a:pt x="1351" y="909"/>
                  <a:pt x="1351" y="909"/>
                </a:cubicBezTo>
                <a:close/>
                <a:moveTo>
                  <a:pt x="1353" y="918"/>
                </a:moveTo>
                <a:cubicBezTo>
                  <a:pt x="1355" y="918"/>
                  <a:pt x="1357" y="919"/>
                  <a:pt x="1358" y="921"/>
                </a:cubicBezTo>
                <a:cubicBezTo>
                  <a:pt x="1358" y="921"/>
                  <a:pt x="1359" y="922"/>
                  <a:pt x="1358" y="922"/>
                </a:cubicBezTo>
                <a:cubicBezTo>
                  <a:pt x="1357" y="926"/>
                  <a:pt x="1355" y="929"/>
                  <a:pt x="1353" y="931"/>
                </a:cubicBezTo>
                <a:cubicBezTo>
                  <a:pt x="1352" y="932"/>
                  <a:pt x="1352" y="933"/>
                  <a:pt x="1352" y="934"/>
                </a:cubicBezTo>
                <a:cubicBezTo>
                  <a:pt x="1352" y="935"/>
                  <a:pt x="1352" y="936"/>
                  <a:pt x="1351" y="936"/>
                </a:cubicBezTo>
                <a:cubicBezTo>
                  <a:pt x="1351" y="936"/>
                  <a:pt x="1350" y="937"/>
                  <a:pt x="1349" y="937"/>
                </a:cubicBezTo>
                <a:cubicBezTo>
                  <a:pt x="1349" y="937"/>
                  <a:pt x="1348" y="937"/>
                  <a:pt x="1348" y="937"/>
                </a:cubicBezTo>
                <a:cubicBezTo>
                  <a:pt x="1347" y="937"/>
                  <a:pt x="1346" y="937"/>
                  <a:pt x="1346" y="937"/>
                </a:cubicBezTo>
                <a:cubicBezTo>
                  <a:pt x="1345" y="937"/>
                  <a:pt x="1344" y="937"/>
                  <a:pt x="1342" y="937"/>
                </a:cubicBezTo>
                <a:cubicBezTo>
                  <a:pt x="1342" y="937"/>
                  <a:pt x="1342" y="936"/>
                  <a:pt x="1341" y="936"/>
                </a:cubicBezTo>
                <a:cubicBezTo>
                  <a:pt x="1341" y="935"/>
                  <a:pt x="1341" y="934"/>
                  <a:pt x="1341" y="934"/>
                </a:cubicBezTo>
                <a:cubicBezTo>
                  <a:pt x="1342" y="931"/>
                  <a:pt x="1343" y="927"/>
                  <a:pt x="1342" y="924"/>
                </a:cubicBezTo>
                <a:cubicBezTo>
                  <a:pt x="1342" y="923"/>
                  <a:pt x="1343" y="922"/>
                  <a:pt x="1343" y="921"/>
                </a:cubicBezTo>
                <a:cubicBezTo>
                  <a:pt x="1343" y="920"/>
                  <a:pt x="1344" y="920"/>
                  <a:pt x="1345" y="919"/>
                </a:cubicBezTo>
                <a:cubicBezTo>
                  <a:pt x="1347" y="919"/>
                  <a:pt x="1350" y="918"/>
                  <a:pt x="1353" y="918"/>
                </a:cubicBezTo>
                <a:close/>
                <a:moveTo>
                  <a:pt x="1347" y="428"/>
                </a:moveTo>
                <a:cubicBezTo>
                  <a:pt x="1347" y="428"/>
                  <a:pt x="1347" y="428"/>
                  <a:pt x="1347" y="428"/>
                </a:cubicBezTo>
                <a:cubicBezTo>
                  <a:pt x="1348" y="428"/>
                  <a:pt x="1348" y="428"/>
                  <a:pt x="1348" y="428"/>
                </a:cubicBezTo>
                <a:cubicBezTo>
                  <a:pt x="1348" y="428"/>
                  <a:pt x="1348" y="428"/>
                  <a:pt x="1348" y="428"/>
                </a:cubicBezTo>
                <a:cubicBezTo>
                  <a:pt x="1349" y="430"/>
                  <a:pt x="1351" y="431"/>
                  <a:pt x="1352" y="432"/>
                </a:cubicBezTo>
                <a:cubicBezTo>
                  <a:pt x="1353" y="433"/>
                  <a:pt x="1352" y="434"/>
                  <a:pt x="1352" y="435"/>
                </a:cubicBezTo>
                <a:cubicBezTo>
                  <a:pt x="1350" y="435"/>
                  <a:pt x="1349" y="435"/>
                  <a:pt x="1348" y="434"/>
                </a:cubicBezTo>
                <a:cubicBezTo>
                  <a:pt x="1347" y="433"/>
                  <a:pt x="1347" y="432"/>
                  <a:pt x="1347" y="431"/>
                </a:cubicBezTo>
                <a:cubicBezTo>
                  <a:pt x="1348" y="431"/>
                  <a:pt x="1348" y="431"/>
                  <a:pt x="1348" y="431"/>
                </a:cubicBezTo>
                <a:cubicBezTo>
                  <a:pt x="1348" y="430"/>
                  <a:pt x="1348" y="429"/>
                  <a:pt x="1348" y="428"/>
                </a:cubicBezTo>
                <a:cubicBezTo>
                  <a:pt x="1348" y="428"/>
                  <a:pt x="1348" y="428"/>
                  <a:pt x="1348" y="428"/>
                </a:cubicBezTo>
                <a:cubicBezTo>
                  <a:pt x="1348" y="428"/>
                  <a:pt x="1348" y="428"/>
                  <a:pt x="1347" y="428"/>
                </a:cubicBezTo>
                <a:cubicBezTo>
                  <a:pt x="1347" y="428"/>
                  <a:pt x="1347" y="428"/>
                  <a:pt x="1346" y="428"/>
                </a:cubicBezTo>
                <a:cubicBezTo>
                  <a:pt x="1346" y="427"/>
                  <a:pt x="1346" y="427"/>
                  <a:pt x="1347" y="428"/>
                </a:cubicBezTo>
                <a:close/>
                <a:moveTo>
                  <a:pt x="1342" y="412"/>
                </a:moveTo>
                <a:cubicBezTo>
                  <a:pt x="1342" y="412"/>
                  <a:pt x="1342" y="412"/>
                  <a:pt x="1343" y="412"/>
                </a:cubicBezTo>
                <a:cubicBezTo>
                  <a:pt x="1343" y="413"/>
                  <a:pt x="1343" y="413"/>
                  <a:pt x="1342" y="413"/>
                </a:cubicBezTo>
                <a:cubicBezTo>
                  <a:pt x="1342" y="413"/>
                  <a:pt x="1342" y="413"/>
                  <a:pt x="1342" y="413"/>
                </a:cubicBezTo>
                <a:cubicBezTo>
                  <a:pt x="1342" y="413"/>
                  <a:pt x="1342" y="412"/>
                  <a:pt x="1342" y="412"/>
                </a:cubicBezTo>
                <a:close/>
                <a:moveTo>
                  <a:pt x="1343" y="541"/>
                </a:moveTo>
                <a:cubicBezTo>
                  <a:pt x="1343" y="541"/>
                  <a:pt x="1343" y="542"/>
                  <a:pt x="1343" y="542"/>
                </a:cubicBezTo>
                <a:cubicBezTo>
                  <a:pt x="1343" y="542"/>
                  <a:pt x="1343" y="542"/>
                  <a:pt x="1342" y="541"/>
                </a:cubicBezTo>
                <a:cubicBezTo>
                  <a:pt x="1342" y="541"/>
                  <a:pt x="1342" y="541"/>
                  <a:pt x="1343" y="541"/>
                </a:cubicBezTo>
                <a:cubicBezTo>
                  <a:pt x="1343" y="541"/>
                  <a:pt x="1343" y="541"/>
                  <a:pt x="1343" y="541"/>
                </a:cubicBezTo>
                <a:close/>
                <a:moveTo>
                  <a:pt x="1322" y="391"/>
                </a:moveTo>
                <a:cubicBezTo>
                  <a:pt x="1323" y="391"/>
                  <a:pt x="1324" y="391"/>
                  <a:pt x="1325" y="390"/>
                </a:cubicBezTo>
                <a:cubicBezTo>
                  <a:pt x="1325" y="389"/>
                  <a:pt x="1326" y="389"/>
                  <a:pt x="1326" y="389"/>
                </a:cubicBezTo>
                <a:cubicBezTo>
                  <a:pt x="1326" y="389"/>
                  <a:pt x="1326" y="389"/>
                  <a:pt x="1326" y="389"/>
                </a:cubicBezTo>
                <a:cubicBezTo>
                  <a:pt x="1327" y="393"/>
                  <a:pt x="1329" y="395"/>
                  <a:pt x="1330" y="398"/>
                </a:cubicBezTo>
                <a:cubicBezTo>
                  <a:pt x="1331" y="399"/>
                  <a:pt x="1331" y="400"/>
                  <a:pt x="1332" y="401"/>
                </a:cubicBezTo>
                <a:cubicBezTo>
                  <a:pt x="1331" y="402"/>
                  <a:pt x="1331" y="403"/>
                  <a:pt x="1330" y="404"/>
                </a:cubicBezTo>
                <a:cubicBezTo>
                  <a:pt x="1330" y="404"/>
                  <a:pt x="1329" y="404"/>
                  <a:pt x="1329" y="404"/>
                </a:cubicBezTo>
                <a:cubicBezTo>
                  <a:pt x="1328" y="405"/>
                  <a:pt x="1328" y="404"/>
                  <a:pt x="1328" y="403"/>
                </a:cubicBezTo>
                <a:cubicBezTo>
                  <a:pt x="1328" y="401"/>
                  <a:pt x="1326" y="399"/>
                  <a:pt x="1324" y="398"/>
                </a:cubicBezTo>
                <a:cubicBezTo>
                  <a:pt x="1322" y="397"/>
                  <a:pt x="1321" y="396"/>
                  <a:pt x="1320" y="394"/>
                </a:cubicBezTo>
                <a:cubicBezTo>
                  <a:pt x="1320" y="392"/>
                  <a:pt x="1320" y="391"/>
                  <a:pt x="1322" y="391"/>
                </a:cubicBezTo>
                <a:close/>
                <a:moveTo>
                  <a:pt x="1327" y="527"/>
                </a:moveTo>
                <a:cubicBezTo>
                  <a:pt x="1327" y="527"/>
                  <a:pt x="1326" y="527"/>
                  <a:pt x="1326" y="527"/>
                </a:cubicBezTo>
                <a:cubicBezTo>
                  <a:pt x="1326" y="527"/>
                  <a:pt x="1326" y="527"/>
                  <a:pt x="1326" y="527"/>
                </a:cubicBezTo>
                <a:cubicBezTo>
                  <a:pt x="1326" y="527"/>
                  <a:pt x="1326" y="526"/>
                  <a:pt x="1326" y="526"/>
                </a:cubicBezTo>
                <a:cubicBezTo>
                  <a:pt x="1327" y="527"/>
                  <a:pt x="1327" y="527"/>
                  <a:pt x="1327" y="527"/>
                </a:cubicBezTo>
                <a:close/>
                <a:moveTo>
                  <a:pt x="1317" y="372"/>
                </a:moveTo>
                <a:cubicBezTo>
                  <a:pt x="1318" y="372"/>
                  <a:pt x="1318" y="372"/>
                  <a:pt x="1318" y="372"/>
                </a:cubicBezTo>
                <a:cubicBezTo>
                  <a:pt x="1319" y="373"/>
                  <a:pt x="1319" y="373"/>
                  <a:pt x="1319" y="374"/>
                </a:cubicBezTo>
                <a:cubicBezTo>
                  <a:pt x="1319" y="374"/>
                  <a:pt x="1318" y="374"/>
                  <a:pt x="1318" y="374"/>
                </a:cubicBezTo>
                <a:cubicBezTo>
                  <a:pt x="1318" y="374"/>
                  <a:pt x="1317" y="374"/>
                  <a:pt x="1317" y="373"/>
                </a:cubicBezTo>
                <a:cubicBezTo>
                  <a:pt x="1317" y="373"/>
                  <a:pt x="1317" y="372"/>
                  <a:pt x="1317" y="372"/>
                </a:cubicBezTo>
                <a:close/>
                <a:moveTo>
                  <a:pt x="1299" y="323"/>
                </a:moveTo>
                <a:cubicBezTo>
                  <a:pt x="1299" y="322"/>
                  <a:pt x="1299" y="322"/>
                  <a:pt x="1299" y="322"/>
                </a:cubicBezTo>
                <a:cubicBezTo>
                  <a:pt x="1299" y="322"/>
                  <a:pt x="1299" y="323"/>
                  <a:pt x="1299" y="323"/>
                </a:cubicBezTo>
                <a:cubicBezTo>
                  <a:pt x="1299" y="324"/>
                  <a:pt x="1299" y="324"/>
                  <a:pt x="1298" y="323"/>
                </a:cubicBezTo>
                <a:cubicBezTo>
                  <a:pt x="1298" y="323"/>
                  <a:pt x="1298" y="323"/>
                  <a:pt x="1299" y="323"/>
                </a:cubicBezTo>
                <a:close/>
                <a:moveTo>
                  <a:pt x="1297" y="348"/>
                </a:moveTo>
                <a:cubicBezTo>
                  <a:pt x="1297" y="348"/>
                  <a:pt x="1297" y="348"/>
                  <a:pt x="1297" y="348"/>
                </a:cubicBezTo>
                <a:cubicBezTo>
                  <a:pt x="1297" y="348"/>
                  <a:pt x="1297" y="348"/>
                  <a:pt x="1298" y="348"/>
                </a:cubicBezTo>
                <a:cubicBezTo>
                  <a:pt x="1297" y="348"/>
                  <a:pt x="1297" y="348"/>
                  <a:pt x="1297" y="348"/>
                </a:cubicBezTo>
                <a:cubicBezTo>
                  <a:pt x="1297" y="348"/>
                  <a:pt x="1297" y="348"/>
                  <a:pt x="1297" y="348"/>
                </a:cubicBezTo>
                <a:cubicBezTo>
                  <a:pt x="1297" y="347"/>
                  <a:pt x="1297" y="347"/>
                  <a:pt x="1297" y="347"/>
                </a:cubicBezTo>
                <a:lnTo>
                  <a:pt x="1297" y="348"/>
                </a:lnTo>
                <a:close/>
                <a:moveTo>
                  <a:pt x="1296" y="404"/>
                </a:moveTo>
                <a:cubicBezTo>
                  <a:pt x="1295" y="404"/>
                  <a:pt x="1295" y="403"/>
                  <a:pt x="1295" y="403"/>
                </a:cubicBezTo>
                <a:cubicBezTo>
                  <a:pt x="1296" y="401"/>
                  <a:pt x="1297" y="399"/>
                  <a:pt x="1299" y="398"/>
                </a:cubicBezTo>
                <a:cubicBezTo>
                  <a:pt x="1299" y="398"/>
                  <a:pt x="1299" y="398"/>
                  <a:pt x="1300" y="398"/>
                </a:cubicBezTo>
                <a:cubicBezTo>
                  <a:pt x="1300" y="398"/>
                  <a:pt x="1301" y="398"/>
                  <a:pt x="1301" y="398"/>
                </a:cubicBezTo>
                <a:cubicBezTo>
                  <a:pt x="1303" y="400"/>
                  <a:pt x="1305" y="401"/>
                  <a:pt x="1307" y="403"/>
                </a:cubicBezTo>
                <a:cubicBezTo>
                  <a:pt x="1307" y="403"/>
                  <a:pt x="1307" y="403"/>
                  <a:pt x="1308" y="404"/>
                </a:cubicBezTo>
                <a:cubicBezTo>
                  <a:pt x="1312" y="408"/>
                  <a:pt x="1311" y="411"/>
                  <a:pt x="1306" y="414"/>
                </a:cubicBezTo>
                <a:cubicBezTo>
                  <a:pt x="1306" y="414"/>
                  <a:pt x="1306" y="414"/>
                  <a:pt x="1306" y="415"/>
                </a:cubicBezTo>
                <a:cubicBezTo>
                  <a:pt x="1304" y="415"/>
                  <a:pt x="1303" y="415"/>
                  <a:pt x="1303" y="414"/>
                </a:cubicBezTo>
                <a:cubicBezTo>
                  <a:pt x="1300" y="411"/>
                  <a:pt x="1298" y="408"/>
                  <a:pt x="1296" y="404"/>
                </a:cubicBezTo>
                <a:close/>
                <a:moveTo>
                  <a:pt x="1307" y="607"/>
                </a:moveTo>
                <a:cubicBezTo>
                  <a:pt x="1307" y="607"/>
                  <a:pt x="1306" y="608"/>
                  <a:pt x="1305" y="608"/>
                </a:cubicBezTo>
                <a:cubicBezTo>
                  <a:pt x="1305" y="608"/>
                  <a:pt x="1304" y="608"/>
                  <a:pt x="1303" y="608"/>
                </a:cubicBezTo>
                <a:cubicBezTo>
                  <a:pt x="1303" y="608"/>
                  <a:pt x="1302" y="608"/>
                  <a:pt x="1302" y="608"/>
                </a:cubicBezTo>
                <a:cubicBezTo>
                  <a:pt x="1301" y="608"/>
                  <a:pt x="1300" y="608"/>
                  <a:pt x="1299" y="608"/>
                </a:cubicBezTo>
                <a:cubicBezTo>
                  <a:pt x="1298" y="608"/>
                  <a:pt x="1297" y="607"/>
                  <a:pt x="1297" y="607"/>
                </a:cubicBezTo>
                <a:cubicBezTo>
                  <a:pt x="1298" y="606"/>
                  <a:pt x="1298" y="605"/>
                  <a:pt x="1299" y="605"/>
                </a:cubicBezTo>
                <a:cubicBezTo>
                  <a:pt x="1301" y="603"/>
                  <a:pt x="1304" y="603"/>
                  <a:pt x="1306" y="604"/>
                </a:cubicBezTo>
                <a:cubicBezTo>
                  <a:pt x="1308" y="604"/>
                  <a:pt x="1308" y="605"/>
                  <a:pt x="1307" y="607"/>
                </a:cubicBezTo>
                <a:close/>
                <a:moveTo>
                  <a:pt x="1391" y="598"/>
                </a:moveTo>
                <a:cubicBezTo>
                  <a:pt x="1390" y="598"/>
                  <a:pt x="1389" y="599"/>
                  <a:pt x="1388" y="600"/>
                </a:cubicBezTo>
                <a:cubicBezTo>
                  <a:pt x="1386" y="601"/>
                  <a:pt x="1384" y="601"/>
                  <a:pt x="1382" y="601"/>
                </a:cubicBezTo>
                <a:cubicBezTo>
                  <a:pt x="1380" y="600"/>
                  <a:pt x="1377" y="600"/>
                  <a:pt x="1375" y="601"/>
                </a:cubicBezTo>
                <a:cubicBezTo>
                  <a:pt x="1373" y="602"/>
                  <a:pt x="1371" y="601"/>
                  <a:pt x="1369" y="601"/>
                </a:cubicBezTo>
                <a:cubicBezTo>
                  <a:pt x="1366" y="600"/>
                  <a:pt x="1363" y="599"/>
                  <a:pt x="1359" y="598"/>
                </a:cubicBezTo>
                <a:cubicBezTo>
                  <a:pt x="1359" y="597"/>
                  <a:pt x="1358" y="597"/>
                  <a:pt x="1357" y="596"/>
                </a:cubicBezTo>
                <a:cubicBezTo>
                  <a:pt x="1357" y="596"/>
                  <a:pt x="1356" y="595"/>
                  <a:pt x="1356" y="595"/>
                </a:cubicBezTo>
                <a:cubicBezTo>
                  <a:pt x="1353" y="595"/>
                  <a:pt x="1350" y="593"/>
                  <a:pt x="1347" y="593"/>
                </a:cubicBezTo>
                <a:cubicBezTo>
                  <a:pt x="1341" y="592"/>
                  <a:pt x="1335" y="593"/>
                  <a:pt x="1330" y="595"/>
                </a:cubicBezTo>
                <a:cubicBezTo>
                  <a:pt x="1328" y="596"/>
                  <a:pt x="1326" y="597"/>
                  <a:pt x="1324" y="599"/>
                </a:cubicBezTo>
                <a:cubicBezTo>
                  <a:pt x="1323" y="600"/>
                  <a:pt x="1322" y="601"/>
                  <a:pt x="1320" y="600"/>
                </a:cubicBezTo>
                <a:cubicBezTo>
                  <a:pt x="1317" y="599"/>
                  <a:pt x="1314" y="600"/>
                  <a:pt x="1311" y="600"/>
                </a:cubicBezTo>
                <a:cubicBezTo>
                  <a:pt x="1306" y="600"/>
                  <a:pt x="1303" y="598"/>
                  <a:pt x="1301" y="594"/>
                </a:cubicBezTo>
                <a:cubicBezTo>
                  <a:pt x="1301" y="593"/>
                  <a:pt x="1300" y="591"/>
                  <a:pt x="1299" y="590"/>
                </a:cubicBezTo>
                <a:cubicBezTo>
                  <a:pt x="1299" y="589"/>
                  <a:pt x="1299" y="588"/>
                  <a:pt x="1299" y="587"/>
                </a:cubicBezTo>
                <a:cubicBezTo>
                  <a:pt x="1300" y="586"/>
                  <a:pt x="1300" y="583"/>
                  <a:pt x="1302" y="582"/>
                </a:cubicBezTo>
                <a:cubicBezTo>
                  <a:pt x="1303" y="581"/>
                  <a:pt x="1304" y="579"/>
                  <a:pt x="1304" y="577"/>
                </a:cubicBezTo>
                <a:cubicBezTo>
                  <a:pt x="1304" y="575"/>
                  <a:pt x="1304" y="573"/>
                  <a:pt x="1304" y="571"/>
                </a:cubicBezTo>
                <a:cubicBezTo>
                  <a:pt x="1305" y="570"/>
                  <a:pt x="1305" y="569"/>
                  <a:pt x="1306" y="569"/>
                </a:cubicBezTo>
                <a:cubicBezTo>
                  <a:pt x="1309" y="568"/>
                  <a:pt x="1310" y="567"/>
                  <a:pt x="1310" y="564"/>
                </a:cubicBezTo>
                <a:cubicBezTo>
                  <a:pt x="1310" y="563"/>
                  <a:pt x="1310" y="562"/>
                  <a:pt x="1311" y="561"/>
                </a:cubicBezTo>
                <a:cubicBezTo>
                  <a:pt x="1313" y="558"/>
                  <a:pt x="1315" y="556"/>
                  <a:pt x="1317" y="553"/>
                </a:cubicBezTo>
                <a:cubicBezTo>
                  <a:pt x="1317" y="552"/>
                  <a:pt x="1319" y="552"/>
                  <a:pt x="1321" y="552"/>
                </a:cubicBezTo>
                <a:cubicBezTo>
                  <a:pt x="1321" y="553"/>
                  <a:pt x="1321" y="553"/>
                  <a:pt x="1321" y="553"/>
                </a:cubicBezTo>
                <a:cubicBezTo>
                  <a:pt x="1324" y="555"/>
                  <a:pt x="1328" y="557"/>
                  <a:pt x="1332" y="557"/>
                </a:cubicBezTo>
                <a:cubicBezTo>
                  <a:pt x="1333" y="557"/>
                  <a:pt x="1333" y="558"/>
                  <a:pt x="1333" y="559"/>
                </a:cubicBezTo>
                <a:cubicBezTo>
                  <a:pt x="1332" y="560"/>
                  <a:pt x="1331" y="560"/>
                  <a:pt x="1330" y="561"/>
                </a:cubicBezTo>
                <a:cubicBezTo>
                  <a:pt x="1330" y="562"/>
                  <a:pt x="1330" y="563"/>
                  <a:pt x="1331" y="563"/>
                </a:cubicBezTo>
                <a:cubicBezTo>
                  <a:pt x="1331" y="564"/>
                  <a:pt x="1332" y="564"/>
                  <a:pt x="1332" y="564"/>
                </a:cubicBezTo>
                <a:cubicBezTo>
                  <a:pt x="1334" y="565"/>
                  <a:pt x="1335" y="566"/>
                  <a:pt x="1335" y="568"/>
                </a:cubicBezTo>
                <a:cubicBezTo>
                  <a:pt x="1336" y="570"/>
                  <a:pt x="1338" y="571"/>
                  <a:pt x="1340" y="570"/>
                </a:cubicBezTo>
                <a:cubicBezTo>
                  <a:pt x="1340" y="570"/>
                  <a:pt x="1341" y="570"/>
                  <a:pt x="1342" y="569"/>
                </a:cubicBezTo>
                <a:cubicBezTo>
                  <a:pt x="1344" y="569"/>
                  <a:pt x="1345" y="568"/>
                  <a:pt x="1347" y="567"/>
                </a:cubicBezTo>
                <a:cubicBezTo>
                  <a:pt x="1349" y="566"/>
                  <a:pt x="1351" y="565"/>
                  <a:pt x="1353" y="565"/>
                </a:cubicBezTo>
                <a:cubicBezTo>
                  <a:pt x="1354" y="565"/>
                  <a:pt x="1354" y="565"/>
                  <a:pt x="1355" y="564"/>
                </a:cubicBezTo>
                <a:cubicBezTo>
                  <a:pt x="1356" y="564"/>
                  <a:pt x="1356" y="563"/>
                  <a:pt x="1356" y="562"/>
                </a:cubicBezTo>
                <a:cubicBezTo>
                  <a:pt x="1356" y="561"/>
                  <a:pt x="1355" y="561"/>
                  <a:pt x="1354" y="561"/>
                </a:cubicBezTo>
                <a:cubicBezTo>
                  <a:pt x="1354" y="561"/>
                  <a:pt x="1353" y="561"/>
                  <a:pt x="1353" y="561"/>
                </a:cubicBezTo>
                <a:cubicBezTo>
                  <a:pt x="1347" y="562"/>
                  <a:pt x="1346" y="561"/>
                  <a:pt x="1343" y="556"/>
                </a:cubicBezTo>
                <a:cubicBezTo>
                  <a:pt x="1342" y="556"/>
                  <a:pt x="1342" y="556"/>
                  <a:pt x="1342" y="556"/>
                </a:cubicBezTo>
                <a:cubicBezTo>
                  <a:pt x="1342" y="556"/>
                  <a:pt x="1342" y="556"/>
                  <a:pt x="1342" y="556"/>
                </a:cubicBezTo>
                <a:cubicBezTo>
                  <a:pt x="1343" y="556"/>
                  <a:pt x="1343" y="556"/>
                  <a:pt x="1343" y="556"/>
                </a:cubicBezTo>
                <a:cubicBezTo>
                  <a:pt x="1343" y="556"/>
                  <a:pt x="1343" y="556"/>
                  <a:pt x="1343" y="556"/>
                </a:cubicBezTo>
                <a:cubicBezTo>
                  <a:pt x="1345" y="554"/>
                  <a:pt x="1348" y="552"/>
                  <a:pt x="1351" y="551"/>
                </a:cubicBezTo>
                <a:cubicBezTo>
                  <a:pt x="1353" y="551"/>
                  <a:pt x="1355" y="550"/>
                  <a:pt x="1357" y="549"/>
                </a:cubicBezTo>
                <a:cubicBezTo>
                  <a:pt x="1360" y="546"/>
                  <a:pt x="1363" y="545"/>
                  <a:pt x="1367" y="546"/>
                </a:cubicBezTo>
                <a:cubicBezTo>
                  <a:pt x="1367" y="546"/>
                  <a:pt x="1368" y="546"/>
                  <a:pt x="1368" y="546"/>
                </a:cubicBezTo>
                <a:cubicBezTo>
                  <a:pt x="1368" y="546"/>
                  <a:pt x="1368" y="546"/>
                  <a:pt x="1369" y="546"/>
                </a:cubicBezTo>
                <a:cubicBezTo>
                  <a:pt x="1369" y="545"/>
                  <a:pt x="1369" y="545"/>
                  <a:pt x="1369" y="545"/>
                </a:cubicBezTo>
                <a:cubicBezTo>
                  <a:pt x="1369" y="546"/>
                  <a:pt x="1369" y="546"/>
                  <a:pt x="1369" y="546"/>
                </a:cubicBezTo>
                <a:cubicBezTo>
                  <a:pt x="1369" y="546"/>
                  <a:pt x="1368" y="546"/>
                  <a:pt x="1368" y="546"/>
                </a:cubicBezTo>
                <a:cubicBezTo>
                  <a:pt x="1367" y="547"/>
                  <a:pt x="1366" y="549"/>
                  <a:pt x="1364" y="550"/>
                </a:cubicBezTo>
                <a:cubicBezTo>
                  <a:pt x="1363" y="551"/>
                  <a:pt x="1363" y="552"/>
                  <a:pt x="1364" y="553"/>
                </a:cubicBezTo>
                <a:cubicBezTo>
                  <a:pt x="1364" y="554"/>
                  <a:pt x="1364" y="555"/>
                  <a:pt x="1364" y="556"/>
                </a:cubicBezTo>
                <a:cubicBezTo>
                  <a:pt x="1362" y="558"/>
                  <a:pt x="1361" y="561"/>
                  <a:pt x="1359" y="562"/>
                </a:cubicBezTo>
                <a:cubicBezTo>
                  <a:pt x="1359" y="563"/>
                  <a:pt x="1358" y="564"/>
                  <a:pt x="1359" y="564"/>
                </a:cubicBezTo>
                <a:cubicBezTo>
                  <a:pt x="1360" y="566"/>
                  <a:pt x="1362" y="568"/>
                  <a:pt x="1365" y="569"/>
                </a:cubicBezTo>
                <a:cubicBezTo>
                  <a:pt x="1369" y="570"/>
                  <a:pt x="1372" y="572"/>
                  <a:pt x="1375" y="575"/>
                </a:cubicBezTo>
                <a:cubicBezTo>
                  <a:pt x="1378" y="578"/>
                  <a:pt x="1382" y="581"/>
                  <a:pt x="1386" y="583"/>
                </a:cubicBezTo>
                <a:cubicBezTo>
                  <a:pt x="1391" y="585"/>
                  <a:pt x="1393" y="589"/>
                  <a:pt x="1393" y="593"/>
                </a:cubicBezTo>
                <a:cubicBezTo>
                  <a:pt x="1393" y="595"/>
                  <a:pt x="1393" y="597"/>
                  <a:pt x="1391" y="598"/>
                </a:cubicBezTo>
                <a:close/>
                <a:moveTo>
                  <a:pt x="1426" y="462"/>
                </a:moveTo>
                <a:cubicBezTo>
                  <a:pt x="1426" y="461"/>
                  <a:pt x="1426" y="461"/>
                  <a:pt x="1426" y="461"/>
                </a:cubicBezTo>
                <a:cubicBezTo>
                  <a:pt x="1427" y="462"/>
                  <a:pt x="1427" y="462"/>
                  <a:pt x="1427" y="462"/>
                </a:cubicBezTo>
                <a:lnTo>
                  <a:pt x="1426" y="462"/>
                </a:lnTo>
                <a:close/>
                <a:moveTo>
                  <a:pt x="1485" y="635"/>
                </a:moveTo>
                <a:cubicBezTo>
                  <a:pt x="1481" y="636"/>
                  <a:pt x="1477" y="636"/>
                  <a:pt x="1473" y="637"/>
                </a:cubicBezTo>
                <a:cubicBezTo>
                  <a:pt x="1473" y="637"/>
                  <a:pt x="1472" y="637"/>
                  <a:pt x="1471" y="637"/>
                </a:cubicBezTo>
                <a:cubicBezTo>
                  <a:pt x="1467" y="637"/>
                  <a:pt x="1463" y="636"/>
                  <a:pt x="1460" y="633"/>
                </a:cubicBezTo>
                <a:cubicBezTo>
                  <a:pt x="1459" y="632"/>
                  <a:pt x="1457" y="631"/>
                  <a:pt x="1456" y="631"/>
                </a:cubicBezTo>
                <a:cubicBezTo>
                  <a:pt x="1455" y="631"/>
                  <a:pt x="1453" y="631"/>
                  <a:pt x="1452" y="630"/>
                </a:cubicBezTo>
                <a:cubicBezTo>
                  <a:pt x="1452" y="630"/>
                  <a:pt x="1451" y="629"/>
                  <a:pt x="1450" y="629"/>
                </a:cubicBezTo>
                <a:cubicBezTo>
                  <a:pt x="1449" y="625"/>
                  <a:pt x="1447" y="621"/>
                  <a:pt x="1449" y="617"/>
                </a:cubicBezTo>
                <a:cubicBezTo>
                  <a:pt x="1450" y="615"/>
                  <a:pt x="1450" y="613"/>
                  <a:pt x="1451" y="611"/>
                </a:cubicBezTo>
                <a:cubicBezTo>
                  <a:pt x="1451" y="608"/>
                  <a:pt x="1452" y="606"/>
                  <a:pt x="1455" y="605"/>
                </a:cubicBezTo>
                <a:cubicBezTo>
                  <a:pt x="1455" y="605"/>
                  <a:pt x="1455" y="604"/>
                  <a:pt x="1455" y="603"/>
                </a:cubicBezTo>
                <a:cubicBezTo>
                  <a:pt x="1454" y="603"/>
                  <a:pt x="1454" y="603"/>
                  <a:pt x="1453" y="602"/>
                </a:cubicBezTo>
                <a:cubicBezTo>
                  <a:pt x="1450" y="601"/>
                  <a:pt x="1448" y="599"/>
                  <a:pt x="1447" y="597"/>
                </a:cubicBezTo>
                <a:cubicBezTo>
                  <a:pt x="1446" y="594"/>
                  <a:pt x="1444" y="591"/>
                  <a:pt x="1441" y="589"/>
                </a:cubicBezTo>
                <a:cubicBezTo>
                  <a:pt x="1437" y="587"/>
                  <a:pt x="1435" y="583"/>
                  <a:pt x="1434" y="579"/>
                </a:cubicBezTo>
                <a:cubicBezTo>
                  <a:pt x="1433" y="575"/>
                  <a:pt x="1431" y="572"/>
                  <a:pt x="1428" y="569"/>
                </a:cubicBezTo>
                <a:cubicBezTo>
                  <a:pt x="1427" y="568"/>
                  <a:pt x="1426" y="566"/>
                  <a:pt x="1427" y="565"/>
                </a:cubicBezTo>
                <a:cubicBezTo>
                  <a:pt x="1427" y="563"/>
                  <a:pt x="1428" y="561"/>
                  <a:pt x="1429" y="560"/>
                </a:cubicBezTo>
                <a:cubicBezTo>
                  <a:pt x="1429" y="558"/>
                  <a:pt x="1430" y="557"/>
                  <a:pt x="1432" y="557"/>
                </a:cubicBezTo>
                <a:cubicBezTo>
                  <a:pt x="1435" y="555"/>
                  <a:pt x="1437" y="554"/>
                  <a:pt x="1439" y="551"/>
                </a:cubicBezTo>
                <a:cubicBezTo>
                  <a:pt x="1440" y="550"/>
                  <a:pt x="1440" y="550"/>
                  <a:pt x="1441" y="549"/>
                </a:cubicBezTo>
                <a:cubicBezTo>
                  <a:pt x="1444" y="547"/>
                  <a:pt x="1448" y="545"/>
                  <a:pt x="1451" y="544"/>
                </a:cubicBezTo>
                <a:cubicBezTo>
                  <a:pt x="1452" y="543"/>
                  <a:pt x="1453" y="543"/>
                  <a:pt x="1453" y="543"/>
                </a:cubicBezTo>
                <a:cubicBezTo>
                  <a:pt x="1456" y="544"/>
                  <a:pt x="1459" y="545"/>
                  <a:pt x="1462" y="544"/>
                </a:cubicBezTo>
                <a:cubicBezTo>
                  <a:pt x="1463" y="544"/>
                  <a:pt x="1464" y="545"/>
                  <a:pt x="1465" y="546"/>
                </a:cubicBezTo>
                <a:cubicBezTo>
                  <a:pt x="1466" y="548"/>
                  <a:pt x="1466" y="549"/>
                  <a:pt x="1466" y="551"/>
                </a:cubicBezTo>
                <a:cubicBezTo>
                  <a:pt x="1466" y="552"/>
                  <a:pt x="1465" y="554"/>
                  <a:pt x="1465" y="556"/>
                </a:cubicBezTo>
                <a:cubicBezTo>
                  <a:pt x="1465" y="557"/>
                  <a:pt x="1465" y="557"/>
                  <a:pt x="1464" y="557"/>
                </a:cubicBezTo>
                <a:cubicBezTo>
                  <a:pt x="1462" y="558"/>
                  <a:pt x="1461" y="557"/>
                  <a:pt x="1459" y="558"/>
                </a:cubicBezTo>
                <a:cubicBezTo>
                  <a:pt x="1456" y="558"/>
                  <a:pt x="1455" y="559"/>
                  <a:pt x="1455" y="563"/>
                </a:cubicBezTo>
                <a:cubicBezTo>
                  <a:pt x="1455" y="565"/>
                  <a:pt x="1455" y="566"/>
                  <a:pt x="1454" y="566"/>
                </a:cubicBezTo>
                <a:cubicBezTo>
                  <a:pt x="1453" y="566"/>
                  <a:pt x="1453" y="566"/>
                  <a:pt x="1453" y="566"/>
                </a:cubicBezTo>
                <a:cubicBezTo>
                  <a:pt x="1450" y="567"/>
                  <a:pt x="1450" y="567"/>
                  <a:pt x="1451" y="569"/>
                </a:cubicBezTo>
                <a:cubicBezTo>
                  <a:pt x="1453" y="571"/>
                  <a:pt x="1455" y="573"/>
                  <a:pt x="1456" y="575"/>
                </a:cubicBezTo>
                <a:cubicBezTo>
                  <a:pt x="1458" y="579"/>
                  <a:pt x="1462" y="582"/>
                  <a:pt x="1466" y="583"/>
                </a:cubicBezTo>
                <a:cubicBezTo>
                  <a:pt x="1467" y="583"/>
                  <a:pt x="1468" y="584"/>
                  <a:pt x="1468" y="585"/>
                </a:cubicBezTo>
                <a:cubicBezTo>
                  <a:pt x="1468" y="586"/>
                  <a:pt x="1468" y="586"/>
                  <a:pt x="1468" y="587"/>
                </a:cubicBezTo>
                <a:cubicBezTo>
                  <a:pt x="1467" y="590"/>
                  <a:pt x="1468" y="592"/>
                  <a:pt x="1470" y="594"/>
                </a:cubicBezTo>
                <a:cubicBezTo>
                  <a:pt x="1472" y="597"/>
                  <a:pt x="1472" y="600"/>
                  <a:pt x="1472" y="603"/>
                </a:cubicBezTo>
                <a:cubicBezTo>
                  <a:pt x="1472" y="604"/>
                  <a:pt x="1472" y="605"/>
                  <a:pt x="1472" y="606"/>
                </a:cubicBezTo>
                <a:cubicBezTo>
                  <a:pt x="1473" y="608"/>
                  <a:pt x="1474" y="609"/>
                  <a:pt x="1476" y="609"/>
                </a:cubicBezTo>
                <a:cubicBezTo>
                  <a:pt x="1477" y="609"/>
                  <a:pt x="1477" y="609"/>
                  <a:pt x="1478" y="610"/>
                </a:cubicBezTo>
                <a:cubicBezTo>
                  <a:pt x="1479" y="611"/>
                  <a:pt x="1478" y="612"/>
                  <a:pt x="1478" y="613"/>
                </a:cubicBezTo>
                <a:cubicBezTo>
                  <a:pt x="1478" y="613"/>
                  <a:pt x="1478" y="613"/>
                  <a:pt x="1478" y="613"/>
                </a:cubicBezTo>
                <a:cubicBezTo>
                  <a:pt x="1478" y="614"/>
                  <a:pt x="1479" y="615"/>
                  <a:pt x="1479" y="615"/>
                </a:cubicBezTo>
                <a:cubicBezTo>
                  <a:pt x="1481" y="617"/>
                  <a:pt x="1483" y="619"/>
                  <a:pt x="1482" y="621"/>
                </a:cubicBezTo>
                <a:cubicBezTo>
                  <a:pt x="1482" y="626"/>
                  <a:pt x="1484" y="630"/>
                  <a:pt x="1485" y="634"/>
                </a:cubicBezTo>
                <a:cubicBezTo>
                  <a:pt x="1486" y="635"/>
                  <a:pt x="1485" y="635"/>
                  <a:pt x="1485" y="635"/>
                </a:cubicBezTo>
                <a:close/>
                <a:moveTo>
                  <a:pt x="1504" y="265"/>
                </a:moveTo>
                <a:cubicBezTo>
                  <a:pt x="1503" y="264"/>
                  <a:pt x="1503" y="264"/>
                  <a:pt x="1503" y="264"/>
                </a:cubicBezTo>
                <a:cubicBezTo>
                  <a:pt x="1504" y="264"/>
                  <a:pt x="1504" y="264"/>
                  <a:pt x="1504" y="264"/>
                </a:cubicBezTo>
                <a:lnTo>
                  <a:pt x="1504" y="265"/>
                </a:lnTo>
                <a:close/>
                <a:moveTo>
                  <a:pt x="1519" y="564"/>
                </a:moveTo>
                <a:cubicBezTo>
                  <a:pt x="1518" y="565"/>
                  <a:pt x="1515" y="567"/>
                  <a:pt x="1514" y="566"/>
                </a:cubicBezTo>
                <a:cubicBezTo>
                  <a:pt x="1512" y="566"/>
                  <a:pt x="1510" y="565"/>
                  <a:pt x="1508" y="564"/>
                </a:cubicBezTo>
                <a:cubicBezTo>
                  <a:pt x="1507" y="564"/>
                  <a:pt x="1506" y="563"/>
                  <a:pt x="1506" y="562"/>
                </a:cubicBezTo>
                <a:cubicBezTo>
                  <a:pt x="1506" y="556"/>
                  <a:pt x="1511" y="551"/>
                  <a:pt x="1516" y="551"/>
                </a:cubicBezTo>
                <a:cubicBezTo>
                  <a:pt x="1518" y="552"/>
                  <a:pt x="1519" y="552"/>
                  <a:pt x="1519" y="553"/>
                </a:cubicBezTo>
                <a:cubicBezTo>
                  <a:pt x="1520" y="554"/>
                  <a:pt x="1520" y="556"/>
                  <a:pt x="1521" y="557"/>
                </a:cubicBezTo>
                <a:cubicBezTo>
                  <a:pt x="1520" y="559"/>
                  <a:pt x="1519" y="562"/>
                  <a:pt x="1519" y="564"/>
                </a:cubicBezTo>
                <a:close/>
                <a:moveTo>
                  <a:pt x="1556" y="287"/>
                </a:moveTo>
                <a:cubicBezTo>
                  <a:pt x="1555" y="287"/>
                  <a:pt x="1555" y="287"/>
                  <a:pt x="1555" y="287"/>
                </a:cubicBezTo>
                <a:cubicBezTo>
                  <a:pt x="1553" y="284"/>
                  <a:pt x="1550" y="282"/>
                  <a:pt x="1548" y="279"/>
                </a:cubicBezTo>
                <a:cubicBezTo>
                  <a:pt x="1548" y="278"/>
                  <a:pt x="1548" y="278"/>
                  <a:pt x="1548" y="278"/>
                </a:cubicBezTo>
                <a:cubicBezTo>
                  <a:pt x="1549" y="278"/>
                  <a:pt x="1549" y="277"/>
                  <a:pt x="1550" y="277"/>
                </a:cubicBezTo>
                <a:cubicBezTo>
                  <a:pt x="1551" y="277"/>
                  <a:pt x="1552" y="278"/>
                  <a:pt x="1553" y="279"/>
                </a:cubicBezTo>
                <a:cubicBezTo>
                  <a:pt x="1554" y="280"/>
                  <a:pt x="1555" y="281"/>
                  <a:pt x="1556" y="282"/>
                </a:cubicBezTo>
                <a:cubicBezTo>
                  <a:pt x="1557" y="283"/>
                  <a:pt x="1557" y="286"/>
                  <a:pt x="1556" y="287"/>
                </a:cubicBezTo>
                <a:close/>
                <a:moveTo>
                  <a:pt x="1558" y="294"/>
                </a:moveTo>
                <a:cubicBezTo>
                  <a:pt x="1558" y="294"/>
                  <a:pt x="1557" y="294"/>
                  <a:pt x="1557" y="294"/>
                </a:cubicBezTo>
                <a:cubicBezTo>
                  <a:pt x="1557" y="293"/>
                  <a:pt x="1558" y="293"/>
                  <a:pt x="1558" y="294"/>
                </a:cubicBezTo>
                <a:cubicBezTo>
                  <a:pt x="1558" y="294"/>
                  <a:pt x="1558" y="294"/>
                  <a:pt x="1558" y="294"/>
                </a:cubicBezTo>
                <a:close/>
                <a:moveTo>
                  <a:pt x="1571" y="595"/>
                </a:moveTo>
                <a:cubicBezTo>
                  <a:pt x="1571" y="595"/>
                  <a:pt x="1571" y="595"/>
                  <a:pt x="1571" y="595"/>
                </a:cubicBezTo>
                <a:cubicBezTo>
                  <a:pt x="1571" y="595"/>
                  <a:pt x="1571" y="595"/>
                  <a:pt x="1571" y="595"/>
                </a:cubicBezTo>
                <a:close/>
                <a:moveTo>
                  <a:pt x="1575" y="251"/>
                </a:moveTo>
                <a:cubicBezTo>
                  <a:pt x="1575" y="252"/>
                  <a:pt x="1574" y="253"/>
                  <a:pt x="1574" y="252"/>
                </a:cubicBezTo>
                <a:cubicBezTo>
                  <a:pt x="1573" y="252"/>
                  <a:pt x="1573" y="251"/>
                  <a:pt x="1573" y="251"/>
                </a:cubicBezTo>
                <a:cubicBezTo>
                  <a:pt x="1574" y="250"/>
                  <a:pt x="1575" y="250"/>
                  <a:pt x="1575" y="250"/>
                </a:cubicBezTo>
                <a:cubicBezTo>
                  <a:pt x="1575" y="250"/>
                  <a:pt x="1576" y="250"/>
                  <a:pt x="1576" y="251"/>
                </a:cubicBezTo>
                <a:cubicBezTo>
                  <a:pt x="1576" y="251"/>
                  <a:pt x="1575" y="251"/>
                  <a:pt x="1575" y="251"/>
                </a:cubicBezTo>
                <a:close/>
                <a:moveTo>
                  <a:pt x="1612" y="130"/>
                </a:moveTo>
                <a:cubicBezTo>
                  <a:pt x="1613" y="131"/>
                  <a:pt x="1613" y="131"/>
                  <a:pt x="1614" y="132"/>
                </a:cubicBezTo>
                <a:cubicBezTo>
                  <a:pt x="1614" y="132"/>
                  <a:pt x="1614" y="132"/>
                  <a:pt x="1614" y="132"/>
                </a:cubicBezTo>
                <a:cubicBezTo>
                  <a:pt x="1614" y="132"/>
                  <a:pt x="1614" y="132"/>
                  <a:pt x="1614" y="132"/>
                </a:cubicBezTo>
                <a:cubicBezTo>
                  <a:pt x="1613" y="131"/>
                  <a:pt x="1613" y="131"/>
                  <a:pt x="1612" y="130"/>
                </a:cubicBezTo>
                <a:cubicBezTo>
                  <a:pt x="1612" y="130"/>
                  <a:pt x="1612" y="130"/>
                  <a:pt x="1612" y="130"/>
                </a:cubicBezTo>
                <a:cubicBezTo>
                  <a:pt x="1612" y="130"/>
                  <a:pt x="1612" y="130"/>
                  <a:pt x="1612" y="130"/>
                </a:cubicBezTo>
                <a:close/>
                <a:moveTo>
                  <a:pt x="1612" y="453"/>
                </a:moveTo>
                <a:cubicBezTo>
                  <a:pt x="1612" y="453"/>
                  <a:pt x="1612" y="453"/>
                  <a:pt x="1612" y="454"/>
                </a:cubicBezTo>
                <a:cubicBezTo>
                  <a:pt x="1612" y="454"/>
                  <a:pt x="1612" y="454"/>
                  <a:pt x="1611" y="454"/>
                </a:cubicBezTo>
                <a:cubicBezTo>
                  <a:pt x="1611" y="454"/>
                  <a:pt x="1610" y="454"/>
                  <a:pt x="1610" y="454"/>
                </a:cubicBezTo>
                <a:cubicBezTo>
                  <a:pt x="1610" y="454"/>
                  <a:pt x="1609" y="454"/>
                  <a:pt x="1609" y="454"/>
                </a:cubicBezTo>
                <a:cubicBezTo>
                  <a:pt x="1610" y="453"/>
                  <a:pt x="1611" y="453"/>
                  <a:pt x="1612" y="453"/>
                </a:cubicBezTo>
                <a:close/>
                <a:moveTo>
                  <a:pt x="1614" y="542"/>
                </a:moveTo>
                <a:cubicBezTo>
                  <a:pt x="1612" y="544"/>
                  <a:pt x="1611" y="546"/>
                  <a:pt x="1610" y="549"/>
                </a:cubicBezTo>
                <a:cubicBezTo>
                  <a:pt x="1610" y="549"/>
                  <a:pt x="1609" y="550"/>
                  <a:pt x="1609" y="550"/>
                </a:cubicBezTo>
                <a:cubicBezTo>
                  <a:pt x="1608" y="550"/>
                  <a:pt x="1607" y="549"/>
                  <a:pt x="1607" y="548"/>
                </a:cubicBezTo>
                <a:cubicBezTo>
                  <a:pt x="1607" y="548"/>
                  <a:pt x="1607" y="548"/>
                  <a:pt x="1607" y="548"/>
                </a:cubicBezTo>
                <a:cubicBezTo>
                  <a:pt x="1607" y="545"/>
                  <a:pt x="1608" y="543"/>
                  <a:pt x="1609" y="541"/>
                </a:cubicBezTo>
                <a:cubicBezTo>
                  <a:pt x="1610" y="540"/>
                  <a:pt x="1611" y="539"/>
                  <a:pt x="1612" y="538"/>
                </a:cubicBezTo>
                <a:cubicBezTo>
                  <a:pt x="1613" y="538"/>
                  <a:pt x="1614" y="538"/>
                  <a:pt x="1615" y="538"/>
                </a:cubicBezTo>
                <a:cubicBezTo>
                  <a:pt x="1615" y="538"/>
                  <a:pt x="1616" y="538"/>
                  <a:pt x="1616" y="539"/>
                </a:cubicBezTo>
                <a:cubicBezTo>
                  <a:pt x="1615" y="540"/>
                  <a:pt x="1615" y="541"/>
                  <a:pt x="1614" y="542"/>
                </a:cubicBezTo>
                <a:close/>
                <a:moveTo>
                  <a:pt x="1625" y="102"/>
                </a:moveTo>
                <a:cubicBezTo>
                  <a:pt x="1625" y="101"/>
                  <a:pt x="1625" y="101"/>
                  <a:pt x="1625" y="101"/>
                </a:cubicBezTo>
                <a:cubicBezTo>
                  <a:pt x="1625" y="101"/>
                  <a:pt x="1625" y="101"/>
                  <a:pt x="1625" y="101"/>
                </a:cubicBezTo>
                <a:lnTo>
                  <a:pt x="1625" y="102"/>
                </a:lnTo>
                <a:close/>
                <a:moveTo>
                  <a:pt x="1644" y="152"/>
                </a:moveTo>
                <a:cubicBezTo>
                  <a:pt x="1644" y="152"/>
                  <a:pt x="1644" y="152"/>
                  <a:pt x="1644" y="152"/>
                </a:cubicBezTo>
                <a:cubicBezTo>
                  <a:pt x="1643" y="153"/>
                  <a:pt x="1643" y="155"/>
                  <a:pt x="1643" y="157"/>
                </a:cubicBezTo>
                <a:cubicBezTo>
                  <a:pt x="1642" y="158"/>
                  <a:pt x="1642" y="158"/>
                  <a:pt x="1641" y="158"/>
                </a:cubicBezTo>
                <a:cubicBezTo>
                  <a:pt x="1639" y="159"/>
                  <a:pt x="1639" y="160"/>
                  <a:pt x="1638" y="162"/>
                </a:cubicBezTo>
                <a:cubicBezTo>
                  <a:pt x="1638" y="162"/>
                  <a:pt x="1638" y="162"/>
                  <a:pt x="1639" y="162"/>
                </a:cubicBezTo>
                <a:cubicBezTo>
                  <a:pt x="1639" y="162"/>
                  <a:pt x="1640" y="163"/>
                  <a:pt x="1640" y="164"/>
                </a:cubicBezTo>
                <a:cubicBezTo>
                  <a:pt x="1641" y="164"/>
                  <a:pt x="1642" y="165"/>
                  <a:pt x="1642" y="165"/>
                </a:cubicBezTo>
                <a:cubicBezTo>
                  <a:pt x="1642" y="166"/>
                  <a:pt x="1642" y="166"/>
                  <a:pt x="1642" y="166"/>
                </a:cubicBezTo>
                <a:cubicBezTo>
                  <a:pt x="1642" y="165"/>
                  <a:pt x="1642" y="165"/>
                  <a:pt x="1642" y="165"/>
                </a:cubicBezTo>
                <a:cubicBezTo>
                  <a:pt x="1641" y="165"/>
                  <a:pt x="1641" y="164"/>
                  <a:pt x="1640" y="164"/>
                </a:cubicBezTo>
                <a:cubicBezTo>
                  <a:pt x="1639" y="163"/>
                  <a:pt x="1639" y="163"/>
                  <a:pt x="1638" y="162"/>
                </a:cubicBezTo>
                <a:cubicBezTo>
                  <a:pt x="1638" y="162"/>
                  <a:pt x="1638" y="162"/>
                  <a:pt x="1638" y="162"/>
                </a:cubicBezTo>
                <a:cubicBezTo>
                  <a:pt x="1637" y="160"/>
                  <a:pt x="1635" y="160"/>
                  <a:pt x="1634" y="159"/>
                </a:cubicBezTo>
                <a:cubicBezTo>
                  <a:pt x="1633" y="157"/>
                  <a:pt x="1633" y="155"/>
                  <a:pt x="1632" y="154"/>
                </a:cubicBezTo>
                <a:cubicBezTo>
                  <a:pt x="1632" y="153"/>
                  <a:pt x="1632" y="152"/>
                  <a:pt x="1632" y="152"/>
                </a:cubicBezTo>
                <a:cubicBezTo>
                  <a:pt x="1632" y="151"/>
                  <a:pt x="1632" y="151"/>
                  <a:pt x="1632" y="151"/>
                </a:cubicBezTo>
                <a:cubicBezTo>
                  <a:pt x="1631" y="151"/>
                  <a:pt x="1631" y="151"/>
                  <a:pt x="1631" y="151"/>
                </a:cubicBezTo>
                <a:cubicBezTo>
                  <a:pt x="1632" y="151"/>
                  <a:pt x="1632" y="151"/>
                  <a:pt x="1632" y="151"/>
                </a:cubicBezTo>
                <a:cubicBezTo>
                  <a:pt x="1632" y="151"/>
                  <a:pt x="1632" y="151"/>
                  <a:pt x="1632" y="152"/>
                </a:cubicBezTo>
                <a:cubicBezTo>
                  <a:pt x="1633" y="152"/>
                  <a:pt x="1634" y="153"/>
                  <a:pt x="1635" y="153"/>
                </a:cubicBezTo>
                <a:cubicBezTo>
                  <a:pt x="1636" y="154"/>
                  <a:pt x="1638" y="154"/>
                  <a:pt x="1640" y="153"/>
                </a:cubicBezTo>
                <a:cubicBezTo>
                  <a:pt x="1641" y="152"/>
                  <a:pt x="1642" y="152"/>
                  <a:pt x="1644" y="152"/>
                </a:cubicBezTo>
                <a:cubicBezTo>
                  <a:pt x="1644" y="152"/>
                  <a:pt x="1644" y="151"/>
                  <a:pt x="1644" y="151"/>
                </a:cubicBezTo>
                <a:cubicBezTo>
                  <a:pt x="1644" y="151"/>
                  <a:pt x="1644" y="151"/>
                  <a:pt x="1644" y="151"/>
                </a:cubicBezTo>
                <a:cubicBezTo>
                  <a:pt x="1644" y="151"/>
                  <a:pt x="1644" y="151"/>
                  <a:pt x="1644" y="152"/>
                </a:cubicBezTo>
                <a:close/>
                <a:moveTo>
                  <a:pt x="1654" y="145"/>
                </a:moveTo>
                <a:cubicBezTo>
                  <a:pt x="1652" y="146"/>
                  <a:pt x="1650" y="147"/>
                  <a:pt x="1648" y="149"/>
                </a:cubicBezTo>
                <a:cubicBezTo>
                  <a:pt x="1647" y="149"/>
                  <a:pt x="1647" y="149"/>
                  <a:pt x="1646" y="149"/>
                </a:cubicBezTo>
                <a:cubicBezTo>
                  <a:pt x="1646" y="150"/>
                  <a:pt x="1646" y="150"/>
                  <a:pt x="1646" y="150"/>
                </a:cubicBezTo>
                <a:cubicBezTo>
                  <a:pt x="1646" y="150"/>
                  <a:pt x="1645" y="150"/>
                  <a:pt x="1645" y="150"/>
                </a:cubicBezTo>
                <a:cubicBezTo>
                  <a:pt x="1645" y="150"/>
                  <a:pt x="1645" y="150"/>
                  <a:pt x="1645" y="149"/>
                </a:cubicBezTo>
                <a:cubicBezTo>
                  <a:pt x="1646" y="149"/>
                  <a:pt x="1646" y="149"/>
                  <a:pt x="1646" y="149"/>
                </a:cubicBezTo>
                <a:cubicBezTo>
                  <a:pt x="1646" y="149"/>
                  <a:pt x="1647" y="148"/>
                  <a:pt x="1647" y="147"/>
                </a:cubicBezTo>
                <a:cubicBezTo>
                  <a:pt x="1649" y="145"/>
                  <a:pt x="1650" y="144"/>
                  <a:pt x="1651" y="143"/>
                </a:cubicBezTo>
                <a:cubicBezTo>
                  <a:pt x="1651" y="143"/>
                  <a:pt x="1651" y="143"/>
                  <a:pt x="1651" y="143"/>
                </a:cubicBezTo>
                <a:cubicBezTo>
                  <a:pt x="1651" y="143"/>
                  <a:pt x="1651" y="142"/>
                  <a:pt x="1651" y="142"/>
                </a:cubicBezTo>
                <a:cubicBezTo>
                  <a:pt x="1649" y="142"/>
                  <a:pt x="1647" y="142"/>
                  <a:pt x="1647" y="140"/>
                </a:cubicBezTo>
                <a:cubicBezTo>
                  <a:pt x="1647" y="139"/>
                  <a:pt x="1647" y="139"/>
                  <a:pt x="1647" y="139"/>
                </a:cubicBezTo>
                <a:cubicBezTo>
                  <a:pt x="1647" y="138"/>
                  <a:pt x="1648" y="139"/>
                  <a:pt x="1648" y="139"/>
                </a:cubicBezTo>
                <a:cubicBezTo>
                  <a:pt x="1648" y="139"/>
                  <a:pt x="1649" y="139"/>
                  <a:pt x="1649" y="140"/>
                </a:cubicBezTo>
                <a:cubicBezTo>
                  <a:pt x="1650" y="141"/>
                  <a:pt x="1650" y="142"/>
                  <a:pt x="1651" y="142"/>
                </a:cubicBezTo>
                <a:cubicBezTo>
                  <a:pt x="1651" y="142"/>
                  <a:pt x="1651" y="142"/>
                  <a:pt x="1651" y="142"/>
                </a:cubicBezTo>
                <a:cubicBezTo>
                  <a:pt x="1651" y="142"/>
                  <a:pt x="1651" y="143"/>
                  <a:pt x="1651" y="143"/>
                </a:cubicBezTo>
                <a:cubicBezTo>
                  <a:pt x="1652" y="143"/>
                  <a:pt x="1653" y="143"/>
                  <a:pt x="1653" y="143"/>
                </a:cubicBezTo>
                <a:cubicBezTo>
                  <a:pt x="1654" y="143"/>
                  <a:pt x="1654" y="144"/>
                  <a:pt x="1655" y="144"/>
                </a:cubicBezTo>
                <a:cubicBezTo>
                  <a:pt x="1655" y="144"/>
                  <a:pt x="1654" y="145"/>
                  <a:pt x="1654" y="145"/>
                </a:cubicBezTo>
                <a:close/>
                <a:moveTo>
                  <a:pt x="1667" y="144"/>
                </a:moveTo>
                <a:cubicBezTo>
                  <a:pt x="1666" y="144"/>
                  <a:pt x="1666" y="144"/>
                  <a:pt x="1666" y="144"/>
                </a:cubicBezTo>
                <a:cubicBezTo>
                  <a:pt x="1667" y="143"/>
                  <a:pt x="1667" y="143"/>
                  <a:pt x="1667" y="143"/>
                </a:cubicBezTo>
                <a:lnTo>
                  <a:pt x="1667" y="144"/>
                </a:lnTo>
                <a:close/>
                <a:moveTo>
                  <a:pt x="1679" y="523"/>
                </a:moveTo>
                <a:cubicBezTo>
                  <a:pt x="1679" y="524"/>
                  <a:pt x="1678" y="524"/>
                  <a:pt x="1677" y="524"/>
                </a:cubicBezTo>
                <a:cubicBezTo>
                  <a:pt x="1674" y="523"/>
                  <a:pt x="1671" y="522"/>
                  <a:pt x="1669" y="521"/>
                </a:cubicBezTo>
                <a:cubicBezTo>
                  <a:pt x="1668" y="520"/>
                  <a:pt x="1668" y="519"/>
                  <a:pt x="1668" y="518"/>
                </a:cubicBezTo>
                <a:cubicBezTo>
                  <a:pt x="1668" y="517"/>
                  <a:pt x="1668" y="516"/>
                  <a:pt x="1668" y="515"/>
                </a:cubicBezTo>
                <a:cubicBezTo>
                  <a:pt x="1669" y="515"/>
                  <a:pt x="1670" y="516"/>
                  <a:pt x="1670" y="517"/>
                </a:cubicBezTo>
                <a:cubicBezTo>
                  <a:pt x="1671" y="518"/>
                  <a:pt x="1673" y="519"/>
                  <a:pt x="1675" y="520"/>
                </a:cubicBezTo>
                <a:cubicBezTo>
                  <a:pt x="1676" y="520"/>
                  <a:pt x="1678" y="521"/>
                  <a:pt x="1679" y="522"/>
                </a:cubicBezTo>
                <a:cubicBezTo>
                  <a:pt x="1679" y="522"/>
                  <a:pt x="1679" y="522"/>
                  <a:pt x="1679" y="522"/>
                </a:cubicBezTo>
                <a:cubicBezTo>
                  <a:pt x="1679" y="523"/>
                  <a:pt x="1679" y="523"/>
                  <a:pt x="1679" y="523"/>
                </a:cubicBezTo>
                <a:close/>
                <a:moveTo>
                  <a:pt x="1679" y="178"/>
                </a:moveTo>
                <a:cubicBezTo>
                  <a:pt x="1679" y="178"/>
                  <a:pt x="1679" y="178"/>
                  <a:pt x="1679" y="178"/>
                </a:cubicBezTo>
                <a:cubicBezTo>
                  <a:pt x="1679" y="177"/>
                  <a:pt x="1679" y="177"/>
                  <a:pt x="1679" y="177"/>
                </a:cubicBezTo>
                <a:cubicBezTo>
                  <a:pt x="1679" y="177"/>
                  <a:pt x="1679" y="177"/>
                  <a:pt x="1679" y="177"/>
                </a:cubicBezTo>
                <a:cubicBezTo>
                  <a:pt x="1679" y="178"/>
                  <a:pt x="1679" y="178"/>
                  <a:pt x="1679" y="178"/>
                </a:cubicBezTo>
                <a:cubicBezTo>
                  <a:pt x="1679" y="178"/>
                  <a:pt x="1679" y="178"/>
                  <a:pt x="1679" y="178"/>
                </a:cubicBezTo>
                <a:cubicBezTo>
                  <a:pt x="1679" y="178"/>
                  <a:pt x="1679" y="178"/>
                  <a:pt x="1679" y="178"/>
                </a:cubicBezTo>
                <a:close/>
                <a:moveTo>
                  <a:pt x="1726" y="495"/>
                </a:moveTo>
                <a:cubicBezTo>
                  <a:pt x="1725" y="496"/>
                  <a:pt x="1724" y="496"/>
                  <a:pt x="1724" y="495"/>
                </a:cubicBezTo>
                <a:cubicBezTo>
                  <a:pt x="1723" y="494"/>
                  <a:pt x="1723" y="493"/>
                  <a:pt x="1723" y="493"/>
                </a:cubicBezTo>
                <a:cubicBezTo>
                  <a:pt x="1723" y="492"/>
                  <a:pt x="1724" y="492"/>
                  <a:pt x="1724" y="491"/>
                </a:cubicBezTo>
                <a:cubicBezTo>
                  <a:pt x="1725" y="491"/>
                  <a:pt x="1726" y="491"/>
                  <a:pt x="1726" y="492"/>
                </a:cubicBezTo>
                <a:cubicBezTo>
                  <a:pt x="1727" y="493"/>
                  <a:pt x="1727" y="493"/>
                  <a:pt x="1727" y="494"/>
                </a:cubicBezTo>
                <a:cubicBezTo>
                  <a:pt x="1726" y="494"/>
                  <a:pt x="1726" y="495"/>
                  <a:pt x="1726" y="495"/>
                </a:cubicBezTo>
                <a:close/>
                <a:moveTo>
                  <a:pt x="1730" y="517"/>
                </a:moveTo>
                <a:cubicBezTo>
                  <a:pt x="1730" y="517"/>
                  <a:pt x="1729" y="517"/>
                  <a:pt x="1729" y="517"/>
                </a:cubicBezTo>
                <a:cubicBezTo>
                  <a:pt x="1729" y="518"/>
                  <a:pt x="1728" y="518"/>
                  <a:pt x="1728" y="518"/>
                </a:cubicBezTo>
                <a:cubicBezTo>
                  <a:pt x="1728" y="518"/>
                  <a:pt x="1728" y="517"/>
                  <a:pt x="1728" y="517"/>
                </a:cubicBezTo>
                <a:cubicBezTo>
                  <a:pt x="1728" y="517"/>
                  <a:pt x="1728" y="516"/>
                  <a:pt x="1728" y="516"/>
                </a:cubicBezTo>
                <a:cubicBezTo>
                  <a:pt x="1728" y="515"/>
                  <a:pt x="1729" y="514"/>
                  <a:pt x="1729" y="515"/>
                </a:cubicBezTo>
                <a:cubicBezTo>
                  <a:pt x="1730" y="516"/>
                  <a:pt x="1730" y="516"/>
                  <a:pt x="1730" y="517"/>
                </a:cubicBezTo>
                <a:close/>
                <a:moveTo>
                  <a:pt x="1733" y="506"/>
                </a:moveTo>
                <a:cubicBezTo>
                  <a:pt x="1733" y="505"/>
                  <a:pt x="1733" y="505"/>
                  <a:pt x="1733" y="505"/>
                </a:cubicBezTo>
                <a:cubicBezTo>
                  <a:pt x="1733" y="506"/>
                  <a:pt x="1733" y="506"/>
                  <a:pt x="1733" y="506"/>
                </a:cubicBezTo>
                <a:cubicBezTo>
                  <a:pt x="1733" y="506"/>
                  <a:pt x="1733" y="506"/>
                  <a:pt x="1733" y="506"/>
                </a:cubicBezTo>
                <a:close/>
                <a:moveTo>
                  <a:pt x="1768" y="427"/>
                </a:moveTo>
                <a:cubicBezTo>
                  <a:pt x="1768" y="427"/>
                  <a:pt x="1767" y="428"/>
                  <a:pt x="1767" y="427"/>
                </a:cubicBezTo>
                <a:cubicBezTo>
                  <a:pt x="1766" y="426"/>
                  <a:pt x="1764" y="425"/>
                  <a:pt x="1764" y="423"/>
                </a:cubicBezTo>
                <a:cubicBezTo>
                  <a:pt x="1763" y="422"/>
                  <a:pt x="1764" y="422"/>
                  <a:pt x="1764" y="422"/>
                </a:cubicBezTo>
                <a:cubicBezTo>
                  <a:pt x="1764" y="421"/>
                  <a:pt x="1764" y="421"/>
                  <a:pt x="1765" y="422"/>
                </a:cubicBezTo>
                <a:cubicBezTo>
                  <a:pt x="1765" y="422"/>
                  <a:pt x="1766" y="423"/>
                  <a:pt x="1766" y="424"/>
                </a:cubicBezTo>
                <a:cubicBezTo>
                  <a:pt x="1767" y="425"/>
                  <a:pt x="1767" y="426"/>
                  <a:pt x="1768" y="427"/>
                </a:cubicBezTo>
                <a:cubicBezTo>
                  <a:pt x="1768" y="427"/>
                  <a:pt x="1768" y="427"/>
                  <a:pt x="1768" y="427"/>
                </a:cubicBezTo>
                <a:close/>
                <a:moveTo>
                  <a:pt x="1768" y="419"/>
                </a:moveTo>
                <a:cubicBezTo>
                  <a:pt x="1767" y="419"/>
                  <a:pt x="1768" y="418"/>
                  <a:pt x="1768" y="418"/>
                </a:cubicBezTo>
                <a:cubicBezTo>
                  <a:pt x="1768" y="418"/>
                  <a:pt x="1769" y="419"/>
                  <a:pt x="1769" y="419"/>
                </a:cubicBezTo>
                <a:cubicBezTo>
                  <a:pt x="1768" y="419"/>
                  <a:pt x="1768" y="419"/>
                  <a:pt x="1768" y="419"/>
                </a:cubicBezTo>
                <a:close/>
                <a:moveTo>
                  <a:pt x="1775" y="481"/>
                </a:moveTo>
                <a:cubicBezTo>
                  <a:pt x="1775" y="481"/>
                  <a:pt x="1774" y="482"/>
                  <a:pt x="1774" y="482"/>
                </a:cubicBezTo>
                <a:cubicBezTo>
                  <a:pt x="1774" y="481"/>
                  <a:pt x="1774" y="481"/>
                  <a:pt x="1774" y="481"/>
                </a:cubicBezTo>
                <a:cubicBezTo>
                  <a:pt x="1774" y="480"/>
                  <a:pt x="1773" y="479"/>
                  <a:pt x="1773" y="479"/>
                </a:cubicBezTo>
                <a:cubicBezTo>
                  <a:pt x="1773" y="479"/>
                  <a:pt x="1774" y="478"/>
                  <a:pt x="1774" y="478"/>
                </a:cubicBezTo>
                <a:cubicBezTo>
                  <a:pt x="1774" y="478"/>
                  <a:pt x="1775" y="478"/>
                  <a:pt x="1775" y="479"/>
                </a:cubicBezTo>
                <a:cubicBezTo>
                  <a:pt x="1775" y="480"/>
                  <a:pt x="1775" y="480"/>
                  <a:pt x="1775" y="481"/>
                </a:cubicBezTo>
                <a:close/>
                <a:moveTo>
                  <a:pt x="1798" y="471"/>
                </a:moveTo>
                <a:cubicBezTo>
                  <a:pt x="1798" y="471"/>
                  <a:pt x="1798" y="471"/>
                  <a:pt x="1798" y="471"/>
                </a:cubicBezTo>
                <a:cubicBezTo>
                  <a:pt x="1799" y="469"/>
                  <a:pt x="1799" y="468"/>
                  <a:pt x="1800" y="467"/>
                </a:cubicBezTo>
                <a:cubicBezTo>
                  <a:pt x="1800" y="467"/>
                  <a:pt x="1800" y="467"/>
                  <a:pt x="1800" y="467"/>
                </a:cubicBezTo>
                <a:cubicBezTo>
                  <a:pt x="1799" y="467"/>
                  <a:pt x="1799" y="467"/>
                  <a:pt x="1800" y="466"/>
                </a:cubicBezTo>
                <a:cubicBezTo>
                  <a:pt x="1800" y="466"/>
                  <a:pt x="1800" y="467"/>
                  <a:pt x="1800" y="467"/>
                </a:cubicBezTo>
                <a:cubicBezTo>
                  <a:pt x="1800" y="467"/>
                  <a:pt x="1800" y="467"/>
                  <a:pt x="1800" y="467"/>
                </a:cubicBezTo>
                <a:cubicBezTo>
                  <a:pt x="1801" y="468"/>
                  <a:pt x="1802" y="468"/>
                  <a:pt x="1803" y="468"/>
                </a:cubicBezTo>
                <a:cubicBezTo>
                  <a:pt x="1804" y="467"/>
                  <a:pt x="1805" y="466"/>
                  <a:pt x="1805" y="466"/>
                </a:cubicBezTo>
                <a:cubicBezTo>
                  <a:pt x="1806" y="463"/>
                  <a:pt x="1807" y="460"/>
                  <a:pt x="1809" y="458"/>
                </a:cubicBezTo>
                <a:cubicBezTo>
                  <a:pt x="1809" y="457"/>
                  <a:pt x="1810" y="456"/>
                  <a:pt x="1810" y="455"/>
                </a:cubicBezTo>
                <a:cubicBezTo>
                  <a:pt x="1811" y="453"/>
                  <a:pt x="1811" y="451"/>
                  <a:pt x="1812" y="449"/>
                </a:cubicBezTo>
                <a:cubicBezTo>
                  <a:pt x="1816" y="441"/>
                  <a:pt x="1817" y="432"/>
                  <a:pt x="1816" y="424"/>
                </a:cubicBezTo>
                <a:cubicBezTo>
                  <a:pt x="1815" y="423"/>
                  <a:pt x="1816" y="422"/>
                  <a:pt x="1816" y="422"/>
                </a:cubicBezTo>
                <a:cubicBezTo>
                  <a:pt x="1816" y="422"/>
                  <a:pt x="1816" y="421"/>
                  <a:pt x="1816" y="421"/>
                </a:cubicBezTo>
                <a:cubicBezTo>
                  <a:pt x="1817" y="421"/>
                  <a:pt x="1818" y="421"/>
                  <a:pt x="1818" y="422"/>
                </a:cubicBezTo>
                <a:cubicBezTo>
                  <a:pt x="1819" y="425"/>
                  <a:pt x="1820" y="428"/>
                  <a:pt x="1820" y="432"/>
                </a:cubicBezTo>
                <a:cubicBezTo>
                  <a:pt x="1821" y="434"/>
                  <a:pt x="1821" y="436"/>
                  <a:pt x="1822" y="438"/>
                </a:cubicBezTo>
                <a:cubicBezTo>
                  <a:pt x="1823" y="440"/>
                  <a:pt x="1822" y="442"/>
                  <a:pt x="1821" y="443"/>
                </a:cubicBezTo>
                <a:cubicBezTo>
                  <a:pt x="1820" y="444"/>
                  <a:pt x="1819" y="445"/>
                  <a:pt x="1820" y="447"/>
                </a:cubicBezTo>
                <a:cubicBezTo>
                  <a:pt x="1821" y="448"/>
                  <a:pt x="1821" y="448"/>
                  <a:pt x="1820" y="450"/>
                </a:cubicBezTo>
                <a:cubicBezTo>
                  <a:pt x="1818" y="454"/>
                  <a:pt x="1815" y="458"/>
                  <a:pt x="1811" y="461"/>
                </a:cubicBezTo>
                <a:cubicBezTo>
                  <a:pt x="1809" y="462"/>
                  <a:pt x="1808" y="464"/>
                  <a:pt x="1808" y="466"/>
                </a:cubicBezTo>
                <a:cubicBezTo>
                  <a:pt x="1808" y="468"/>
                  <a:pt x="1807" y="469"/>
                  <a:pt x="1805" y="470"/>
                </a:cubicBezTo>
                <a:cubicBezTo>
                  <a:pt x="1803" y="471"/>
                  <a:pt x="1802" y="472"/>
                  <a:pt x="1799" y="472"/>
                </a:cubicBezTo>
                <a:cubicBezTo>
                  <a:pt x="1799" y="472"/>
                  <a:pt x="1798" y="472"/>
                  <a:pt x="1798" y="471"/>
                </a:cubicBezTo>
                <a:close/>
                <a:moveTo>
                  <a:pt x="1835" y="851"/>
                </a:moveTo>
                <a:cubicBezTo>
                  <a:pt x="1835" y="851"/>
                  <a:pt x="1835" y="851"/>
                  <a:pt x="1835" y="851"/>
                </a:cubicBezTo>
                <a:cubicBezTo>
                  <a:pt x="1835" y="851"/>
                  <a:pt x="1835" y="851"/>
                  <a:pt x="1835" y="851"/>
                </a:cubicBezTo>
                <a:close/>
                <a:moveTo>
                  <a:pt x="1255" y="628"/>
                </a:moveTo>
                <a:cubicBezTo>
                  <a:pt x="1255" y="628"/>
                  <a:pt x="1255" y="628"/>
                  <a:pt x="1255" y="628"/>
                </a:cubicBezTo>
                <a:cubicBezTo>
                  <a:pt x="1255" y="628"/>
                  <a:pt x="1255" y="628"/>
                  <a:pt x="1255" y="628"/>
                </a:cubicBezTo>
                <a:cubicBezTo>
                  <a:pt x="1255" y="628"/>
                  <a:pt x="1255" y="628"/>
                  <a:pt x="1255" y="628"/>
                </a:cubicBezTo>
                <a:cubicBezTo>
                  <a:pt x="1255" y="628"/>
                  <a:pt x="1255" y="628"/>
                  <a:pt x="1255" y="628"/>
                </a:cubicBezTo>
                <a:close/>
                <a:moveTo>
                  <a:pt x="759" y="919"/>
                </a:moveTo>
                <a:cubicBezTo>
                  <a:pt x="759" y="919"/>
                  <a:pt x="759" y="919"/>
                  <a:pt x="759" y="919"/>
                </a:cubicBezTo>
                <a:cubicBezTo>
                  <a:pt x="759" y="919"/>
                  <a:pt x="759" y="919"/>
                  <a:pt x="759" y="919"/>
                </a:cubicBezTo>
                <a:cubicBezTo>
                  <a:pt x="759" y="919"/>
                  <a:pt x="759" y="919"/>
                  <a:pt x="759" y="919"/>
                </a:cubicBezTo>
                <a:cubicBezTo>
                  <a:pt x="759" y="919"/>
                  <a:pt x="759" y="919"/>
                  <a:pt x="759" y="919"/>
                </a:cubicBezTo>
                <a:close/>
                <a:moveTo>
                  <a:pt x="570" y="246"/>
                </a:moveTo>
                <a:cubicBezTo>
                  <a:pt x="570" y="246"/>
                  <a:pt x="570" y="246"/>
                  <a:pt x="570" y="246"/>
                </a:cubicBezTo>
                <a:cubicBezTo>
                  <a:pt x="570" y="246"/>
                  <a:pt x="570" y="246"/>
                  <a:pt x="570" y="246"/>
                </a:cubicBezTo>
                <a:cubicBezTo>
                  <a:pt x="570" y="246"/>
                  <a:pt x="570" y="246"/>
                  <a:pt x="570" y="246"/>
                </a:cubicBezTo>
                <a:cubicBezTo>
                  <a:pt x="570" y="246"/>
                  <a:pt x="570" y="246"/>
                  <a:pt x="570" y="246"/>
                </a:cubicBezTo>
                <a:close/>
                <a:moveTo>
                  <a:pt x="599" y="313"/>
                </a:moveTo>
                <a:cubicBezTo>
                  <a:pt x="599" y="313"/>
                  <a:pt x="599" y="313"/>
                  <a:pt x="599" y="313"/>
                </a:cubicBezTo>
                <a:cubicBezTo>
                  <a:pt x="600" y="313"/>
                  <a:pt x="600" y="313"/>
                  <a:pt x="600" y="313"/>
                </a:cubicBezTo>
                <a:cubicBezTo>
                  <a:pt x="599" y="314"/>
                  <a:pt x="599" y="316"/>
                  <a:pt x="598" y="318"/>
                </a:cubicBezTo>
                <a:cubicBezTo>
                  <a:pt x="596" y="323"/>
                  <a:pt x="593" y="327"/>
                  <a:pt x="592" y="333"/>
                </a:cubicBezTo>
                <a:cubicBezTo>
                  <a:pt x="591" y="334"/>
                  <a:pt x="591" y="335"/>
                  <a:pt x="590" y="335"/>
                </a:cubicBezTo>
                <a:cubicBezTo>
                  <a:pt x="589" y="336"/>
                  <a:pt x="588" y="336"/>
                  <a:pt x="588" y="337"/>
                </a:cubicBezTo>
                <a:cubicBezTo>
                  <a:pt x="587" y="338"/>
                  <a:pt x="587" y="340"/>
                  <a:pt x="588" y="341"/>
                </a:cubicBezTo>
                <a:cubicBezTo>
                  <a:pt x="589" y="341"/>
                  <a:pt x="590" y="341"/>
                  <a:pt x="590" y="341"/>
                </a:cubicBezTo>
                <a:cubicBezTo>
                  <a:pt x="591" y="342"/>
                  <a:pt x="592" y="343"/>
                  <a:pt x="592" y="344"/>
                </a:cubicBezTo>
                <a:cubicBezTo>
                  <a:pt x="592" y="345"/>
                  <a:pt x="592" y="345"/>
                  <a:pt x="592" y="346"/>
                </a:cubicBezTo>
                <a:cubicBezTo>
                  <a:pt x="592" y="348"/>
                  <a:pt x="593" y="349"/>
                  <a:pt x="595" y="348"/>
                </a:cubicBezTo>
                <a:cubicBezTo>
                  <a:pt x="596" y="348"/>
                  <a:pt x="598" y="348"/>
                  <a:pt x="598" y="347"/>
                </a:cubicBezTo>
                <a:cubicBezTo>
                  <a:pt x="601" y="344"/>
                  <a:pt x="606" y="343"/>
                  <a:pt x="608" y="338"/>
                </a:cubicBezTo>
                <a:cubicBezTo>
                  <a:pt x="608" y="338"/>
                  <a:pt x="609" y="338"/>
                  <a:pt x="609" y="338"/>
                </a:cubicBezTo>
                <a:cubicBezTo>
                  <a:pt x="611" y="339"/>
                  <a:pt x="613" y="340"/>
                  <a:pt x="613" y="342"/>
                </a:cubicBezTo>
                <a:cubicBezTo>
                  <a:pt x="613" y="343"/>
                  <a:pt x="613" y="344"/>
                  <a:pt x="614" y="345"/>
                </a:cubicBezTo>
                <a:cubicBezTo>
                  <a:pt x="616" y="345"/>
                  <a:pt x="618" y="346"/>
                  <a:pt x="621" y="347"/>
                </a:cubicBezTo>
                <a:cubicBezTo>
                  <a:pt x="621" y="347"/>
                  <a:pt x="622" y="347"/>
                  <a:pt x="622" y="347"/>
                </a:cubicBezTo>
                <a:cubicBezTo>
                  <a:pt x="623" y="346"/>
                  <a:pt x="625" y="345"/>
                  <a:pt x="625" y="344"/>
                </a:cubicBezTo>
                <a:cubicBezTo>
                  <a:pt x="626" y="343"/>
                  <a:pt x="626" y="341"/>
                  <a:pt x="624" y="340"/>
                </a:cubicBezTo>
                <a:cubicBezTo>
                  <a:pt x="624" y="340"/>
                  <a:pt x="624" y="340"/>
                  <a:pt x="624" y="340"/>
                </a:cubicBezTo>
                <a:cubicBezTo>
                  <a:pt x="622" y="339"/>
                  <a:pt x="621" y="338"/>
                  <a:pt x="621" y="336"/>
                </a:cubicBezTo>
                <a:cubicBezTo>
                  <a:pt x="621" y="333"/>
                  <a:pt x="620" y="331"/>
                  <a:pt x="618" y="330"/>
                </a:cubicBezTo>
                <a:cubicBezTo>
                  <a:pt x="617" y="329"/>
                  <a:pt x="616" y="327"/>
                  <a:pt x="616" y="326"/>
                </a:cubicBezTo>
                <a:cubicBezTo>
                  <a:pt x="614" y="323"/>
                  <a:pt x="610" y="322"/>
                  <a:pt x="609" y="318"/>
                </a:cubicBezTo>
                <a:cubicBezTo>
                  <a:pt x="609" y="318"/>
                  <a:pt x="608" y="318"/>
                  <a:pt x="607" y="318"/>
                </a:cubicBezTo>
                <a:cubicBezTo>
                  <a:pt x="605" y="317"/>
                  <a:pt x="605" y="317"/>
                  <a:pt x="607" y="316"/>
                </a:cubicBezTo>
                <a:cubicBezTo>
                  <a:pt x="607" y="315"/>
                  <a:pt x="609" y="314"/>
                  <a:pt x="609" y="313"/>
                </a:cubicBezTo>
                <a:cubicBezTo>
                  <a:pt x="610" y="312"/>
                  <a:pt x="609" y="311"/>
                  <a:pt x="609" y="311"/>
                </a:cubicBezTo>
                <a:cubicBezTo>
                  <a:pt x="609" y="310"/>
                  <a:pt x="608" y="310"/>
                  <a:pt x="608" y="311"/>
                </a:cubicBezTo>
                <a:cubicBezTo>
                  <a:pt x="607" y="311"/>
                  <a:pt x="606" y="312"/>
                  <a:pt x="605" y="311"/>
                </a:cubicBezTo>
                <a:cubicBezTo>
                  <a:pt x="603" y="311"/>
                  <a:pt x="602" y="311"/>
                  <a:pt x="601" y="311"/>
                </a:cubicBezTo>
                <a:cubicBezTo>
                  <a:pt x="601" y="311"/>
                  <a:pt x="600" y="312"/>
                  <a:pt x="600" y="313"/>
                </a:cubicBezTo>
                <a:cubicBezTo>
                  <a:pt x="600" y="313"/>
                  <a:pt x="599" y="313"/>
                  <a:pt x="599" y="313"/>
                </a:cubicBezTo>
                <a:close/>
                <a:moveTo>
                  <a:pt x="647" y="1376"/>
                </a:moveTo>
                <a:cubicBezTo>
                  <a:pt x="647" y="1376"/>
                  <a:pt x="647" y="1376"/>
                  <a:pt x="647" y="1376"/>
                </a:cubicBezTo>
                <a:cubicBezTo>
                  <a:pt x="647" y="1376"/>
                  <a:pt x="647" y="1376"/>
                  <a:pt x="647" y="1376"/>
                </a:cubicBezTo>
                <a:cubicBezTo>
                  <a:pt x="647" y="1376"/>
                  <a:pt x="647" y="1376"/>
                  <a:pt x="647" y="1376"/>
                </a:cubicBezTo>
                <a:cubicBezTo>
                  <a:pt x="647" y="1376"/>
                  <a:pt x="647" y="1376"/>
                  <a:pt x="647" y="1376"/>
                </a:cubicBezTo>
                <a:close/>
                <a:moveTo>
                  <a:pt x="638" y="255"/>
                </a:moveTo>
                <a:cubicBezTo>
                  <a:pt x="638" y="255"/>
                  <a:pt x="638" y="255"/>
                  <a:pt x="638" y="255"/>
                </a:cubicBezTo>
                <a:cubicBezTo>
                  <a:pt x="638" y="255"/>
                  <a:pt x="638" y="255"/>
                  <a:pt x="638" y="255"/>
                </a:cubicBezTo>
                <a:cubicBezTo>
                  <a:pt x="638" y="255"/>
                  <a:pt x="638" y="255"/>
                  <a:pt x="638" y="255"/>
                </a:cubicBezTo>
                <a:cubicBezTo>
                  <a:pt x="638" y="255"/>
                  <a:pt x="638" y="255"/>
                  <a:pt x="638" y="255"/>
                </a:cubicBezTo>
                <a:close/>
                <a:moveTo>
                  <a:pt x="694" y="551"/>
                </a:moveTo>
                <a:cubicBezTo>
                  <a:pt x="694" y="551"/>
                  <a:pt x="694" y="551"/>
                  <a:pt x="694" y="551"/>
                </a:cubicBezTo>
                <a:cubicBezTo>
                  <a:pt x="694" y="551"/>
                  <a:pt x="694" y="551"/>
                  <a:pt x="694" y="551"/>
                </a:cubicBezTo>
                <a:cubicBezTo>
                  <a:pt x="694" y="551"/>
                  <a:pt x="694" y="551"/>
                  <a:pt x="694" y="551"/>
                </a:cubicBezTo>
                <a:cubicBezTo>
                  <a:pt x="694" y="551"/>
                  <a:pt x="694" y="551"/>
                  <a:pt x="694" y="551"/>
                </a:cubicBezTo>
                <a:close/>
                <a:moveTo>
                  <a:pt x="661" y="1387"/>
                </a:moveTo>
                <a:cubicBezTo>
                  <a:pt x="661" y="1387"/>
                  <a:pt x="661" y="1387"/>
                  <a:pt x="661" y="1387"/>
                </a:cubicBezTo>
                <a:cubicBezTo>
                  <a:pt x="661" y="1387"/>
                  <a:pt x="661" y="1387"/>
                  <a:pt x="661" y="1387"/>
                </a:cubicBezTo>
                <a:close/>
                <a:moveTo>
                  <a:pt x="186" y="316"/>
                </a:moveTo>
                <a:cubicBezTo>
                  <a:pt x="186" y="316"/>
                  <a:pt x="186" y="316"/>
                  <a:pt x="186" y="316"/>
                </a:cubicBezTo>
                <a:cubicBezTo>
                  <a:pt x="186" y="316"/>
                  <a:pt x="186" y="316"/>
                  <a:pt x="186" y="316"/>
                </a:cubicBezTo>
                <a:cubicBezTo>
                  <a:pt x="186" y="316"/>
                  <a:pt x="186" y="316"/>
                  <a:pt x="186" y="316"/>
                </a:cubicBezTo>
                <a:cubicBezTo>
                  <a:pt x="186" y="316"/>
                  <a:pt x="186" y="316"/>
                  <a:pt x="186" y="316"/>
                </a:cubicBezTo>
                <a:close/>
                <a:moveTo>
                  <a:pt x="862" y="959"/>
                </a:moveTo>
                <a:cubicBezTo>
                  <a:pt x="862" y="959"/>
                  <a:pt x="861" y="958"/>
                  <a:pt x="860" y="958"/>
                </a:cubicBezTo>
                <a:cubicBezTo>
                  <a:pt x="859" y="957"/>
                  <a:pt x="858" y="956"/>
                  <a:pt x="856" y="957"/>
                </a:cubicBezTo>
                <a:cubicBezTo>
                  <a:pt x="854" y="957"/>
                  <a:pt x="852" y="956"/>
                  <a:pt x="850" y="954"/>
                </a:cubicBezTo>
                <a:cubicBezTo>
                  <a:pt x="848" y="953"/>
                  <a:pt x="844" y="952"/>
                  <a:pt x="843" y="949"/>
                </a:cubicBezTo>
                <a:cubicBezTo>
                  <a:pt x="840" y="945"/>
                  <a:pt x="836" y="943"/>
                  <a:pt x="832" y="941"/>
                </a:cubicBezTo>
                <a:cubicBezTo>
                  <a:pt x="830" y="940"/>
                  <a:pt x="828" y="940"/>
                  <a:pt x="826" y="940"/>
                </a:cubicBezTo>
                <a:cubicBezTo>
                  <a:pt x="819" y="940"/>
                  <a:pt x="812" y="939"/>
                  <a:pt x="805" y="937"/>
                </a:cubicBezTo>
                <a:cubicBezTo>
                  <a:pt x="804" y="937"/>
                  <a:pt x="803" y="937"/>
                  <a:pt x="803" y="937"/>
                </a:cubicBezTo>
                <a:cubicBezTo>
                  <a:pt x="802" y="937"/>
                  <a:pt x="801" y="938"/>
                  <a:pt x="799" y="939"/>
                </a:cubicBezTo>
                <a:cubicBezTo>
                  <a:pt x="799" y="939"/>
                  <a:pt x="798" y="939"/>
                  <a:pt x="797" y="938"/>
                </a:cubicBezTo>
                <a:cubicBezTo>
                  <a:pt x="797" y="936"/>
                  <a:pt x="797" y="935"/>
                  <a:pt x="796" y="933"/>
                </a:cubicBezTo>
                <a:cubicBezTo>
                  <a:pt x="795" y="933"/>
                  <a:pt x="794" y="931"/>
                  <a:pt x="793" y="931"/>
                </a:cubicBezTo>
                <a:cubicBezTo>
                  <a:pt x="789" y="931"/>
                  <a:pt x="786" y="929"/>
                  <a:pt x="783" y="927"/>
                </a:cubicBezTo>
                <a:cubicBezTo>
                  <a:pt x="780" y="926"/>
                  <a:pt x="778" y="925"/>
                  <a:pt x="775" y="925"/>
                </a:cubicBezTo>
                <a:cubicBezTo>
                  <a:pt x="772" y="925"/>
                  <a:pt x="770" y="925"/>
                  <a:pt x="769" y="928"/>
                </a:cubicBezTo>
                <a:cubicBezTo>
                  <a:pt x="769" y="928"/>
                  <a:pt x="768" y="928"/>
                  <a:pt x="768" y="928"/>
                </a:cubicBezTo>
                <a:cubicBezTo>
                  <a:pt x="767" y="928"/>
                  <a:pt x="767" y="928"/>
                  <a:pt x="767" y="927"/>
                </a:cubicBezTo>
                <a:cubicBezTo>
                  <a:pt x="768" y="927"/>
                  <a:pt x="768" y="926"/>
                  <a:pt x="768" y="925"/>
                </a:cubicBezTo>
                <a:cubicBezTo>
                  <a:pt x="768" y="923"/>
                  <a:pt x="767" y="922"/>
                  <a:pt x="766" y="921"/>
                </a:cubicBezTo>
                <a:cubicBezTo>
                  <a:pt x="763" y="920"/>
                  <a:pt x="761" y="920"/>
                  <a:pt x="759" y="919"/>
                </a:cubicBezTo>
                <a:cubicBezTo>
                  <a:pt x="759" y="920"/>
                  <a:pt x="759" y="920"/>
                  <a:pt x="759" y="921"/>
                </a:cubicBezTo>
                <a:cubicBezTo>
                  <a:pt x="759" y="921"/>
                  <a:pt x="759" y="921"/>
                  <a:pt x="759" y="921"/>
                </a:cubicBezTo>
                <a:cubicBezTo>
                  <a:pt x="759" y="921"/>
                  <a:pt x="759" y="921"/>
                  <a:pt x="759" y="921"/>
                </a:cubicBezTo>
                <a:cubicBezTo>
                  <a:pt x="759" y="921"/>
                  <a:pt x="759" y="921"/>
                  <a:pt x="759" y="921"/>
                </a:cubicBezTo>
                <a:cubicBezTo>
                  <a:pt x="759" y="921"/>
                  <a:pt x="759" y="921"/>
                  <a:pt x="759" y="921"/>
                </a:cubicBezTo>
                <a:cubicBezTo>
                  <a:pt x="756" y="920"/>
                  <a:pt x="754" y="920"/>
                  <a:pt x="752" y="922"/>
                </a:cubicBezTo>
                <a:cubicBezTo>
                  <a:pt x="751" y="921"/>
                  <a:pt x="750" y="921"/>
                  <a:pt x="749" y="921"/>
                </a:cubicBezTo>
                <a:cubicBezTo>
                  <a:pt x="750" y="919"/>
                  <a:pt x="753" y="918"/>
                  <a:pt x="755" y="917"/>
                </a:cubicBezTo>
                <a:cubicBezTo>
                  <a:pt x="756" y="915"/>
                  <a:pt x="757" y="913"/>
                  <a:pt x="757" y="911"/>
                </a:cubicBezTo>
                <a:cubicBezTo>
                  <a:pt x="757" y="909"/>
                  <a:pt x="757" y="908"/>
                  <a:pt x="756" y="906"/>
                </a:cubicBezTo>
                <a:cubicBezTo>
                  <a:pt x="755" y="905"/>
                  <a:pt x="755" y="903"/>
                  <a:pt x="753" y="902"/>
                </a:cubicBezTo>
                <a:cubicBezTo>
                  <a:pt x="751" y="900"/>
                  <a:pt x="749" y="896"/>
                  <a:pt x="749" y="893"/>
                </a:cubicBezTo>
                <a:cubicBezTo>
                  <a:pt x="748" y="891"/>
                  <a:pt x="748" y="890"/>
                  <a:pt x="746" y="888"/>
                </a:cubicBezTo>
                <a:cubicBezTo>
                  <a:pt x="742" y="884"/>
                  <a:pt x="737" y="879"/>
                  <a:pt x="730" y="877"/>
                </a:cubicBezTo>
                <a:cubicBezTo>
                  <a:pt x="729" y="877"/>
                  <a:pt x="728" y="877"/>
                  <a:pt x="727" y="876"/>
                </a:cubicBezTo>
                <a:cubicBezTo>
                  <a:pt x="724" y="875"/>
                  <a:pt x="721" y="875"/>
                  <a:pt x="718" y="875"/>
                </a:cubicBezTo>
                <a:cubicBezTo>
                  <a:pt x="715" y="875"/>
                  <a:pt x="712" y="875"/>
                  <a:pt x="708" y="875"/>
                </a:cubicBezTo>
                <a:cubicBezTo>
                  <a:pt x="708" y="875"/>
                  <a:pt x="707" y="874"/>
                  <a:pt x="706" y="874"/>
                </a:cubicBezTo>
                <a:cubicBezTo>
                  <a:pt x="703" y="872"/>
                  <a:pt x="701" y="869"/>
                  <a:pt x="697" y="869"/>
                </a:cubicBezTo>
                <a:cubicBezTo>
                  <a:pt x="697" y="869"/>
                  <a:pt x="696" y="868"/>
                  <a:pt x="696" y="867"/>
                </a:cubicBezTo>
                <a:cubicBezTo>
                  <a:pt x="696" y="866"/>
                  <a:pt x="695" y="865"/>
                  <a:pt x="694" y="864"/>
                </a:cubicBezTo>
                <a:cubicBezTo>
                  <a:pt x="692" y="862"/>
                  <a:pt x="690" y="860"/>
                  <a:pt x="688" y="858"/>
                </a:cubicBezTo>
                <a:cubicBezTo>
                  <a:pt x="687" y="857"/>
                  <a:pt x="685" y="856"/>
                  <a:pt x="684" y="856"/>
                </a:cubicBezTo>
                <a:cubicBezTo>
                  <a:pt x="682" y="855"/>
                  <a:pt x="681" y="855"/>
                  <a:pt x="679" y="855"/>
                </a:cubicBezTo>
                <a:cubicBezTo>
                  <a:pt x="678" y="855"/>
                  <a:pt x="678" y="855"/>
                  <a:pt x="678" y="854"/>
                </a:cubicBezTo>
                <a:cubicBezTo>
                  <a:pt x="678" y="851"/>
                  <a:pt x="676" y="849"/>
                  <a:pt x="674" y="848"/>
                </a:cubicBezTo>
                <a:cubicBezTo>
                  <a:pt x="672" y="847"/>
                  <a:pt x="670" y="846"/>
                  <a:pt x="668" y="845"/>
                </a:cubicBezTo>
                <a:cubicBezTo>
                  <a:pt x="667" y="845"/>
                  <a:pt x="666" y="844"/>
                  <a:pt x="666" y="844"/>
                </a:cubicBezTo>
                <a:cubicBezTo>
                  <a:pt x="666" y="842"/>
                  <a:pt x="667" y="842"/>
                  <a:pt x="668" y="842"/>
                </a:cubicBezTo>
                <a:cubicBezTo>
                  <a:pt x="668" y="842"/>
                  <a:pt x="668" y="842"/>
                  <a:pt x="668" y="842"/>
                </a:cubicBezTo>
                <a:cubicBezTo>
                  <a:pt x="669" y="842"/>
                  <a:pt x="669" y="841"/>
                  <a:pt x="669" y="841"/>
                </a:cubicBezTo>
                <a:cubicBezTo>
                  <a:pt x="669" y="840"/>
                  <a:pt x="669" y="840"/>
                  <a:pt x="668" y="840"/>
                </a:cubicBezTo>
                <a:cubicBezTo>
                  <a:pt x="666" y="839"/>
                  <a:pt x="663" y="840"/>
                  <a:pt x="661" y="840"/>
                </a:cubicBezTo>
                <a:cubicBezTo>
                  <a:pt x="659" y="840"/>
                  <a:pt x="658" y="839"/>
                  <a:pt x="657" y="838"/>
                </a:cubicBezTo>
                <a:cubicBezTo>
                  <a:pt x="656" y="838"/>
                  <a:pt x="655" y="838"/>
                  <a:pt x="655" y="838"/>
                </a:cubicBezTo>
                <a:cubicBezTo>
                  <a:pt x="655" y="839"/>
                  <a:pt x="655" y="840"/>
                  <a:pt x="654" y="841"/>
                </a:cubicBezTo>
                <a:cubicBezTo>
                  <a:pt x="652" y="843"/>
                  <a:pt x="647" y="845"/>
                  <a:pt x="644" y="843"/>
                </a:cubicBezTo>
                <a:cubicBezTo>
                  <a:pt x="642" y="841"/>
                  <a:pt x="640" y="841"/>
                  <a:pt x="637" y="841"/>
                </a:cubicBezTo>
                <a:cubicBezTo>
                  <a:pt x="635" y="841"/>
                  <a:pt x="632" y="842"/>
                  <a:pt x="629" y="842"/>
                </a:cubicBezTo>
                <a:cubicBezTo>
                  <a:pt x="628" y="842"/>
                  <a:pt x="627" y="841"/>
                  <a:pt x="627" y="840"/>
                </a:cubicBezTo>
                <a:cubicBezTo>
                  <a:pt x="627" y="840"/>
                  <a:pt x="627" y="839"/>
                  <a:pt x="627" y="839"/>
                </a:cubicBezTo>
                <a:cubicBezTo>
                  <a:pt x="626" y="837"/>
                  <a:pt x="625" y="836"/>
                  <a:pt x="623" y="836"/>
                </a:cubicBezTo>
                <a:cubicBezTo>
                  <a:pt x="622" y="835"/>
                  <a:pt x="621" y="835"/>
                  <a:pt x="620" y="835"/>
                </a:cubicBezTo>
                <a:cubicBezTo>
                  <a:pt x="617" y="835"/>
                  <a:pt x="616" y="833"/>
                  <a:pt x="615" y="831"/>
                </a:cubicBezTo>
                <a:cubicBezTo>
                  <a:pt x="615" y="830"/>
                  <a:pt x="615" y="830"/>
                  <a:pt x="614" y="830"/>
                </a:cubicBezTo>
                <a:cubicBezTo>
                  <a:pt x="613" y="830"/>
                  <a:pt x="611" y="830"/>
                  <a:pt x="611" y="831"/>
                </a:cubicBezTo>
                <a:cubicBezTo>
                  <a:pt x="611" y="832"/>
                  <a:pt x="610" y="832"/>
                  <a:pt x="610" y="833"/>
                </a:cubicBezTo>
                <a:cubicBezTo>
                  <a:pt x="610" y="835"/>
                  <a:pt x="609" y="836"/>
                  <a:pt x="607" y="837"/>
                </a:cubicBezTo>
                <a:cubicBezTo>
                  <a:pt x="606" y="837"/>
                  <a:pt x="604" y="838"/>
                  <a:pt x="603" y="838"/>
                </a:cubicBezTo>
                <a:cubicBezTo>
                  <a:pt x="602" y="839"/>
                  <a:pt x="602" y="838"/>
                  <a:pt x="601" y="837"/>
                </a:cubicBezTo>
                <a:cubicBezTo>
                  <a:pt x="601" y="837"/>
                  <a:pt x="600" y="836"/>
                  <a:pt x="601" y="835"/>
                </a:cubicBezTo>
                <a:cubicBezTo>
                  <a:pt x="602" y="834"/>
                  <a:pt x="603" y="833"/>
                  <a:pt x="605" y="831"/>
                </a:cubicBezTo>
                <a:cubicBezTo>
                  <a:pt x="605" y="831"/>
                  <a:pt x="605" y="829"/>
                  <a:pt x="604" y="828"/>
                </a:cubicBezTo>
                <a:cubicBezTo>
                  <a:pt x="603" y="828"/>
                  <a:pt x="602" y="828"/>
                  <a:pt x="601" y="828"/>
                </a:cubicBezTo>
                <a:cubicBezTo>
                  <a:pt x="599" y="828"/>
                  <a:pt x="597" y="829"/>
                  <a:pt x="596" y="830"/>
                </a:cubicBezTo>
                <a:cubicBezTo>
                  <a:pt x="594" y="832"/>
                  <a:pt x="592" y="834"/>
                  <a:pt x="589" y="835"/>
                </a:cubicBezTo>
                <a:cubicBezTo>
                  <a:pt x="586" y="835"/>
                  <a:pt x="583" y="835"/>
                  <a:pt x="581" y="837"/>
                </a:cubicBezTo>
                <a:cubicBezTo>
                  <a:pt x="581" y="838"/>
                  <a:pt x="580" y="837"/>
                  <a:pt x="579" y="837"/>
                </a:cubicBezTo>
                <a:cubicBezTo>
                  <a:pt x="577" y="837"/>
                  <a:pt x="576" y="838"/>
                  <a:pt x="575" y="839"/>
                </a:cubicBezTo>
                <a:cubicBezTo>
                  <a:pt x="573" y="841"/>
                  <a:pt x="572" y="843"/>
                  <a:pt x="571" y="845"/>
                </a:cubicBezTo>
                <a:cubicBezTo>
                  <a:pt x="571" y="847"/>
                  <a:pt x="570" y="849"/>
                  <a:pt x="568" y="850"/>
                </a:cubicBezTo>
                <a:cubicBezTo>
                  <a:pt x="567" y="851"/>
                  <a:pt x="565" y="853"/>
                  <a:pt x="564" y="854"/>
                </a:cubicBezTo>
                <a:cubicBezTo>
                  <a:pt x="563" y="855"/>
                  <a:pt x="563" y="856"/>
                  <a:pt x="563" y="857"/>
                </a:cubicBezTo>
                <a:cubicBezTo>
                  <a:pt x="563" y="857"/>
                  <a:pt x="563" y="857"/>
                  <a:pt x="563" y="857"/>
                </a:cubicBezTo>
                <a:cubicBezTo>
                  <a:pt x="563" y="858"/>
                  <a:pt x="563" y="858"/>
                  <a:pt x="563" y="858"/>
                </a:cubicBezTo>
                <a:cubicBezTo>
                  <a:pt x="563" y="857"/>
                  <a:pt x="563" y="857"/>
                  <a:pt x="563" y="857"/>
                </a:cubicBezTo>
                <a:cubicBezTo>
                  <a:pt x="563" y="857"/>
                  <a:pt x="563" y="857"/>
                  <a:pt x="563" y="857"/>
                </a:cubicBezTo>
                <a:cubicBezTo>
                  <a:pt x="562" y="857"/>
                  <a:pt x="562" y="857"/>
                  <a:pt x="561" y="857"/>
                </a:cubicBezTo>
                <a:cubicBezTo>
                  <a:pt x="560" y="855"/>
                  <a:pt x="558" y="854"/>
                  <a:pt x="557" y="853"/>
                </a:cubicBezTo>
                <a:cubicBezTo>
                  <a:pt x="555" y="851"/>
                  <a:pt x="553" y="850"/>
                  <a:pt x="550" y="849"/>
                </a:cubicBezTo>
                <a:cubicBezTo>
                  <a:pt x="546" y="848"/>
                  <a:pt x="543" y="848"/>
                  <a:pt x="540" y="850"/>
                </a:cubicBezTo>
                <a:cubicBezTo>
                  <a:pt x="539" y="851"/>
                  <a:pt x="538" y="851"/>
                  <a:pt x="537" y="852"/>
                </a:cubicBezTo>
                <a:cubicBezTo>
                  <a:pt x="534" y="853"/>
                  <a:pt x="532" y="854"/>
                  <a:pt x="529" y="852"/>
                </a:cubicBezTo>
                <a:cubicBezTo>
                  <a:pt x="525" y="852"/>
                  <a:pt x="522" y="849"/>
                  <a:pt x="519" y="845"/>
                </a:cubicBezTo>
                <a:cubicBezTo>
                  <a:pt x="517" y="843"/>
                  <a:pt x="516" y="841"/>
                  <a:pt x="515" y="839"/>
                </a:cubicBezTo>
                <a:cubicBezTo>
                  <a:pt x="514" y="838"/>
                  <a:pt x="514" y="837"/>
                  <a:pt x="514" y="836"/>
                </a:cubicBezTo>
                <a:cubicBezTo>
                  <a:pt x="514" y="833"/>
                  <a:pt x="514" y="830"/>
                  <a:pt x="516" y="828"/>
                </a:cubicBezTo>
                <a:cubicBezTo>
                  <a:pt x="517" y="827"/>
                  <a:pt x="517" y="826"/>
                  <a:pt x="517" y="825"/>
                </a:cubicBezTo>
                <a:cubicBezTo>
                  <a:pt x="517" y="822"/>
                  <a:pt x="518" y="819"/>
                  <a:pt x="519" y="816"/>
                </a:cubicBezTo>
                <a:cubicBezTo>
                  <a:pt x="520" y="813"/>
                  <a:pt x="519" y="810"/>
                  <a:pt x="519" y="808"/>
                </a:cubicBezTo>
                <a:cubicBezTo>
                  <a:pt x="519" y="807"/>
                  <a:pt x="519" y="806"/>
                  <a:pt x="519" y="806"/>
                </a:cubicBezTo>
                <a:cubicBezTo>
                  <a:pt x="518" y="806"/>
                  <a:pt x="516" y="805"/>
                  <a:pt x="515" y="805"/>
                </a:cubicBezTo>
                <a:cubicBezTo>
                  <a:pt x="515" y="805"/>
                  <a:pt x="515" y="805"/>
                  <a:pt x="515" y="805"/>
                </a:cubicBezTo>
                <a:cubicBezTo>
                  <a:pt x="515" y="805"/>
                  <a:pt x="515" y="805"/>
                  <a:pt x="516" y="805"/>
                </a:cubicBezTo>
                <a:cubicBezTo>
                  <a:pt x="515" y="805"/>
                  <a:pt x="515" y="805"/>
                  <a:pt x="515" y="805"/>
                </a:cubicBezTo>
                <a:cubicBezTo>
                  <a:pt x="515" y="805"/>
                  <a:pt x="515" y="805"/>
                  <a:pt x="515" y="805"/>
                </a:cubicBezTo>
                <a:cubicBezTo>
                  <a:pt x="513" y="803"/>
                  <a:pt x="511" y="802"/>
                  <a:pt x="509" y="802"/>
                </a:cubicBezTo>
                <a:cubicBezTo>
                  <a:pt x="506" y="802"/>
                  <a:pt x="503" y="801"/>
                  <a:pt x="501" y="801"/>
                </a:cubicBezTo>
                <a:cubicBezTo>
                  <a:pt x="498" y="800"/>
                  <a:pt x="495" y="802"/>
                  <a:pt x="492" y="802"/>
                </a:cubicBezTo>
                <a:cubicBezTo>
                  <a:pt x="490" y="801"/>
                  <a:pt x="488" y="802"/>
                  <a:pt x="485" y="802"/>
                </a:cubicBezTo>
                <a:cubicBezTo>
                  <a:pt x="484" y="802"/>
                  <a:pt x="482" y="802"/>
                  <a:pt x="481" y="801"/>
                </a:cubicBezTo>
                <a:cubicBezTo>
                  <a:pt x="480" y="801"/>
                  <a:pt x="480" y="800"/>
                  <a:pt x="480" y="800"/>
                </a:cubicBezTo>
                <a:cubicBezTo>
                  <a:pt x="483" y="797"/>
                  <a:pt x="484" y="794"/>
                  <a:pt x="484" y="791"/>
                </a:cubicBezTo>
                <a:cubicBezTo>
                  <a:pt x="484" y="789"/>
                  <a:pt x="484" y="787"/>
                  <a:pt x="485" y="785"/>
                </a:cubicBezTo>
                <a:cubicBezTo>
                  <a:pt x="485" y="785"/>
                  <a:pt x="485" y="784"/>
                  <a:pt x="486" y="784"/>
                </a:cubicBezTo>
                <a:cubicBezTo>
                  <a:pt x="488" y="784"/>
                  <a:pt x="489" y="782"/>
                  <a:pt x="490" y="781"/>
                </a:cubicBezTo>
                <a:cubicBezTo>
                  <a:pt x="490" y="779"/>
                  <a:pt x="491" y="776"/>
                  <a:pt x="490" y="775"/>
                </a:cubicBezTo>
                <a:cubicBezTo>
                  <a:pt x="490" y="772"/>
                  <a:pt x="491" y="769"/>
                  <a:pt x="493" y="767"/>
                </a:cubicBezTo>
                <a:cubicBezTo>
                  <a:pt x="494" y="766"/>
                  <a:pt x="495" y="765"/>
                  <a:pt x="496" y="763"/>
                </a:cubicBezTo>
                <a:cubicBezTo>
                  <a:pt x="497" y="763"/>
                  <a:pt x="497" y="762"/>
                  <a:pt x="497" y="761"/>
                </a:cubicBezTo>
                <a:cubicBezTo>
                  <a:pt x="498" y="759"/>
                  <a:pt x="496" y="757"/>
                  <a:pt x="494" y="757"/>
                </a:cubicBezTo>
                <a:cubicBezTo>
                  <a:pt x="491" y="757"/>
                  <a:pt x="487" y="756"/>
                  <a:pt x="484" y="758"/>
                </a:cubicBezTo>
                <a:cubicBezTo>
                  <a:pt x="481" y="759"/>
                  <a:pt x="479" y="759"/>
                  <a:pt x="476" y="759"/>
                </a:cubicBezTo>
                <a:cubicBezTo>
                  <a:pt x="473" y="759"/>
                  <a:pt x="471" y="761"/>
                  <a:pt x="470" y="763"/>
                </a:cubicBezTo>
                <a:cubicBezTo>
                  <a:pt x="470" y="764"/>
                  <a:pt x="469" y="766"/>
                  <a:pt x="469" y="767"/>
                </a:cubicBezTo>
                <a:cubicBezTo>
                  <a:pt x="468" y="771"/>
                  <a:pt x="466" y="775"/>
                  <a:pt x="463" y="778"/>
                </a:cubicBezTo>
                <a:cubicBezTo>
                  <a:pt x="461" y="782"/>
                  <a:pt x="459" y="782"/>
                  <a:pt x="456" y="781"/>
                </a:cubicBezTo>
                <a:cubicBezTo>
                  <a:pt x="455" y="780"/>
                  <a:pt x="454" y="780"/>
                  <a:pt x="452" y="781"/>
                </a:cubicBezTo>
                <a:cubicBezTo>
                  <a:pt x="449" y="781"/>
                  <a:pt x="447" y="783"/>
                  <a:pt x="444" y="783"/>
                </a:cubicBezTo>
                <a:cubicBezTo>
                  <a:pt x="442" y="784"/>
                  <a:pt x="439" y="784"/>
                  <a:pt x="437" y="782"/>
                </a:cubicBezTo>
                <a:cubicBezTo>
                  <a:pt x="436" y="780"/>
                  <a:pt x="434" y="779"/>
                  <a:pt x="432" y="779"/>
                </a:cubicBezTo>
                <a:cubicBezTo>
                  <a:pt x="430" y="778"/>
                  <a:pt x="428" y="776"/>
                  <a:pt x="427" y="774"/>
                </a:cubicBezTo>
                <a:cubicBezTo>
                  <a:pt x="426" y="771"/>
                  <a:pt x="425" y="768"/>
                  <a:pt x="422" y="766"/>
                </a:cubicBezTo>
                <a:cubicBezTo>
                  <a:pt x="421" y="765"/>
                  <a:pt x="421" y="763"/>
                  <a:pt x="421" y="762"/>
                </a:cubicBezTo>
                <a:cubicBezTo>
                  <a:pt x="420" y="759"/>
                  <a:pt x="420" y="757"/>
                  <a:pt x="419" y="754"/>
                </a:cubicBezTo>
                <a:cubicBezTo>
                  <a:pt x="419" y="752"/>
                  <a:pt x="419" y="751"/>
                  <a:pt x="419" y="749"/>
                </a:cubicBezTo>
                <a:cubicBezTo>
                  <a:pt x="419" y="743"/>
                  <a:pt x="420" y="737"/>
                  <a:pt x="421" y="731"/>
                </a:cubicBezTo>
                <a:cubicBezTo>
                  <a:pt x="422" y="730"/>
                  <a:pt x="422" y="728"/>
                  <a:pt x="423" y="728"/>
                </a:cubicBezTo>
                <a:cubicBezTo>
                  <a:pt x="425" y="725"/>
                  <a:pt x="425" y="722"/>
                  <a:pt x="425" y="719"/>
                </a:cubicBezTo>
                <a:cubicBezTo>
                  <a:pt x="424" y="715"/>
                  <a:pt x="425" y="711"/>
                  <a:pt x="427" y="707"/>
                </a:cubicBezTo>
                <a:cubicBezTo>
                  <a:pt x="428" y="704"/>
                  <a:pt x="430" y="701"/>
                  <a:pt x="434" y="700"/>
                </a:cubicBezTo>
                <a:cubicBezTo>
                  <a:pt x="438" y="700"/>
                  <a:pt x="441" y="698"/>
                  <a:pt x="445" y="695"/>
                </a:cubicBezTo>
                <a:cubicBezTo>
                  <a:pt x="447" y="693"/>
                  <a:pt x="450" y="693"/>
                  <a:pt x="452" y="692"/>
                </a:cubicBezTo>
                <a:cubicBezTo>
                  <a:pt x="454" y="691"/>
                  <a:pt x="457" y="691"/>
                  <a:pt x="459" y="692"/>
                </a:cubicBezTo>
                <a:cubicBezTo>
                  <a:pt x="461" y="693"/>
                  <a:pt x="463" y="693"/>
                  <a:pt x="464" y="692"/>
                </a:cubicBezTo>
                <a:cubicBezTo>
                  <a:pt x="466" y="692"/>
                  <a:pt x="468" y="692"/>
                  <a:pt x="469" y="694"/>
                </a:cubicBezTo>
                <a:cubicBezTo>
                  <a:pt x="471" y="697"/>
                  <a:pt x="474" y="697"/>
                  <a:pt x="477" y="696"/>
                </a:cubicBezTo>
                <a:cubicBezTo>
                  <a:pt x="479" y="696"/>
                  <a:pt x="480" y="695"/>
                  <a:pt x="482" y="695"/>
                </a:cubicBezTo>
                <a:cubicBezTo>
                  <a:pt x="482" y="693"/>
                  <a:pt x="483" y="691"/>
                  <a:pt x="483" y="690"/>
                </a:cubicBezTo>
                <a:cubicBezTo>
                  <a:pt x="483" y="688"/>
                  <a:pt x="485" y="687"/>
                  <a:pt x="486" y="687"/>
                </a:cubicBezTo>
                <a:cubicBezTo>
                  <a:pt x="487" y="686"/>
                  <a:pt x="488" y="686"/>
                  <a:pt x="489" y="686"/>
                </a:cubicBezTo>
                <a:cubicBezTo>
                  <a:pt x="493" y="685"/>
                  <a:pt x="497" y="686"/>
                  <a:pt x="502" y="686"/>
                </a:cubicBezTo>
                <a:cubicBezTo>
                  <a:pt x="506" y="686"/>
                  <a:pt x="510" y="687"/>
                  <a:pt x="513" y="691"/>
                </a:cubicBezTo>
                <a:cubicBezTo>
                  <a:pt x="514" y="692"/>
                  <a:pt x="516" y="692"/>
                  <a:pt x="517" y="691"/>
                </a:cubicBezTo>
                <a:cubicBezTo>
                  <a:pt x="519" y="691"/>
                  <a:pt x="520" y="690"/>
                  <a:pt x="521" y="690"/>
                </a:cubicBezTo>
                <a:cubicBezTo>
                  <a:pt x="522" y="689"/>
                  <a:pt x="523" y="690"/>
                  <a:pt x="524" y="691"/>
                </a:cubicBezTo>
                <a:cubicBezTo>
                  <a:pt x="526" y="693"/>
                  <a:pt x="528" y="695"/>
                  <a:pt x="529" y="697"/>
                </a:cubicBezTo>
                <a:cubicBezTo>
                  <a:pt x="530" y="699"/>
                  <a:pt x="530" y="700"/>
                  <a:pt x="530" y="702"/>
                </a:cubicBezTo>
                <a:cubicBezTo>
                  <a:pt x="530" y="702"/>
                  <a:pt x="529" y="703"/>
                  <a:pt x="529" y="704"/>
                </a:cubicBezTo>
                <a:cubicBezTo>
                  <a:pt x="528" y="706"/>
                  <a:pt x="528" y="707"/>
                  <a:pt x="530" y="709"/>
                </a:cubicBezTo>
                <a:cubicBezTo>
                  <a:pt x="531" y="714"/>
                  <a:pt x="533" y="718"/>
                  <a:pt x="535" y="722"/>
                </a:cubicBezTo>
                <a:cubicBezTo>
                  <a:pt x="536" y="725"/>
                  <a:pt x="538" y="726"/>
                  <a:pt x="539" y="728"/>
                </a:cubicBezTo>
                <a:cubicBezTo>
                  <a:pt x="541" y="730"/>
                  <a:pt x="544" y="729"/>
                  <a:pt x="545" y="728"/>
                </a:cubicBezTo>
                <a:cubicBezTo>
                  <a:pt x="547" y="724"/>
                  <a:pt x="548" y="720"/>
                  <a:pt x="548" y="716"/>
                </a:cubicBezTo>
                <a:cubicBezTo>
                  <a:pt x="549" y="715"/>
                  <a:pt x="549" y="715"/>
                  <a:pt x="548" y="714"/>
                </a:cubicBezTo>
                <a:cubicBezTo>
                  <a:pt x="548" y="712"/>
                  <a:pt x="547" y="710"/>
                  <a:pt x="546" y="708"/>
                </a:cubicBezTo>
                <a:cubicBezTo>
                  <a:pt x="546" y="705"/>
                  <a:pt x="546" y="703"/>
                  <a:pt x="546" y="701"/>
                </a:cubicBezTo>
                <a:cubicBezTo>
                  <a:pt x="545" y="700"/>
                  <a:pt x="545" y="700"/>
                  <a:pt x="545" y="700"/>
                </a:cubicBezTo>
                <a:cubicBezTo>
                  <a:pt x="543" y="693"/>
                  <a:pt x="543" y="686"/>
                  <a:pt x="544" y="679"/>
                </a:cubicBezTo>
                <a:cubicBezTo>
                  <a:pt x="544" y="678"/>
                  <a:pt x="544" y="677"/>
                  <a:pt x="545" y="676"/>
                </a:cubicBezTo>
                <a:cubicBezTo>
                  <a:pt x="548" y="673"/>
                  <a:pt x="551" y="669"/>
                  <a:pt x="555" y="667"/>
                </a:cubicBezTo>
                <a:cubicBezTo>
                  <a:pt x="556" y="667"/>
                  <a:pt x="557" y="667"/>
                  <a:pt x="557" y="667"/>
                </a:cubicBezTo>
                <a:cubicBezTo>
                  <a:pt x="559" y="666"/>
                  <a:pt x="560" y="665"/>
                  <a:pt x="561" y="664"/>
                </a:cubicBezTo>
                <a:cubicBezTo>
                  <a:pt x="562" y="663"/>
                  <a:pt x="563" y="661"/>
                  <a:pt x="564" y="660"/>
                </a:cubicBezTo>
                <a:cubicBezTo>
                  <a:pt x="565" y="660"/>
                  <a:pt x="566" y="659"/>
                  <a:pt x="567" y="658"/>
                </a:cubicBezTo>
                <a:cubicBezTo>
                  <a:pt x="569" y="658"/>
                  <a:pt x="570" y="656"/>
                  <a:pt x="572" y="655"/>
                </a:cubicBezTo>
                <a:cubicBezTo>
                  <a:pt x="574" y="653"/>
                  <a:pt x="577" y="651"/>
                  <a:pt x="580" y="650"/>
                </a:cubicBezTo>
                <a:cubicBezTo>
                  <a:pt x="582" y="650"/>
                  <a:pt x="583" y="649"/>
                  <a:pt x="583" y="647"/>
                </a:cubicBezTo>
                <a:cubicBezTo>
                  <a:pt x="583" y="646"/>
                  <a:pt x="584" y="646"/>
                  <a:pt x="584" y="646"/>
                </a:cubicBezTo>
                <a:cubicBezTo>
                  <a:pt x="585" y="645"/>
                  <a:pt x="586" y="644"/>
                  <a:pt x="587" y="643"/>
                </a:cubicBezTo>
                <a:cubicBezTo>
                  <a:pt x="588" y="643"/>
                  <a:pt x="588" y="642"/>
                  <a:pt x="588" y="641"/>
                </a:cubicBezTo>
                <a:cubicBezTo>
                  <a:pt x="587" y="640"/>
                  <a:pt x="586" y="639"/>
                  <a:pt x="587" y="637"/>
                </a:cubicBezTo>
                <a:cubicBezTo>
                  <a:pt x="588" y="635"/>
                  <a:pt x="588" y="633"/>
                  <a:pt x="587" y="631"/>
                </a:cubicBezTo>
                <a:cubicBezTo>
                  <a:pt x="586" y="630"/>
                  <a:pt x="586" y="629"/>
                  <a:pt x="586" y="628"/>
                </a:cubicBezTo>
                <a:cubicBezTo>
                  <a:pt x="586" y="625"/>
                  <a:pt x="587" y="623"/>
                  <a:pt x="587" y="620"/>
                </a:cubicBezTo>
                <a:cubicBezTo>
                  <a:pt x="587" y="620"/>
                  <a:pt x="587" y="620"/>
                  <a:pt x="588" y="620"/>
                </a:cubicBezTo>
                <a:cubicBezTo>
                  <a:pt x="588" y="620"/>
                  <a:pt x="588" y="620"/>
                  <a:pt x="588" y="620"/>
                </a:cubicBezTo>
                <a:cubicBezTo>
                  <a:pt x="590" y="621"/>
                  <a:pt x="589" y="623"/>
                  <a:pt x="589" y="624"/>
                </a:cubicBezTo>
                <a:cubicBezTo>
                  <a:pt x="589" y="625"/>
                  <a:pt x="590" y="625"/>
                  <a:pt x="590" y="625"/>
                </a:cubicBezTo>
                <a:cubicBezTo>
                  <a:pt x="590" y="625"/>
                  <a:pt x="591" y="625"/>
                  <a:pt x="591" y="625"/>
                </a:cubicBezTo>
                <a:cubicBezTo>
                  <a:pt x="593" y="623"/>
                  <a:pt x="594" y="621"/>
                  <a:pt x="596" y="619"/>
                </a:cubicBezTo>
                <a:cubicBezTo>
                  <a:pt x="596" y="618"/>
                  <a:pt x="596" y="616"/>
                  <a:pt x="596" y="615"/>
                </a:cubicBezTo>
                <a:cubicBezTo>
                  <a:pt x="597" y="614"/>
                  <a:pt x="596" y="614"/>
                  <a:pt x="596" y="613"/>
                </a:cubicBezTo>
                <a:cubicBezTo>
                  <a:pt x="596" y="612"/>
                  <a:pt x="597" y="612"/>
                  <a:pt x="598" y="612"/>
                </a:cubicBezTo>
                <a:cubicBezTo>
                  <a:pt x="599" y="612"/>
                  <a:pt x="600" y="611"/>
                  <a:pt x="601" y="610"/>
                </a:cubicBezTo>
                <a:cubicBezTo>
                  <a:pt x="604" y="607"/>
                  <a:pt x="606" y="604"/>
                  <a:pt x="606" y="601"/>
                </a:cubicBezTo>
                <a:cubicBezTo>
                  <a:pt x="607" y="598"/>
                  <a:pt x="609" y="597"/>
                  <a:pt x="611" y="597"/>
                </a:cubicBezTo>
                <a:cubicBezTo>
                  <a:pt x="613" y="597"/>
                  <a:pt x="615" y="596"/>
                  <a:pt x="616" y="596"/>
                </a:cubicBezTo>
                <a:cubicBezTo>
                  <a:pt x="617" y="596"/>
                  <a:pt x="618" y="595"/>
                  <a:pt x="619" y="595"/>
                </a:cubicBezTo>
                <a:cubicBezTo>
                  <a:pt x="619" y="595"/>
                  <a:pt x="619" y="594"/>
                  <a:pt x="619" y="594"/>
                </a:cubicBezTo>
                <a:cubicBezTo>
                  <a:pt x="619" y="594"/>
                  <a:pt x="619" y="593"/>
                  <a:pt x="619" y="593"/>
                </a:cubicBezTo>
                <a:cubicBezTo>
                  <a:pt x="618" y="593"/>
                  <a:pt x="618" y="593"/>
                  <a:pt x="617" y="593"/>
                </a:cubicBezTo>
                <a:cubicBezTo>
                  <a:pt x="616" y="593"/>
                  <a:pt x="616" y="593"/>
                  <a:pt x="616" y="592"/>
                </a:cubicBezTo>
                <a:cubicBezTo>
                  <a:pt x="616" y="592"/>
                  <a:pt x="617" y="592"/>
                  <a:pt x="617" y="592"/>
                </a:cubicBezTo>
                <a:cubicBezTo>
                  <a:pt x="617" y="592"/>
                  <a:pt x="617" y="592"/>
                  <a:pt x="618" y="592"/>
                </a:cubicBezTo>
                <a:cubicBezTo>
                  <a:pt x="623" y="592"/>
                  <a:pt x="627" y="590"/>
                  <a:pt x="632" y="590"/>
                </a:cubicBezTo>
                <a:cubicBezTo>
                  <a:pt x="633" y="590"/>
                  <a:pt x="634" y="589"/>
                  <a:pt x="635" y="589"/>
                </a:cubicBezTo>
                <a:cubicBezTo>
                  <a:pt x="636" y="587"/>
                  <a:pt x="636" y="587"/>
                  <a:pt x="634" y="585"/>
                </a:cubicBezTo>
                <a:cubicBezTo>
                  <a:pt x="633" y="584"/>
                  <a:pt x="632" y="582"/>
                  <a:pt x="632" y="581"/>
                </a:cubicBezTo>
                <a:cubicBezTo>
                  <a:pt x="633" y="579"/>
                  <a:pt x="633" y="577"/>
                  <a:pt x="634" y="575"/>
                </a:cubicBezTo>
                <a:cubicBezTo>
                  <a:pt x="635" y="572"/>
                  <a:pt x="638" y="569"/>
                  <a:pt x="641" y="568"/>
                </a:cubicBezTo>
                <a:cubicBezTo>
                  <a:pt x="643" y="567"/>
                  <a:pt x="645" y="566"/>
                  <a:pt x="647" y="565"/>
                </a:cubicBezTo>
                <a:cubicBezTo>
                  <a:pt x="648" y="564"/>
                  <a:pt x="649" y="563"/>
                  <a:pt x="651" y="564"/>
                </a:cubicBezTo>
                <a:cubicBezTo>
                  <a:pt x="654" y="564"/>
                  <a:pt x="658" y="562"/>
                  <a:pt x="662" y="561"/>
                </a:cubicBezTo>
                <a:cubicBezTo>
                  <a:pt x="663" y="561"/>
                  <a:pt x="663" y="560"/>
                  <a:pt x="664" y="559"/>
                </a:cubicBezTo>
                <a:cubicBezTo>
                  <a:pt x="664" y="558"/>
                  <a:pt x="665" y="557"/>
                  <a:pt x="665" y="557"/>
                </a:cubicBezTo>
                <a:cubicBezTo>
                  <a:pt x="668" y="556"/>
                  <a:pt x="671" y="556"/>
                  <a:pt x="674" y="555"/>
                </a:cubicBezTo>
                <a:cubicBezTo>
                  <a:pt x="674" y="555"/>
                  <a:pt x="675" y="556"/>
                  <a:pt x="675" y="556"/>
                </a:cubicBezTo>
                <a:cubicBezTo>
                  <a:pt x="674" y="556"/>
                  <a:pt x="674" y="557"/>
                  <a:pt x="674" y="557"/>
                </a:cubicBezTo>
                <a:cubicBezTo>
                  <a:pt x="673" y="558"/>
                  <a:pt x="672" y="558"/>
                  <a:pt x="671" y="558"/>
                </a:cubicBezTo>
                <a:cubicBezTo>
                  <a:pt x="668" y="560"/>
                  <a:pt x="667" y="561"/>
                  <a:pt x="666" y="564"/>
                </a:cubicBezTo>
                <a:cubicBezTo>
                  <a:pt x="665" y="565"/>
                  <a:pt x="665" y="566"/>
                  <a:pt x="665" y="567"/>
                </a:cubicBezTo>
                <a:cubicBezTo>
                  <a:pt x="665" y="569"/>
                  <a:pt x="667" y="570"/>
                  <a:pt x="668" y="571"/>
                </a:cubicBezTo>
                <a:cubicBezTo>
                  <a:pt x="669" y="572"/>
                  <a:pt x="669" y="572"/>
                  <a:pt x="670" y="572"/>
                </a:cubicBezTo>
                <a:cubicBezTo>
                  <a:pt x="673" y="570"/>
                  <a:pt x="677" y="568"/>
                  <a:pt x="679" y="565"/>
                </a:cubicBezTo>
                <a:cubicBezTo>
                  <a:pt x="680" y="563"/>
                  <a:pt x="682" y="562"/>
                  <a:pt x="684" y="563"/>
                </a:cubicBezTo>
                <a:cubicBezTo>
                  <a:pt x="688" y="561"/>
                  <a:pt x="693" y="560"/>
                  <a:pt x="697" y="558"/>
                </a:cubicBezTo>
                <a:cubicBezTo>
                  <a:pt x="699" y="558"/>
                  <a:pt x="700" y="558"/>
                  <a:pt x="701" y="557"/>
                </a:cubicBezTo>
                <a:cubicBezTo>
                  <a:pt x="702" y="554"/>
                  <a:pt x="705" y="555"/>
                  <a:pt x="707" y="554"/>
                </a:cubicBezTo>
                <a:cubicBezTo>
                  <a:pt x="708" y="553"/>
                  <a:pt x="709" y="553"/>
                  <a:pt x="709" y="553"/>
                </a:cubicBezTo>
                <a:cubicBezTo>
                  <a:pt x="710" y="552"/>
                  <a:pt x="710" y="552"/>
                  <a:pt x="711" y="552"/>
                </a:cubicBezTo>
                <a:cubicBezTo>
                  <a:pt x="711" y="551"/>
                  <a:pt x="712" y="550"/>
                  <a:pt x="711" y="549"/>
                </a:cubicBezTo>
                <a:cubicBezTo>
                  <a:pt x="709" y="548"/>
                  <a:pt x="708" y="546"/>
                  <a:pt x="709" y="543"/>
                </a:cubicBezTo>
                <a:cubicBezTo>
                  <a:pt x="709" y="543"/>
                  <a:pt x="709" y="543"/>
                  <a:pt x="709" y="543"/>
                </a:cubicBezTo>
                <a:cubicBezTo>
                  <a:pt x="709" y="542"/>
                  <a:pt x="707" y="541"/>
                  <a:pt x="707" y="542"/>
                </a:cubicBezTo>
                <a:cubicBezTo>
                  <a:pt x="704" y="544"/>
                  <a:pt x="701" y="547"/>
                  <a:pt x="699" y="550"/>
                </a:cubicBezTo>
                <a:cubicBezTo>
                  <a:pt x="699" y="552"/>
                  <a:pt x="698" y="552"/>
                  <a:pt x="697" y="552"/>
                </a:cubicBezTo>
                <a:cubicBezTo>
                  <a:pt x="696" y="551"/>
                  <a:pt x="695" y="551"/>
                  <a:pt x="694" y="551"/>
                </a:cubicBezTo>
                <a:cubicBezTo>
                  <a:pt x="694" y="552"/>
                  <a:pt x="693" y="552"/>
                  <a:pt x="692" y="552"/>
                </a:cubicBezTo>
                <a:cubicBezTo>
                  <a:pt x="692" y="552"/>
                  <a:pt x="691" y="551"/>
                  <a:pt x="691" y="551"/>
                </a:cubicBezTo>
                <a:cubicBezTo>
                  <a:pt x="690" y="551"/>
                  <a:pt x="689" y="551"/>
                  <a:pt x="688" y="551"/>
                </a:cubicBezTo>
                <a:cubicBezTo>
                  <a:pt x="686" y="551"/>
                  <a:pt x="685" y="549"/>
                  <a:pt x="685" y="547"/>
                </a:cubicBezTo>
                <a:cubicBezTo>
                  <a:pt x="682" y="547"/>
                  <a:pt x="680" y="545"/>
                  <a:pt x="680" y="542"/>
                </a:cubicBezTo>
                <a:cubicBezTo>
                  <a:pt x="680" y="539"/>
                  <a:pt x="680" y="537"/>
                  <a:pt x="681" y="534"/>
                </a:cubicBezTo>
                <a:cubicBezTo>
                  <a:pt x="681" y="533"/>
                  <a:pt x="681" y="532"/>
                  <a:pt x="679" y="531"/>
                </a:cubicBezTo>
                <a:cubicBezTo>
                  <a:pt x="679" y="531"/>
                  <a:pt x="678" y="531"/>
                  <a:pt x="677" y="531"/>
                </a:cubicBezTo>
                <a:cubicBezTo>
                  <a:pt x="677" y="531"/>
                  <a:pt x="677" y="531"/>
                  <a:pt x="677" y="531"/>
                </a:cubicBezTo>
                <a:cubicBezTo>
                  <a:pt x="677" y="531"/>
                  <a:pt x="678" y="530"/>
                  <a:pt x="678" y="530"/>
                </a:cubicBezTo>
                <a:cubicBezTo>
                  <a:pt x="680" y="529"/>
                  <a:pt x="682" y="528"/>
                  <a:pt x="684" y="527"/>
                </a:cubicBezTo>
                <a:cubicBezTo>
                  <a:pt x="685" y="526"/>
                  <a:pt x="686" y="524"/>
                  <a:pt x="685" y="523"/>
                </a:cubicBezTo>
                <a:cubicBezTo>
                  <a:pt x="684" y="522"/>
                  <a:pt x="684" y="521"/>
                  <a:pt x="683" y="520"/>
                </a:cubicBezTo>
                <a:cubicBezTo>
                  <a:pt x="681" y="518"/>
                  <a:pt x="678" y="517"/>
                  <a:pt x="675" y="518"/>
                </a:cubicBezTo>
                <a:cubicBezTo>
                  <a:pt x="667" y="520"/>
                  <a:pt x="659" y="522"/>
                  <a:pt x="652" y="526"/>
                </a:cubicBezTo>
                <a:cubicBezTo>
                  <a:pt x="652" y="526"/>
                  <a:pt x="652" y="527"/>
                  <a:pt x="652" y="527"/>
                </a:cubicBezTo>
                <a:cubicBezTo>
                  <a:pt x="652" y="527"/>
                  <a:pt x="652" y="527"/>
                  <a:pt x="652" y="527"/>
                </a:cubicBezTo>
                <a:cubicBezTo>
                  <a:pt x="651" y="528"/>
                  <a:pt x="650" y="529"/>
                  <a:pt x="649" y="530"/>
                </a:cubicBezTo>
                <a:cubicBezTo>
                  <a:pt x="649" y="530"/>
                  <a:pt x="649" y="530"/>
                  <a:pt x="649" y="530"/>
                </a:cubicBezTo>
                <a:cubicBezTo>
                  <a:pt x="648" y="531"/>
                  <a:pt x="646" y="531"/>
                  <a:pt x="645" y="532"/>
                </a:cubicBezTo>
                <a:cubicBezTo>
                  <a:pt x="645" y="532"/>
                  <a:pt x="644" y="533"/>
                  <a:pt x="643" y="533"/>
                </a:cubicBezTo>
                <a:cubicBezTo>
                  <a:pt x="643" y="534"/>
                  <a:pt x="643" y="534"/>
                  <a:pt x="643" y="534"/>
                </a:cubicBezTo>
                <a:cubicBezTo>
                  <a:pt x="643" y="533"/>
                  <a:pt x="643" y="533"/>
                  <a:pt x="643" y="533"/>
                </a:cubicBezTo>
                <a:cubicBezTo>
                  <a:pt x="644" y="532"/>
                  <a:pt x="644" y="532"/>
                  <a:pt x="645" y="531"/>
                </a:cubicBezTo>
                <a:cubicBezTo>
                  <a:pt x="646" y="531"/>
                  <a:pt x="648" y="530"/>
                  <a:pt x="649" y="530"/>
                </a:cubicBezTo>
                <a:cubicBezTo>
                  <a:pt x="649" y="530"/>
                  <a:pt x="649" y="530"/>
                  <a:pt x="649" y="530"/>
                </a:cubicBezTo>
                <a:cubicBezTo>
                  <a:pt x="649" y="527"/>
                  <a:pt x="650" y="527"/>
                  <a:pt x="652" y="527"/>
                </a:cubicBezTo>
                <a:cubicBezTo>
                  <a:pt x="652" y="527"/>
                  <a:pt x="652" y="527"/>
                  <a:pt x="652" y="526"/>
                </a:cubicBezTo>
                <a:cubicBezTo>
                  <a:pt x="652" y="526"/>
                  <a:pt x="652" y="526"/>
                  <a:pt x="652" y="526"/>
                </a:cubicBezTo>
                <a:cubicBezTo>
                  <a:pt x="652" y="525"/>
                  <a:pt x="653" y="524"/>
                  <a:pt x="654" y="523"/>
                </a:cubicBezTo>
                <a:cubicBezTo>
                  <a:pt x="657" y="520"/>
                  <a:pt x="660" y="518"/>
                  <a:pt x="664" y="517"/>
                </a:cubicBezTo>
                <a:cubicBezTo>
                  <a:pt x="666" y="517"/>
                  <a:pt x="668" y="516"/>
                  <a:pt x="669" y="513"/>
                </a:cubicBezTo>
                <a:cubicBezTo>
                  <a:pt x="669" y="513"/>
                  <a:pt x="670" y="512"/>
                  <a:pt x="670" y="512"/>
                </a:cubicBezTo>
                <a:cubicBezTo>
                  <a:pt x="672" y="510"/>
                  <a:pt x="673" y="509"/>
                  <a:pt x="675" y="507"/>
                </a:cubicBezTo>
                <a:cubicBezTo>
                  <a:pt x="677" y="506"/>
                  <a:pt x="679" y="507"/>
                  <a:pt x="681" y="508"/>
                </a:cubicBezTo>
                <a:cubicBezTo>
                  <a:pt x="690" y="508"/>
                  <a:pt x="698" y="509"/>
                  <a:pt x="706" y="510"/>
                </a:cubicBezTo>
                <a:cubicBezTo>
                  <a:pt x="709" y="510"/>
                  <a:pt x="712" y="509"/>
                  <a:pt x="716" y="509"/>
                </a:cubicBezTo>
                <a:cubicBezTo>
                  <a:pt x="717" y="510"/>
                  <a:pt x="718" y="509"/>
                  <a:pt x="719" y="509"/>
                </a:cubicBezTo>
                <a:cubicBezTo>
                  <a:pt x="719" y="509"/>
                  <a:pt x="720" y="508"/>
                  <a:pt x="721" y="508"/>
                </a:cubicBezTo>
                <a:cubicBezTo>
                  <a:pt x="723" y="507"/>
                  <a:pt x="725" y="505"/>
                  <a:pt x="727" y="503"/>
                </a:cubicBezTo>
                <a:cubicBezTo>
                  <a:pt x="728" y="501"/>
                  <a:pt x="730" y="500"/>
                  <a:pt x="732" y="500"/>
                </a:cubicBezTo>
                <a:cubicBezTo>
                  <a:pt x="733" y="500"/>
                  <a:pt x="735" y="499"/>
                  <a:pt x="736" y="499"/>
                </a:cubicBezTo>
                <a:cubicBezTo>
                  <a:pt x="740" y="499"/>
                  <a:pt x="744" y="497"/>
                  <a:pt x="747" y="494"/>
                </a:cubicBezTo>
                <a:cubicBezTo>
                  <a:pt x="749" y="493"/>
                  <a:pt x="750" y="491"/>
                  <a:pt x="749" y="489"/>
                </a:cubicBezTo>
                <a:cubicBezTo>
                  <a:pt x="748" y="488"/>
                  <a:pt x="748" y="486"/>
                  <a:pt x="749" y="485"/>
                </a:cubicBezTo>
                <a:cubicBezTo>
                  <a:pt x="749" y="484"/>
                  <a:pt x="750" y="483"/>
                  <a:pt x="750" y="482"/>
                </a:cubicBezTo>
                <a:cubicBezTo>
                  <a:pt x="750" y="481"/>
                  <a:pt x="750" y="480"/>
                  <a:pt x="750" y="479"/>
                </a:cubicBezTo>
                <a:cubicBezTo>
                  <a:pt x="748" y="477"/>
                  <a:pt x="746" y="475"/>
                  <a:pt x="743" y="476"/>
                </a:cubicBezTo>
                <a:cubicBezTo>
                  <a:pt x="743" y="476"/>
                  <a:pt x="743" y="476"/>
                  <a:pt x="743" y="476"/>
                </a:cubicBezTo>
                <a:cubicBezTo>
                  <a:pt x="743" y="476"/>
                  <a:pt x="743" y="476"/>
                  <a:pt x="743" y="476"/>
                </a:cubicBezTo>
                <a:cubicBezTo>
                  <a:pt x="743" y="476"/>
                  <a:pt x="743" y="476"/>
                  <a:pt x="743" y="476"/>
                </a:cubicBezTo>
                <a:cubicBezTo>
                  <a:pt x="743" y="476"/>
                  <a:pt x="743" y="476"/>
                  <a:pt x="743" y="476"/>
                </a:cubicBezTo>
                <a:cubicBezTo>
                  <a:pt x="743" y="475"/>
                  <a:pt x="743" y="474"/>
                  <a:pt x="743" y="473"/>
                </a:cubicBezTo>
                <a:cubicBezTo>
                  <a:pt x="743" y="472"/>
                  <a:pt x="742" y="470"/>
                  <a:pt x="740" y="470"/>
                </a:cubicBezTo>
                <a:cubicBezTo>
                  <a:pt x="739" y="470"/>
                  <a:pt x="738" y="470"/>
                  <a:pt x="737" y="470"/>
                </a:cubicBezTo>
                <a:cubicBezTo>
                  <a:pt x="737" y="470"/>
                  <a:pt x="737" y="470"/>
                  <a:pt x="737" y="470"/>
                </a:cubicBezTo>
                <a:cubicBezTo>
                  <a:pt x="737" y="469"/>
                  <a:pt x="737" y="469"/>
                  <a:pt x="738" y="469"/>
                </a:cubicBezTo>
                <a:cubicBezTo>
                  <a:pt x="738" y="469"/>
                  <a:pt x="739" y="468"/>
                  <a:pt x="740" y="468"/>
                </a:cubicBezTo>
                <a:cubicBezTo>
                  <a:pt x="741" y="467"/>
                  <a:pt x="741" y="466"/>
                  <a:pt x="741" y="465"/>
                </a:cubicBezTo>
                <a:cubicBezTo>
                  <a:pt x="740" y="464"/>
                  <a:pt x="739" y="463"/>
                  <a:pt x="737" y="463"/>
                </a:cubicBezTo>
                <a:cubicBezTo>
                  <a:pt x="737" y="463"/>
                  <a:pt x="736" y="463"/>
                  <a:pt x="735" y="463"/>
                </a:cubicBezTo>
                <a:cubicBezTo>
                  <a:pt x="733" y="460"/>
                  <a:pt x="730" y="459"/>
                  <a:pt x="727" y="458"/>
                </a:cubicBezTo>
                <a:cubicBezTo>
                  <a:pt x="727" y="457"/>
                  <a:pt x="726" y="457"/>
                  <a:pt x="726" y="457"/>
                </a:cubicBezTo>
                <a:cubicBezTo>
                  <a:pt x="726" y="453"/>
                  <a:pt x="723" y="452"/>
                  <a:pt x="721" y="450"/>
                </a:cubicBezTo>
                <a:cubicBezTo>
                  <a:pt x="720" y="449"/>
                  <a:pt x="719" y="447"/>
                  <a:pt x="718" y="446"/>
                </a:cubicBezTo>
                <a:cubicBezTo>
                  <a:pt x="717" y="445"/>
                  <a:pt x="717" y="444"/>
                  <a:pt x="718" y="443"/>
                </a:cubicBezTo>
                <a:cubicBezTo>
                  <a:pt x="719" y="442"/>
                  <a:pt x="720" y="441"/>
                  <a:pt x="721" y="440"/>
                </a:cubicBezTo>
                <a:cubicBezTo>
                  <a:pt x="722" y="439"/>
                  <a:pt x="722" y="438"/>
                  <a:pt x="722" y="437"/>
                </a:cubicBezTo>
                <a:cubicBezTo>
                  <a:pt x="720" y="435"/>
                  <a:pt x="719" y="433"/>
                  <a:pt x="720" y="430"/>
                </a:cubicBezTo>
                <a:cubicBezTo>
                  <a:pt x="720" y="430"/>
                  <a:pt x="719" y="429"/>
                  <a:pt x="719" y="428"/>
                </a:cubicBezTo>
                <a:cubicBezTo>
                  <a:pt x="718" y="427"/>
                  <a:pt x="718" y="425"/>
                  <a:pt x="717" y="424"/>
                </a:cubicBezTo>
                <a:cubicBezTo>
                  <a:pt x="716" y="424"/>
                  <a:pt x="717" y="422"/>
                  <a:pt x="716" y="421"/>
                </a:cubicBezTo>
                <a:cubicBezTo>
                  <a:pt x="716" y="420"/>
                  <a:pt x="716" y="418"/>
                  <a:pt x="716" y="417"/>
                </a:cubicBezTo>
                <a:cubicBezTo>
                  <a:pt x="716" y="415"/>
                  <a:pt x="715" y="414"/>
                  <a:pt x="715" y="412"/>
                </a:cubicBezTo>
                <a:cubicBezTo>
                  <a:pt x="713" y="408"/>
                  <a:pt x="713" y="404"/>
                  <a:pt x="712" y="400"/>
                </a:cubicBezTo>
                <a:cubicBezTo>
                  <a:pt x="712" y="399"/>
                  <a:pt x="712" y="398"/>
                  <a:pt x="711" y="397"/>
                </a:cubicBezTo>
                <a:cubicBezTo>
                  <a:pt x="711" y="396"/>
                  <a:pt x="711" y="396"/>
                  <a:pt x="710" y="396"/>
                </a:cubicBezTo>
                <a:cubicBezTo>
                  <a:pt x="710" y="396"/>
                  <a:pt x="710" y="396"/>
                  <a:pt x="709" y="396"/>
                </a:cubicBezTo>
                <a:cubicBezTo>
                  <a:pt x="707" y="399"/>
                  <a:pt x="704" y="402"/>
                  <a:pt x="703" y="406"/>
                </a:cubicBezTo>
                <a:cubicBezTo>
                  <a:pt x="701" y="410"/>
                  <a:pt x="699" y="413"/>
                  <a:pt x="695" y="415"/>
                </a:cubicBezTo>
                <a:cubicBezTo>
                  <a:pt x="694" y="415"/>
                  <a:pt x="693" y="416"/>
                  <a:pt x="692" y="417"/>
                </a:cubicBezTo>
                <a:cubicBezTo>
                  <a:pt x="691" y="418"/>
                  <a:pt x="689" y="418"/>
                  <a:pt x="688" y="419"/>
                </a:cubicBezTo>
                <a:cubicBezTo>
                  <a:pt x="687" y="419"/>
                  <a:pt x="685" y="419"/>
                  <a:pt x="684" y="418"/>
                </a:cubicBezTo>
                <a:cubicBezTo>
                  <a:pt x="683" y="417"/>
                  <a:pt x="682" y="416"/>
                  <a:pt x="682" y="415"/>
                </a:cubicBezTo>
                <a:cubicBezTo>
                  <a:pt x="682" y="414"/>
                  <a:pt x="680" y="413"/>
                  <a:pt x="679" y="412"/>
                </a:cubicBezTo>
                <a:cubicBezTo>
                  <a:pt x="677" y="411"/>
                  <a:pt x="677" y="409"/>
                  <a:pt x="677" y="408"/>
                </a:cubicBezTo>
                <a:cubicBezTo>
                  <a:pt x="677" y="405"/>
                  <a:pt x="679" y="402"/>
                  <a:pt x="678" y="399"/>
                </a:cubicBezTo>
                <a:cubicBezTo>
                  <a:pt x="678" y="398"/>
                  <a:pt x="678" y="397"/>
                  <a:pt x="679" y="397"/>
                </a:cubicBezTo>
                <a:cubicBezTo>
                  <a:pt x="680" y="394"/>
                  <a:pt x="681" y="391"/>
                  <a:pt x="682" y="389"/>
                </a:cubicBezTo>
                <a:cubicBezTo>
                  <a:pt x="683" y="388"/>
                  <a:pt x="682" y="387"/>
                  <a:pt x="681" y="387"/>
                </a:cubicBezTo>
                <a:cubicBezTo>
                  <a:pt x="679" y="386"/>
                  <a:pt x="677" y="384"/>
                  <a:pt x="674" y="384"/>
                </a:cubicBezTo>
                <a:cubicBezTo>
                  <a:pt x="673" y="384"/>
                  <a:pt x="672" y="383"/>
                  <a:pt x="671" y="382"/>
                </a:cubicBezTo>
                <a:cubicBezTo>
                  <a:pt x="670" y="382"/>
                  <a:pt x="670" y="381"/>
                  <a:pt x="670" y="380"/>
                </a:cubicBezTo>
                <a:cubicBezTo>
                  <a:pt x="670" y="379"/>
                  <a:pt x="670" y="378"/>
                  <a:pt x="670" y="378"/>
                </a:cubicBezTo>
                <a:cubicBezTo>
                  <a:pt x="668" y="376"/>
                  <a:pt x="667" y="374"/>
                  <a:pt x="666" y="372"/>
                </a:cubicBezTo>
                <a:cubicBezTo>
                  <a:pt x="666" y="370"/>
                  <a:pt x="665" y="369"/>
                  <a:pt x="664" y="368"/>
                </a:cubicBezTo>
                <a:cubicBezTo>
                  <a:pt x="662" y="366"/>
                  <a:pt x="661" y="365"/>
                  <a:pt x="658" y="366"/>
                </a:cubicBezTo>
                <a:cubicBezTo>
                  <a:pt x="657" y="366"/>
                  <a:pt x="656" y="366"/>
                  <a:pt x="655" y="366"/>
                </a:cubicBezTo>
                <a:cubicBezTo>
                  <a:pt x="651" y="365"/>
                  <a:pt x="648" y="366"/>
                  <a:pt x="645" y="363"/>
                </a:cubicBezTo>
                <a:cubicBezTo>
                  <a:pt x="644" y="362"/>
                  <a:pt x="642" y="362"/>
                  <a:pt x="641" y="362"/>
                </a:cubicBezTo>
                <a:cubicBezTo>
                  <a:pt x="637" y="361"/>
                  <a:pt x="633" y="363"/>
                  <a:pt x="632" y="366"/>
                </a:cubicBezTo>
                <a:cubicBezTo>
                  <a:pt x="631" y="368"/>
                  <a:pt x="631" y="370"/>
                  <a:pt x="632" y="372"/>
                </a:cubicBezTo>
                <a:cubicBezTo>
                  <a:pt x="633" y="373"/>
                  <a:pt x="633" y="375"/>
                  <a:pt x="632" y="376"/>
                </a:cubicBezTo>
                <a:cubicBezTo>
                  <a:pt x="631" y="378"/>
                  <a:pt x="629" y="380"/>
                  <a:pt x="628" y="382"/>
                </a:cubicBezTo>
                <a:cubicBezTo>
                  <a:pt x="627" y="384"/>
                  <a:pt x="630" y="387"/>
                  <a:pt x="629" y="389"/>
                </a:cubicBezTo>
                <a:cubicBezTo>
                  <a:pt x="629" y="390"/>
                  <a:pt x="629" y="392"/>
                  <a:pt x="629" y="393"/>
                </a:cubicBezTo>
                <a:cubicBezTo>
                  <a:pt x="630" y="395"/>
                  <a:pt x="629" y="396"/>
                  <a:pt x="627" y="397"/>
                </a:cubicBezTo>
                <a:cubicBezTo>
                  <a:pt x="627" y="398"/>
                  <a:pt x="626" y="398"/>
                  <a:pt x="625" y="399"/>
                </a:cubicBezTo>
                <a:cubicBezTo>
                  <a:pt x="624" y="402"/>
                  <a:pt x="620" y="404"/>
                  <a:pt x="618" y="407"/>
                </a:cubicBezTo>
                <a:cubicBezTo>
                  <a:pt x="617" y="409"/>
                  <a:pt x="617" y="410"/>
                  <a:pt x="618" y="412"/>
                </a:cubicBezTo>
                <a:cubicBezTo>
                  <a:pt x="619" y="413"/>
                  <a:pt x="620" y="414"/>
                  <a:pt x="621" y="415"/>
                </a:cubicBezTo>
                <a:cubicBezTo>
                  <a:pt x="621" y="416"/>
                  <a:pt x="622" y="417"/>
                  <a:pt x="622" y="419"/>
                </a:cubicBezTo>
                <a:cubicBezTo>
                  <a:pt x="623" y="422"/>
                  <a:pt x="623" y="425"/>
                  <a:pt x="623" y="428"/>
                </a:cubicBezTo>
                <a:cubicBezTo>
                  <a:pt x="624" y="432"/>
                  <a:pt x="622" y="435"/>
                  <a:pt x="623" y="438"/>
                </a:cubicBezTo>
                <a:cubicBezTo>
                  <a:pt x="623" y="439"/>
                  <a:pt x="623" y="439"/>
                  <a:pt x="622" y="440"/>
                </a:cubicBezTo>
                <a:cubicBezTo>
                  <a:pt x="621" y="441"/>
                  <a:pt x="620" y="441"/>
                  <a:pt x="619" y="442"/>
                </a:cubicBezTo>
                <a:cubicBezTo>
                  <a:pt x="615" y="446"/>
                  <a:pt x="611" y="448"/>
                  <a:pt x="606" y="450"/>
                </a:cubicBezTo>
                <a:cubicBezTo>
                  <a:pt x="604" y="451"/>
                  <a:pt x="602" y="452"/>
                  <a:pt x="600" y="453"/>
                </a:cubicBezTo>
                <a:cubicBezTo>
                  <a:pt x="598" y="453"/>
                  <a:pt x="597" y="454"/>
                  <a:pt x="597" y="456"/>
                </a:cubicBezTo>
                <a:cubicBezTo>
                  <a:pt x="597" y="460"/>
                  <a:pt x="598" y="463"/>
                  <a:pt x="597" y="466"/>
                </a:cubicBezTo>
                <a:cubicBezTo>
                  <a:pt x="597" y="469"/>
                  <a:pt x="597" y="471"/>
                  <a:pt x="596" y="473"/>
                </a:cubicBezTo>
                <a:cubicBezTo>
                  <a:pt x="596" y="476"/>
                  <a:pt x="597" y="478"/>
                  <a:pt x="597" y="480"/>
                </a:cubicBezTo>
                <a:cubicBezTo>
                  <a:pt x="597" y="481"/>
                  <a:pt x="597" y="482"/>
                  <a:pt x="596" y="483"/>
                </a:cubicBezTo>
                <a:cubicBezTo>
                  <a:pt x="596" y="484"/>
                  <a:pt x="595" y="486"/>
                  <a:pt x="594" y="487"/>
                </a:cubicBezTo>
                <a:cubicBezTo>
                  <a:pt x="594" y="488"/>
                  <a:pt x="593" y="488"/>
                  <a:pt x="593" y="488"/>
                </a:cubicBezTo>
                <a:cubicBezTo>
                  <a:pt x="590" y="488"/>
                  <a:pt x="589" y="489"/>
                  <a:pt x="588" y="490"/>
                </a:cubicBezTo>
                <a:cubicBezTo>
                  <a:pt x="587" y="491"/>
                  <a:pt x="585" y="491"/>
                  <a:pt x="585" y="490"/>
                </a:cubicBezTo>
                <a:cubicBezTo>
                  <a:pt x="585" y="489"/>
                  <a:pt x="584" y="488"/>
                  <a:pt x="584" y="487"/>
                </a:cubicBezTo>
                <a:cubicBezTo>
                  <a:pt x="583" y="486"/>
                  <a:pt x="583" y="484"/>
                  <a:pt x="582" y="483"/>
                </a:cubicBezTo>
                <a:cubicBezTo>
                  <a:pt x="579" y="481"/>
                  <a:pt x="578" y="477"/>
                  <a:pt x="576" y="474"/>
                </a:cubicBezTo>
                <a:cubicBezTo>
                  <a:pt x="576" y="473"/>
                  <a:pt x="576" y="472"/>
                  <a:pt x="576" y="470"/>
                </a:cubicBezTo>
                <a:cubicBezTo>
                  <a:pt x="578" y="467"/>
                  <a:pt x="580" y="463"/>
                  <a:pt x="580" y="458"/>
                </a:cubicBezTo>
                <a:cubicBezTo>
                  <a:pt x="580" y="457"/>
                  <a:pt x="581" y="455"/>
                  <a:pt x="581" y="454"/>
                </a:cubicBezTo>
                <a:cubicBezTo>
                  <a:pt x="582" y="452"/>
                  <a:pt x="582" y="451"/>
                  <a:pt x="582" y="450"/>
                </a:cubicBezTo>
                <a:cubicBezTo>
                  <a:pt x="583" y="449"/>
                  <a:pt x="582" y="448"/>
                  <a:pt x="581" y="448"/>
                </a:cubicBezTo>
                <a:cubicBezTo>
                  <a:pt x="577" y="447"/>
                  <a:pt x="572" y="445"/>
                  <a:pt x="568" y="445"/>
                </a:cubicBezTo>
                <a:cubicBezTo>
                  <a:pt x="566" y="445"/>
                  <a:pt x="565" y="445"/>
                  <a:pt x="565" y="444"/>
                </a:cubicBezTo>
                <a:cubicBezTo>
                  <a:pt x="562" y="441"/>
                  <a:pt x="560" y="439"/>
                  <a:pt x="557" y="437"/>
                </a:cubicBezTo>
                <a:cubicBezTo>
                  <a:pt x="554" y="436"/>
                  <a:pt x="551" y="434"/>
                  <a:pt x="550" y="431"/>
                </a:cubicBezTo>
                <a:cubicBezTo>
                  <a:pt x="548" y="427"/>
                  <a:pt x="546" y="425"/>
                  <a:pt x="542" y="423"/>
                </a:cubicBezTo>
                <a:cubicBezTo>
                  <a:pt x="540" y="422"/>
                  <a:pt x="537" y="420"/>
                  <a:pt x="534" y="419"/>
                </a:cubicBezTo>
                <a:cubicBezTo>
                  <a:pt x="533" y="418"/>
                  <a:pt x="531" y="418"/>
                  <a:pt x="530" y="418"/>
                </a:cubicBezTo>
                <a:cubicBezTo>
                  <a:pt x="527" y="419"/>
                  <a:pt x="525" y="420"/>
                  <a:pt x="523" y="419"/>
                </a:cubicBezTo>
                <a:cubicBezTo>
                  <a:pt x="523" y="419"/>
                  <a:pt x="522" y="419"/>
                  <a:pt x="522" y="419"/>
                </a:cubicBezTo>
                <a:cubicBezTo>
                  <a:pt x="522" y="420"/>
                  <a:pt x="522" y="420"/>
                  <a:pt x="522" y="420"/>
                </a:cubicBezTo>
                <a:cubicBezTo>
                  <a:pt x="522" y="419"/>
                  <a:pt x="522" y="419"/>
                  <a:pt x="522" y="419"/>
                </a:cubicBezTo>
                <a:cubicBezTo>
                  <a:pt x="522" y="419"/>
                  <a:pt x="522" y="419"/>
                  <a:pt x="523" y="419"/>
                </a:cubicBezTo>
                <a:cubicBezTo>
                  <a:pt x="524" y="417"/>
                  <a:pt x="525" y="415"/>
                  <a:pt x="525" y="412"/>
                </a:cubicBezTo>
                <a:cubicBezTo>
                  <a:pt x="524" y="409"/>
                  <a:pt x="525" y="406"/>
                  <a:pt x="524" y="403"/>
                </a:cubicBezTo>
                <a:cubicBezTo>
                  <a:pt x="524" y="401"/>
                  <a:pt x="524" y="400"/>
                  <a:pt x="524" y="399"/>
                </a:cubicBezTo>
                <a:cubicBezTo>
                  <a:pt x="524" y="399"/>
                  <a:pt x="523" y="398"/>
                  <a:pt x="523" y="398"/>
                </a:cubicBezTo>
                <a:cubicBezTo>
                  <a:pt x="522" y="398"/>
                  <a:pt x="520" y="398"/>
                  <a:pt x="519" y="398"/>
                </a:cubicBezTo>
                <a:cubicBezTo>
                  <a:pt x="518" y="398"/>
                  <a:pt x="517" y="397"/>
                  <a:pt x="517" y="396"/>
                </a:cubicBezTo>
                <a:cubicBezTo>
                  <a:pt x="517" y="395"/>
                  <a:pt x="516" y="394"/>
                  <a:pt x="517" y="393"/>
                </a:cubicBezTo>
                <a:cubicBezTo>
                  <a:pt x="517" y="392"/>
                  <a:pt x="518" y="390"/>
                  <a:pt x="518" y="388"/>
                </a:cubicBezTo>
                <a:cubicBezTo>
                  <a:pt x="520" y="381"/>
                  <a:pt x="523" y="375"/>
                  <a:pt x="529" y="370"/>
                </a:cubicBezTo>
                <a:cubicBezTo>
                  <a:pt x="530" y="369"/>
                  <a:pt x="531" y="367"/>
                  <a:pt x="532" y="366"/>
                </a:cubicBezTo>
                <a:cubicBezTo>
                  <a:pt x="535" y="362"/>
                  <a:pt x="538" y="357"/>
                  <a:pt x="543" y="356"/>
                </a:cubicBezTo>
                <a:cubicBezTo>
                  <a:pt x="545" y="353"/>
                  <a:pt x="548" y="352"/>
                  <a:pt x="549" y="348"/>
                </a:cubicBezTo>
                <a:cubicBezTo>
                  <a:pt x="549" y="348"/>
                  <a:pt x="550" y="347"/>
                  <a:pt x="551" y="347"/>
                </a:cubicBezTo>
                <a:cubicBezTo>
                  <a:pt x="552" y="347"/>
                  <a:pt x="553" y="348"/>
                  <a:pt x="554" y="348"/>
                </a:cubicBezTo>
                <a:cubicBezTo>
                  <a:pt x="557" y="348"/>
                  <a:pt x="560" y="346"/>
                  <a:pt x="560" y="343"/>
                </a:cubicBezTo>
                <a:cubicBezTo>
                  <a:pt x="560" y="342"/>
                  <a:pt x="560" y="340"/>
                  <a:pt x="559" y="339"/>
                </a:cubicBezTo>
                <a:cubicBezTo>
                  <a:pt x="559" y="339"/>
                  <a:pt x="559" y="339"/>
                  <a:pt x="559" y="339"/>
                </a:cubicBezTo>
                <a:cubicBezTo>
                  <a:pt x="559" y="339"/>
                  <a:pt x="559" y="339"/>
                  <a:pt x="559" y="339"/>
                </a:cubicBezTo>
                <a:cubicBezTo>
                  <a:pt x="559" y="339"/>
                  <a:pt x="559" y="339"/>
                  <a:pt x="559" y="339"/>
                </a:cubicBezTo>
                <a:cubicBezTo>
                  <a:pt x="559" y="339"/>
                  <a:pt x="559" y="339"/>
                  <a:pt x="559" y="339"/>
                </a:cubicBezTo>
                <a:cubicBezTo>
                  <a:pt x="563" y="339"/>
                  <a:pt x="567" y="338"/>
                  <a:pt x="568" y="334"/>
                </a:cubicBezTo>
                <a:cubicBezTo>
                  <a:pt x="569" y="333"/>
                  <a:pt x="570" y="333"/>
                  <a:pt x="570" y="333"/>
                </a:cubicBezTo>
                <a:cubicBezTo>
                  <a:pt x="572" y="334"/>
                  <a:pt x="573" y="335"/>
                  <a:pt x="574" y="335"/>
                </a:cubicBezTo>
                <a:cubicBezTo>
                  <a:pt x="576" y="335"/>
                  <a:pt x="577" y="336"/>
                  <a:pt x="579" y="334"/>
                </a:cubicBezTo>
                <a:cubicBezTo>
                  <a:pt x="583" y="330"/>
                  <a:pt x="587" y="326"/>
                  <a:pt x="592" y="322"/>
                </a:cubicBezTo>
                <a:cubicBezTo>
                  <a:pt x="592" y="322"/>
                  <a:pt x="592" y="321"/>
                  <a:pt x="592" y="320"/>
                </a:cubicBezTo>
                <a:cubicBezTo>
                  <a:pt x="592" y="319"/>
                  <a:pt x="593" y="318"/>
                  <a:pt x="594" y="317"/>
                </a:cubicBezTo>
                <a:cubicBezTo>
                  <a:pt x="596" y="316"/>
                  <a:pt x="598" y="314"/>
                  <a:pt x="599" y="313"/>
                </a:cubicBezTo>
                <a:cubicBezTo>
                  <a:pt x="600" y="312"/>
                  <a:pt x="601" y="312"/>
                  <a:pt x="601" y="311"/>
                </a:cubicBezTo>
                <a:cubicBezTo>
                  <a:pt x="601" y="311"/>
                  <a:pt x="601" y="311"/>
                  <a:pt x="601" y="311"/>
                </a:cubicBezTo>
                <a:cubicBezTo>
                  <a:pt x="602" y="310"/>
                  <a:pt x="602" y="310"/>
                  <a:pt x="602" y="310"/>
                </a:cubicBezTo>
                <a:cubicBezTo>
                  <a:pt x="605" y="308"/>
                  <a:pt x="605" y="308"/>
                  <a:pt x="603" y="305"/>
                </a:cubicBezTo>
                <a:cubicBezTo>
                  <a:pt x="603" y="304"/>
                  <a:pt x="603" y="304"/>
                  <a:pt x="603" y="304"/>
                </a:cubicBezTo>
                <a:cubicBezTo>
                  <a:pt x="602" y="303"/>
                  <a:pt x="603" y="303"/>
                  <a:pt x="603" y="303"/>
                </a:cubicBezTo>
                <a:cubicBezTo>
                  <a:pt x="606" y="302"/>
                  <a:pt x="609" y="302"/>
                  <a:pt x="610" y="305"/>
                </a:cubicBezTo>
                <a:cubicBezTo>
                  <a:pt x="610" y="305"/>
                  <a:pt x="610" y="306"/>
                  <a:pt x="610" y="306"/>
                </a:cubicBezTo>
                <a:cubicBezTo>
                  <a:pt x="614" y="308"/>
                  <a:pt x="619" y="308"/>
                  <a:pt x="623" y="306"/>
                </a:cubicBezTo>
                <a:cubicBezTo>
                  <a:pt x="626" y="305"/>
                  <a:pt x="629" y="303"/>
                  <a:pt x="631" y="301"/>
                </a:cubicBezTo>
                <a:cubicBezTo>
                  <a:pt x="632" y="300"/>
                  <a:pt x="633" y="299"/>
                  <a:pt x="634" y="299"/>
                </a:cubicBezTo>
                <a:cubicBezTo>
                  <a:pt x="636" y="299"/>
                  <a:pt x="637" y="297"/>
                  <a:pt x="638" y="295"/>
                </a:cubicBezTo>
                <a:cubicBezTo>
                  <a:pt x="639" y="294"/>
                  <a:pt x="639" y="292"/>
                  <a:pt x="639" y="291"/>
                </a:cubicBezTo>
                <a:cubicBezTo>
                  <a:pt x="638" y="290"/>
                  <a:pt x="638" y="289"/>
                  <a:pt x="638" y="288"/>
                </a:cubicBezTo>
                <a:cubicBezTo>
                  <a:pt x="637" y="286"/>
                  <a:pt x="637" y="284"/>
                  <a:pt x="637" y="283"/>
                </a:cubicBezTo>
                <a:cubicBezTo>
                  <a:pt x="638" y="281"/>
                  <a:pt x="638" y="279"/>
                  <a:pt x="638" y="278"/>
                </a:cubicBezTo>
                <a:cubicBezTo>
                  <a:pt x="638" y="278"/>
                  <a:pt x="638" y="277"/>
                  <a:pt x="638" y="277"/>
                </a:cubicBezTo>
                <a:cubicBezTo>
                  <a:pt x="638" y="277"/>
                  <a:pt x="638" y="277"/>
                  <a:pt x="638" y="277"/>
                </a:cubicBezTo>
                <a:cubicBezTo>
                  <a:pt x="638" y="277"/>
                  <a:pt x="638" y="277"/>
                  <a:pt x="638" y="277"/>
                </a:cubicBezTo>
                <a:cubicBezTo>
                  <a:pt x="638" y="277"/>
                  <a:pt x="638" y="277"/>
                  <a:pt x="638" y="278"/>
                </a:cubicBezTo>
                <a:cubicBezTo>
                  <a:pt x="639" y="278"/>
                  <a:pt x="641" y="278"/>
                  <a:pt x="642" y="278"/>
                </a:cubicBezTo>
                <a:cubicBezTo>
                  <a:pt x="645" y="278"/>
                  <a:pt x="646" y="277"/>
                  <a:pt x="646" y="273"/>
                </a:cubicBezTo>
                <a:cubicBezTo>
                  <a:pt x="646" y="272"/>
                  <a:pt x="646" y="271"/>
                  <a:pt x="647" y="270"/>
                </a:cubicBezTo>
                <a:cubicBezTo>
                  <a:pt x="649" y="268"/>
                  <a:pt x="648" y="267"/>
                  <a:pt x="647" y="266"/>
                </a:cubicBezTo>
                <a:cubicBezTo>
                  <a:pt x="645" y="265"/>
                  <a:pt x="643" y="263"/>
                  <a:pt x="643" y="260"/>
                </a:cubicBezTo>
                <a:cubicBezTo>
                  <a:pt x="643" y="259"/>
                  <a:pt x="642" y="257"/>
                  <a:pt x="640" y="258"/>
                </a:cubicBezTo>
                <a:cubicBezTo>
                  <a:pt x="639" y="258"/>
                  <a:pt x="638" y="256"/>
                  <a:pt x="638" y="255"/>
                </a:cubicBezTo>
                <a:cubicBezTo>
                  <a:pt x="636" y="255"/>
                  <a:pt x="634" y="254"/>
                  <a:pt x="633" y="253"/>
                </a:cubicBezTo>
                <a:cubicBezTo>
                  <a:pt x="633" y="253"/>
                  <a:pt x="633" y="253"/>
                  <a:pt x="633" y="253"/>
                </a:cubicBezTo>
                <a:cubicBezTo>
                  <a:pt x="633" y="253"/>
                  <a:pt x="633" y="253"/>
                  <a:pt x="633" y="253"/>
                </a:cubicBezTo>
                <a:cubicBezTo>
                  <a:pt x="633" y="253"/>
                  <a:pt x="633" y="253"/>
                  <a:pt x="633" y="253"/>
                </a:cubicBezTo>
                <a:cubicBezTo>
                  <a:pt x="632" y="253"/>
                  <a:pt x="632" y="254"/>
                  <a:pt x="631" y="254"/>
                </a:cubicBezTo>
                <a:cubicBezTo>
                  <a:pt x="628" y="254"/>
                  <a:pt x="627" y="255"/>
                  <a:pt x="626" y="257"/>
                </a:cubicBezTo>
                <a:cubicBezTo>
                  <a:pt x="626" y="260"/>
                  <a:pt x="624" y="262"/>
                  <a:pt x="625" y="265"/>
                </a:cubicBezTo>
                <a:cubicBezTo>
                  <a:pt x="625" y="266"/>
                  <a:pt x="625" y="266"/>
                  <a:pt x="624" y="267"/>
                </a:cubicBezTo>
                <a:cubicBezTo>
                  <a:pt x="623" y="267"/>
                  <a:pt x="622" y="269"/>
                  <a:pt x="621" y="270"/>
                </a:cubicBezTo>
                <a:cubicBezTo>
                  <a:pt x="619" y="270"/>
                  <a:pt x="618" y="272"/>
                  <a:pt x="617" y="274"/>
                </a:cubicBezTo>
                <a:cubicBezTo>
                  <a:pt x="616" y="275"/>
                  <a:pt x="615" y="276"/>
                  <a:pt x="615" y="278"/>
                </a:cubicBezTo>
                <a:cubicBezTo>
                  <a:pt x="614" y="279"/>
                  <a:pt x="613" y="279"/>
                  <a:pt x="612" y="279"/>
                </a:cubicBezTo>
                <a:cubicBezTo>
                  <a:pt x="612" y="279"/>
                  <a:pt x="612" y="279"/>
                  <a:pt x="612" y="279"/>
                </a:cubicBezTo>
                <a:cubicBezTo>
                  <a:pt x="612" y="279"/>
                  <a:pt x="612" y="280"/>
                  <a:pt x="611" y="280"/>
                </a:cubicBezTo>
                <a:cubicBezTo>
                  <a:pt x="612" y="280"/>
                  <a:pt x="612" y="279"/>
                  <a:pt x="612" y="279"/>
                </a:cubicBezTo>
                <a:cubicBezTo>
                  <a:pt x="612" y="279"/>
                  <a:pt x="612" y="279"/>
                  <a:pt x="612" y="279"/>
                </a:cubicBezTo>
                <a:cubicBezTo>
                  <a:pt x="611" y="278"/>
                  <a:pt x="611" y="277"/>
                  <a:pt x="610" y="277"/>
                </a:cubicBezTo>
                <a:cubicBezTo>
                  <a:pt x="609" y="277"/>
                  <a:pt x="608" y="278"/>
                  <a:pt x="607" y="280"/>
                </a:cubicBezTo>
                <a:cubicBezTo>
                  <a:pt x="607" y="281"/>
                  <a:pt x="607" y="282"/>
                  <a:pt x="608" y="283"/>
                </a:cubicBezTo>
                <a:cubicBezTo>
                  <a:pt x="608" y="285"/>
                  <a:pt x="608" y="286"/>
                  <a:pt x="607" y="287"/>
                </a:cubicBezTo>
                <a:cubicBezTo>
                  <a:pt x="606" y="287"/>
                  <a:pt x="605" y="288"/>
                  <a:pt x="604" y="288"/>
                </a:cubicBezTo>
                <a:cubicBezTo>
                  <a:pt x="603" y="287"/>
                  <a:pt x="602" y="287"/>
                  <a:pt x="602" y="286"/>
                </a:cubicBezTo>
                <a:cubicBezTo>
                  <a:pt x="601" y="284"/>
                  <a:pt x="601" y="283"/>
                  <a:pt x="601" y="281"/>
                </a:cubicBezTo>
                <a:cubicBezTo>
                  <a:pt x="600" y="278"/>
                  <a:pt x="601" y="275"/>
                  <a:pt x="604" y="272"/>
                </a:cubicBezTo>
                <a:cubicBezTo>
                  <a:pt x="605" y="272"/>
                  <a:pt x="605" y="270"/>
                  <a:pt x="605" y="269"/>
                </a:cubicBezTo>
                <a:cubicBezTo>
                  <a:pt x="606" y="265"/>
                  <a:pt x="604" y="262"/>
                  <a:pt x="603" y="258"/>
                </a:cubicBezTo>
                <a:cubicBezTo>
                  <a:pt x="602" y="258"/>
                  <a:pt x="601" y="258"/>
                  <a:pt x="600" y="259"/>
                </a:cubicBezTo>
                <a:cubicBezTo>
                  <a:pt x="599" y="261"/>
                  <a:pt x="597" y="262"/>
                  <a:pt x="596" y="265"/>
                </a:cubicBezTo>
                <a:cubicBezTo>
                  <a:pt x="595" y="266"/>
                  <a:pt x="594" y="267"/>
                  <a:pt x="593" y="268"/>
                </a:cubicBezTo>
                <a:cubicBezTo>
                  <a:pt x="593" y="269"/>
                  <a:pt x="593" y="269"/>
                  <a:pt x="592" y="269"/>
                </a:cubicBezTo>
                <a:cubicBezTo>
                  <a:pt x="592" y="269"/>
                  <a:pt x="591" y="268"/>
                  <a:pt x="592" y="268"/>
                </a:cubicBezTo>
                <a:cubicBezTo>
                  <a:pt x="593" y="265"/>
                  <a:pt x="593" y="262"/>
                  <a:pt x="593" y="259"/>
                </a:cubicBezTo>
                <a:cubicBezTo>
                  <a:pt x="593" y="258"/>
                  <a:pt x="594" y="257"/>
                  <a:pt x="595" y="257"/>
                </a:cubicBezTo>
                <a:cubicBezTo>
                  <a:pt x="597" y="256"/>
                  <a:pt x="597" y="255"/>
                  <a:pt x="596" y="254"/>
                </a:cubicBezTo>
                <a:cubicBezTo>
                  <a:pt x="594" y="253"/>
                  <a:pt x="593" y="251"/>
                  <a:pt x="591" y="251"/>
                </a:cubicBezTo>
                <a:cubicBezTo>
                  <a:pt x="590" y="251"/>
                  <a:pt x="588" y="250"/>
                  <a:pt x="587" y="249"/>
                </a:cubicBezTo>
                <a:cubicBezTo>
                  <a:pt x="587" y="249"/>
                  <a:pt x="586" y="248"/>
                  <a:pt x="587" y="248"/>
                </a:cubicBezTo>
                <a:cubicBezTo>
                  <a:pt x="588" y="246"/>
                  <a:pt x="590" y="244"/>
                  <a:pt x="592" y="243"/>
                </a:cubicBezTo>
                <a:cubicBezTo>
                  <a:pt x="592" y="242"/>
                  <a:pt x="593" y="242"/>
                  <a:pt x="593" y="242"/>
                </a:cubicBezTo>
                <a:cubicBezTo>
                  <a:pt x="595" y="241"/>
                  <a:pt x="596" y="241"/>
                  <a:pt x="595" y="239"/>
                </a:cubicBezTo>
                <a:cubicBezTo>
                  <a:pt x="594" y="234"/>
                  <a:pt x="593" y="229"/>
                  <a:pt x="596" y="223"/>
                </a:cubicBezTo>
                <a:cubicBezTo>
                  <a:pt x="596" y="222"/>
                  <a:pt x="596" y="221"/>
                  <a:pt x="596" y="221"/>
                </a:cubicBezTo>
                <a:cubicBezTo>
                  <a:pt x="594" y="217"/>
                  <a:pt x="595" y="214"/>
                  <a:pt x="593" y="210"/>
                </a:cubicBezTo>
                <a:cubicBezTo>
                  <a:pt x="593" y="209"/>
                  <a:pt x="593" y="208"/>
                  <a:pt x="594" y="208"/>
                </a:cubicBezTo>
                <a:cubicBezTo>
                  <a:pt x="597" y="206"/>
                  <a:pt x="599" y="204"/>
                  <a:pt x="601" y="203"/>
                </a:cubicBezTo>
                <a:cubicBezTo>
                  <a:pt x="602" y="202"/>
                  <a:pt x="603" y="200"/>
                  <a:pt x="603" y="198"/>
                </a:cubicBezTo>
                <a:cubicBezTo>
                  <a:pt x="603" y="198"/>
                  <a:pt x="603" y="197"/>
                  <a:pt x="604" y="197"/>
                </a:cubicBezTo>
                <a:cubicBezTo>
                  <a:pt x="604" y="196"/>
                  <a:pt x="605" y="196"/>
                  <a:pt x="605" y="196"/>
                </a:cubicBezTo>
                <a:cubicBezTo>
                  <a:pt x="607" y="196"/>
                  <a:pt x="608" y="197"/>
                  <a:pt x="609" y="198"/>
                </a:cubicBezTo>
                <a:cubicBezTo>
                  <a:pt x="611" y="199"/>
                  <a:pt x="612" y="198"/>
                  <a:pt x="614" y="197"/>
                </a:cubicBezTo>
                <a:cubicBezTo>
                  <a:pt x="615" y="197"/>
                  <a:pt x="616" y="196"/>
                  <a:pt x="617" y="195"/>
                </a:cubicBezTo>
                <a:cubicBezTo>
                  <a:pt x="621" y="191"/>
                  <a:pt x="625" y="188"/>
                  <a:pt x="629" y="184"/>
                </a:cubicBezTo>
                <a:cubicBezTo>
                  <a:pt x="630" y="183"/>
                  <a:pt x="630" y="182"/>
                  <a:pt x="631" y="181"/>
                </a:cubicBezTo>
                <a:cubicBezTo>
                  <a:pt x="632" y="180"/>
                  <a:pt x="631" y="177"/>
                  <a:pt x="630" y="176"/>
                </a:cubicBezTo>
                <a:cubicBezTo>
                  <a:pt x="629" y="176"/>
                  <a:pt x="629" y="176"/>
                  <a:pt x="629" y="176"/>
                </a:cubicBezTo>
                <a:cubicBezTo>
                  <a:pt x="625" y="176"/>
                  <a:pt x="622" y="174"/>
                  <a:pt x="619" y="172"/>
                </a:cubicBezTo>
                <a:cubicBezTo>
                  <a:pt x="619" y="171"/>
                  <a:pt x="617" y="171"/>
                  <a:pt x="616" y="171"/>
                </a:cubicBezTo>
                <a:cubicBezTo>
                  <a:pt x="614" y="170"/>
                  <a:pt x="611" y="170"/>
                  <a:pt x="608" y="170"/>
                </a:cubicBezTo>
                <a:cubicBezTo>
                  <a:pt x="608" y="171"/>
                  <a:pt x="607" y="171"/>
                  <a:pt x="606" y="172"/>
                </a:cubicBezTo>
                <a:cubicBezTo>
                  <a:pt x="605" y="173"/>
                  <a:pt x="604" y="175"/>
                  <a:pt x="602" y="176"/>
                </a:cubicBezTo>
                <a:cubicBezTo>
                  <a:pt x="601" y="177"/>
                  <a:pt x="600" y="179"/>
                  <a:pt x="599" y="181"/>
                </a:cubicBezTo>
                <a:cubicBezTo>
                  <a:pt x="597" y="184"/>
                  <a:pt x="596" y="186"/>
                  <a:pt x="594" y="189"/>
                </a:cubicBezTo>
                <a:cubicBezTo>
                  <a:pt x="593" y="191"/>
                  <a:pt x="593" y="193"/>
                  <a:pt x="593" y="194"/>
                </a:cubicBezTo>
                <a:cubicBezTo>
                  <a:pt x="593" y="198"/>
                  <a:pt x="591" y="202"/>
                  <a:pt x="590" y="205"/>
                </a:cubicBezTo>
                <a:cubicBezTo>
                  <a:pt x="589" y="206"/>
                  <a:pt x="589" y="207"/>
                  <a:pt x="588" y="207"/>
                </a:cubicBezTo>
                <a:cubicBezTo>
                  <a:pt x="586" y="208"/>
                  <a:pt x="585" y="209"/>
                  <a:pt x="583" y="211"/>
                </a:cubicBezTo>
                <a:cubicBezTo>
                  <a:pt x="582" y="212"/>
                  <a:pt x="582" y="213"/>
                  <a:pt x="582" y="214"/>
                </a:cubicBezTo>
                <a:cubicBezTo>
                  <a:pt x="582" y="214"/>
                  <a:pt x="582" y="214"/>
                  <a:pt x="582" y="214"/>
                </a:cubicBezTo>
                <a:cubicBezTo>
                  <a:pt x="582" y="214"/>
                  <a:pt x="582" y="215"/>
                  <a:pt x="582" y="215"/>
                </a:cubicBezTo>
                <a:cubicBezTo>
                  <a:pt x="582" y="215"/>
                  <a:pt x="582" y="215"/>
                  <a:pt x="582" y="215"/>
                </a:cubicBezTo>
                <a:cubicBezTo>
                  <a:pt x="582" y="215"/>
                  <a:pt x="582" y="215"/>
                  <a:pt x="582" y="215"/>
                </a:cubicBezTo>
                <a:cubicBezTo>
                  <a:pt x="582" y="215"/>
                  <a:pt x="582" y="215"/>
                  <a:pt x="582" y="214"/>
                </a:cubicBezTo>
                <a:cubicBezTo>
                  <a:pt x="582" y="214"/>
                  <a:pt x="582" y="214"/>
                  <a:pt x="582" y="214"/>
                </a:cubicBezTo>
                <a:cubicBezTo>
                  <a:pt x="581" y="215"/>
                  <a:pt x="579" y="215"/>
                  <a:pt x="578" y="216"/>
                </a:cubicBezTo>
                <a:cubicBezTo>
                  <a:pt x="574" y="218"/>
                  <a:pt x="572" y="222"/>
                  <a:pt x="571" y="226"/>
                </a:cubicBezTo>
                <a:cubicBezTo>
                  <a:pt x="571" y="228"/>
                  <a:pt x="571" y="229"/>
                  <a:pt x="569" y="231"/>
                </a:cubicBezTo>
                <a:cubicBezTo>
                  <a:pt x="569" y="231"/>
                  <a:pt x="569" y="231"/>
                  <a:pt x="568" y="232"/>
                </a:cubicBezTo>
                <a:cubicBezTo>
                  <a:pt x="567" y="233"/>
                  <a:pt x="566" y="235"/>
                  <a:pt x="566" y="237"/>
                </a:cubicBezTo>
                <a:cubicBezTo>
                  <a:pt x="567" y="239"/>
                  <a:pt x="567" y="241"/>
                  <a:pt x="568" y="243"/>
                </a:cubicBezTo>
                <a:cubicBezTo>
                  <a:pt x="569" y="244"/>
                  <a:pt x="569" y="245"/>
                  <a:pt x="570" y="246"/>
                </a:cubicBezTo>
                <a:cubicBezTo>
                  <a:pt x="571" y="246"/>
                  <a:pt x="571" y="246"/>
                  <a:pt x="572" y="247"/>
                </a:cubicBezTo>
                <a:cubicBezTo>
                  <a:pt x="574" y="248"/>
                  <a:pt x="575" y="249"/>
                  <a:pt x="577" y="250"/>
                </a:cubicBezTo>
                <a:cubicBezTo>
                  <a:pt x="577" y="250"/>
                  <a:pt x="577" y="250"/>
                  <a:pt x="577" y="251"/>
                </a:cubicBezTo>
                <a:cubicBezTo>
                  <a:pt x="577" y="251"/>
                  <a:pt x="577" y="251"/>
                  <a:pt x="576" y="251"/>
                </a:cubicBezTo>
                <a:cubicBezTo>
                  <a:pt x="576" y="252"/>
                  <a:pt x="575" y="252"/>
                  <a:pt x="574" y="252"/>
                </a:cubicBezTo>
                <a:cubicBezTo>
                  <a:pt x="573" y="254"/>
                  <a:pt x="572" y="255"/>
                  <a:pt x="570" y="257"/>
                </a:cubicBezTo>
                <a:cubicBezTo>
                  <a:pt x="570" y="258"/>
                  <a:pt x="570" y="259"/>
                  <a:pt x="571" y="260"/>
                </a:cubicBezTo>
                <a:cubicBezTo>
                  <a:pt x="572" y="260"/>
                  <a:pt x="572" y="260"/>
                  <a:pt x="573" y="260"/>
                </a:cubicBezTo>
                <a:cubicBezTo>
                  <a:pt x="573" y="260"/>
                  <a:pt x="573" y="260"/>
                  <a:pt x="573" y="260"/>
                </a:cubicBezTo>
                <a:cubicBezTo>
                  <a:pt x="574" y="260"/>
                  <a:pt x="574" y="260"/>
                  <a:pt x="574" y="260"/>
                </a:cubicBezTo>
                <a:cubicBezTo>
                  <a:pt x="573" y="260"/>
                  <a:pt x="573" y="260"/>
                  <a:pt x="573" y="260"/>
                </a:cubicBezTo>
                <a:cubicBezTo>
                  <a:pt x="573" y="260"/>
                  <a:pt x="573" y="260"/>
                  <a:pt x="573" y="260"/>
                </a:cubicBezTo>
                <a:cubicBezTo>
                  <a:pt x="573" y="261"/>
                  <a:pt x="573" y="262"/>
                  <a:pt x="572" y="263"/>
                </a:cubicBezTo>
                <a:cubicBezTo>
                  <a:pt x="571" y="265"/>
                  <a:pt x="569" y="266"/>
                  <a:pt x="568" y="267"/>
                </a:cubicBezTo>
                <a:cubicBezTo>
                  <a:pt x="566" y="269"/>
                  <a:pt x="564" y="270"/>
                  <a:pt x="562" y="270"/>
                </a:cubicBezTo>
                <a:cubicBezTo>
                  <a:pt x="558" y="270"/>
                  <a:pt x="557" y="272"/>
                  <a:pt x="556" y="275"/>
                </a:cubicBezTo>
                <a:cubicBezTo>
                  <a:pt x="556" y="277"/>
                  <a:pt x="556" y="279"/>
                  <a:pt x="555" y="281"/>
                </a:cubicBezTo>
                <a:cubicBezTo>
                  <a:pt x="555" y="281"/>
                  <a:pt x="555" y="282"/>
                  <a:pt x="555" y="282"/>
                </a:cubicBezTo>
                <a:cubicBezTo>
                  <a:pt x="554" y="282"/>
                  <a:pt x="554" y="282"/>
                  <a:pt x="554" y="282"/>
                </a:cubicBezTo>
                <a:cubicBezTo>
                  <a:pt x="553" y="281"/>
                  <a:pt x="553" y="280"/>
                  <a:pt x="552" y="279"/>
                </a:cubicBezTo>
                <a:cubicBezTo>
                  <a:pt x="551" y="277"/>
                  <a:pt x="551" y="276"/>
                  <a:pt x="552" y="275"/>
                </a:cubicBezTo>
                <a:cubicBezTo>
                  <a:pt x="554" y="273"/>
                  <a:pt x="555" y="271"/>
                  <a:pt x="557" y="269"/>
                </a:cubicBezTo>
                <a:cubicBezTo>
                  <a:pt x="557" y="268"/>
                  <a:pt x="557" y="266"/>
                  <a:pt x="556" y="266"/>
                </a:cubicBezTo>
                <a:cubicBezTo>
                  <a:pt x="553" y="266"/>
                  <a:pt x="552" y="264"/>
                  <a:pt x="552" y="262"/>
                </a:cubicBezTo>
                <a:cubicBezTo>
                  <a:pt x="552" y="261"/>
                  <a:pt x="552" y="261"/>
                  <a:pt x="551" y="261"/>
                </a:cubicBezTo>
                <a:cubicBezTo>
                  <a:pt x="552" y="261"/>
                  <a:pt x="552" y="261"/>
                  <a:pt x="552" y="262"/>
                </a:cubicBezTo>
                <a:cubicBezTo>
                  <a:pt x="552" y="262"/>
                  <a:pt x="552" y="262"/>
                  <a:pt x="552" y="262"/>
                </a:cubicBezTo>
                <a:cubicBezTo>
                  <a:pt x="552" y="262"/>
                  <a:pt x="552" y="262"/>
                  <a:pt x="552" y="262"/>
                </a:cubicBezTo>
                <a:cubicBezTo>
                  <a:pt x="552" y="262"/>
                  <a:pt x="552" y="262"/>
                  <a:pt x="552" y="262"/>
                </a:cubicBezTo>
                <a:cubicBezTo>
                  <a:pt x="553" y="262"/>
                  <a:pt x="554" y="262"/>
                  <a:pt x="555" y="263"/>
                </a:cubicBezTo>
                <a:cubicBezTo>
                  <a:pt x="557" y="263"/>
                  <a:pt x="558" y="263"/>
                  <a:pt x="559" y="263"/>
                </a:cubicBezTo>
                <a:cubicBezTo>
                  <a:pt x="561" y="262"/>
                  <a:pt x="562" y="261"/>
                  <a:pt x="564" y="260"/>
                </a:cubicBezTo>
                <a:cubicBezTo>
                  <a:pt x="565" y="260"/>
                  <a:pt x="565" y="259"/>
                  <a:pt x="565" y="259"/>
                </a:cubicBezTo>
                <a:cubicBezTo>
                  <a:pt x="565" y="257"/>
                  <a:pt x="565" y="255"/>
                  <a:pt x="565" y="253"/>
                </a:cubicBezTo>
                <a:cubicBezTo>
                  <a:pt x="565" y="251"/>
                  <a:pt x="565" y="251"/>
                  <a:pt x="567" y="250"/>
                </a:cubicBezTo>
                <a:cubicBezTo>
                  <a:pt x="569" y="250"/>
                  <a:pt x="569" y="248"/>
                  <a:pt x="570" y="246"/>
                </a:cubicBezTo>
                <a:cubicBezTo>
                  <a:pt x="569" y="246"/>
                  <a:pt x="569" y="246"/>
                  <a:pt x="568" y="246"/>
                </a:cubicBezTo>
                <a:cubicBezTo>
                  <a:pt x="564" y="246"/>
                  <a:pt x="561" y="245"/>
                  <a:pt x="560" y="241"/>
                </a:cubicBezTo>
                <a:cubicBezTo>
                  <a:pt x="560" y="241"/>
                  <a:pt x="559" y="240"/>
                  <a:pt x="559" y="240"/>
                </a:cubicBezTo>
                <a:cubicBezTo>
                  <a:pt x="559" y="239"/>
                  <a:pt x="557" y="239"/>
                  <a:pt x="557" y="239"/>
                </a:cubicBezTo>
                <a:cubicBezTo>
                  <a:pt x="556" y="240"/>
                  <a:pt x="555" y="241"/>
                  <a:pt x="554" y="242"/>
                </a:cubicBezTo>
                <a:cubicBezTo>
                  <a:pt x="551" y="245"/>
                  <a:pt x="549" y="248"/>
                  <a:pt x="545" y="248"/>
                </a:cubicBezTo>
                <a:cubicBezTo>
                  <a:pt x="544" y="249"/>
                  <a:pt x="544" y="249"/>
                  <a:pt x="543" y="249"/>
                </a:cubicBezTo>
                <a:cubicBezTo>
                  <a:pt x="543" y="250"/>
                  <a:pt x="543" y="250"/>
                  <a:pt x="543" y="250"/>
                </a:cubicBezTo>
                <a:cubicBezTo>
                  <a:pt x="542" y="250"/>
                  <a:pt x="542" y="252"/>
                  <a:pt x="543" y="252"/>
                </a:cubicBezTo>
                <a:cubicBezTo>
                  <a:pt x="546" y="255"/>
                  <a:pt x="549" y="256"/>
                  <a:pt x="551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50" y="260"/>
                  <a:pt x="550" y="260"/>
                  <a:pt x="550" y="260"/>
                </a:cubicBezTo>
                <a:cubicBezTo>
                  <a:pt x="549" y="260"/>
                  <a:pt x="548" y="261"/>
                  <a:pt x="546" y="261"/>
                </a:cubicBezTo>
                <a:cubicBezTo>
                  <a:pt x="545" y="261"/>
                  <a:pt x="544" y="261"/>
                  <a:pt x="543" y="263"/>
                </a:cubicBezTo>
                <a:cubicBezTo>
                  <a:pt x="542" y="264"/>
                  <a:pt x="541" y="264"/>
                  <a:pt x="541" y="265"/>
                </a:cubicBezTo>
                <a:cubicBezTo>
                  <a:pt x="540" y="266"/>
                  <a:pt x="539" y="266"/>
                  <a:pt x="539" y="267"/>
                </a:cubicBezTo>
                <a:cubicBezTo>
                  <a:pt x="539" y="268"/>
                  <a:pt x="539" y="269"/>
                  <a:pt x="538" y="270"/>
                </a:cubicBezTo>
                <a:cubicBezTo>
                  <a:pt x="537" y="270"/>
                  <a:pt x="536" y="270"/>
                  <a:pt x="535" y="270"/>
                </a:cubicBezTo>
                <a:cubicBezTo>
                  <a:pt x="534" y="269"/>
                  <a:pt x="533" y="269"/>
                  <a:pt x="532" y="268"/>
                </a:cubicBezTo>
                <a:cubicBezTo>
                  <a:pt x="530" y="267"/>
                  <a:pt x="528" y="267"/>
                  <a:pt x="526" y="268"/>
                </a:cubicBezTo>
                <a:cubicBezTo>
                  <a:pt x="525" y="268"/>
                  <a:pt x="524" y="268"/>
                  <a:pt x="523" y="269"/>
                </a:cubicBezTo>
                <a:cubicBezTo>
                  <a:pt x="522" y="269"/>
                  <a:pt x="521" y="269"/>
                  <a:pt x="520" y="268"/>
                </a:cubicBezTo>
                <a:cubicBezTo>
                  <a:pt x="518" y="267"/>
                  <a:pt x="516" y="266"/>
                  <a:pt x="516" y="264"/>
                </a:cubicBezTo>
                <a:cubicBezTo>
                  <a:pt x="514" y="262"/>
                  <a:pt x="512" y="260"/>
                  <a:pt x="510" y="260"/>
                </a:cubicBezTo>
                <a:cubicBezTo>
                  <a:pt x="508" y="259"/>
                  <a:pt x="507" y="259"/>
                  <a:pt x="507" y="257"/>
                </a:cubicBezTo>
                <a:cubicBezTo>
                  <a:pt x="506" y="255"/>
                  <a:pt x="505" y="252"/>
                  <a:pt x="505" y="249"/>
                </a:cubicBezTo>
                <a:cubicBezTo>
                  <a:pt x="505" y="248"/>
                  <a:pt x="505" y="247"/>
                  <a:pt x="505" y="246"/>
                </a:cubicBezTo>
                <a:cubicBezTo>
                  <a:pt x="505" y="244"/>
                  <a:pt x="503" y="242"/>
                  <a:pt x="501" y="243"/>
                </a:cubicBezTo>
                <a:cubicBezTo>
                  <a:pt x="497" y="243"/>
                  <a:pt x="493" y="244"/>
                  <a:pt x="489" y="244"/>
                </a:cubicBezTo>
                <a:cubicBezTo>
                  <a:pt x="487" y="244"/>
                  <a:pt x="486" y="246"/>
                  <a:pt x="485" y="248"/>
                </a:cubicBezTo>
                <a:cubicBezTo>
                  <a:pt x="485" y="249"/>
                  <a:pt x="485" y="250"/>
                  <a:pt x="486" y="251"/>
                </a:cubicBezTo>
                <a:cubicBezTo>
                  <a:pt x="487" y="252"/>
                  <a:pt x="488" y="252"/>
                  <a:pt x="489" y="252"/>
                </a:cubicBezTo>
                <a:cubicBezTo>
                  <a:pt x="489" y="251"/>
                  <a:pt x="490" y="251"/>
                  <a:pt x="490" y="251"/>
                </a:cubicBezTo>
                <a:cubicBezTo>
                  <a:pt x="492" y="250"/>
                  <a:pt x="494" y="250"/>
                  <a:pt x="495" y="250"/>
                </a:cubicBezTo>
                <a:cubicBezTo>
                  <a:pt x="497" y="250"/>
                  <a:pt x="499" y="249"/>
                  <a:pt x="500" y="248"/>
                </a:cubicBezTo>
                <a:cubicBezTo>
                  <a:pt x="501" y="248"/>
                  <a:pt x="501" y="249"/>
                  <a:pt x="501" y="249"/>
                </a:cubicBezTo>
                <a:cubicBezTo>
                  <a:pt x="502" y="249"/>
                  <a:pt x="501" y="250"/>
                  <a:pt x="501" y="250"/>
                </a:cubicBezTo>
                <a:cubicBezTo>
                  <a:pt x="499" y="251"/>
                  <a:pt x="498" y="251"/>
                  <a:pt x="496" y="252"/>
                </a:cubicBezTo>
                <a:cubicBezTo>
                  <a:pt x="494" y="253"/>
                  <a:pt x="492" y="254"/>
                  <a:pt x="490" y="255"/>
                </a:cubicBezTo>
                <a:cubicBezTo>
                  <a:pt x="489" y="255"/>
                  <a:pt x="488" y="255"/>
                  <a:pt x="487" y="256"/>
                </a:cubicBezTo>
                <a:cubicBezTo>
                  <a:pt x="485" y="256"/>
                  <a:pt x="484" y="257"/>
                  <a:pt x="483" y="259"/>
                </a:cubicBezTo>
                <a:cubicBezTo>
                  <a:pt x="482" y="262"/>
                  <a:pt x="482" y="265"/>
                  <a:pt x="481" y="268"/>
                </a:cubicBezTo>
                <a:cubicBezTo>
                  <a:pt x="481" y="269"/>
                  <a:pt x="481" y="269"/>
                  <a:pt x="480" y="270"/>
                </a:cubicBezTo>
                <a:cubicBezTo>
                  <a:pt x="479" y="271"/>
                  <a:pt x="478" y="271"/>
                  <a:pt x="478" y="271"/>
                </a:cubicBezTo>
                <a:cubicBezTo>
                  <a:pt x="477" y="271"/>
                  <a:pt x="477" y="270"/>
                  <a:pt x="478" y="269"/>
                </a:cubicBezTo>
                <a:cubicBezTo>
                  <a:pt x="479" y="267"/>
                  <a:pt x="479" y="266"/>
                  <a:pt x="478" y="265"/>
                </a:cubicBezTo>
                <a:cubicBezTo>
                  <a:pt x="477" y="263"/>
                  <a:pt x="476" y="261"/>
                  <a:pt x="475" y="259"/>
                </a:cubicBezTo>
                <a:cubicBezTo>
                  <a:pt x="475" y="258"/>
                  <a:pt x="474" y="256"/>
                  <a:pt x="473" y="254"/>
                </a:cubicBezTo>
                <a:cubicBezTo>
                  <a:pt x="473" y="254"/>
                  <a:pt x="471" y="253"/>
                  <a:pt x="470" y="253"/>
                </a:cubicBezTo>
                <a:cubicBezTo>
                  <a:pt x="469" y="253"/>
                  <a:pt x="468" y="254"/>
                  <a:pt x="467" y="254"/>
                </a:cubicBezTo>
                <a:cubicBezTo>
                  <a:pt x="458" y="256"/>
                  <a:pt x="450" y="254"/>
                  <a:pt x="443" y="248"/>
                </a:cubicBezTo>
                <a:cubicBezTo>
                  <a:pt x="442" y="248"/>
                  <a:pt x="442" y="247"/>
                  <a:pt x="443" y="246"/>
                </a:cubicBezTo>
                <a:cubicBezTo>
                  <a:pt x="444" y="244"/>
                  <a:pt x="445" y="243"/>
                  <a:pt x="447" y="243"/>
                </a:cubicBezTo>
                <a:cubicBezTo>
                  <a:pt x="448" y="243"/>
                  <a:pt x="449" y="243"/>
                  <a:pt x="450" y="243"/>
                </a:cubicBezTo>
                <a:cubicBezTo>
                  <a:pt x="453" y="243"/>
                  <a:pt x="455" y="241"/>
                  <a:pt x="454" y="238"/>
                </a:cubicBezTo>
                <a:cubicBezTo>
                  <a:pt x="454" y="236"/>
                  <a:pt x="453" y="234"/>
                  <a:pt x="452" y="233"/>
                </a:cubicBezTo>
                <a:cubicBezTo>
                  <a:pt x="451" y="231"/>
                  <a:pt x="449" y="229"/>
                  <a:pt x="447" y="229"/>
                </a:cubicBezTo>
                <a:cubicBezTo>
                  <a:pt x="443" y="230"/>
                  <a:pt x="441" y="229"/>
                  <a:pt x="439" y="227"/>
                </a:cubicBezTo>
                <a:cubicBezTo>
                  <a:pt x="435" y="224"/>
                  <a:pt x="432" y="222"/>
                  <a:pt x="429" y="219"/>
                </a:cubicBezTo>
                <a:cubicBezTo>
                  <a:pt x="427" y="218"/>
                  <a:pt x="425" y="216"/>
                  <a:pt x="425" y="213"/>
                </a:cubicBezTo>
                <a:cubicBezTo>
                  <a:pt x="424" y="209"/>
                  <a:pt x="422" y="208"/>
                  <a:pt x="418" y="206"/>
                </a:cubicBezTo>
                <a:cubicBezTo>
                  <a:pt x="416" y="205"/>
                  <a:pt x="413" y="205"/>
                  <a:pt x="411" y="208"/>
                </a:cubicBezTo>
                <a:cubicBezTo>
                  <a:pt x="411" y="209"/>
                  <a:pt x="410" y="210"/>
                  <a:pt x="409" y="210"/>
                </a:cubicBezTo>
                <a:cubicBezTo>
                  <a:pt x="408" y="210"/>
                  <a:pt x="407" y="210"/>
                  <a:pt x="406" y="211"/>
                </a:cubicBezTo>
                <a:cubicBezTo>
                  <a:pt x="405" y="211"/>
                  <a:pt x="404" y="209"/>
                  <a:pt x="405" y="209"/>
                </a:cubicBezTo>
                <a:cubicBezTo>
                  <a:pt x="407" y="206"/>
                  <a:pt x="408" y="203"/>
                  <a:pt x="408" y="199"/>
                </a:cubicBezTo>
                <a:cubicBezTo>
                  <a:pt x="408" y="199"/>
                  <a:pt x="408" y="199"/>
                  <a:pt x="408" y="199"/>
                </a:cubicBezTo>
                <a:cubicBezTo>
                  <a:pt x="408" y="198"/>
                  <a:pt x="407" y="198"/>
                  <a:pt x="407" y="198"/>
                </a:cubicBezTo>
                <a:cubicBezTo>
                  <a:pt x="406" y="199"/>
                  <a:pt x="406" y="199"/>
                  <a:pt x="405" y="200"/>
                </a:cubicBezTo>
                <a:cubicBezTo>
                  <a:pt x="402" y="202"/>
                  <a:pt x="400" y="204"/>
                  <a:pt x="398" y="206"/>
                </a:cubicBezTo>
                <a:cubicBezTo>
                  <a:pt x="397" y="206"/>
                  <a:pt x="396" y="206"/>
                  <a:pt x="396" y="206"/>
                </a:cubicBezTo>
                <a:cubicBezTo>
                  <a:pt x="396" y="206"/>
                  <a:pt x="395" y="205"/>
                  <a:pt x="395" y="205"/>
                </a:cubicBezTo>
                <a:cubicBezTo>
                  <a:pt x="395" y="202"/>
                  <a:pt x="395" y="200"/>
                  <a:pt x="395" y="198"/>
                </a:cubicBezTo>
                <a:cubicBezTo>
                  <a:pt x="396" y="194"/>
                  <a:pt x="397" y="190"/>
                  <a:pt x="396" y="186"/>
                </a:cubicBezTo>
                <a:cubicBezTo>
                  <a:pt x="396" y="185"/>
                  <a:pt x="396" y="184"/>
                  <a:pt x="396" y="183"/>
                </a:cubicBezTo>
                <a:cubicBezTo>
                  <a:pt x="395" y="183"/>
                  <a:pt x="394" y="183"/>
                  <a:pt x="394" y="183"/>
                </a:cubicBezTo>
                <a:cubicBezTo>
                  <a:pt x="393" y="184"/>
                  <a:pt x="392" y="185"/>
                  <a:pt x="392" y="187"/>
                </a:cubicBezTo>
                <a:cubicBezTo>
                  <a:pt x="392" y="188"/>
                  <a:pt x="392" y="190"/>
                  <a:pt x="390" y="190"/>
                </a:cubicBezTo>
                <a:cubicBezTo>
                  <a:pt x="388" y="191"/>
                  <a:pt x="387" y="192"/>
                  <a:pt x="385" y="193"/>
                </a:cubicBezTo>
                <a:cubicBezTo>
                  <a:pt x="384" y="194"/>
                  <a:pt x="383" y="194"/>
                  <a:pt x="382" y="193"/>
                </a:cubicBezTo>
                <a:cubicBezTo>
                  <a:pt x="381" y="192"/>
                  <a:pt x="381" y="192"/>
                  <a:pt x="381" y="192"/>
                </a:cubicBezTo>
                <a:cubicBezTo>
                  <a:pt x="381" y="192"/>
                  <a:pt x="381" y="192"/>
                  <a:pt x="381" y="192"/>
                </a:cubicBezTo>
                <a:cubicBezTo>
                  <a:pt x="380" y="192"/>
                  <a:pt x="380" y="192"/>
                  <a:pt x="380" y="192"/>
                </a:cubicBezTo>
                <a:cubicBezTo>
                  <a:pt x="379" y="192"/>
                  <a:pt x="379" y="193"/>
                  <a:pt x="378" y="193"/>
                </a:cubicBezTo>
                <a:cubicBezTo>
                  <a:pt x="378" y="193"/>
                  <a:pt x="378" y="193"/>
                  <a:pt x="378" y="193"/>
                </a:cubicBezTo>
                <a:cubicBezTo>
                  <a:pt x="377" y="192"/>
                  <a:pt x="377" y="192"/>
                  <a:pt x="378" y="192"/>
                </a:cubicBezTo>
                <a:cubicBezTo>
                  <a:pt x="379" y="192"/>
                  <a:pt x="379" y="192"/>
                  <a:pt x="380" y="192"/>
                </a:cubicBezTo>
                <a:cubicBezTo>
                  <a:pt x="380" y="192"/>
                  <a:pt x="380" y="192"/>
                  <a:pt x="380" y="192"/>
                </a:cubicBezTo>
                <a:cubicBezTo>
                  <a:pt x="380" y="192"/>
                  <a:pt x="381" y="192"/>
                  <a:pt x="381" y="192"/>
                </a:cubicBezTo>
                <a:cubicBezTo>
                  <a:pt x="381" y="191"/>
                  <a:pt x="381" y="190"/>
                  <a:pt x="381" y="189"/>
                </a:cubicBezTo>
                <a:cubicBezTo>
                  <a:pt x="382" y="188"/>
                  <a:pt x="381" y="187"/>
                  <a:pt x="380" y="187"/>
                </a:cubicBezTo>
                <a:cubicBezTo>
                  <a:pt x="378" y="187"/>
                  <a:pt x="376" y="186"/>
                  <a:pt x="374" y="187"/>
                </a:cubicBezTo>
                <a:cubicBezTo>
                  <a:pt x="370" y="189"/>
                  <a:pt x="366" y="190"/>
                  <a:pt x="361" y="190"/>
                </a:cubicBezTo>
                <a:cubicBezTo>
                  <a:pt x="360" y="190"/>
                  <a:pt x="358" y="191"/>
                  <a:pt x="357" y="192"/>
                </a:cubicBezTo>
                <a:cubicBezTo>
                  <a:pt x="354" y="194"/>
                  <a:pt x="352" y="193"/>
                  <a:pt x="349" y="193"/>
                </a:cubicBezTo>
                <a:cubicBezTo>
                  <a:pt x="349" y="193"/>
                  <a:pt x="349" y="193"/>
                  <a:pt x="349" y="193"/>
                </a:cubicBezTo>
                <a:cubicBezTo>
                  <a:pt x="349" y="194"/>
                  <a:pt x="349" y="194"/>
                  <a:pt x="349" y="194"/>
                </a:cubicBezTo>
                <a:cubicBezTo>
                  <a:pt x="349" y="193"/>
                  <a:pt x="349" y="193"/>
                  <a:pt x="349" y="193"/>
                </a:cubicBezTo>
                <a:cubicBezTo>
                  <a:pt x="349" y="193"/>
                  <a:pt x="349" y="193"/>
                  <a:pt x="349" y="193"/>
                </a:cubicBezTo>
                <a:cubicBezTo>
                  <a:pt x="349" y="193"/>
                  <a:pt x="349" y="193"/>
                  <a:pt x="349" y="193"/>
                </a:cubicBezTo>
                <a:cubicBezTo>
                  <a:pt x="350" y="192"/>
                  <a:pt x="350" y="191"/>
                  <a:pt x="350" y="190"/>
                </a:cubicBezTo>
                <a:cubicBezTo>
                  <a:pt x="349" y="189"/>
                  <a:pt x="348" y="188"/>
                  <a:pt x="347" y="189"/>
                </a:cubicBezTo>
                <a:cubicBezTo>
                  <a:pt x="346" y="190"/>
                  <a:pt x="345" y="190"/>
                  <a:pt x="343" y="191"/>
                </a:cubicBezTo>
                <a:cubicBezTo>
                  <a:pt x="342" y="191"/>
                  <a:pt x="340" y="191"/>
                  <a:pt x="338" y="192"/>
                </a:cubicBezTo>
                <a:cubicBezTo>
                  <a:pt x="335" y="193"/>
                  <a:pt x="334" y="194"/>
                  <a:pt x="333" y="197"/>
                </a:cubicBezTo>
                <a:cubicBezTo>
                  <a:pt x="333" y="198"/>
                  <a:pt x="332" y="198"/>
                  <a:pt x="332" y="198"/>
                </a:cubicBezTo>
                <a:cubicBezTo>
                  <a:pt x="330" y="197"/>
                  <a:pt x="329" y="196"/>
                  <a:pt x="328" y="196"/>
                </a:cubicBezTo>
                <a:cubicBezTo>
                  <a:pt x="326" y="194"/>
                  <a:pt x="325" y="193"/>
                  <a:pt x="324" y="191"/>
                </a:cubicBezTo>
                <a:cubicBezTo>
                  <a:pt x="324" y="189"/>
                  <a:pt x="323" y="187"/>
                  <a:pt x="323" y="185"/>
                </a:cubicBezTo>
                <a:cubicBezTo>
                  <a:pt x="322" y="184"/>
                  <a:pt x="321" y="182"/>
                  <a:pt x="321" y="181"/>
                </a:cubicBezTo>
                <a:cubicBezTo>
                  <a:pt x="319" y="179"/>
                  <a:pt x="316" y="178"/>
                  <a:pt x="314" y="176"/>
                </a:cubicBezTo>
                <a:cubicBezTo>
                  <a:pt x="310" y="174"/>
                  <a:pt x="307" y="171"/>
                  <a:pt x="305" y="167"/>
                </a:cubicBezTo>
                <a:cubicBezTo>
                  <a:pt x="305" y="166"/>
                  <a:pt x="305" y="166"/>
                  <a:pt x="304" y="165"/>
                </a:cubicBezTo>
                <a:cubicBezTo>
                  <a:pt x="303" y="164"/>
                  <a:pt x="303" y="164"/>
                  <a:pt x="301" y="164"/>
                </a:cubicBezTo>
                <a:cubicBezTo>
                  <a:pt x="300" y="163"/>
                  <a:pt x="299" y="163"/>
                  <a:pt x="298" y="163"/>
                </a:cubicBezTo>
                <a:cubicBezTo>
                  <a:pt x="295" y="163"/>
                  <a:pt x="293" y="162"/>
                  <a:pt x="291" y="161"/>
                </a:cubicBezTo>
                <a:cubicBezTo>
                  <a:pt x="289" y="159"/>
                  <a:pt x="286" y="156"/>
                  <a:pt x="283" y="155"/>
                </a:cubicBezTo>
                <a:cubicBezTo>
                  <a:pt x="281" y="155"/>
                  <a:pt x="280" y="153"/>
                  <a:pt x="279" y="152"/>
                </a:cubicBezTo>
                <a:cubicBezTo>
                  <a:pt x="277" y="151"/>
                  <a:pt x="276" y="149"/>
                  <a:pt x="275" y="147"/>
                </a:cubicBezTo>
                <a:cubicBezTo>
                  <a:pt x="274" y="145"/>
                  <a:pt x="272" y="144"/>
                  <a:pt x="270" y="145"/>
                </a:cubicBezTo>
                <a:cubicBezTo>
                  <a:pt x="269" y="145"/>
                  <a:pt x="267" y="145"/>
                  <a:pt x="266" y="146"/>
                </a:cubicBezTo>
                <a:cubicBezTo>
                  <a:pt x="265" y="146"/>
                  <a:pt x="264" y="145"/>
                  <a:pt x="264" y="145"/>
                </a:cubicBezTo>
                <a:cubicBezTo>
                  <a:pt x="262" y="142"/>
                  <a:pt x="262" y="140"/>
                  <a:pt x="261" y="137"/>
                </a:cubicBezTo>
                <a:cubicBezTo>
                  <a:pt x="261" y="137"/>
                  <a:pt x="261" y="136"/>
                  <a:pt x="262" y="136"/>
                </a:cubicBezTo>
                <a:cubicBezTo>
                  <a:pt x="262" y="135"/>
                  <a:pt x="262" y="134"/>
                  <a:pt x="262" y="133"/>
                </a:cubicBezTo>
                <a:cubicBezTo>
                  <a:pt x="262" y="133"/>
                  <a:pt x="261" y="132"/>
                  <a:pt x="260" y="132"/>
                </a:cubicBezTo>
                <a:cubicBezTo>
                  <a:pt x="259" y="131"/>
                  <a:pt x="258" y="130"/>
                  <a:pt x="256" y="130"/>
                </a:cubicBezTo>
                <a:cubicBezTo>
                  <a:pt x="256" y="130"/>
                  <a:pt x="255" y="130"/>
                  <a:pt x="254" y="130"/>
                </a:cubicBezTo>
                <a:cubicBezTo>
                  <a:pt x="253" y="129"/>
                  <a:pt x="252" y="129"/>
                  <a:pt x="252" y="127"/>
                </a:cubicBezTo>
                <a:cubicBezTo>
                  <a:pt x="253" y="126"/>
                  <a:pt x="253" y="124"/>
                  <a:pt x="251" y="124"/>
                </a:cubicBezTo>
                <a:cubicBezTo>
                  <a:pt x="251" y="124"/>
                  <a:pt x="251" y="124"/>
                  <a:pt x="251" y="124"/>
                </a:cubicBezTo>
                <a:cubicBezTo>
                  <a:pt x="251" y="124"/>
                  <a:pt x="251" y="124"/>
                  <a:pt x="251" y="124"/>
                </a:cubicBezTo>
                <a:cubicBezTo>
                  <a:pt x="250" y="124"/>
                  <a:pt x="249" y="124"/>
                  <a:pt x="248" y="125"/>
                </a:cubicBezTo>
                <a:cubicBezTo>
                  <a:pt x="248" y="125"/>
                  <a:pt x="247" y="125"/>
                  <a:pt x="247" y="125"/>
                </a:cubicBezTo>
                <a:cubicBezTo>
                  <a:pt x="247" y="125"/>
                  <a:pt x="247" y="125"/>
                  <a:pt x="247" y="125"/>
                </a:cubicBezTo>
                <a:cubicBezTo>
                  <a:pt x="247" y="126"/>
                  <a:pt x="247" y="126"/>
                  <a:pt x="247" y="127"/>
                </a:cubicBezTo>
                <a:cubicBezTo>
                  <a:pt x="246" y="128"/>
                  <a:pt x="245" y="128"/>
                  <a:pt x="244" y="127"/>
                </a:cubicBezTo>
                <a:cubicBezTo>
                  <a:pt x="243" y="127"/>
                  <a:pt x="243" y="127"/>
                  <a:pt x="243" y="126"/>
                </a:cubicBezTo>
                <a:cubicBezTo>
                  <a:pt x="243" y="126"/>
                  <a:pt x="243" y="126"/>
                  <a:pt x="244" y="126"/>
                </a:cubicBezTo>
                <a:cubicBezTo>
                  <a:pt x="245" y="125"/>
                  <a:pt x="246" y="125"/>
                  <a:pt x="247" y="125"/>
                </a:cubicBezTo>
                <a:cubicBezTo>
                  <a:pt x="247" y="125"/>
                  <a:pt x="247" y="125"/>
                  <a:pt x="247" y="125"/>
                </a:cubicBezTo>
                <a:cubicBezTo>
                  <a:pt x="247" y="125"/>
                  <a:pt x="248" y="125"/>
                  <a:pt x="248" y="125"/>
                </a:cubicBezTo>
                <a:cubicBezTo>
                  <a:pt x="249" y="124"/>
                  <a:pt x="250" y="124"/>
                  <a:pt x="251" y="124"/>
                </a:cubicBezTo>
                <a:cubicBezTo>
                  <a:pt x="251" y="124"/>
                  <a:pt x="251" y="124"/>
                  <a:pt x="251" y="124"/>
                </a:cubicBezTo>
                <a:cubicBezTo>
                  <a:pt x="251" y="124"/>
                  <a:pt x="251" y="124"/>
                  <a:pt x="251" y="124"/>
                </a:cubicBezTo>
                <a:cubicBezTo>
                  <a:pt x="250" y="121"/>
                  <a:pt x="249" y="119"/>
                  <a:pt x="248" y="118"/>
                </a:cubicBezTo>
                <a:cubicBezTo>
                  <a:pt x="247" y="117"/>
                  <a:pt x="246" y="117"/>
                  <a:pt x="245" y="117"/>
                </a:cubicBezTo>
                <a:cubicBezTo>
                  <a:pt x="243" y="118"/>
                  <a:pt x="241" y="118"/>
                  <a:pt x="239" y="120"/>
                </a:cubicBezTo>
                <a:cubicBezTo>
                  <a:pt x="236" y="122"/>
                  <a:pt x="234" y="122"/>
                  <a:pt x="231" y="121"/>
                </a:cubicBezTo>
                <a:cubicBezTo>
                  <a:pt x="229" y="120"/>
                  <a:pt x="227" y="120"/>
                  <a:pt x="226" y="119"/>
                </a:cubicBezTo>
                <a:cubicBezTo>
                  <a:pt x="223" y="119"/>
                  <a:pt x="221" y="120"/>
                  <a:pt x="219" y="122"/>
                </a:cubicBezTo>
                <a:cubicBezTo>
                  <a:pt x="218" y="122"/>
                  <a:pt x="218" y="123"/>
                  <a:pt x="217" y="124"/>
                </a:cubicBezTo>
                <a:cubicBezTo>
                  <a:pt x="217" y="125"/>
                  <a:pt x="216" y="125"/>
                  <a:pt x="215" y="126"/>
                </a:cubicBezTo>
                <a:cubicBezTo>
                  <a:pt x="213" y="126"/>
                  <a:pt x="211" y="127"/>
                  <a:pt x="208" y="126"/>
                </a:cubicBezTo>
                <a:cubicBezTo>
                  <a:pt x="205" y="125"/>
                  <a:pt x="202" y="126"/>
                  <a:pt x="199" y="128"/>
                </a:cubicBezTo>
                <a:cubicBezTo>
                  <a:pt x="194" y="131"/>
                  <a:pt x="189" y="134"/>
                  <a:pt x="184" y="139"/>
                </a:cubicBezTo>
                <a:cubicBezTo>
                  <a:pt x="184" y="139"/>
                  <a:pt x="183" y="140"/>
                  <a:pt x="182" y="140"/>
                </a:cubicBezTo>
                <a:cubicBezTo>
                  <a:pt x="177" y="143"/>
                  <a:pt x="171" y="146"/>
                  <a:pt x="164" y="143"/>
                </a:cubicBezTo>
                <a:cubicBezTo>
                  <a:pt x="164" y="143"/>
                  <a:pt x="164" y="142"/>
                  <a:pt x="163" y="142"/>
                </a:cubicBezTo>
                <a:cubicBezTo>
                  <a:pt x="161" y="141"/>
                  <a:pt x="159" y="142"/>
                  <a:pt x="157" y="144"/>
                </a:cubicBezTo>
                <a:cubicBezTo>
                  <a:pt x="156" y="146"/>
                  <a:pt x="155" y="147"/>
                  <a:pt x="153" y="149"/>
                </a:cubicBezTo>
                <a:cubicBezTo>
                  <a:pt x="151" y="151"/>
                  <a:pt x="150" y="153"/>
                  <a:pt x="152" y="156"/>
                </a:cubicBezTo>
                <a:cubicBezTo>
                  <a:pt x="152" y="158"/>
                  <a:pt x="153" y="160"/>
                  <a:pt x="153" y="162"/>
                </a:cubicBezTo>
                <a:cubicBezTo>
                  <a:pt x="155" y="167"/>
                  <a:pt x="156" y="172"/>
                  <a:pt x="153" y="178"/>
                </a:cubicBezTo>
                <a:cubicBezTo>
                  <a:pt x="152" y="179"/>
                  <a:pt x="153" y="181"/>
                  <a:pt x="154" y="181"/>
                </a:cubicBezTo>
                <a:cubicBezTo>
                  <a:pt x="156" y="182"/>
                  <a:pt x="157" y="183"/>
                  <a:pt x="159" y="184"/>
                </a:cubicBezTo>
                <a:cubicBezTo>
                  <a:pt x="159" y="184"/>
                  <a:pt x="159" y="185"/>
                  <a:pt x="159" y="185"/>
                </a:cubicBezTo>
                <a:cubicBezTo>
                  <a:pt x="159" y="186"/>
                  <a:pt x="159" y="186"/>
                  <a:pt x="158" y="186"/>
                </a:cubicBezTo>
                <a:cubicBezTo>
                  <a:pt x="157" y="186"/>
                  <a:pt x="156" y="186"/>
                  <a:pt x="156" y="187"/>
                </a:cubicBezTo>
                <a:cubicBezTo>
                  <a:pt x="156" y="189"/>
                  <a:pt x="156" y="192"/>
                  <a:pt x="156" y="194"/>
                </a:cubicBezTo>
                <a:cubicBezTo>
                  <a:pt x="156" y="194"/>
                  <a:pt x="157" y="195"/>
                  <a:pt x="157" y="195"/>
                </a:cubicBezTo>
                <a:cubicBezTo>
                  <a:pt x="158" y="195"/>
                  <a:pt x="159" y="195"/>
                  <a:pt x="159" y="195"/>
                </a:cubicBezTo>
                <a:cubicBezTo>
                  <a:pt x="159" y="195"/>
                  <a:pt x="159" y="195"/>
                  <a:pt x="159" y="195"/>
                </a:cubicBezTo>
                <a:cubicBezTo>
                  <a:pt x="159" y="195"/>
                  <a:pt x="160" y="195"/>
                  <a:pt x="160" y="195"/>
                </a:cubicBezTo>
                <a:cubicBezTo>
                  <a:pt x="160" y="195"/>
                  <a:pt x="160" y="194"/>
                  <a:pt x="160" y="194"/>
                </a:cubicBezTo>
                <a:cubicBezTo>
                  <a:pt x="160" y="194"/>
                  <a:pt x="160" y="194"/>
                  <a:pt x="160" y="194"/>
                </a:cubicBezTo>
                <a:cubicBezTo>
                  <a:pt x="159" y="193"/>
                  <a:pt x="159" y="193"/>
                  <a:pt x="159" y="193"/>
                </a:cubicBezTo>
                <a:cubicBezTo>
                  <a:pt x="160" y="193"/>
                  <a:pt x="160" y="193"/>
                  <a:pt x="160" y="193"/>
                </a:cubicBezTo>
                <a:cubicBezTo>
                  <a:pt x="160" y="194"/>
                  <a:pt x="160" y="194"/>
                  <a:pt x="160" y="194"/>
                </a:cubicBezTo>
                <a:cubicBezTo>
                  <a:pt x="162" y="193"/>
                  <a:pt x="165" y="193"/>
                  <a:pt x="167" y="194"/>
                </a:cubicBezTo>
                <a:cubicBezTo>
                  <a:pt x="168" y="195"/>
                  <a:pt x="168" y="196"/>
                  <a:pt x="168" y="196"/>
                </a:cubicBezTo>
                <a:cubicBezTo>
                  <a:pt x="167" y="197"/>
                  <a:pt x="167" y="197"/>
                  <a:pt x="167" y="197"/>
                </a:cubicBezTo>
                <a:cubicBezTo>
                  <a:pt x="164" y="197"/>
                  <a:pt x="162" y="196"/>
                  <a:pt x="160" y="195"/>
                </a:cubicBezTo>
                <a:cubicBezTo>
                  <a:pt x="160" y="195"/>
                  <a:pt x="160" y="195"/>
                  <a:pt x="160" y="195"/>
                </a:cubicBezTo>
                <a:cubicBezTo>
                  <a:pt x="159" y="195"/>
                  <a:pt x="159" y="195"/>
                  <a:pt x="159" y="195"/>
                </a:cubicBezTo>
                <a:cubicBezTo>
                  <a:pt x="159" y="196"/>
                  <a:pt x="159" y="198"/>
                  <a:pt x="158" y="198"/>
                </a:cubicBezTo>
                <a:cubicBezTo>
                  <a:pt x="156" y="198"/>
                  <a:pt x="154" y="198"/>
                  <a:pt x="153" y="200"/>
                </a:cubicBezTo>
                <a:cubicBezTo>
                  <a:pt x="151" y="201"/>
                  <a:pt x="150" y="201"/>
                  <a:pt x="148" y="200"/>
                </a:cubicBezTo>
                <a:cubicBezTo>
                  <a:pt x="146" y="199"/>
                  <a:pt x="144" y="198"/>
                  <a:pt x="143" y="197"/>
                </a:cubicBezTo>
                <a:cubicBezTo>
                  <a:pt x="141" y="196"/>
                  <a:pt x="141" y="195"/>
                  <a:pt x="142" y="194"/>
                </a:cubicBezTo>
                <a:cubicBezTo>
                  <a:pt x="142" y="193"/>
                  <a:pt x="143" y="192"/>
                  <a:pt x="144" y="191"/>
                </a:cubicBezTo>
                <a:cubicBezTo>
                  <a:pt x="145" y="189"/>
                  <a:pt x="143" y="187"/>
                  <a:pt x="141" y="187"/>
                </a:cubicBezTo>
                <a:cubicBezTo>
                  <a:pt x="139" y="187"/>
                  <a:pt x="136" y="187"/>
                  <a:pt x="134" y="187"/>
                </a:cubicBezTo>
                <a:cubicBezTo>
                  <a:pt x="133" y="187"/>
                  <a:pt x="131" y="188"/>
                  <a:pt x="130" y="189"/>
                </a:cubicBezTo>
                <a:cubicBezTo>
                  <a:pt x="129" y="190"/>
                  <a:pt x="128" y="190"/>
                  <a:pt x="126" y="190"/>
                </a:cubicBezTo>
                <a:cubicBezTo>
                  <a:pt x="124" y="190"/>
                  <a:pt x="123" y="191"/>
                  <a:pt x="122" y="191"/>
                </a:cubicBezTo>
                <a:cubicBezTo>
                  <a:pt x="117" y="191"/>
                  <a:pt x="114" y="194"/>
                  <a:pt x="110" y="196"/>
                </a:cubicBezTo>
                <a:cubicBezTo>
                  <a:pt x="109" y="196"/>
                  <a:pt x="109" y="198"/>
                  <a:pt x="109" y="199"/>
                </a:cubicBezTo>
                <a:cubicBezTo>
                  <a:pt x="111" y="201"/>
                  <a:pt x="112" y="203"/>
                  <a:pt x="113" y="205"/>
                </a:cubicBezTo>
                <a:cubicBezTo>
                  <a:pt x="114" y="206"/>
                  <a:pt x="114" y="206"/>
                  <a:pt x="112" y="207"/>
                </a:cubicBezTo>
                <a:cubicBezTo>
                  <a:pt x="112" y="207"/>
                  <a:pt x="111" y="207"/>
                  <a:pt x="111" y="207"/>
                </a:cubicBezTo>
                <a:cubicBezTo>
                  <a:pt x="110" y="210"/>
                  <a:pt x="109" y="213"/>
                  <a:pt x="108" y="216"/>
                </a:cubicBezTo>
                <a:cubicBezTo>
                  <a:pt x="108" y="217"/>
                  <a:pt x="108" y="218"/>
                  <a:pt x="108" y="219"/>
                </a:cubicBezTo>
                <a:cubicBezTo>
                  <a:pt x="110" y="222"/>
                  <a:pt x="113" y="224"/>
                  <a:pt x="117" y="224"/>
                </a:cubicBezTo>
                <a:cubicBezTo>
                  <a:pt x="120" y="223"/>
                  <a:pt x="123" y="223"/>
                  <a:pt x="126" y="226"/>
                </a:cubicBezTo>
                <a:cubicBezTo>
                  <a:pt x="127" y="227"/>
                  <a:pt x="129" y="227"/>
                  <a:pt x="131" y="226"/>
                </a:cubicBezTo>
                <a:cubicBezTo>
                  <a:pt x="134" y="225"/>
                  <a:pt x="137" y="223"/>
                  <a:pt x="140" y="222"/>
                </a:cubicBezTo>
                <a:cubicBezTo>
                  <a:pt x="140" y="222"/>
                  <a:pt x="141" y="222"/>
                  <a:pt x="142" y="223"/>
                </a:cubicBezTo>
                <a:cubicBezTo>
                  <a:pt x="142" y="223"/>
                  <a:pt x="143" y="223"/>
                  <a:pt x="143" y="223"/>
                </a:cubicBezTo>
                <a:cubicBezTo>
                  <a:pt x="143" y="223"/>
                  <a:pt x="143" y="224"/>
                  <a:pt x="143" y="224"/>
                </a:cubicBezTo>
                <a:cubicBezTo>
                  <a:pt x="142" y="224"/>
                  <a:pt x="142" y="225"/>
                  <a:pt x="141" y="225"/>
                </a:cubicBezTo>
                <a:cubicBezTo>
                  <a:pt x="140" y="225"/>
                  <a:pt x="138" y="226"/>
                  <a:pt x="139" y="228"/>
                </a:cubicBezTo>
                <a:cubicBezTo>
                  <a:pt x="139" y="229"/>
                  <a:pt x="139" y="230"/>
                  <a:pt x="139" y="230"/>
                </a:cubicBezTo>
                <a:cubicBezTo>
                  <a:pt x="138" y="233"/>
                  <a:pt x="137" y="235"/>
                  <a:pt x="136" y="238"/>
                </a:cubicBezTo>
                <a:cubicBezTo>
                  <a:pt x="136" y="240"/>
                  <a:pt x="131" y="243"/>
                  <a:pt x="128" y="243"/>
                </a:cubicBezTo>
                <a:cubicBezTo>
                  <a:pt x="128" y="243"/>
                  <a:pt x="127" y="243"/>
                  <a:pt x="127" y="243"/>
                </a:cubicBezTo>
                <a:cubicBezTo>
                  <a:pt x="126" y="242"/>
                  <a:pt x="125" y="242"/>
                  <a:pt x="124" y="241"/>
                </a:cubicBezTo>
                <a:cubicBezTo>
                  <a:pt x="123" y="240"/>
                  <a:pt x="123" y="239"/>
                  <a:pt x="122" y="239"/>
                </a:cubicBezTo>
                <a:cubicBezTo>
                  <a:pt x="121" y="239"/>
                  <a:pt x="121" y="240"/>
                  <a:pt x="121" y="241"/>
                </a:cubicBezTo>
                <a:cubicBezTo>
                  <a:pt x="120" y="244"/>
                  <a:pt x="117" y="246"/>
                  <a:pt x="114" y="247"/>
                </a:cubicBezTo>
                <a:cubicBezTo>
                  <a:pt x="113" y="247"/>
                  <a:pt x="113" y="246"/>
                  <a:pt x="112" y="246"/>
                </a:cubicBezTo>
                <a:cubicBezTo>
                  <a:pt x="112" y="246"/>
                  <a:pt x="112" y="245"/>
                  <a:pt x="111" y="245"/>
                </a:cubicBezTo>
                <a:cubicBezTo>
                  <a:pt x="110" y="242"/>
                  <a:pt x="108" y="242"/>
                  <a:pt x="106" y="243"/>
                </a:cubicBezTo>
                <a:cubicBezTo>
                  <a:pt x="103" y="245"/>
                  <a:pt x="99" y="247"/>
                  <a:pt x="98" y="251"/>
                </a:cubicBezTo>
                <a:cubicBezTo>
                  <a:pt x="98" y="251"/>
                  <a:pt x="98" y="252"/>
                  <a:pt x="97" y="252"/>
                </a:cubicBezTo>
                <a:cubicBezTo>
                  <a:pt x="92" y="255"/>
                  <a:pt x="89" y="260"/>
                  <a:pt x="84" y="263"/>
                </a:cubicBezTo>
                <a:cubicBezTo>
                  <a:pt x="81" y="265"/>
                  <a:pt x="80" y="269"/>
                  <a:pt x="81" y="272"/>
                </a:cubicBezTo>
                <a:cubicBezTo>
                  <a:pt x="81" y="274"/>
                  <a:pt x="81" y="275"/>
                  <a:pt x="82" y="277"/>
                </a:cubicBezTo>
                <a:cubicBezTo>
                  <a:pt x="82" y="278"/>
                  <a:pt x="82" y="279"/>
                  <a:pt x="81" y="281"/>
                </a:cubicBezTo>
                <a:cubicBezTo>
                  <a:pt x="78" y="283"/>
                  <a:pt x="78" y="286"/>
                  <a:pt x="79" y="289"/>
                </a:cubicBezTo>
                <a:cubicBezTo>
                  <a:pt x="80" y="291"/>
                  <a:pt x="80" y="293"/>
                  <a:pt x="81" y="295"/>
                </a:cubicBezTo>
                <a:cubicBezTo>
                  <a:pt x="81" y="297"/>
                  <a:pt x="82" y="297"/>
                  <a:pt x="83" y="298"/>
                </a:cubicBezTo>
                <a:cubicBezTo>
                  <a:pt x="84" y="298"/>
                  <a:pt x="85" y="298"/>
                  <a:pt x="87" y="298"/>
                </a:cubicBezTo>
                <a:cubicBezTo>
                  <a:pt x="89" y="298"/>
                  <a:pt x="91" y="297"/>
                  <a:pt x="93" y="297"/>
                </a:cubicBezTo>
                <a:cubicBezTo>
                  <a:pt x="93" y="297"/>
                  <a:pt x="93" y="297"/>
                  <a:pt x="93" y="297"/>
                </a:cubicBezTo>
                <a:cubicBezTo>
                  <a:pt x="93" y="297"/>
                  <a:pt x="93" y="297"/>
                  <a:pt x="93" y="297"/>
                </a:cubicBezTo>
                <a:cubicBezTo>
                  <a:pt x="93" y="296"/>
                  <a:pt x="94" y="295"/>
                  <a:pt x="94" y="295"/>
                </a:cubicBezTo>
                <a:cubicBezTo>
                  <a:pt x="94" y="295"/>
                  <a:pt x="94" y="294"/>
                  <a:pt x="94" y="294"/>
                </a:cubicBezTo>
                <a:cubicBezTo>
                  <a:pt x="94" y="294"/>
                  <a:pt x="94" y="294"/>
                  <a:pt x="94" y="295"/>
                </a:cubicBezTo>
                <a:cubicBezTo>
                  <a:pt x="94" y="295"/>
                  <a:pt x="94" y="296"/>
                  <a:pt x="93" y="297"/>
                </a:cubicBezTo>
                <a:cubicBezTo>
                  <a:pt x="93" y="297"/>
                  <a:pt x="93" y="297"/>
                  <a:pt x="93" y="297"/>
                </a:cubicBezTo>
                <a:cubicBezTo>
                  <a:pt x="93" y="297"/>
                  <a:pt x="93" y="297"/>
                  <a:pt x="93" y="297"/>
                </a:cubicBezTo>
                <a:cubicBezTo>
                  <a:pt x="93" y="299"/>
                  <a:pt x="93" y="300"/>
                  <a:pt x="93" y="301"/>
                </a:cubicBezTo>
                <a:cubicBezTo>
                  <a:pt x="93" y="304"/>
                  <a:pt x="91" y="305"/>
                  <a:pt x="90" y="307"/>
                </a:cubicBezTo>
                <a:cubicBezTo>
                  <a:pt x="89" y="308"/>
                  <a:pt x="89" y="309"/>
                  <a:pt x="89" y="311"/>
                </a:cubicBezTo>
                <a:cubicBezTo>
                  <a:pt x="90" y="312"/>
                  <a:pt x="90" y="313"/>
                  <a:pt x="89" y="314"/>
                </a:cubicBezTo>
                <a:cubicBezTo>
                  <a:pt x="89" y="315"/>
                  <a:pt x="88" y="315"/>
                  <a:pt x="88" y="316"/>
                </a:cubicBezTo>
                <a:cubicBezTo>
                  <a:pt x="87" y="317"/>
                  <a:pt x="87" y="318"/>
                  <a:pt x="88" y="318"/>
                </a:cubicBezTo>
                <a:cubicBezTo>
                  <a:pt x="91" y="319"/>
                  <a:pt x="93" y="320"/>
                  <a:pt x="95" y="316"/>
                </a:cubicBezTo>
                <a:cubicBezTo>
                  <a:pt x="95" y="316"/>
                  <a:pt x="96" y="316"/>
                  <a:pt x="96" y="316"/>
                </a:cubicBezTo>
                <a:cubicBezTo>
                  <a:pt x="98" y="318"/>
                  <a:pt x="101" y="320"/>
                  <a:pt x="102" y="323"/>
                </a:cubicBezTo>
                <a:cubicBezTo>
                  <a:pt x="102" y="324"/>
                  <a:pt x="103" y="324"/>
                  <a:pt x="104" y="323"/>
                </a:cubicBezTo>
                <a:cubicBezTo>
                  <a:pt x="104" y="323"/>
                  <a:pt x="104" y="323"/>
                  <a:pt x="104" y="323"/>
                </a:cubicBezTo>
                <a:cubicBezTo>
                  <a:pt x="106" y="321"/>
                  <a:pt x="106" y="321"/>
                  <a:pt x="108" y="322"/>
                </a:cubicBezTo>
                <a:cubicBezTo>
                  <a:pt x="109" y="322"/>
                  <a:pt x="110" y="323"/>
                  <a:pt x="111" y="322"/>
                </a:cubicBezTo>
                <a:cubicBezTo>
                  <a:pt x="112" y="322"/>
                  <a:pt x="112" y="322"/>
                  <a:pt x="113" y="322"/>
                </a:cubicBezTo>
                <a:cubicBezTo>
                  <a:pt x="114" y="322"/>
                  <a:pt x="114" y="322"/>
                  <a:pt x="114" y="322"/>
                </a:cubicBezTo>
                <a:cubicBezTo>
                  <a:pt x="115" y="323"/>
                  <a:pt x="115" y="323"/>
                  <a:pt x="114" y="324"/>
                </a:cubicBezTo>
                <a:cubicBezTo>
                  <a:pt x="112" y="325"/>
                  <a:pt x="110" y="328"/>
                  <a:pt x="109" y="330"/>
                </a:cubicBezTo>
                <a:cubicBezTo>
                  <a:pt x="106" y="336"/>
                  <a:pt x="102" y="342"/>
                  <a:pt x="95" y="345"/>
                </a:cubicBezTo>
                <a:cubicBezTo>
                  <a:pt x="93" y="346"/>
                  <a:pt x="92" y="347"/>
                  <a:pt x="89" y="348"/>
                </a:cubicBezTo>
                <a:cubicBezTo>
                  <a:pt x="86" y="350"/>
                  <a:pt x="83" y="352"/>
                  <a:pt x="79" y="354"/>
                </a:cubicBezTo>
                <a:cubicBezTo>
                  <a:pt x="77" y="355"/>
                  <a:pt x="75" y="356"/>
                  <a:pt x="74" y="358"/>
                </a:cubicBezTo>
                <a:cubicBezTo>
                  <a:pt x="73" y="359"/>
                  <a:pt x="72" y="359"/>
                  <a:pt x="71" y="359"/>
                </a:cubicBezTo>
                <a:cubicBezTo>
                  <a:pt x="68" y="358"/>
                  <a:pt x="66" y="359"/>
                  <a:pt x="64" y="360"/>
                </a:cubicBezTo>
                <a:cubicBezTo>
                  <a:pt x="62" y="361"/>
                  <a:pt x="60" y="363"/>
                  <a:pt x="58" y="364"/>
                </a:cubicBezTo>
                <a:cubicBezTo>
                  <a:pt x="55" y="367"/>
                  <a:pt x="52" y="368"/>
                  <a:pt x="48" y="369"/>
                </a:cubicBezTo>
                <a:cubicBezTo>
                  <a:pt x="46" y="369"/>
                  <a:pt x="45" y="369"/>
                  <a:pt x="43" y="369"/>
                </a:cubicBezTo>
                <a:cubicBezTo>
                  <a:pt x="40" y="369"/>
                  <a:pt x="39" y="371"/>
                  <a:pt x="37" y="373"/>
                </a:cubicBezTo>
                <a:cubicBezTo>
                  <a:pt x="37" y="374"/>
                  <a:pt x="37" y="375"/>
                  <a:pt x="37" y="375"/>
                </a:cubicBezTo>
                <a:cubicBezTo>
                  <a:pt x="38" y="375"/>
                  <a:pt x="38" y="376"/>
                  <a:pt x="39" y="376"/>
                </a:cubicBezTo>
                <a:cubicBezTo>
                  <a:pt x="40" y="376"/>
                  <a:pt x="40" y="376"/>
                  <a:pt x="41" y="375"/>
                </a:cubicBezTo>
                <a:cubicBezTo>
                  <a:pt x="43" y="375"/>
                  <a:pt x="45" y="375"/>
                  <a:pt x="46" y="375"/>
                </a:cubicBezTo>
                <a:cubicBezTo>
                  <a:pt x="48" y="375"/>
                  <a:pt x="49" y="374"/>
                  <a:pt x="50" y="374"/>
                </a:cubicBezTo>
                <a:cubicBezTo>
                  <a:pt x="52" y="371"/>
                  <a:pt x="54" y="371"/>
                  <a:pt x="57" y="371"/>
                </a:cubicBezTo>
                <a:cubicBezTo>
                  <a:pt x="60" y="371"/>
                  <a:pt x="63" y="369"/>
                  <a:pt x="65" y="365"/>
                </a:cubicBezTo>
                <a:cubicBezTo>
                  <a:pt x="65" y="365"/>
                  <a:pt x="65" y="365"/>
                  <a:pt x="65" y="365"/>
                </a:cubicBezTo>
                <a:cubicBezTo>
                  <a:pt x="65" y="365"/>
                  <a:pt x="65" y="365"/>
                  <a:pt x="65" y="365"/>
                </a:cubicBezTo>
                <a:cubicBezTo>
                  <a:pt x="65" y="365"/>
                  <a:pt x="65" y="365"/>
                  <a:pt x="65" y="365"/>
                </a:cubicBezTo>
                <a:cubicBezTo>
                  <a:pt x="65" y="365"/>
                  <a:pt x="65" y="365"/>
                  <a:pt x="65" y="365"/>
                </a:cubicBezTo>
                <a:cubicBezTo>
                  <a:pt x="66" y="367"/>
                  <a:pt x="66" y="368"/>
                  <a:pt x="67" y="369"/>
                </a:cubicBezTo>
                <a:cubicBezTo>
                  <a:pt x="68" y="370"/>
                  <a:pt x="68" y="370"/>
                  <a:pt x="68" y="368"/>
                </a:cubicBezTo>
                <a:cubicBezTo>
                  <a:pt x="69" y="368"/>
                  <a:pt x="69" y="367"/>
                  <a:pt x="69" y="367"/>
                </a:cubicBezTo>
                <a:cubicBezTo>
                  <a:pt x="72" y="366"/>
                  <a:pt x="74" y="365"/>
                  <a:pt x="77" y="365"/>
                </a:cubicBezTo>
                <a:cubicBezTo>
                  <a:pt x="78" y="365"/>
                  <a:pt x="79" y="366"/>
                  <a:pt x="80" y="365"/>
                </a:cubicBezTo>
                <a:cubicBezTo>
                  <a:pt x="81" y="364"/>
                  <a:pt x="83" y="363"/>
                  <a:pt x="85" y="363"/>
                </a:cubicBezTo>
                <a:cubicBezTo>
                  <a:pt x="87" y="361"/>
                  <a:pt x="90" y="361"/>
                  <a:pt x="91" y="358"/>
                </a:cubicBezTo>
                <a:cubicBezTo>
                  <a:pt x="93" y="357"/>
                  <a:pt x="95" y="355"/>
                  <a:pt x="97" y="354"/>
                </a:cubicBezTo>
                <a:cubicBezTo>
                  <a:pt x="98" y="354"/>
                  <a:pt x="99" y="354"/>
                  <a:pt x="100" y="355"/>
                </a:cubicBezTo>
                <a:cubicBezTo>
                  <a:pt x="100" y="354"/>
                  <a:pt x="101" y="353"/>
                  <a:pt x="101" y="353"/>
                </a:cubicBezTo>
                <a:cubicBezTo>
                  <a:pt x="103" y="352"/>
                  <a:pt x="105" y="351"/>
                  <a:pt x="107" y="350"/>
                </a:cubicBezTo>
                <a:cubicBezTo>
                  <a:pt x="109" y="349"/>
                  <a:pt x="110" y="348"/>
                  <a:pt x="111" y="346"/>
                </a:cubicBezTo>
                <a:cubicBezTo>
                  <a:pt x="111" y="345"/>
                  <a:pt x="112" y="345"/>
                  <a:pt x="113" y="344"/>
                </a:cubicBezTo>
                <a:cubicBezTo>
                  <a:pt x="117" y="342"/>
                  <a:pt x="121" y="339"/>
                  <a:pt x="125" y="338"/>
                </a:cubicBezTo>
                <a:cubicBezTo>
                  <a:pt x="129" y="337"/>
                  <a:pt x="131" y="336"/>
                  <a:pt x="133" y="333"/>
                </a:cubicBezTo>
                <a:cubicBezTo>
                  <a:pt x="134" y="332"/>
                  <a:pt x="135" y="331"/>
                  <a:pt x="136" y="331"/>
                </a:cubicBezTo>
                <a:cubicBezTo>
                  <a:pt x="137" y="330"/>
                  <a:pt x="138" y="329"/>
                  <a:pt x="139" y="329"/>
                </a:cubicBezTo>
                <a:cubicBezTo>
                  <a:pt x="141" y="328"/>
                  <a:pt x="142" y="326"/>
                  <a:pt x="141" y="324"/>
                </a:cubicBezTo>
                <a:cubicBezTo>
                  <a:pt x="140" y="324"/>
                  <a:pt x="140" y="323"/>
                  <a:pt x="140" y="322"/>
                </a:cubicBezTo>
                <a:cubicBezTo>
                  <a:pt x="139" y="321"/>
                  <a:pt x="139" y="320"/>
                  <a:pt x="140" y="319"/>
                </a:cubicBezTo>
                <a:cubicBezTo>
                  <a:pt x="142" y="317"/>
                  <a:pt x="144" y="316"/>
                  <a:pt x="146" y="317"/>
                </a:cubicBezTo>
                <a:cubicBezTo>
                  <a:pt x="148" y="317"/>
                  <a:pt x="149" y="317"/>
                  <a:pt x="150" y="316"/>
                </a:cubicBezTo>
                <a:cubicBezTo>
                  <a:pt x="152" y="314"/>
                  <a:pt x="154" y="313"/>
                  <a:pt x="155" y="311"/>
                </a:cubicBezTo>
                <a:cubicBezTo>
                  <a:pt x="155" y="309"/>
                  <a:pt x="156" y="308"/>
                  <a:pt x="158" y="308"/>
                </a:cubicBezTo>
                <a:cubicBezTo>
                  <a:pt x="159" y="308"/>
                  <a:pt x="160" y="308"/>
                  <a:pt x="161" y="307"/>
                </a:cubicBezTo>
                <a:cubicBezTo>
                  <a:pt x="164" y="301"/>
                  <a:pt x="169" y="300"/>
                  <a:pt x="174" y="297"/>
                </a:cubicBezTo>
                <a:cubicBezTo>
                  <a:pt x="176" y="296"/>
                  <a:pt x="178" y="298"/>
                  <a:pt x="178" y="300"/>
                </a:cubicBezTo>
                <a:cubicBezTo>
                  <a:pt x="178" y="301"/>
                  <a:pt x="178" y="302"/>
                  <a:pt x="178" y="302"/>
                </a:cubicBezTo>
                <a:cubicBezTo>
                  <a:pt x="178" y="303"/>
                  <a:pt x="177" y="303"/>
                  <a:pt x="176" y="303"/>
                </a:cubicBezTo>
                <a:cubicBezTo>
                  <a:pt x="173" y="301"/>
                  <a:pt x="170" y="302"/>
                  <a:pt x="167" y="304"/>
                </a:cubicBezTo>
                <a:cubicBezTo>
                  <a:pt x="166" y="304"/>
                  <a:pt x="165" y="305"/>
                  <a:pt x="165" y="306"/>
                </a:cubicBezTo>
                <a:cubicBezTo>
                  <a:pt x="163" y="310"/>
                  <a:pt x="160" y="313"/>
                  <a:pt x="157" y="316"/>
                </a:cubicBezTo>
                <a:cubicBezTo>
                  <a:pt x="156" y="317"/>
                  <a:pt x="156" y="319"/>
                  <a:pt x="157" y="320"/>
                </a:cubicBezTo>
                <a:cubicBezTo>
                  <a:pt x="158" y="320"/>
                  <a:pt x="158" y="321"/>
                  <a:pt x="157" y="321"/>
                </a:cubicBezTo>
                <a:cubicBezTo>
                  <a:pt x="156" y="322"/>
                  <a:pt x="154" y="323"/>
                  <a:pt x="152" y="324"/>
                </a:cubicBezTo>
                <a:cubicBezTo>
                  <a:pt x="152" y="324"/>
                  <a:pt x="151" y="325"/>
                  <a:pt x="152" y="326"/>
                </a:cubicBezTo>
                <a:cubicBezTo>
                  <a:pt x="152" y="327"/>
                  <a:pt x="153" y="327"/>
                  <a:pt x="154" y="327"/>
                </a:cubicBezTo>
                <a:cubicBezTo>
                  <a:pt x="155" y="327"/>
                  <a:pt x="157" y="327"/>
                  <a:pt x="158" y="326"/>
                </a:cubicBezTo>
                <a:cubicBezTo>
                  <a:pt x="161" y="325"/>
                  <a:pt x="163" y="324"/>
                  <a:pt x="166" y="323"/>
                </a:cubicBezTo>
                <a:cubicBezTo>
                  <a:pt x="167" y="323"/>
                  <a:pt x="168" y="322"/>
                  <a:pt x="169" y="322"/>
                </a:cubicBezTo>
                <a:cubicBezTo>
                  <a:pt x="172" y="321"/>
                  <a:pt x="174" y="319"/>
                  <a:pt x="178" y="320"/>
                </a:cubicBezTo>
                <a:cubicBezTo>
                  <a:pt x="178" y="320"/>
                  <a:pt x="179" y="319"/>
                  <a:pt x="180" y="319"/>
                </a:cubicBezTo>
                <a:cubicBezTo>
                  <a:pt x="181" y="318"/>
                  <a:pt x="182" y="317"/>
                  <a:pt x="183" y="316"/>
                </a:cubicBezTo>
                <a:cubicBezTo>
                  <a:pt x="184" y="315"/>
                  <a:pt x="185" y="315"/>
                  <a:pt x="186" y="316"/>
                </a:cubicBezTo>
                <a:cubicBezTo>
                  <a:pt x="186" y="316"/>
                  <a:pt x="187" y="316"/>
                  <a:pt x="188" y="316"/>
                </a:cubicBezTo>
                <a:cubicBezTo>
                  <a:pt x="188" y="315"/>
                  <a:pt x="189" y="314"/>
                  <a:pt x="187" y="313"/>
                </a:cubicBezTo>
                <a:cubicBezTo>
                  <a:pt x="186" y="312"/>
                  <a:pt x="186" y="311"/>
                  <a:pt x="185" y="310"/>
                </a:cubicBezTo>
                <a:cubicBezTo>
                  <a:pt x="184" y="308"/>
                  <a:pt x="185" y="306"/>
                  <a:pt x="186" y="305"/>
                </a:cubicBezTo>
                <a:cubicBezTo>
                  <a:pt x="187" y="305"/>
                  <a:pt x="188" y="304"/>
                  <a:pt x="189" y="305"/>
                </a:cubicBezTo>
                <a:cubicBezTo>
                  <a:pt x="189" y="307"/>
                  <a:pt x="190" y="308"/>
                  <a:pt x="192" y="308"/>
                </a:cubicBezTo>
                <a:cubicBezTo>
                  <a:pt x="194" y="308"/>
                  <a:pt x="195" y="308"/>
                  <a:pt x="196" y="308"/>
                </a:cubicBezTo>
                <a:cubicBezTo>
                  <a:pt x="196" y="308"/>
                  <a:pt x="196" y="308"/>
                  <a:pt x="196" y="307"/>
                </a:cubicBezTo>
                <a:cubicBezTo>
                  <a:pt x="197" y="307"/>
                  <a:pt x="197" y="307"/>
                  <a:pt x="197" y="307"/>
                </a:cubicBezTo>
                <a:cubicBezTo>
                  <a:pt x="196" y="308"/>
                  <a:pt x="196" y="308"/>
                  <a:pt x="196" y="308"/>
                </a:cubicBezTo>
                <a:cubicBezTo>
                  <a:pt x="196" y="308"/>
                  <a:pt x="196" y="308"/>
                  <a:pt x="196" y="308"/>
                </a:cubicBezTo>
                <a:cubicBezTo>
                  <a:pt x="196" y="308"/>
                  <a:pt x="196" y="309"/>
                  <a:pt x="196" y="310"/>
                </a:cubicBezTo>
                <a:cubicBezTo>
                  <a:pt x="197" y="313"/>
                  <a:pt x="198" y="316"/>
                  <a:pt x="202" y="317"/>
                </a:cubicBezTo>
                <a:cubicBezTo>
                  <a:pt x="204" y="318"/>
                  <a:pt x="205" y="320"/>
                  <a:pt x="206" y="321"/>
                </a:cubicBezTo>
                <a:cubicBezTo>
                  <a:pt x="207" y="322"/>
                  <a:pt x="207" y="323"/>
                  <a:pt x="207" y="324"/>
                </a:cubicBezTo>
                <a:cubicBezTo>
                  <a:pt x="208" y="325"/>
                  <a:pt x="209" y="326"/>
                  <a:pt x="210" y="326"/>
                </a:cubicBezTo>
                <a:cubicBezTo>
                  <a:pt x="211" y="326"/>
                  <a:pt x="212" y="326"/>
                  <a:pt x="213" y="326"/>
                </a:cubicBezTo>
                <a:cubicBezTo>
                  <a:pt x="216" y="326"/>
                  <a:pt x="218" y="327"/>
                  <a:pt x="220" y="329"/>
                </a:cubicBezTo>
                <a:cubicBezTo>
                  <a:pt x="221" y="330"/>
                  <a:pt x="222" y="330"/>
                  <a:pt x="223" y="330"/>
                </a:cubicBezTo>
                <a:cubicBezTo>
                  <a:pt x="223" y="330"/>
                  <a:pt x="223" y="330"/>
                  <a:pt x="223" y="330"/>
                </a:cubicBezTo>
                <a:cubicBezTo>
                  <a:pt x="223" y="330"/>
                  <a:pt x="223" y="330"/>
                  <a:pt x="223" y="330"/>
                </a:cubicBezTo>
                <a:cubicBezTo>
                  <a:pt x="223" y="330"/>
                  <a:pt x="223" y="330"/>
                  <a:pt x="223" y="330"/>
                </a:cubicBezTo>
                <a:cubicBezTo>
                  <a:pt x="223" y="330"/>
                  <a:pt x="223" y="330"/>
                  <a:pt x="223" y="330"/>
                </a:cubicBezTo>
                <a:cubicBezTo>
                  <a:pt x="223" y="331"/>
                  <a:pt x="224" y="332"/>
                  <a:pt x="224" y="332"/>
                </a:cubicBezTo>
                <a:cubicBezTo>
                  <a:pt x="226" y="334"/>
                  <a:pt x="228" y="336"/>
                  <a:pt x="231" y="335"/>
                </a:cubicBezTo>
                <a:cubicBezTo>
                  <a:pt x="231" y="335"/>
                  <a:pt x="232" y="335"/>
                  <a:pt x="232" y="335"/>
                </a:cubicBezTo>
                <a:cubicBezTo>
                  <a:pt x="233" y="335"/>
                  <a:pt x="233" y="336"/>
                  <a:pt x="232" y="336"/>
                </a:cubicBezTo>
                <a:cubicBezTo>
                  <a:pt x="231" y="338"/>
                  <a:pt x="231" y="340"/>
                  <a:pt x="233" y="342"/>
                </a:cubicBezTo>
                <a:cubicBezTo>
                  <a:pt x="233" y="342"/>
                  <a:pt x="234" y="344"/>
                  <a:pt x="235" y="344"/>
                </a:cubicBezTo>
                <a:cubicBezTo>
                  <a:pt x="236" y="345"/>
                  <a:pt x="237" y="345"/>
                  <a:pt x="237" y="347"/>
                </a:cubicBezTo>
                <a:cubicBezTo>
                  <a:pt x="237" y="348"/>
                  <a:pt x="237" y="350"/>
                  <a:pt x="238" y="351"/>
                </a:cubicBezTo>
                <a:cubicBezTo>
                  <a:pt x="238" y="353"/>
                  <a:pt x="239" y="356"/>
                  <a:pt x="241" y="358"/>
                </a:cubicBezTo>
                <a:cubicBezTo>
                  <a:pt x="242" y="359"/>
                  <a:pt x="243" y="359"/>
                  <a:pt x="245" y="359"/>
                </a:cubicBezTo>
                <a:cubicBezTo>
                  <a:pt x="246" y="359"/>
                  <a:pt x="247" y="358"/>
                  <a:pt x="247" y="357"/>
                </a:cubicBezTo>
                <a:cubicBezTo>
                  <a:pt x="247" y="356"/>
                  <a:pt x="246" y="355"/>
                  <a:pt x="246" y="354"/>
                </a:cubicBezTo>
                <a:cubicBezTo>
                  <a:pt x="246" y="354"/>
                  <a:pt x="246" y="354"/>
                  <a:pt x="246" y="353"/>
                </a:cubicBezTo>
                <a:cubicBezTo>
                  <a:pt x="247" y="353"/>
                  <a:pt x="247" y="353"/>
                  <a:pt x="247" y="354"/>
                </a:cubicBezTo>
                <a:cubicBezTo>
                  <a:pt x="248" y="355"/>
                  <a:pt x="248" y="356"/>
                  <a:pt x="248" y="357"/>
                </a:cubicBezTo>
                <a:cubicBezTo>
                  <a:pt x="249" y="359"/>
                  <a:pt x="250" y="360"/>
                  <a:pt x="251" y="361"/>
                </a:cubicBezTo>
                <a:cubicBezTo>
                  <a:pt x="251" y="362"/>
                  <a:pt x="251" y="362"/>
                  <a:pt x="251" y="362"/>
                </a:cubicBezTo>
                <a:cubicBezTo>
                  <a:pt x="251" y="363"/>
                  <a:pt x="250" y="363"/>
                  <a:pt x="250" y="362"/>
                </a:cubicBezTo>
                <a:cubicBezTo>
                  <a:pt x="249" y="362"/>
                  <a:pt x="249" y="362"/>
                  <a:pt x="248" y="362"/>
                </a:cubicBezTo>
                <a:cubicBezTo>
                  <a:pt x="246" y="361"/>
                  <a:pt x="244" y="362"/>
                  <a:pt x="244" y="364"/>
                </a:cubicBezTo>
                <a:cubicBezTo>
                  <a:pt x="243" y="365"/>
                  <a:pt x="242" y="367"/>
                  <a:pt x="243" y="369"/>
                </a:cubicBezTo>
                <a:cubicBezTo>
                  <a:pt x="243" y="370"/>
                  <a:pt x="243" y="372"/>
                  <a:pt x="244" y="374"/>
                </a:cubicBezTo>
                <a:cubicBezTo>
                  <a:pt x="243" y="374"/>
                  <a:pt x="243" y="374"/>
                  <a:pt x="243" y="374"/>
                </a:cubicBezTo>
                <a:cubicBezTo>
                  <a:pt x="243" y="374"/>
                  <a:pt x="243" y="374"/>
                  <a:pt x="243" y="374"/>
                </a:cubicBezTo>
                <a:cubicBezTo>
                  <a:pt x="244" y="374"/>
                  <a:pt x="244" y="374"/>
                  <a:pt x="244" y="374"/>
                </a:cubicBezTo>
                <a:cubicBezTo>
                  <a:pt x="245" y="375"/>
                  <a:pt x="245" y="377"/>
                  <a:pt x="245" y="378"/>
                </a:cubicBezTo>
                <a:cubicBezTo>
                  <a:pt x="244" y="381"/>
                  <a:pt x="243" y="384"/>
                  <a:pt x="244" y="387"/>
                </a:cubicBezTo>
                <a:cubicBezTo>
                  <a:pt x="244" y="387"/>
                  <a:pt x="244" y="388"/>
                  <a:pt x="244" y="388"/>
                </a:cubicBezTo>
                <a:cubicBezTo>
                  <a:pt x="245" y="388"/>
                  <a:pt x="246" y="388"/>
                  <a:pt x="246" y="387"/>
                </a:cubicBezTo>
                <a:cubicBezTo>
                  <a:pt x="247" y="385"/>
                  <a:pt x="248" y="383"/>
                  <a:pt x="249" y="382"/>
                </a:cubicBezTo>
                <a:cubicBezTo>
                  <a:pt x="249" y="381"/>
                  <a:pt x="249" y="381"/>
                  <a:pt x="249" y="381"/>
                </a:cubicBezTo>
                <a:cubicBezTo>
                  <a:pt x="249" y="381"/>
                  <a:pt x="249" y="381"/>
                  <a:pt x="249" y="381"/>
                </a:cubicBezTo>
                <a:cubicBezTo>
                  <a:pt x="250" y="380"/>
                  <a:pt x="251" y="379"/>
                  <a:pt x="252" y="379"/>
                </a:cubicBezTo>
                <a:cubicBezTo>
                  <a:pt x="252" y="379"/>
                  <a:pt x="253" y="379"/>
                  <a:pt x="253" y="379"/>
                </a:cubicBezTo>
                <a:cubicBezTo>
                  <a:pt x="253" y="379"/>
                  <a:pt x="253" y="379"/>
                  <a:pt x="253" y="379"/>
                </a:cubicBezTo>
                <a:cubicBezTo>
                  <a:pt x="253" y="379"/>
                  <a:pt x="253" y="379"/>
                  <a:pt x="253" y="379"/>
                </a:cubicBezTo>
                <a:cubicBezTo>
                  <a:pt x="255" y="375"/>
                  <a:pt x="258" y="372"/>
                  <a:pt x="259" y="368"/>
                </a:cubicBezTo>
                <a:cubicBezTo>
                  <a:pt x="259" y="368"/>
                  <a:pt x="260" y="368"/>
                  <a:pt x="260" y="368"/>
                </a:cubicBezTo>
                <a:cubicBezTo>
                  <a:pt x="261" y="368"/>
                  <a:pt x="261" y="369"/>
                  <a:pt x="261" y="369"/>
                </a:cubicBezTo>
                <a:cubicBezTo>
                  <a:pt x="261" y="370"/>
                  <a:pt x="261" y="371"/>
                  <a:pt x="261" y="371"/>
                </a:cubicBezTo>
                <a:cubicBezTo>
                  <a:pt x="260" y="373"/>
                  <a:pt x="259" y="375"/>
                  <a:pt x="259" y="377"/>
                </a:cubicBezTo>
                <a:cubicBezTo>
                  <a:pt x="258" y="378"/>
                  <a:pt x="259" y="379"/>
                  <a:pt x="259" y="381"/>
                </a:cubicBezTo>
                <a:cubicBezTo>
                  <a:pt x="260" y="381"/>
                  <a:pt x="260" y="381"/>
                  <a:pt x="260" y="381"/>
                </a:cubicBezTo>
                <a:cubicBezTo>
                  <a:pt x="260" y="381"/>
                  <a:pt x="260" y="381"/>
                  <a:pt x="260" y="381"/>
                </a:cubicBezTo>
                <a:cubicBezTo>
                  <a:pt x="260" y="382"/>
                  <a:pt x="261" y="383"/>
                  <a:pt x="261" y="384"/>
                </a:cubicBezTo>
                <a:cubicBezTo>
                  <a:pt x="261" y="384"/>
                  <a:pt x="261" y="384"/>
                  <a:pt x="261" y="384"/>
                </a:cubicBezTo>
                <a:cubicBezTo>
                  <a:pt x="261" y="385"/>
                  <a:pt x="261" y="385"/>
                  <a:pt x="261" y="385"/>
                </a:cubicBezTo>
                <a:cubicBezTo>
                  <a:pt x="261" y="384"/>
                  <a:pt x="261" y="384"/>
                  <a:pt x="261" y="384"/>
                </a:cubicBezTo>
                <a:cubicBezTo>
                  <a:pt x="261" y="384"/>
                  <a:pt x="261" y="384"/>
                  <a:pt x="261" y="384"/>
                </a:cubicBezTo>
                <a:cubicBezTo>
                  <a:pt x="260" y="383"/>
                  <a:pt x="260" y="382"/>
                  <a:pt x="260" y="381"/>
                </a:cubicBezTo>
                <a:cubicBezTo>
                  <a:pt x="260" y="381"/>
                  <a:pt x="260" y="381"/>
                  <a:pt x="260" y="381"/>
                </a:cubicBezTo>
                <a:cubicBezTo>
                  <a:pt x="260" y="381"/>
                  <a:pt x="260" y="381"/>
                  <a:pt x="259" y="381"/>
                </a:cubicBezTo>
                <a:cubicBezTo>
                  <a:pt x="258" y="380"/>
                  <a:pt x="257" y="380"/>
                  <a:pt x="257" y="380"/>
                </a:cubicBezTo>
                <a:cubicBezTo>
                  <a:pt x="255" y="379"/>
                  <a:pt x="254" y="379"/>
                  <a:pt x="253" y="379"/>
                </a:cubicBezTo>
                <a:cubicBezTo>
                  <a:pt x="253" y="379"/>
                  <a:pt x="253" y="379"/>
                  <a:pt x="253" y="379"/>
                </a:cubicBezTo>
                <a:cubicBezTo>
                  <a:pt x="253" y="379"/>
                  <a:pt x="253" y="379"/>
                  <a:pt x="252" y="379"/>
                </a:cubicBezTo>
                <a:cubicBezTo>
                  <a:pt x="252" y="381"/>
                  <a:pt x="250" y="381"/>
                  <a:pt x="249" y="381"/>
                </a:cubicBezTo>
                <a:cubicBezTo>
                  <a:pt x="249" y="381"/>
                  <a:pt x="249" y="381"/>
                  <a:pt x="249" y="381"/>
                </a:cubicBezTo>
                <a:cubicBezTo>
                  <a:pt x="249" y="381"/>
                  <a:pt x="249" y="381"/>
                  <a:pt x="249" y="382"/>
                </a:cubicBezTo>
                <a:cubicBezTo>
                  <a:pt x="248" y="384"/>
                  <a:pt x="249" y="387"/>
                  <a:pt x="248" y="389"/>
                </a:cubicBezTo>
                <a:cubicBezTo>
                  <a:pt x="247" y="390"/>
                  <a:pt x="248" y="391"/>
                  <a:pt x="249" y="392"/>
                </a:cubicBezTo>
                <a:cubicBezTo>
                  <a:pt x="250" y="392"/>
                  <a:pt x="250" y="392"/>
                  <a:pt x="251" y="392"/>
                </a:cubicBezTo>
                <a:cubicBezTo>
                  <a:pt x="251" y="392"/>
                  <a:pt x="251" y="392"/>
                  <a:pt x="251" y="392"/>
                </a:cubicBezTo>
                <a:cubicBezTo>
                  <a:pt x="251" y="391"/>
                  <a:pt x="251" y="391"/>
                  <a:pt x="251" y="391"/>
                </a:cubicBezTo>
                <a:cubicBezTo>
                  <a:pt x="251" y="391"/>
                  <a:pt x="251" y="390"/>
                  <a:pt x="252" y="390"/>
                </a:cubicBezTo>
                <a:cubicBezTo>
                  <a:pt x="252" y="390"/>
                  <a:pt x="252" y="390"/>
                  <a:pt x="252" y="390"/>
                </a:cubicBezTo>
                <a:cubicBezTo>
                  <a:pt x="252" y="391"/>
                  <a:pt x="251" y="391"/>
                  <a:pt x="251" y="391"/>
                </a:cubicBezTo>
                <a:cubicBezTo>
                  <a:pt x="251" y="391"/>
                  <a:pt x="251" y="392"/>
                  <a:pt x="251" y="392"/>
                </a:cubicBezTo>
                <a:cubicBezTo>
                  <a:pt x="251" y="392"/>
                  <a:pt x="251" y="392"/>
                  <a:pt x="251" y="392"/>
                </a:cubicBezTo>
                <a:cubicBezTo>
                  <a:pt x="250" y="393"/>
                  <a:pt x="250" y="394"/>
                  <a:pt x="250" y="394"/>
                </a:cubicBezTo>
                <a:cubicBezTo>
                  <a:pt x="251" y="395"/>
                  <a:pt x="252" y="396"/>
                  <a:pt x="251" y="398"/>
                </a:cubicBezTo>
                <a:cubicBezTo>
                  <a:pt x="251" y="399"/>
                  <a:pt x="251" y="400"/>
                  <a:pt x="250" y="401"/>
                </a:cubicBezTo>
                <a:cubicBezTo>
                  <a:pt x="250" y="402"/>
                  <a:pt x="250" y="403"/>
                  <a:pt x="250" y="404"/>
                </a:cubicBezTo>
                <a:cubicBezTo>
                  <a:pt x="252" y="406"/>
                  <a:pt x="252" y="408"/>
                  <a:pt x="253" y="410"/>
                </a:cubicBezTo>
                <a:cubicBezTo>
                  <a:pt x="253" y="411"/>
                  <a:pt x="254" y="411"/>
                  <a:pt x="254" y="411"/>
                </a:cubicBezTo>
                <a:cubicBezTo>
                  <a:pt x="254" y="411"/>
                  <a:pt x="255" y="411"/>
                  <a:pt x="255" y="410"/>
                </a:cubicBezTo>
                <a:cubicBezTo>
                  <a:pt x="256" y="408"/>
                  <a:pt x="258" y="405"/>
                  <a:pt x="258" y="402"/>
                </a:cubicBezTo>
                <a:cubicBezTo>
                  <a:pt x="258" y="402"/>
                  <a:pt x="258" y="402"/>
                  <a:pt x="258" y="402"/>
                </a:cubicBezTo>
                <a:cubicBezTo>
                  <a:pt x="258" y="402"/>
                  <a:pt x="258" y="402"/>
                  <a:pt x="258" y="402"/>
                </a:cubicBezTo>
                <a:cubicBezTo>
                  <a:pt x="257" y="402"/>
                  <a:pt x="257" y="401"/>
                  <a:pt x="257" y="401"/>
                </a:cubicBezTo>
                <a:cubicBezTo>
                  <a:pt x="257" y="401"/>
                  <a:pt x="258" y="401"/>
                  <a:pt x="258" y="401"/>
                </a:cubicBezTo>
                <a:cubicBezTo>
                  <a:pt x="258" y="402"/>
                  <a:pt x="258" y="402"/>
                  <a:pt x="258" y="402"/>
                </a:cubicBezTo>
                <a:cubicBezTo>
                  <a:pt x="258" y="402"/>
                  <a:pt x="258" y="402"/>
                  <a:pt x="258" y="402"/>
                </a:cubicBezTo>
                <a:cubicBezTo>
                  <a:pt x="258" y="402"/>
                  <a:pt x="258" y="402"/>
                  <a:pt x="258" y="402"/>
                </a:cubicBezTo>
                <a:cubicBezTo>
                  <a:pt x="258" y="402"/>
                  <a:pt x="259" y="402"/>
                  <a:pt x="259" y="402"/>
                </a:cubicBezTo>
                <a:cubicBezTo>
                  <a:pt x="259" y="402"/>
                  <a:pt x="259" y="402"/>
                  <a:pt x="259" y="402"/>
                </a:cubicBezTo>
                <a:cubicBezTo>
                  <a:pt x="259" y="402"/>
                  <a:pt x="260" y="402"/>
                  <a:pt x="260" y="402"/>
                </a:cubicBezTo>
                <a:cubicBezTo>
                  <a:pt x="260" y="402"/>
                  <a:pt x="260" y="402"/>
                  <a:pt x="260" y="402"/>
                </a:cubicBezTo>
                <a:cubicBezTo>
                  <a:pt x="260" y="402"/>
                  <a:pt x="260" y="402"/>
                  <a:pt x="259" y="402"/>
                </a:cubicBezTo>
                <a:cubicBezTo>
                  <a:pt x="260" y="403"/>
                  <a:pt x="261" y="404"/>
                  <a:pt x="261" y="405"/>
                </a:cubicBezTo>
                <a:cubicBezTo>
                  <a:pt x="261" y="405"/>
                  <a:pt x="261" y="405"/>
                  <a:pt x="262" y="405"/>
                </a:cubicBezTo>
                <a:cubicBezTo>
                  <a:pt x="262" y="405"/>
                  <a:pt x="262" y="406"/>
                  <a:pt x="262" y="406"/>
                </a:cubicBezTo>
                <a:cubicBezTo>
                  <a:pt x="262" y="406"/>
                  <a:pt x="262" y="406"/>
                  <a:pt x="262" y="407"/>
                </a:cubicBezTo>
                <a:cubicBezTo>
                  <a:pt x="262" y="408"/>
                  <a:pt x="262" y="408"/>
                  <a:pt x="262" y="407"/>
                </a:cubicBezTo>
                <a:cubicBezTo>
                  <a:pt x="262" y="407"/>
                  <a:pt x="262" y="406"/>
                  <a:pt x="262" y="406"/>
                </a:cubicBezTo>
                <a:cubicBezTo>
                  <a:pt x="262" y="406"/>
                  <a:pt x="262" y="406"/>
                  <a:pt x="262" y="406"/>
                </a:cubicBezTo>
                <a:cubicBezTo>
                  <a:pt x="262" y="406"/>
                  <a:pt x="261" y="405"/>
                  <a:pt x="261" y="405"/>
                </a:cubicBezTo>
                <a:cubicBezTo>
                  <a:pt x="261" y="405"/>
                  <a:pt x="261" y="405"/>
                  <a:pt x="261" y="405"/>
                </a:cubicBezTo>
                <a:cubicBezTo>
                  <a:pt x="260" y="406"/>
                  <a:pt x="260" y="407"/>
                  <a:pt x="260" y="409"/>
                </a:cubicBezTo>
                <a:cubicBezTo>
                  <a:pt x="260" y="410"/>
                  <a:pt x="261" y="411"/>
                  <a:pt x="262" y="411"/>
                </a:cubicBezTo>
                <a:cubicBezTo>
                  <a:pt x="263" y="412"/>
                  <a:pt x="264" y="412"/>
                  <a:pt x="264" y="412"/>
                </a:cubicBezTo>
                <a:cubicBezTo>
                  <a:pt x="266" y="412"/>
                  <a:pt x="266" y="413"/>
                  <a:pt x="265" y="414"/>
                </a:cubicBezTo>
                <a:cubicBezTo>
                  <a:pt x="264" y="415"/>
                  <a:pt x="262" y="417"/>
                  <a:pt x="262" y="420"/>
                </a:cubicBezTo>
                <a:cubicBezTo>
                  <a:pt x="262" y="421"/>
                  <a:pt x="261" y="421"/>
                  <a:pt x="260" y="421"/>
                </a:cubicBezTo>
                <a:cubicBezTo>
                  <a:pt x="259" y="422"/>
                  <a:pt x="259" y="422"/>
                  <a:pt x="260" y="423"/>
                </a:cubicBezTo>
                <a:cubicBezTo>
                  <a:pt x="262" y="425"/>
                  <a:pt x="262" y="426"/>
                  <a:pt x="259" y="427"/>
                </a:cubicBezTo>
                <a:cubicBezTo>
                  <a:pt x="259" y="428"/>
                  <a:pt x="258" y="428"/>
                  <a:pt x="258" y="428"/>
                </a:cubicBezTo>
                <a:cubicBezTo>
                  <a:pt x="259" y="430"/>
                  <a:pt x="260" y="432"/>
                  <a:pt x="262" y="431"/>
                </a:cubicBezTo>
                <a:cubicBezTo>
                  <a:pt x="264" y="431"/>
                  <a:pt x="266" y="430"/>
                  <a:pt x="268" y="430"/>
                </a:cubicBezTo>
                <a:cubicBezTo>
                  <a:pt x="268" y="430"/>
                  <a:pt x="269" y="430"/>
                  <a:pt x="269" y="430"/>
                </a:cubicBezTo>
                <a:cubicBezTo>
                  <a:pt x="269" y="431"/>
                  <a:pt x="269" y="431"/>
                  <a:pt x="268" y="432"/>
                </a:cubicBezTo>
                <a:cubicBezTo>
                  <a:pt x="268" y="432"/>
                  <a:pt x="267" y="433"/>
                  <a:pt x="266" y="434"/>
                </a:cubicBezTo>
                <a:cubicBezTo>
                  <a:pt x="264" y="435"/>
                  <a:pt x="264" y="437"/>
                  <a:pt x="264" y="439"/>
                </a:cubicBezTo>
                <a:cubicBezTo>
                  <a:pt x="264" y="440"/>
                  <a:pt x="264" y="440"/>
                  <a:pt x="265" y="441"/>
                </a:cubicBezTo>
                <a:cubicBezTo>
                  <a:pt x="265" y="441"/>
                  <a:pt x="265" y="441"/>
                  <a:pt x="265" y="441"/>
                </a:cubicBezTo>
                <a:cubicBezTo>
                  <a:pt x="265" y="441"/>
                  <a:pt x="265" y="440"/>
                  <a:pt x="265" y="440"/>
                </a:cubicBezTo>
                <a:cubicBezTo>
                  <a:pt x="265" y="440"/>
                  <a:pt x="265" y="440"/>
                  <a:pt x="265" y="440"/>
                </a:cubicBezTo>
                <a:cubicBezTo>
                  <a:pt x="265" y="440"/>
                  <a:pt x="265" y="440"/>
                  <a:pt x="265" y="440"/>
                </a:cubicBezTo>
                <a:cubicBezTo>
                  <a:pt x="266" y="440"/>
                  <a:pt x="265" y="440"/>
                  <a:pt x="265" y="440"/>
                </a:cubicBezTo>
                <a:cubicBezTo>
                  <a:pt x="265" y="440"/>
                  <a:pt x="265" y="441"/>
                  <a:pt x="265" y="441"/>
                </a:cubicBezTo>
                <a:cubicBezTo>
                  <a:pt x="266" y="442"/>
                  <a:pt x="268" y="444"/>
                  <a:pt x="269" y="445"/>
                </a:cubicBezTo>
                <a:cubicBezTo>
                  <a:pt x="270" y="446"/>
                  <a:pt x="270" y="447"/>
                  <a:pt x="270" y="448"/>
                </a:cubicBezTo>
                <a:cubicBezTo>
                  <a:pt x="269" y="449"/>
                  <a:pt x="269" y="450"/>
                  <a:pt x="268" y="451"/>
                </a:cubicBezTo>
                <a:cubicBezTo>
                  <a:pt x="268" y="451"/>
                  <a:pt x="268" y="451"/>
                  <a:pt x="268" y="451"/>
                </a:cubicBezTo>
                <a:cubicBezTo>
                  <a:pt x="268" y="451"/>
                  <a:pt x="268" y="451"/>
                  <a:pt x="268" y="451"/>
                </a:cubicBezTo>
                <a:cubicBezTo>
                  <a:pt x="268" y="451"/>
                  <a:pt x="268" y="451"/>
                  <a:pt x="268" y="451"/>
                </a:cubicBezTo>
                <a:cubicBezTo>
                  <a:pt x="268" y="452"/>
                  <a:pt x="268" y="453"/>
                  <a:pt x="268" y="454"/>
                </a:cubicBezTo>
                <a:cubicBezTo>
                  <a:pt x="269" y="455"/>
                  <a:pt x="269" y="456"/>
                  <a:pt x="268" y="458"/>
                </a:cubicBezTo>
                <a:cubicBezTo>
                  <a:pt x="268" y="458"/>
                  <a:pt x="267" y="458"/>
                  <a:pt x="267" y="458"/>
                </a:cubicBezTo>
                <a:cubicBezTo>
                  <a:pt x="270" y="464"/>
                  <a:pt x="270" y="464"/>
                  <a:pt x="270" y="464"/>
                </a:cubicBezTo>
                <a:cubicBezTo>
                  <a:pt x="271" y="464"/>
                  <a:pt x="273" y="465"/>
                  <a:pt x="274" y="467"/>
                </a:cubicBezTo>
                <a:cubicBezTo>
                  <a:pt x="275" y="468"/>
                  <a:pt x="276" y="469"/>
                  <a:pt x="278" y="470"/>
                </a:cubicBezTo>
                <a:cubicBezTo>
                  <a:pt x="279" y="470"/>
                  <a:pt x="281" y="471"/>
                  <a:pt x="282" y="472"/>
                </a:cubicBezTo>
                <a:cubicBezTo>
                  <a:pt x="283" y="472"/>
                  <a:pt x="283" y="473"/>
                  <a:pt x="283" y="474"/>
                </a:cubicBezTo>
                <a:cubicBezTo>
                  <a:pt x="282" y="475"/>
                  <a:pt x="282" y="477"/>
                  <a:pt x="283" y="479"/>
                </a:cubicBezTo>
                <a:cubicBezTo>
                  <a:pt x="283" y="480"/>
                  <a:pt x="283" y="480"/>
                  <a:pt x="284" y="481"/>
                </a:cubicBezTo>
                <a:cubicBezTo>
                  <a:pt x="284" y="481"/>
                  <a:pt x="284" y="481"/>
                  <a:pt x="284" y="481"/>
                </a:cubicBezTo>
                <a:cubicBezTo>
                  <a:pt x="284" y="481"/>
                  <a:pt x="284" y="481"/>
                  <a:pt x="284" y="481"/>
                </a:cubicBezTo>
                <a:cubicBezTo>
                  <a:pt x="284" y="481"/>
                  <a:pt x="284" y="481"/>
                  <a:pt x="284" y="481"/>
                </a:cubicBezTo>
                <a:cubicBezTo>
                  <a:pt x="284" y="481"/>
                  <a:pt x="284" y="481"/>
                  <a:pt x="284" y="481"/>
                </a:cubicBezTo>
                <a:cubicBezTo>
                  <a:pt x="284" y="481"/>
                  <a:pt x="284" y="482"/>
                  <a:pt x="284" y="483"/>
                </a:cubicBezTo>
                <a:cubicBezTo>
                  <a:pt x="285" y="483"/>
                  <a:pt x="286" y="483"/>
                  <a:pt x="286" y="483"/>
                </a:cubicBezTo>
                <a:cubicBezTo>
                  <a:pt x="288" y="483"/>
                  <a:pt x="289" y="484"/>
                  <a:pt x="289" y="485"/>
                </a:cubicBezTo>
                <a:cubicBezTo>
                  <a:pt x="290" y="487"/>
                  <a:pt x="290" y="489"/>
                  <a:pt x="291" y="491"/>
                </a:cubicBezTo>
                <a:cubicBezTo>
                  <a:pt x="292" y="492"/>
                  <a:pt x="291" y="494"/>
                  <a:pt x="291" y="496"/>
                </a:cubicBezTo>
                <a:cubicBezTo>
                  <a:pt x="290" y="496"/>
                  <a:pt x="290" y="497"/>
                  <a:pt x="290" y="497"/>
                </a:cubicBezTo>
                <a:cubicBezTo>
                  <a:pt x="289" y="497"/>
                  <a:pt x="288" y="498"/>
                  <a:pt x="287" y="498"/>
                </a:cubicBezTo>
                <a:cubicBezTo>
                  <a:pt x="285" y="497"/>
                  <a:pt x="282" y="497"/>
                  <a:pt x="280" y="495"/>
                </a:cubicBezTo>
                <a:cubicBezTo>
                  <a:pt x="281" y="495"/>
                  <a:pt x="281" y="495"/>
                  <a:pt x="281" y="495"/>
                </a:cubicBezTo>
                <a:cubicBezTo>
                  <a:pt x="281" y="495"/>
                  <a:pt x="281" y="495"/>
                  <a:pt x="280" y="495"/>
                </a:cubicBezTo>
                <a:cubicBezTo>
                  <a:pt x="281" y="495"/>
                  <a:pt x="282" y="495"/>
                  <a:pt x="283" y="495"/>
                </a:cubicBezTo>
                <a:cubicBezTo>
                  <a:pt x="285" y="495"/>
                  <a:pt x="286" y="494"/>
                  <a:pt x="286" y="493"/>
                </a:cubicBezTo>
                <a:cubicBezTo>
                  <a:pt x="286" y="489"/>
                  <a:pt x="285" y="486"/>
                  <a:pt x="284" y="483"/>
                </a:cubicBezTo>
                <a:cubicBezTo>
                  <a:pt x="283" y="482"/>
                  <a:pt x="281" y="482"/>
                  <a:pt x="281" y="480"/>
                </a:cubicBezTo>
                <a:cubicBezTo>
                  <a:pt x="281" y="479"/>
                  <a:pt x="280" y="477"/>
                  <a:pt x="280" y="476"/>
                </a:cubicBezTo>
                <a:cubicBezTo>
                  <a:pt x="279" y="473"/>
                  <a:pt x="277" y="471"/>
                  <a:pt x="274" y="470"/>
                </a:cubicBezTo>
                <a:cubicBezTo>
                  <a:pt x="272" y="469"/>
                  <a:pt x="270" y="468"/>
                  <a:pt x="268" y="466"/>
                </a:cubicBezTo>
                <a:cubicBezTo>
                  <a:pt x="267" y="466"/>
                  <a:pt x="266" y="465"/>
                  <a:pt x="265" y="464"/>
                </a:cubicBezTo>
                <a:cubicBezTo>
                  <a:pt x="264" y="463"/>
                  <a:pt x="263" y="463"/>
                  <a:pt x="262" y="463"/>
                </a:cubicBezTo>
                <a:cubicBezTo>
                  <a:pt x="261" y="463"/>
                  <a:pt x="260" y="464"/>
                  <a:pt x="260" y="465"/>
                </a:cubicBezTo>
                <a:cubicBezTo>
                  <a:pt x="261" y="466"/>
                  <a:pt x="261" y="468"/>
                  <a:pt x="261" y="470"/>
                </a:cubicBezTo>
                <a:cubicBezTo>
                  <a:pt x="261" y="471"/>
                  <a:pt x="261" y="472"/>
                  <a:pt x="262" y="472"/>
                </a:cubicBezTo>
                <a:cubicBezTo>
                  <a:pt x="263" y="474"/>
                  <a:pt x="265" y="475"/>
                  <a:pt x="266" y="477"/>
                </a:cubicBezTo>
                <a:cubicBezTo>
                  <a:pt x="269" y="482"/>
                  <a:pt x="274" y="486"/>
                  <a:pt x="277" y="491"/>
                </a:cubicBezTo>
                <a:cubicBezTo>
                  <a:pt x="277" y="492"/>
                  <a:pt x="278" y="493"/>
                  <a:pt x="279" y="493"/>
                </a:cubicBezTo>
                <a:cubicBezTo>
                  <a:pt x="279" y="493"/>
                  <a:pt x="279" y="493"/>
                  <a:pt x="279" y="493"/>
                </a:cubicBezTo>
                <a:cubicBezTo>
                  <a:pt x="279" y="493"/>
                  <a:pt x="279" y="493"/>
                  <a:pt x="279" y="493"/>
                </a:cubicBezTo>
                <a:cubicBezTo>
                  <a:pt x="277" y="494"/>
                  <a:pt x="275" y="496"/>
                  <a:pt x="275" y="498"/>
                </a:cubicBezTo>
                <a:cubicBezTo>
                  <a:pt x="275" y="502"/>
                  <a:pt x="275" y="506"/>
                  <a:pt x="275" y="510"/>
                </a:cubicBezTo>
                <a:cubicBezTo>
                  <a:pt x="275" y="515"/>
                  <a:pt x="274" y="519"/>
                  <a:pt x="273" y="523"/>
                </a:cubicBezTo>
                <a:cubicBezTo>
                  <a:pt x="271" y="528"/>
                  <a:pt x="269" y="532"/>
                  <a:pt x="268" y="537"/>
                </a:cubicBezTo>
                <a:cubicBezTo>
                  <a:pt x="267" y="542"/>
                  <a:pt x="265" y="546"/>
                  <a:pt x="262" y="550"/>
                </a:cubicBezTo>
                <a:cubicBezTo>
                  <a:pt x="260" y="554"/>
                  <a:pt x="259" y="558"/>
                  <a:pt x="259" y="562"/>
                </a:cubicBezTo>
                <a:cubicBezTo>
                  <a:pt x="259" y="563"/>
                  <a:pt x="259" y="564"/>
                  <a:pt x="259" y="564"/>
                </a:cubicBezTo>
                <a:cubicBezTo>
                  <a:pt x="260" y="569"/>
                  <a:pt x="259" y="574"/>
                  <a:pt x="256" y="578"/>
                </a:cubicBezTo>
                <a:cubicBezTo>
                  <a:pt x="255" y="579"/>
                  <a:pt x="255" y="581"/>
                  <a:pt x="256" y="582"/>
                </a:cubicBezTo>
                <a:cubicBezTo>
                  <a:pt x="257" y="585"/>
                  <a:pt x="258" y="588"/>
                  <a:pt x="257" y="591"/>
                </a:cubicBezTo>
                <a:cubicBezTo>
                  <a:pt x="256" y="593"/>
                  <a:pt x="257" y="594"/>
                  <a:pt x="257" y="596"/>
                </a:cubicBezTo>
                <a:cubicBezTo>
                  <a:pt x="257" y="596"/>
                  <a:pt x="257" y="597"/>
                  <a:pt x="257" y="598"/>
                </a:cubicBezTo>
                <a:cubicBezTo>
                  <a:pt x="258" y="601"/>
                  <a:pt x="259" y="603"/>
                  <a:pt x="260" y="605"/>
                </a:cubicBezTo>
                <a:cubicBezTo>
                  <a:pt x="261" y="606"/>
                  <a:pt x="261" y="606"/>
                  <a:pt x="262" y="607"/>
                </a:cubicBezTo>
                <a:cubicBezTo>
                  <a:pt x="264" y="608"/>
                  <a:pt x="264" y="608"/>
                  <a:pt x="263" y="609"/>
                </a:cubicBezTo>
                <a:cubicBezTo>
                  <a:pt x="263" y="610"/>
                  <a:pt x="262" y="611"/>
                  <a:pt x="262" y="612"/>
                </a:cubicBezTo>
                <a:cubicBezTo>
                  <a:pt x="262" y="613"/>
                  <a:pt x="262" y="613"/>
                  <a:pt x="262" y="614"/>
                </a:cubicBezTo>
                <a:cubicBezTo>
                  <a:pt x="263" y="617"/>
                  <a:pt x="264" y="619"/>
                  <a:pt x="263" y="622"/>
                </a:cubicBezTo>
                <a:cubicBezTo>
                  <a:pt x="263" y="622"/>
                  <a:pt x="264" y="623"/>
                  <a:pt x="264" y="624"/>
                </a:cubicBezTo>
                <a:cubicBezTo>
                  <a:pt x="265" y="627"/>
                  <a:pt x="267" y="631"/>
                  <a:pt x="268" y="634"/>
                </a:cubicBezTo>
                <a:cubicBezTo>
                  <a:pt x="269" y="635"/>
                  <a:pt x="269" y="637"/>
                  <a:pt x="269" y="639"/>
                </a:cubicBezTo>
                <a:cubicBezTo>
                  <a:pt x="269" y="641"/>
                  <a:pt x="270" y="642"/>
                  <a:pt x="271" y="642"/>
                </a:cubicBezTo>
                <a:cubicBezTo>
                  <a:pt x="276" y="643"/>
                  <a:pt x="280" y="646"/>
                  <a:pt x="284" y="649"/>
                </a:cubicBezTo>
                <a:cubicBezTo>
                  <a:pt x="288" y="651"/>
                  <a:pt x="290" y="654"/>
                  <a:pt x="290" y="658"/>
                </a:cubicBezTo>
                <a:cubicBezTo>
                  <a:pt x="290" y="661"/>
                  <a:pt x="291" y="664"/>
                  <a:pt x="292" y="667"/>
                </a:cubicBezTo>
                <a:cubicBezTo>
                  <a:pt x="293" y="673"/>
                  <a:pt x="296" y="678"/>
                  <a:pt x="297" y="683"/>
                </a:cubicBezTo>
                <a:cubicBezTo>
                  <a:pt x="297" y="685"/>
                  <a:pt x="298" y="686"/>
                  <a:pt x="299" y="688"/>
                </a:cubicBezTo>
                <a:cubicBezTo>
                  <a:pt x="302" y="690"/>
                  <a:pt x="304" y="693"/>
                  <a:pt x="306" y="696"/>
                </a:cubicBezTo>
                <a:cubicBezTo>
                  <a:pt x="307" y="698"/>
                  <a:pt x="306" y="699"/>
                  <a:pt x="305" y="701"/>
                </a:cubicBezTo>
                <a:cubicBezTo>
                  <a:pt x="305" y="702"/>
                  <a:pt x="304" y="702"/>
                  <a:pt x="302" y="702"/>
                </a:cubicBezTo>
                <a:cubicBezTo>
                  <a:pt x="302" y="702"/>
                  <a:pt x="302" y="702"/>
                  <a:pt x="302" y="702"/>
                </a:cubicBezTo>
                <a:cubicBezTo>
                  <a:pt x="301" y="703"/>
                  <a:pt x="300" y="704"/>
                  <a:pt x="301" y="705"/>
                </a:cubicBezTo>
                <a:cubicBezTo>
                  <a:pt x="302" y="707"/>
                  <a:pt x="304" y="709"/>
                  <a:pt x="307" y="711"/>
                </a:cubicBezTo>
                <a:cubicBezTo>
                  <a:pt x="310" y="712"/>
                  <a:pt x="313" y="715"/>
                  <a:pt x="315" y="718"/>
                </a:cubicBezTo>
                <a:cubicBezTo>
                  <a:pt x="317" y="719"/>
                  <a:pt x="317" y="720"/>
                  <a:pt x="317" y="722"/>
                </a:cubicBezTo>
                <a:cubicBezTo>
                  <a:pt x="317" y="723"/>
                  <a:pt x="317" y="724"/>
                  <a:pt x="317" y="726"/>
                </a:cubicBezTo>
                <a:cubicBezTo>
                  <a:pt x="316" y="728"/>
                  <a:pt x="317" y="729"/>
                  <a:pt x="318" y="731"/>
                </a:cubicBezTo>
                <a:cubicBezTo>
                  <a:pt x="322" y="735"/>
                  <a:pt x="328" y="738"/>
                  <a:pt x="330" y="744"/>
                </a:cubicBezTo>
                <a:cubicBezTo>
                  <a:pt x="331" y="745"/>
                  <a:pt x="332" y="745"/>
                  <a:pt x="333" y="744"/>
                </a:cubicBezTo>
                <a:cubicBezTo>
                  <a:pt x="335" y="743"/>
                  <a:pt x="335" y="742"/>
                  <a:pt x="335" y="740"/>
                </a:cubicBezTo>
                <a:cubicBezTo>
                  <a:pt x="334" y="738"/>
                  <a:pt x="333" y="737"/>
                  <a:pt x="332" y="735"/>
                </a:cubicBezTo>
                <a:cubicBezTo>
                  <a:pt x="331" y="734"/>
                  <a:pt x="327" y="728"/>
                  <a:pt x="327" y="726"/>
                </a:cubicBezTo>
                <a:cubicBezTo>
                  <a:pt x="326" y="725"/>
                  <a:pt x="326" y="723"/>
                  <a:pt x="325" y="722"/>
                </a:cubicBezTo>
                <a:cubicBezTo>
                  <a:pt x="325" y="720"/>
                  <a:pt x="325" y="717"/>
                  <a:pt x="324" y="715"/>
                </a:cubicBezTo>
                <a:cubicBezTo>
                  <a:pt x="324" y="712"/>
                  <a:pt x="321" y="711"/>
                  <a:pt x="320" y="708"/>
                </a:cubicBezTo>
                <a:cubicBezTo>
                  <a:pt x="319" y="705"/>
                  <a:pt x="317" y="701"/>
                  <a:pt x="315" y="697"/>
                </a:cubicBezTo>
                <a:cubicBezTo>
                  <a:pt x="313" y="694"/>
                  <a:pt x="311" y="690"/>
                  <a:pt x="308" y="686"/>
                </a:cubicBezTo>
                <a:cubicBezTo>
                  <a:pt x="308" y="686"/>
                  <a:pt x="307" y="685"/>
                  <a:pt x="307" y="684"/>
                </a:cubicBezTo>
                <a:cubicBezTo>
                  <a:pt x="307" y="680"/>
                  <a:pt x="306" y="675"/>
                  <a:pt x="307" y="671"/>
                </a:cubicBezTo>
                <a:cubicBezTo>
                  <a:pt x="307" y="670"/>
                  <a:pt x="308" y="670"/>
                  <a:pt x="308" y="670"/>
                </a:cubicBezTo>
                <a:cubicBezTo>
                  <a:pt x="310" y="671"/>
                  <a:pt x="312" y="672"/>
                  <a:pt x="313" y="672"/>
                </a:cubicBezTo>
                <a:cubicBezTo>
                  <a:pt x="315" y="673"/>
                  <a:pt x="316" y="674"/>
                  <a:pt x="316" y="676"/>
                </a:cubicBezTo>
                <a:cubicBezTo>
                  <a:pt x="317" y="680"/>
                  <a:pt x="317" y="684"/>
                  <a:pt x="319" y="687"/>
                </a:cubicBezTo>
                <a:cubicBezTo>
                  <a:pt x="321" y="693"/>
                  <a:pt x="324" y="698"/>
                  <a:pt x="327" y="702"/>
                </a:cubicBezTo>
                <a:cubicBezTo>
                  <a:pt x="328" y="703"/>
                  <a:pt x="329" y="704"/>
                  <a:pt x="329" y="705"/>
                </a:cubicBezTo>
                <a:cubicBezTo>
                  <a:pt x="330" y="708"/>
                  <a:pt x="332" y="710"/>
                  <a:pt x="334" y="711"/>
                </a:cubicBezTo>
                <a:cubicBezTo>
                  <a:pt x="335" y="712"/>
                  <a:pt x="337" y="713"/>
                  <a:pt x="338" y="715"/>
                </a:cubicBezTo>
                <a:cubicBezTo>
                  <a:pt x="339" y="715"/>
                  <a:pt x="339" y="716"/>
                  <a:pt x="338" y="717"/>
                </a:cubicBezTo>
                <a:cubicBezTo>
                  <a:pt x="338" y="718"/>
                  <a:pt x="338" y="718"/>
                  <a:pt x="337" y="719"/>
                </a:cubicBezTo>
                <a:cubicBezTo>
                  <a:pt x="336" y="720"/>
                  <a:pt x="337" y="722"/>
                  <a:pt x="338" y="723"/>
                </a:cubicBezTo>
                <a:cubicBezTo>
                  <a:pt x="339" y="724"/>
                  <a:pt x="341" y="725"/>
                  <a:pt x="343" y="726"/>
                </a:cubicBezTo>
                <a:cubicBezTo>
                  <a:pt x="345" y="727"/>
                  <a:pt x="346" y="728"/>
                  <a:pt x="346" y="731"/>
                </a:cubicBezTo>
                <a:cubicBezTo>
                  <a:pt x="346" y="732"/>
                  <a:pt x="347" y="733"/>
                  <a:pt x="348" y="733"/>
                </a:cubicBezTo>
                <a:cubicBezTo>
                  <a:pt x="357" y="743"/>
                  <a:pt x="360" y="747"/>
                  <a:pt x="362" y="758"/>
                </a:cubicBezTo>
                <a:cubicBezTo>
                  <a:pt x="362" y="759"/>
                  <a:pt x="362" y="760"/>
                  <a:pt x="362" y="761"/>
                </a:cubicBezTo>
                <a:cubicBezTo>
                  <a:pt x="362" y="762"/>
                  <a:pt x="361" y="763"/>
                  <a:pt x="361" y="764"/>
                </a:cubicBezTo>
                <a:cubicBezTo>
                  <a:pt x="359" y="767"/>
                  <a:pt x="360" y="769"/>
                  <a:pt x="361" y="772"/>
                </a:cubicBezTo>
                <a:cubicBezTo>
                  <a:pt x="362" y="774"/>
                  <a:pt x="364" y="776"/>
                  <a:pt x="367" y="777"/>
                </a:cubicBezTo>
                <a:cubicBezTo>
                  <a:pt x="369" y="778"/>
                  <a:pt x="371" y="779"/>
                  <a:pt x="373" y="782"/>
                </a:cubicBezTo>
                <a:cubicBezTo>
                  <a:pt x="374" y="784"/>
                  <a:pt x="377" y="785"/>
                  <a:pt x="379" y="786"/>
                </a:cubicBezTo>
                <a:cubicBezTo>
                  <a:pt x="380" y="786"/>
                  <a:pt x="382" y="786"/>
                  <a:pt x="383" y="786"/>
                </a:cubicBezTo>
                <a:cubicBezTo>
                  <a:pt x="384" y="787"/>
                  <a:pt x="385" y="787"/>
                  <a:pt x="386" y="788"/>
                </a:cubicBezTo>
                <a:cubicBezTo>
                  <a:pt x="390" y="791"/>
                  <a:pt x="394" y="794"/>
                  <a:pt x="399" y="795"/>
                </a:cubicBezTo>
                <a:cubicBezTo>
                  <a:pt x="401" y="796"/>
                  <a:pt x="404" y="797"/>
                  <a:pt x="406" y="798"/>
                </a:cubicBezTo>
                <a:cubicBezTo>
                  <a:pt x="408" y="800"/>
                  <a:pt x="411" y="801"/>
                  <a:pt x="414" y="801"/>
                </a:cubicBezTo>
                <a:cubicBezTo>
                  <a:pt x="424" y="804"/>
                  <a:pt x="424" y="804"/>
                  <a:pt x="433" y="801"/>
                </a:cubicBezTo>
                <a:cubicBezTo>
                  <a:pt x="436" y="800"/>
                  <a:pt x="439" y="800"/>
                  <a:pt x="441" y="802"/>
                </a:cubicBezTo>
                <a:cubicBezTo>
                  <a:pt x="445" y="806"/>
                  <a:pt x="450" y="809"/>
                  <a:pt x="454" y="814"/>
                </a:cubicBezTo>
                <a:cubicBezTo>
                  <a:pt x="456" y="816"/>
                  <a:pt x="458" y="818"/>
                  <a:pt x="461" y="818"/>
                </a:cubicBezTo>
                <a:cubicBezTo>
                  <a:pt x="465" y="818"/>
                  <a:pt x="468" y="819"/>
                  <a:pt x="472" y="821"/>
                </a:cubicBezTo>
                <a:cubicBezTo>
                  <a:pt x="476" y="822"/>
                  <a:pt x="480" y="824"/>
                  <a:pt x="485" y="823"/>
                </a:cubicBezTo>
                <a:cubicBezTo>
                  <a:pt x="486" y="823"/>
                  <a:pt x="486" y="824"/>
                  <a:pt x="487" y="825"/>
                </a:cubicBezTo>
                <a:cubicBezTo>
                  <a:pt x="488" y="827"/>
                  <a:pt x="490" y="829"/>
                  <a:pt x="491" y="831"/>
                </a:cubicBezTo>
                <a:cubicBezTo>
                  <a:pt x="493" y="833"/>
                  <a:pt x="495" y="835"/>
                  <a:pt x="497" y="838"/>
                </a:cubicBezTo>
                <a:cubicBezTo>
                  <a:pt x="498" y="839"/>
                  <a:pt x="499" y="841"/>
                  <a:pt x="498" y="843"/>
                </a:cubicBezTo>
                <a:cubicBezTo>
                  <a:pt x="497" y="845"/>
                  <a:pt x="499" y="847"/>
                  <a:pt x="501" y="848"/>
                </a:cubicBezTo>
                <a:cubicBezTo>
                  <a:pt x="503" y="848"/>
                  <a:pt x="504" y="848"/>
                  <a:pt x="505" y="848"/>
                </a:cubicBezTo>
                <a:cubicBezTo>
                  <a:pt x="506" y="848"/>
                  <a:pt x="507" y="848"/>
                  <a:pt x="507" y="849"/>
                </a:cubicBezTo>
                <a:cubicBezTo>
                  <a:pt x="509" y="851"/>
                  <a:pt x="512" y="852"/>
                  <a:pt x="512" y="855"/>
                </a:cubicBezTo>
                <a:cubicBezTo>
                  <a:pt x="513" y="858"/>
                  <a:pt x="515" y="859"/>
                  <a:pt x="518" y="859"/>
                </a:cubicBezTo>
                <a:cubicBezTo>
                  <a:pt x="519" y="859"/>
                  <a:pt x="520" y="859"/>
                  <a:pt x="521" y="859"/>
                </a:cubicBezTo>
                <a:cubicBezTo>
                  <a:pt x="523" y="858"/>
                  <a:pt x="526" y="859"/>
                  <a:pt x="528" y="861"/>
                </a:cubicBezTo>
                <a:cubicBezTo>
                  <a:pt x="529" y="863"/>
                  <a:pt x="532" y="864"/>
                  <a:pt x="533" y="865"/>
                </a:cubicBezTo>
                <a:cubicBezTo>
                  <a:pt x="535" y="867"/>
                  <a:pt x="536" y="867"/>
                  <a:pt x="539" y="865"/>
                </a:cubicBezTo>
                <a:cubicBezTo>
                  <a:pt x="540" y="864"/>
                  <a:pt x="540" y="863"/>
                  <a:pt x="539" y="862"/>
                </a:cubicBezTo>
                <a:cubicBezTo>
                  <a:pt x="539" y="861"/>
                  <a:pt x="539" y="860"/>
                  <a:pt x="539" y="859"/>
                </a:cubicBezTo>
                <a:cubicBezTo>
                  <a:pt x="542" y="858"/>
                  <a:pt x="543" y="856"/>
                  <a:pt x="545" y="854"/>
                </a:cubicBezTo>
                <a:cubicBezTo>
                  <a:pt x="545" y="853"/>
                  <a:pt x="546" y="853"/>
                  <a:pt x="547" y="854"/>
                </a:cubicBezTo>
                <a:cubicBezTo>
                  <a:pt x="550" y="855"/>
                  <a:pt x="551" y="857"/>
                  <a:pt x="552" y="859"/>
                </a:cubicBezTo>
                <a:cubicBezTo>
                  <a:pt x="552" y="862"/>
                  <a:pt x="552" y="863"/>
                  <a:pt x="554" y="865"/>
                </a:cubicBezTo>
                <a:cubicBezTo>
                  <a:pt x="555" y="867"/>
                  <a:pt x="556" y="870"/>
                  <a:pt x="558" y="872"/>
                </a:cubicBezTo>
                <a:cubicBezTo>
                  <a:pt x="558" y="872"/>
                  <a:pt x="558" y="873"/>
                  <a:pt x="558" y="874"/>
                </a:cubicBezTo>
                <a:cubicBezTo>
                  <a:pt x="558" y="878"/>
                  <a:pt x="558" y="882"/>
                  <a:pt x="558" y="886"/>
                </a:cubicBezTo>
                <a:cubicBezTo>
                  <a:pt x="558" y="888"/>
                  <a:pt x="558" y="890"/>
                  <a:pt x="559" y="891"/>
                </a:cubicBezTo>
                <a:cubicBezTo>
                  <a:pt x="560" y="892"/>
                  <a:pt x="560" y="893"/>
                  <a:pt x="559" y="894"/>
                </a:cubicBezTo>
                <a:cubicBezTo>
                  <a:pt x="557" y="896"/>
                  <a:pt x="556" y="899"/>
                  <a:pt x="553" y="901"/>
                </a:cubicBezTo>
                <a:cubicBezTo>
                  <a:pt x="549" y="902"/>
                  <a:pt x="548" y="904"/>
                  <a:pt x="547" y="908"/>
                </a:cubicBezTo>
                <a:cubicBezTo>
                  <a:pt x="546" y="909"/>
                  <a:pt x="545" y="911"/>
                  <a:pt x="544" y="912"/>
                </a:cubicBezTo>
                <a:cubicBezTo>
                  <a:pt x="542" y="912"/>
                  <a:pt x="540" y="913"/>
                  <a:pt x="539" y="914"/>
                </a:cubicBezTo>
                <a:cubicBezTo>
                  <a:pt x="539" y="914"/>
                  <a:pt x="538" y="915"/>
                  <a:pt x="538" y="916"/>
                </a:cubicBezTo>
                <a:cubicBezTo>
                  <a:pt x="536" y="923"/>
                  <a:pt x="536" y="923"/>
                  <a:pt x="534" y="928"/>
                </a:cubicBezTo>
                <a:cubicBezTo>
                  <a:pt x="533" y="928"/>
                  <a:pt x="533" y="929"/>
                  <a:pt x="533" y="929"/>
                </a:cubicBezTo>
                <a:cubicBezTo>
                  <a:pt x="533" y="932"/>
                  <a:pt x="532" y="935"/>
                  <a:pt x="533" y="938"/>
                </a:cubicBezTo>
                <a:cubicBezTo>
                  <a:pt x="533" y="940"/>
                  <a:pt x="535" y="941"/>
                  <a:pt x="537" y="942"/>
                </a:cubicBezTo>
                <a:cubicBezTo>
                  <a:pt x="537" y="942"/>
                  <a:pt x="538" y="942"/>
                  <a:pt x="538" y="942"/>
                </a:cubicBezTo>
                <a:cubicBezTo>
                  <a:pt x="538" y="941"/>
                  <a:pt x="539" y="941"/>
                  <a:pt x="539" y="940"/>
                </a:cubicBezTo>
                <a:cubicBezTo>
                  <a:pt x="539" y="941"/>
                  <a:pt x="539" y="941"/>
                  <a:pt x="539" y="942"/>
                </a:cubicBezTo>
                <a:cubicBezTo>
                  <a:pt x="539" y="943"/>
                  <a:pt x="539" y="945"/>
                  <a:pt x="538" y="946"/>
                </a:cubicBezTo>
                <a:cubicBezTo>
                  <a:pt x="536" y="947"/>
                  <a:pt x="534" y="948"/>
                  <a:pt x="533" y="949"/>
                </a:cubicBezTo>
                <a:cubicBezTo>
                  <a:pt x="530" y="951"/>
                  <a:pt x="529" y="954"/>
                  <a:pt x="530" y="957"/>
                </a:cubicBezTo>
                <a:cubicBezTo>
                  <a:pt x="530" y="958"/>
                  <a:pt x="531" y="960"/>
                  <a:pt x="531" y="961"/>
                </a:cubicBezTo>
                <a:cubicBezTo>
                  <a:pt x="531" y="962"/>
                  <a:pt x="531" y="963"/>
                  <a:pt x="531" y="964"/>
                </a:cubicBezTo>
                <a:cubicBezTo>
                  <a:pt x="530" y="965"/>
                  <a:pt x="531" y="967"/>
                  <a:pt x="532" y="967"/>
                </a:cubicBezTo>
                <a:cubicBezTo>
                  <a:pt x="534" y="968"/>
                  <a:pt x="536" y="969"/>
                  <a:pt x="537" y="970"/>
                </a:cubicBezTo>
                <a:cubicBezTo>
                  <a:pt x="539" y="971"/>
                  <a:pt x="541" y="973"/>
                  <a:pt x="542" y="975"/>
                </a:cubicBezTo>
                <a:cubicBezTo>
                  <a:pt x="543" y="977"/>
                  <a:pt x="544" y="979"/>
                  <a:pt x="546" y="980"/>
                </a:cubicBezTo>
                <a:cubicBezTo>
                  <a:pt x="547" y="981"/>
                  <a:pt x="547" y="982"/>
                  <a:pt x="548" y="983"/>
                </a:cubicBezTo>
                <a:cubicBezTo>
                  <a:pt x="549" y="987"/>
                  <a:pt x="551" y="990"/>
                  <a:pt x="552" y="993"/>
                </a:cubicBezTo>
                <a:cubicBezTo>
                  <a:pt x="554" y="998"/>
                  <a:pt x="557" y="1002"/>
                  <a:pt x="559" y="1006"/>
                </a:cubicBezTo>
                <a:cubicBezTo>
                  <a:pt x="562" y="1010"/>
                  <a:pt x="565" y="1015"/>
                  <a:pt x="568" y="1020"/>
                </a:cubicBezTo>
                <a:cubicBezTo>
                  <a:pt x="568" y="1020"/>
                  <a:pt x="568" y="1021"/>
                  <a:pt x="568" y="1022"/>
                </a:cubicBezTo>
                <a:cubicBezTo>
                  <a:pt x="568" y="1025"/>
                  <a:pt x="569" y="1026"/>
                  <a:pt x="571" y="1028"/>
                </a:cubicBezTo>
                <a:cubicBezTo>
                  <a:pt x="576" y="1034"/>
                  <a:pt x="582" y="1037"/>
                  <a:pt x="588" y="1041"/>
                </a:cubicBezTo>
                <a:cubicBezTo>
                  <a:pt x="589" y="1042"/>
                  <a:pt x="591" y="1042"/>
                  <a:pt x="592" y="1043"/>
                </a:cubicBezTo>
                <a:cubicBezTo>
                  <a:pt x="595" y="1044"/>
                  <a:pt x="599" y="1046"/>
                  <a:pt x="601" y="1048"/>
                </a:cubicBezTo>
                <a:cubicBezTo>
                  <a:pt x="604" y="1052"/>
                  <a:pt x="608" y="1055"/>
                  <a:pt x="611" y="1058"/>
                </a:cubicBezTo>
                <a:cubicBezTo>
                  <a:pt x="612" y="1058"/>
                  <a:pt x="613" y="1060"/>
                  <a:pt x="613" y="1061"/>
                </a:cubicBezTo>
                <a:cubicBezTo>
                  <a:pt x="613" y="1062"/>
                  <a:pt x="613" y="1064"/>
                  <a:pt x="613" y="1065"/>
                </a:cubicBezTo>
                <a:cubicBezTo>
                  <a:pt x="614" y="1068"/>
                  <a:pt x="615" y="1071"/>
                  <a:pt x="614" y="1074"/>
                </a:cubicBezTo>
                <a:cubicBezTo>
                  <a:pt x="613" y="1075"/>
                  <a:pt x="614" y="1076"/>
                  <a:pt x="614" y="1077"/>
                </a:cubicBezTo>
                <a:cubicBezTo>
                  <a:pt x="616" y="1083"/>
                  <a:pt x="615" y="1089"/>
                  <a:pt x="614" y="1094"/>
                </a:cubicBezTo>
                <a:cubicBezTo>
                  <a:pt x="614" y="1095"/>
                  <a:pt x="614" y="1096"/>
                  <a:pt x="614" y="1097"/>
                </a:cubicBezTo>
                <a:cubicBezTo>
                  <a:pt x="616" y="1105"/>
                  <a:pt x="615" y="1114"/>
                  <a:pt x="615" y="1123"/>
                </a:cubicBezTo>
                <a:cubicBezTo>
                  <a:pt x="615" y="1125"/>
                  <a:pt x="615" y="1128"/>
                  <a:pt x="614" y="1130"/>
                </a:cubicBezTo>
                <a:cubicBezTo>
                  <a:pt x="614" y="1133"/>
                  <a:pt x="613" y="1136"/>
                  <a:pt x="612" y="1138"/>
                </a:cubicBezTo>
                <a:cubicBezTo>
                  <a:pt x="612" y="1140"/>
                  <a:pt x="612" y="1142"/>
                  <a:pt x="613" y="1143"/>
                </a:cubicBezTo>
                <a:cubicBezTo>
                  <a:pt x="613" y="1146"/>
                  <a:pt x="613" y="1149"/>
                  <a:pt x="612" y="1151"/>
                </a:cubicBezTo>
                <a:cubicBezTo>
                  <a:pt x="611" y="1154"/>
                  <a:pt x="611" y="1156"/>
                  <a:pt x="612" y="1159"/>
                </a:cubicBezTo>
                <a:cubicBezTo>
                  <a:pt x="614" y="1162"/>
                  <a:pt x="613" y="1166"/>
                  <a:pt x="614" y="1169"/>
                </a:cubicBezTo>
                <a:cubicBezTo>
                  <a:pt x="615" y="1171"/>
                  <a:pt x="614" y="1173"/>
                  <a:pt x="614" y="1174"/>
                </a:cubicBezTo>
                <a:cubicBezTo>
                  <a:pt x="614" y="1176"/>
                  <a:pt x="614" y="1177"/>
                  <a:pt x="615" y="1179"/>
                </a:cubicBezTo>
                <a:cubicBezTo>
                  <a:pt x="615" y="1180"/>
                  <a:pt x="615" y="1181"/>
                  <a:pt x="615" y="1183"/>
                </a:cubicBezTo>
                <a:cubicBezTo>
                  <a:pt x="614" y="1185"/>
                  <a:pt x="613" y="1187"/>
                  <a:pt x="613" y="1189"/>
                </a:cubicBezTo>
                <a:cubicBezTo>
                  <a:pt x="611" y="1195"/>
                  <a:pt x="610" y="1202"/>
                  <a:pt x="608" y="1208"/>
                </a:cubicBezTo>
                <a:cubicBezTo>
                  <a:pt x="608" y="1210"/>
                  <a:pt x="608" y="1211"/>
                  <a:pt x="607" y="1211"/>
                </a:cubicBezTo>
                <a:cubicBezTo>
                  <a:pt x="605" y="1213"/>
                  <a:pt x="605" y="1215"/>
                  <a:pt x="606" y="1217"/>
                </a:cubicBezTo>
                <a:cubicBezTo>
                  <a:pt x="608" y="1220"/>
                  <a:pt x="608" y="1224"/>
                  <a:pt x="610" y="1227"/>
                </a:cubicBezTo>
                <a:cubicBezTo>
                  <a:pt x="612" y="1229"/>
                  <a:pt x="612" y="1232"/>
                  <a:pt x="610" y="1235"/>
                </a:cubicBezTo>
                <a:cubicBezTo>
                  <a:pt x="609" y="1237"/>
                  <a:pt x="609" y="1238"/>
                  <a:pt x="609" y="1240"/>
                </a:cubicBezTo>
                <a:cubicBezTo>
                  <a:pt x="609" y="1242"/>
                  <a:pt x="609" y="1243"/>
                  <a:pt x="609" y="1245"/>
                </a:cubicBezTo>
                <a:cubicBezTo>
                  <a:pt x="609" y="1247"/>
                  <a:pt x="610" y="1249"/>
                  <a:pt x="611" y="1251"/>
                </a:cubicBezTo>
                <a:cubicBezTo>
                  <a:pt x="612" y="1252"/>
                  <a:pt x="613" y="1253"/>
                  <a:pt x="613" y="1254"/>
                </a:cubicBezTo>
                <a:cubicBezTo>
                  <a:pt x="610" y="1253"/>
                  <a:pt x="610" y="1254"/>
                  <a:pt x="609" y="1256"/>
                </a:cubicBezTo>
                <a:cubicBezTo>
                  <a:pt x="609" y="1257"/>
                  <a:pt x="609" y="1258"/>
                  <a:pt x="609" y="1259"/>
                </a:cubicBezTo>
                <a:cubicBezTo>
                  <a:pt x="609" y="1262"/>
                  <a:pt x="610" y="1264"/>
                  <a:pt x="610" y="1267"/>
                </a:cubicBezTo>
                <a:cubicBezTo>
                  <a:pt x="610" y="1268"/>
                  <a:pt x="612" y="1269"/>
                  <a:pt x="613" y="1268"/>
                </a:cubicBezTo>
                <a:cubicBezTo>
                  <a:pt x="614" y="1267"/>
                  <a:pt x="615" y="1266"/>
                  <a:pt x="615" y="1264"/>
                </a:cubicBezTo>
                <a:cubicBezTo>
                  <a:pt x="615" y="1262"/>
                  <a:pt x="615" y="1260"/>
                  <a:pt x="615" y="1258"/>
                </a:cubicBezTo>
                <a:cubicBezTo>
                  <a:pt x="615" y="1257"/>
                  <a:pt x="615" y="1255"/>
                  <a:pt x="614" y="1254"/>
                </a:cubicBezTo>
                <a:cubicBezTo>
                  <a:pt x="615" y="1254"/>
                  <a:pt x="616" y="1254"/>
                  <a:pt x="618" y="1253"/>
                </a:cubicBezTo>
                <a:cubicBezTo>
                  <a:pt x="619" y="1252"/>
                  <a:pt x="619" y="1253"/>
                  <a:pt x="619" y="1254"/>
                </a:cubicBezTo>
                <a:cubicBezTo>
                  <a:pt x="619" y="1255"/>
                  <a:pt x="620" y="1256"/>
                  <a:pt x="620" y="1256"/>
                </a:cubicBezTo>
                <a:cubicBezTo>
                  <a:pt x="620" y="1260"/>
                  <a:pt x="619" y="1264"/>
                  <a:pt x="619" y="1268"/>
                </a:cubicBezTo>
                <a:cubicBezTo>
                  <a:pt x="619" y="1271"/>
                  <a:pt x="619" y="1275"/>
                  <a:pt x="618" y="1279"/>
                </a:cubicBezTo>
                <a:cubicBezTo>
                  <a:pt x="618" y="1280"/>
                  <a:pt x="618" y="1281"/>
                  <a:pt x="619" y="1282"/>
                </a:cubicBezTo>
                <a:cubicBezTo>
                  <a:pt x="621" y="1285"/>
                  <a:pt x="620" y="1289"/>
                  <a:pt x="618" y="1292"/>
                </a:cubicBezTo>
                <a:cubicBezTo>
                  <a:pt x="618" y="1293"/>
                  <a:pt x="618" y="1293"/>
                  <a:pt x="617" y="1292"/>
                </a:cubicBezTo>
                <a:cubicBezTo>
                  <a:pt x="617" y="1292"/>
                  <a:pt x="616" y="1292"/>
                  <a:pt x="616" y="1292"/>
                </a:cubicBezTo>
                <a:cubicBezTo>
                  <a:pt x="616" y="1291"/>
                  <a:pt x="616" y="1290"/>
                  <a:pt x="615" y="1289"/>
                </a:cubicBezTo>
                <a:cubicBezTo>
                  <a:pt x="613" y="1289"/>
                  <a:pt x="611" y="1290"/>
                  <a:pt x="610" y="1292"/>
                </a:cubicBezTo>
                <a:cubicBezTo>
                  <a:pt x="610" y="1295"/>
                  <a:pt x="608" y="1298"/>
                  <a:pt x="607" y="1300"/>
                </a:cubicBezTo>
                <a:cubicBezTo>
                  <a:pt x="607" y="1301"/>
                  <a:pt x="607" y="1301"/>
                  <a:pt x="607" y="1302"/>
                </a:cubicBezTo>
                <a:cubicBezTo>
                  <a:pt x="608" y="1302"/>
                  <a:pt x="608" y="1302"/>
                  <a:pt x="609" y="1302"/>
                </a:cubicBezTo>
                <a:cubicBezTo>
                  <a:pt x="610" y="1302"/>
                  <a:pt x="610" y="1301"/>
                  <a:pt x="611" y="1301"/>
                </a:cubicBezTo>
                <a:cubicBezTo>
                  <a:pt x="613" y="1301"/>
                  <a:pt x="614" y="1301"/>
                  <a:pt x="616" y="1302"/>
                </a:cubicBezTo>
                <a:cubicBezTo>
                  <a:pt x="617" y="1302"/>
                  <a:pt x="618" y="1304"/>
                  <a:pt x="617" y="1305"/>
                </a:cubicBezTo>
                <a:cubicBezTo>
                  <a:pt x="617" y="1307"/>
                  <a:pt x="616" y="1309"/>
                  <a:pt x="617" y="1311"/>
                </a:cubicBezTo>
                <a:cubicBezTo>
                  <a:pt x="617" y="1311"/>
                  <a:pt x="617" y="1311"/>
                  <a:pt x="617" y="1311"/>
                </a:cubicBezTo>
                <a:cubicBezTo>
                  <a:pt x="617" y="1311"/>
                  <a:pt x="617" y="1311"/>
                  <a:pt x="617" y="1312"/>
                </a:cubicBezTo>
                <a:cubicBezTo>
                  <a:pt x="617" y="1312"/>
                  <a:pt x="618" y="1312"/>
                  <a:pt x="617" y="1312"/>
                </a:cubicBezTo>
                <a:cubicBezTo>
                  <a:pt x="617" y="1312"/>
                  <a:pt x="617" y="1312"/>
                  <a:pt x="617" y="1312"/>
                </a:cubicBezTo>
                <a:cubicBezTo>
                  <a:pt x="617" y="1312"/>
                  <a:pt x="617" y="1312"/>
                  <a:pt x="617" y="1311"/>
                </a:cubicBezTo>
                <a:cubicBezTo>
                  <a:pt x="617" y="1311"/>
                  <a:pt x="617" y="1311"/>
                  <a:pt x="617" y="1311"/>
                </a:cubicBezTo>
                <a:cubicBezTo>
                  <a:pt x="615" y="1312"/>
                  <a:pt x="614" y="1312"/>
                  <a:pt x="612" y="1313"/>
                </a:cubicBezTo>
                <a:cubicBezTo>
                  <a:pt x="611" y="1314"/>
                  <a:pt x="611" y="1315"/>
                  <a:pt x="611" y="1316"/>
                </a:cubicBezTo>
                <a:cubicBezTo>
                  <a:pt x="611" y="1317"/>
                  <a:pt x="612" y="1318"/>
                  <a:pt x="612" y="1319"/>
                </a:cubicBezTo>
                <a:cubicBezTo>
                  <a:pt x="612" y="1320"/>
                  <a:pt x="613" y="1321"/>
                  <a:pt x="613" y="1321"/>
                </a:cubicBezTo>
                <a:cubicBezTo>
                  <a:pt x="613" y="1322"/>
                  <a:pt x="613" y="1324"/>
                  <a:pt x="614" y="1325"/>
                </a:cubicBezTo>
                <a:cubicBezTo>
                  <a:pt x="614" y="1325"/>
                  <a:pt x="615" y="1325"/>
                  <a:pt x="615" y="1325"/>
                </a:cubicBezTo>
                <a:cubicBezTo>
                  <a:pt x="615" y="1325"/>
                  <a:pt x="615" y="1325"/>
                  <a:pt x="615" y="1325"/>
                </a:cubicBezTo>
                <a:cubicBezTo>
                  <a:pt x="615" y="1325"/>
                  <a:pt x="615" y="1325"/>
                  <a:pt x="615" y="1325"/>
                </a:cubicBezTo>
                <a:cubicBezTo>
                  <a:pt x="615" y="1326"/>
                  <a:pt x="615" y="1326"/>
                  <a:pt x="615" y="1326"/>
                </a:cubicBezTo>
                <a:cubicBezTo>
                  <a:pt x="615" y="1326"/>
                  <a:pt x="615" y="1326"/>
                  <a:pt x="615" y="1325"/>
                </a:cubicBezTo>
                <a:cubicBezTo>
                  <a:pt x="615" y="1326"/>
                  <a:pt x="615" y="1327"/>
                  <a:pt x="615" y="1328"/>
                </a:cubicBezTo>
                <a:cubicBezTo>
                  <a:pt x="614" y="1330"/>
                  <a:pt x="614" y="1330"/>
                  <a:pt x="617" y="1332"/>
                </a:cubicBezTo>
                <a:cubicBezTo>
                  <a:pt x="618" y="1332"/>
                  <a:pt x="619" y="1333"/>
                  <a:pt x="620" y="1334"/>
                </a:cubicBezTo>
                <a:cubicBezTo>
                  <a:pt x="620" y="1334"/>
                  <a:pt x="620" y="1334"/>
                  <a:pt x="620" y="1334"/>
                </a:cubicBezTo>
                <a:cubicBezTo>
                  <a:pt x="620" y="1334"/>
                  <a:pt x="620" y="1334"/>
                  <a:pt x="621" y="1334"/>
                </a:cubicBezTo>
                <a:cubicBezTo>
                  <a:pt x="622" y="1336"/>
                  <a:pt x="622" y="1336"/>
                  <a:pt x="621" y="1338"/>
                </a:cubicBezTo>
                <a:cubicBezTo>
                  <a:pt x="621" y="1338"/>
                  <a:pt x="620" y="1338"/>
                  <a:pt x="620" y="1338"/>
                </a:cubicBezTo>
                <a:cubicBezTo>
                  <a:pt x="620" y="1338"/>
                  <a:pt x="620" y="1338"/>
                  <a:pt x="620" y="1338"/>
                </a:cubicBezTo>
                <a:cubicBezTo>
                  <a:pt x="621" y="1338"/>
                  <a:pt x="621" y="1338"/>
                  <a:pt x="621" y="1338"/>
                </a:cubicBezTo>
                <a:cubicBezTo>
                  <a:pt x="621" y="1340"/>
                  <a:pt x="622" y="1343"/>
                  <a:pt x="621" y="1346"/>
                </a:cubicBezTo>
                <a:cubicBezTo>
                  <a:pt x="620" y="1347"/>
                  <a:pt x="621" y="1348"/>
                  <a:pt x="623" y="1348"/>
                </a:cubicBezTo>
                <a:cubicBezTo>
                  <a:pt x="624" y="1348"/>
                  <a:pt x="625" y="1348"/>
                  <a:pt x="625" y="1346"/>
                </a:cubicBezTo>
                <a:cubicBezTo>
                  <a:pt x="625" y="1344"/>
                  <a:pt x="625" y="1342"/>
                  <a:pt x="626" y="1340"/>
                </a:cubicBezTo>
                <a:cubicBezTo>
                  <a:pt x="626" y="1340"/>
                  <a:pt x="626" y="1340"/>
                  <a:pt x="626" y="1340"/>
                </a:cubicBezTo>
                <a:cubicBezTo>
                  <a:pt x="625" y="1339"/>
                  <a:pt x="625" y="1339"/>
                  <a:pt x="625" y="1339"/>
                </a:cubicBezTo>
                <a:cubicBezTo>
                  <a:pt x="626" y="1339"/>
                  <a:pt x="626" y="1339"/>
                  <a:pt x="626" y="1339"/>
                </a:cubicBezTo>
                <a:cubicBezTo>
                  <a:pt x="626" y="1340"/>
                  <a:pt x="626" y="1340"/>
                  <a:pt x="626" y="1340"/>
                </a:cubicBezTo>
                <a:cubicBezTo>
                  <a:pt x="627" y="1341"/>
                  <a:pt x="627" y="1342"/>
                  <a:pt x="627" y="1343"/>
                </a:cubicBezTo>
                <a:cubicBezTo>
                  <a:pt x="627" y="1344"/>
                  <a:pt x="628" y="1345"/>
                  <a:pt x="628" y="1346"/>
                </a:cubicBezTo>
                <a:cubicBezTo>
                  <a:pt x="629" y="1347"/>
                  <a:pt x="630" y="1348"/>
                  <a:pt x="629" y="1349"/>
                </a:cubicBezTo>
                <a:cubicBezTo>
                  <a:pt x="628" y="1350"/>
                  <a:pt x="627" y="1351"/>
                  <a:pt x="626" y="1351"/>
                </a:cubicBezTo>
                <a:cubicBezTo>
                  <a:pt x="625" y="1351"/>
                  <a:pt x="625" y="1351"/>
                  <a:pt x="624" y="1351"/>
                </a:cubicBezTo>
                <a:cubicBezTo>
                  <a:pt x="624" y="1351"/>
                  <a:pt x="623" y="1351"/>
                  <a:pt x="623" y="1352"/>
                </a:cubicBezTo>
                <a:cubicBezTo>
                  <a:pt x="623" y="1352"/>
                  <a:pt x="623" y="1353"/>
                  <a:pt x="624" y="1353"/>
                </a:cubicBezTo>
                <a:cubicBezTo>
                  <a:pt x="624" y="1353"/>
                  <a:pt x="625" y="1354"/>
                  <a:pt x="626" y="1354"/>
                </a:cubicBezTo>
                <a:cubicBezTo>
                  <a:pt x="629" y="1354"/>
                  <a:pt x="630" y="1356"/>
                  <a:pt x="631" y="1358"/>
                </a:cubicBezTo>
                <a:cubicBezTo>
                  <a:pt x="630" y="1360"/>
                  <a:pt x="631" y="1361"/>
                  <a:pt x="632" y="1362"/>
                </a:cubicBezTo>
                <a:cubicBezTo>
                  <a:pt x="634" y="1363"/>
                  <a:pt x="636" y="1364"/>
                  <a:pt x="638" y="1366"/>
                </a:cubicBezTo>
                <a:cubicBezTo>
                  <a:pt x="638" y="1366"/>
                  <a:pt x="638" y="1366"/>
                  <a:pt x="638" y="1366"/>
                </a:cubicBezTo>
                <a:cubicBezTo>
                  <a:pt x="638" y="1366"/>
                  <a:pt x="638" y="1366"/>
                  <a:pt x="638" y="1366"/>
                </a:cubicBezTo>
                <a:cubicBezTo>
                  <a:pt x="639" y="1366"/>
                  <a:pt x="639" y="1367"/>
                  <a:pt x="639" y="1367"/>
                </a:cubicBezTo>
                <a:cubicBezTo>
                  <a:pt x="640" y="1367"/>
                  <a:pt x="640" y="1367"/>
                  <a:pt x="640" y="1367"/>
                </a:cubicBezTo>
                <a:cubicBezTo>
                  <a:pt x="640" y="1368"/>
                  <a:pt x="640" y="1368"/>
                  <a:pt x="640" y="1368"/>
                </a:cubicBezTo>
                <a:cubicBezTo>
                  <a:pt x="640" y="1367"/>
                  <a:pt x="640" y="1367"/>
                  <a:pt x="640" y="1367"/>
                </a:cubicBezTo>
                <a:cubicBezTo>
                  <a:pt x="640" y="1367"/>
                  <a:pt x="639" y="1367"/>
                  <a:pt x="639" y="1367"/>
                </a:cubicBezTo>
                <a:cubicBezTo>
                  <a:pt x="639" y="1367"/>
                  <a:pt x="638" y="1367"/>
                  <a:pt x="638" y="1366"/>
                </a:cubicBezTo>
                <a:cubicBezTo>
                  <a:pt x="638" y="1366"/>
                  <a:pt x="638" y="1366"/>
                  <a:pt x="638" y="1366"/>
                </a:cubicBezTo>
                <a:cubicBezTo>
                  <a:pt x="638" y="1366"/>
                  <a:pt x="638" y="1366"/>
                  <a:pt x="638" y="1366"/>
                </a:cubicBezTo>
                <a:cubicBezTo>
                  <a:pt x="635" y="1366"/>
                  <a:pt x="633" y="1365"/>
                  <a:pt x="631" y="1364"/>
                </a:cubicBezTo>
                <a:cubicBezTo>
                  <a:pt x="630" y="1364"/>
                  <a:pt x="630" y="1364"/>
                  <a:pt x="629" y="1364"/>
                </a:cubicBezTo>
                <a:cubicBezTo>
                  <a:pt x="629" y="1364"/>
                  <a:pt x="628" y="1364"/>
                  <a:pt x="628" y="1364"/>
                </a:cubicBezTo>
                <a:cubicBezTo>
                  <a:pt x="628" y="1365"/>
                  <a:pt x="629" y="1366"/>
                  <a:pt x="629" y="1366"/>
                </a:cubicBezTo>
                <a:cubicBezTo>
                  <a:pt x="632" y="1368"/>
                  <a:pt x="636" y="1371"/>
                  <a:pt x="639" y="1374"/>
                </a:cubicBezTo>
                <a:cubicBezTo>
                  <a:pt x="640" y="1375"/>
                  <a:pt x="642" y="1376"/>
                  <a:pt x="643" y="1376"/>
                </a:cubicBezTo>
                <a:cubicBezTo>
                  <a:pt x="644" y="1376"/>
                  <a:pt x="646" y="1376"/>
                  <a:pt x="647" y="1376"/>
                </a:cubicBezTo>
                <a:cubicBezTo>
                  <a:pt x="647" y="1376"/>
                  <a:pt x="647" y="1375"/>
                  <a:pt x="648" y="1374"/>
                </a:cubicBezTo>
                <a:cubicBezTo>
                  <a:pt x="648" y="1374"/>
                  <a:pt x="648" y="1374"/>
                  <a:pt x="648" y="1374"/>
                </a:cubicBezTo>
                <a:cubicBezTo>
                  <a:pt x="649" y="1374"/>
                  <a:pt x="649" y="1374"/>
                  <a:pt x="649" y="1375"/>
                </a:cubicBezTo>
                <a:cubicBezTo>
                  <a:pt x="649" y="1375"/>
                  <a:pt x="649" y="1376"/>
                  <a:pt x="649" y="1376"/>
                </a:cubicBezTo>
                <a:cubicBezTo>
                  <a:pt x="649" y="1376"/>
                  <a:pt x="650" y="1377"/>
                  <a:pt x="650" y="1377"/>
                </a:cubicBezTo>
                <a:cubicBezTo>
                  <a:pt x="652" y="1377"/>
                  <a:pt x="653" y="1378"/>
                  <a:pt x="653" y="1380"/>
                </a:cubicBezTo>
                <a:cubicBezTo>
                  <a:pt x="653" y="1381"/>
                  <a:pt x="653" y="1381"/>
                  <a:pt x="654" y="1381"/>
                </a:cubicBezTo>
                <a:cubicBezTo>
                  <a:pt x="656" y="1382"/>
                  <a:pt x="657" y="1383"/>
                  <a:pt x="658" y="1385"/>
                </a:cubicBezTo>
                <a:cubicBezTo>
                  <a:pt x="658" y="1386"/>
                  <a:pt x="660" y="1387"/>
                  <a:pt x="661" y="1387"/>
                </a:cubicBezTo>
                <a:cubicBezTo>
                  <a:pt x="662" y="1385"/>
                  <a:pt x="662" y="1384"/>
                  <a:pt x="664" y="1383"/>
                </a:cubicBezTo>
                <a:cubicBezTo>
                  <a:pt x="665" y="1383"/>
                  <a:pt x="665" y="1383"/>
                  <a:pt x="665" y="1384"/>
                </a:cubicBezTo>
                <a:cubicBezTo>
                  <a:pt x="666" y="1384"/>
                  <a:pt x="666" y="1385"/>
                  <a:pt x="666" y="1385"/>
                </a:cubicBezTo>
                <a:cubicBezTo>
                  <a:pt x="665" y="1386"/>
                  <a:pt x="665" y="1388"/>
                  <a:pt x="666" y="1388"/>
                </a:cubicBezTo>
                <a:cubicBezTo>
                  <a:pt x="667" y="1389"/>
                  <a:pt x="668" y="1389"/>
                  <a:pt x="669" y="1390"/>
                </a:cubicBezTo>
                <a:cubicBezTo>
                  <a:pt x="670" y="1390"/>
                  <a:pt x="671" y="1389"/>
                  <a:pt x="672" y="1389"/>
                </a:cubicBezTo>
                <a:cubicBezTo>
                  <a:pt x="673" y="1389"/>
                  <a:pt x="674" y="1389"/>
                  <a:pt x="675" y="1389"/>
                </a:cubicBezTo>
                <a:cubicBezTo>
                  <a:pt x="677" y="1390"/>
                  <a:pt x="677" y="1390"/>
                  <a:pt x="677" y="1387"/>
                </a:cubicBezTo>
                <a:cubicBezTo>
                  <a:pt x="677" y="1387"/>
                  <a:pt x="676" y="1387"/>
                  <a:pt x="676" y="1387"/>
                </a:cubicBezTo>
                <a:cubicBezTo>
                  <a:pt x="676" y="1387"/>
                  <a:pt x="676" y="1387"/>
                  <a:pt x="676" y="1387"/>
                </a:cubicBezTo>
                <a:cubicBezTo>
                  <a:pt x="676" y="1387"/>
                  <a:pt x="676" y="1386"/>
                  <a:pt x="676" y="1386"/>
                </a:cubicBezTo>
                <a:cubicBezTo>
                  <a:pt x="676" y="1386"/>
                  <a:pt x="676" y="1386"/>
                  <a:pt x="676" y="1387"/>
                </a:cubicBezTo>
                <a:cubicBezTo>
                  <a:pt x="676" y="1387"/>
                  <a:pt x="677" y="1387"/>
                  <a:pt x="677" y="1387"/>
                </a:cubicBezTo>
                <a:cubicBezTo>
                  <a:pt x="677" y="1387"/>
                  <a:pt x="677" y="1387"/>
                  <a:pt x="677" y="1387"/>
                </a:cubicBezTo>
                <a:cubicBezTo>
                  <a:pt x="678" y="1387"/>
                  <a:pt x="680" y="1386"/>
                  <a:pt x="681" y="1386"/>
                </a:cubicBezTo>
                <a:cubicBezTo>
                  <a:pt x="683" y="1385"/>
                  <a:pt x="683" y="1384"/>
                  <a:pt x="683" y="1383"/>
                </a:cubicBezTo>
                <a:cubicBezTo>
                  <a:pt x="684" y="1382"/>
                  <a:pt x="684" y="1382"/>
                  <a:pt x="685" y="1382"/>
                </a:cubicBezTo>
                <a:cubicBezTo>
                  <a:pt x="686" y="1383"/>
                  <a:pt x="687" y="1383"/>
                  <a:pt x="688" y="1383"/>
                </a:cubicBezTo>
                <a:cubicBezTo>
                  <a:pt x="690" y="1382"/>
                  <a:pt x="692" y="1380"/>
                  <a:pt x="694" y="1379"/>
                </a:cubicBezTo>
                <a:cubicBezTo>
                  <a:pt x="694" y="1379"/>
                  <a:pt x="694" y="1378"/>
                  <a:pt x="693" y="1378"/>
                </a:cubicBezTo>
                <a:cubicBezTo>
                  <a:pt x="693" y="1377"/>
                  <a:pt x="691" y="1378"/>
                  <a:pt x="690" y="1377"/>
                </a:cubicBezTo>
                <a:cubicBezTo>
                  <a:pt x="687" y="1376"/>
                  <a:pt x="683" y="1374"/>
                  <a:pt x="679" y="1372"/>
                </a:cubicBezTo>
                <a:cubicBezTo>
                  <a:pt x="679" y="1372"/>
                  <a:pt x="678" y="1372"/>
                  <a:pt x="678" y="1371"/>
                </a:cubicBezTo>
                <a:cubicBezTo>
                  <a:pt x="676" y="1369"/>
                  <a:pt x="674" y="1368"/>
                  <a:pt x="672" y="1366"/>
                </a:cubicBezTo>
                <a:cubicBezTo>
                  <a:pt x="671" y="1365"/>
                  <a:pt x="671" y="1364"/>
                  <a:pt x="671" y="1362"/>
                </a:cubicBezTo>
                <a:cubicBezTo>
                  <a:pt x="670" y="1358"/>
                  <a:pt x="668" y="1357"/>
                  <a:pt x="664" y="1357"/>
                </a:cubicBezTo>
                <a:cubicBezTo>
                  <a:pt x="663" y="1357"/>
                  <a:pt x="662" y="1357"/>
                  <a:pt x="661" y="1357"/>
                </a:cubicBezTo>
                <a:cubicBezTo>
                  <a:pt x="661" y="1357"/>
                  <a:pt x="661" y="1357"/>
                  <a:pt x="661" y="1357"/>
                </a:cubicBezTo>
                <a:cubicBezTo>
                  <a:pt x="661" y="1357"/>
                  <a:pt x="661" y="1357"/>
                  <a:pt x="661" y="1357"/>
                </a:cubicBezTo>
                <a:cubicBezTo>
                  <a:pt x="660" y="1358"/>
                  <a:pt x="660" y="1359"/>
                  <a:pt x="660" y="1359"/>
                </a:cubicBezTo>
                <a:cubicBezTo>
                  <a:pt x="657" y="1361"/>
                  <a:pt x="657" y="1363"/>
                  <a:pt x="657" y="1366"/>
                </a:cubicBezTo>
                <a:cubicBezTo>
                  <a:pt x="657" y="1366"/>
                  <a:pt x="657" y="1366"/>
                  <a:pt x="657" y="1367"/>
                </a:cubicBezTo>
                <a:cubicBezTo>
                  <a:pt x="657" y="1367"/>
                  <a:pt x="656" y="1367"/>
                  <a:pt x="656" y="1367"/>
                </a:cubicBezTo>
                <a:cubicBezTo>
                  <a:pt x="656" y="1367"/>
                  <a:pt x="656" y="1367"/>
                  <a:pt x="656" y="1366"/>
                </a:cubicBezTo>
                <a:cubicBezTo>
                  <a:pt x="656" y="1365"/>
                  <a:pt x="655" y="1364"/>
                  <a:pt x="656" y="1363"/>
                </a:cubicBezTo>
                <a:cubicBezTo>
                  <a:pt x="656" y="1360"/>
                  <a:pt x="658" y="1358"/>
                  <a:pt x="661" y="1357"/>
                </a:cubicBezTo>
                <a:cubicBezTo>
                  <a:pt x="661" y="1357"/>
                  <a:pt x="661" y="1357"/>
                  <a:pt x="661" y="1357"/>
                </a:cubicBezTo>
                <a:cubicBezTo>
                  <a:pt x="661" y="1357"/>
                  <a:pt x="661" y="1357"/>
                  <a:pt x="661" y="1357"/>
                </a:cubicBezTo>
                <a:cubicBezTo>
                  <a:pt x="662" y="1355"/>
                  <a:pt x="663" y="1354"/>
                  <a:pt x="665" y="1354"/>
                </a:cubicBezTo>
                <a:cubicBezTo>
                  <a:pt x="665" y="1355"/>
                  <a:pt x="665" y="1355"/>
                  <a:pt x="666" y="1355"/>
                </a:cubicBezTo>
                <a:cubicBezTo>
                  <a:pt x="666" y="1354"/>
                  <a:pt x="667" y="1354"/>
                  <a:pt x="667" y="1354"/>
                </a:cubicBezTo>
                <a:cubicBezTo>
                  <a:pt x="667" y="1353"/>
                  <a:pt x="667" y="1353"/>
                  <a:pt x="667" y="1352"/>
                </a:cubicBezTo>
                <a:cubicBezTo>
                  <a:pt x="666" y="1350"/>
                  <a:pt x="664" y="1349"/>
                  <a:pt x="663" y="1347"/>
                </a:cubicBezTo>
                <a:cubicBezTo>
                  <a:pt x="662" y="1345"/>
                  <a:pt x="662" y="1342"/>
                  <a:pt x="661" y="1340"/>
                </a:cubicBezTo>
                <a:cubicBezTo>
                  <a:pt x="660" y="1338"/>
                  <a:pt x="661" y="1335"/>
                  <a:pt x="662" y="1334"/>
                </a:cubicBezTo>
                <a:cubicBezTo>
                  <a:pt x="663" y="1333"/>
                  <a:pt x="664" y="1332"/>
                  <a:pt x="665" y="1331"/>
                </a:cubicBezTo>
                <a:cubicBezTo>
                  <a:pt x="667" y="1329"/>
                  <a:pt x="668" y="1327"/>
                  <a:pt x="668" y="1324"/>
                </a:cubicBezTo>
                <a:cubicBezTo>
                  <a:pt x="668" y="1322"/>
                  <a:pt x="668" y="1320"/>
                  <a:pt x="670" y="1318"/>
                </a:cubicBezTo>
                <a:cubicBezTo>
                  <a:pt x="672" y="1316"/>
                  <a:pt x="674" y="1314"/>
                  <a:pt x="675" y="1312"/>
                </a:cubicBezTo>
                <a:cubicBezTo>
                  <a:pt x="676" y="1311"/>
                  <a:pt x="677" y="1309"/>
                  <a:pt x="676" y="1308"/>
                </a:cubicBezTo>
                <a:cubicBezTo>
                  <a:pt x="676" y="1307"/>
                  <a:pt x="676" y="1306"/>
                  <a:pt x="676" y="1305"/>
                </a:cubicBezTo>
                <a:cubicBezTo>
                  <a:pt x="675" y="1303"/>
                  <a:pt x="675" y="1301"/>
                  <a:pt x="672" y="1301"/>
                </a:cubicBezTo>
                <a:cubicBezTo>
                  <a:pt x="670" y="1301"/>
                  <a:pt x="669" y="1300"/>
                  <a:pt x="668" y="1299"/>
                </a:cubicBezTo>
                <a:cubicBezTo>
                  <a:pt x="666" y="1298"/>
                  <a:pt x="665" y="1297"/>
                  <a:pt x="664" y="1296"/>
                </a:cubicBezTo>
                <a:cubicBezTo>
                  <a:pt x="661" y="1293"/>
                  <a:pt x="661" y="1290"/>
                  <a:pt x="663" y="1287"/>
                </a:cubicBezTo>
                <a:cubicBezTo>
                  <a:pt x="664" y="1286"/>
                  <a:pt x="665" y="1285"/>
                  <a:pt x="666" y="1284"/>
                </a:cubicBezTo>
                <a:cubicBezTo>
                  <a:pt x="668" y="1283"/>
                  <a:pt x="670" y="1283"/>
                  <a:pt x="671" y="1282"/>
                </a:cubicBezTo>
                <a:cubicBezTo>
                  <a:pt x="672" y="1282"/>
                  <a:pt x="673" y="1281"/>
                  <a:pt x="673" y="1281"/>
                </a:cubicBezTo>
                <a:cubicBezTo>
                  <a:pt x="673" y="1278"/>
                  <a:pt x="675" y="1276"/>
                  <a:pt x="674" y="1273"/>
                </a:cubicBezTo>
                <a:cubicBezTo>
                  <a:pt x="673" y="1273"/>
                  <a:pt x="673" y="1272"/>
                  <a:pt x="673" y="1271"/>
                </a:cubicBezTo>
                <a:cubicBezTo>
                  <a:pt x="673" y="1268"/>
                  <a:pt x="674" y="1266"/>
                  <a:pt x="675" y="1264"/>
                </a:cubicBezTo>
                <a:cubicBezTo>
                  <a:pt x="677" y="1263"/>
                  <a:pt x="677" y="1262"/>
                  <a:pt x="678" y="1261"/>
                </a:cubicBezTo>
                <a:cubicBezTo>
                  <a:pt x="678" y="1261"/>
                  <a:pt x="678" y="1261"/>
                  <a:pt x="678" y="1261"/>
                </a:cubicBezTo>
                <a:cubicBezTo>
                  <a:pt x="678" y="1261"/>
                  <a:pt x="678" y="1260"/>
                  <a:pt x="678" y="1260"/>
                </a:cubicBezTo>
                <a:cubicBezTo>
                  <a:pt x="677" y="1260"/>
                  <a:pt x="677" y="1260"/>
                  <a:pt x="676" y="1260"/>
                </a:cubicBezTo>
                <a:cubicBezTo>
                  <a:pt x="676" y="1260"/>
                  <a:pt x="676" y="1259"/>
                  <a:pt x="676" y="1259"/>
                </a:cubicBezTo>
                <a:cubicBezTo>
                  <a:pt x="676" y="1259"/>
                  <a:pt x="677" y="1259"/>
                  <a:pt x="677" y="1259"/>
                </a:cubicBezTo>
                <a:cubicBezTo>
                  <a:pt x="677" y="1259"/>
                  <a:pt x="678" y="1260"/>
                  <a:pt x="678" y="1260"/>
                </a:cubicBezTo>
                <a:cubicBezTo>
                  <a:pt x="678" y="1260"/>
                  <a:pt x="678" y="1260"/>
                  <a:pt x="679" y="1260"/>
                </a:cubicBezTo>
                <a:cubicBezTo>
                  <a:pt x="679" y="1260"/>
                  <a:pt x="678" y="1261"/>
                  <a:pt x="678" y="1261"/>
                </a:cubicBezTo>
                <a:cubicBezTo>
                  <a:pt x="679" y="1261"/>
                  <a:pt x="680" y="1261"/>
                  <a:pt x="680" y="1261"/>
                </a:cubicBezTo>
                <a:cubicBezTo>
                  <a:pt x="682" y="1261"/>
                  <a:pt x="684" y="1259"/>
                  <a:pt x="683" y="1258"/>
                </a:cubicBezTo>
                <a:cubicBezTo>
                  <a:pt x="683" y="1256"/>
                  <a:pt x="682" y="1255"/>
                  <a:pt x="682" y="1253"/>
                </a:cubicBezTo>
                <a:cubicBezTo>
                  <a:pt x="682" y="1253"/>
                  <a:pt x="681" y="1252"/>
                  <a:pt x="680" y="1253"/>
                </a:cubicBezTo>
                <a:cubicBezTo>
                  <a:pt x="679" y="1253"/>
                  <a:pt x="679" y="1253"/>
                  <a:pt x="678" y="1253"/>
                </a:cubicBezTo>
                <a:cubicBezTo>
                  <a:pt x="676" y="1255"/>
                  <a:pt x="673" y="1253"/>
                  <a:pt x="672" y="1251"/>
                </a:cubicBezTo>
                <a:cubicBezTo>
                  <a:pt x="672" y="1249"/>
                  <a:pt x="671" y="1247"/>
                  <a:pt x="671" y="1245"/>
                </a:cubicBezTo>
                <a:cubicBezTo>
                  <a:pt x="671" y="1245"/>
                  <a:pt x="671" y="1244"/>
                  <a:pt x="671" y="1244"/>
                </a:cubicBezTo>
                <a:cubicBezTo>
                  <a:pt x="670" y="1243"/>
                  <a:pt x="672" y="1242"/>
                  <a:pt x="673" y="1242"/>
                </a:cubicBezTo>
                <a:cubicBezTo>
                  <a:pt x="675" y="1243"/>
                  <a:pt x="676" y="1243"/>
                  <a:pt x="678" y="1244"/>
                </a:cubicBezTo>
                <a:cubicBezTo>
                  <a:pt x="680" y="1245"/>
                  <a:pt x="682" y="1245"/>
                  <a:pt x="685" y="1245"/>
                </a:cubicBezTo>
                <a:cubicBezTo>
                  <a:pt x="687" y="1245"/>
                  <a:pt x="690" y="1242"/>
                  <a:pt x="690" y="1240"/>
                </a:cubicBezTo>
                <a:cubicBezTo>
                  <a:pt x="690" y="1238"/>
                  <a:pt x="689" y="1236"/>
                  <a:pt x="689" y="1235"/>
                </a:cubicBezTo>
                <a:cubicBezTo>
                  <a:pt x="689" y="1233"/>
                  <a:pt x="690" y="1231"/>
                  <a:pt x="690" y="1229"/>
                </a:cubicBezTo>
                <a:cubicBezTo>
                  <a:pt x="690" y="1228"/>
                  <a:pt x="690" y="1228"/>
                  <a:pt x="690" y="1228"/>
                </a:cubicBezTo>
                <a:cubicBezTo>
                  <a:pt x="689" y="1227"/>
                  <a:pt x="689" y="1227"/>
                  <a:pt x="689" y="1226"/>
                </a:cubicBezTo>
                <a:cubicBezTo>
                  <a:pt x="689" y="1224"/>
                  <a:pt x="690" y="1223"/>
                  <a:pt x="691" y="1224"/>
                </a:cubicBezTo>
                <a:cubicBezTo>
                  <a:pt x="698" y="1225"/>
                  <a:pt x="704" y="1224"/>
                  <a:pt x="710" y="1222"/>
                </a:cubicBezTo>
                <a:cubicBezTo>
                  <a:pt x="712" y="1221"/>
                  <a:pt x="714" y="1221"/>
                  <a:pt x="715" y="1220"/>
                </a:cubicBezTo>
                <a:cubicBezTo>
                  <a:pt x="718" y="1219"/>
                  <a:pt x="720" y="1217"/>
                  <a:pt x="721" y="1214"/>
                </a:cubicBezTo>
                <a:cubicBezTo>
                  <a:pt x="721" y="1212"/>
                  <a:pt x="722" y="1210"/>
                  <a:pt x="723" y="1208"/>
                </a:cubicBezTo>
                <a:cubicBezTo>
                  <a:pt x="724" y="1207"/>
                  <a:pt x="724" y="1206"/>
                  <a:pt x="724" y="1205"/>
                </a:cubicBezTo>
                <a:cubicBezTo>
                  <a:pt x="724" y="1204"/>
                  <a:pt x="724" y="1202"/>
                  <a:pt x="723" y="1201"/>
                </a:cubicBezTo>
                <a:cubicBezTo>
                  <a:pt x="722" y="1201"/>
                  <a:pt x="721" y="1201"/>
                  <a:pt x="720" y="1200"/>
                </a:cubicBezTo>
                <a:cubicBezTo>
                  <a:pt x="719" y="1200"/>
                  <a:pt x="719" y="1199"/>
                  <a:pt x="719" y="1198"/>
                </a:cubicBezTo>
                <a:cubicBezTo>
                  <a:pt x="719" y="1197"/>
                  <a:pt x="719" y="1196"/>
                  <a:pt x="720" y="1195"/>
                </a:cubicBezTo>
                <a:cubicBezTo>
                  <a:pt x="721" y="1193"/>
                  <a:pt x="719" y="1191"/>
                  <a:pt x="718" y="1190"/>
                </a:cubicBezTo>
                <a:cubicBezTo>
                  <a:pt x="716" y="1188"/>
                  <a:pt x="714" y="1187"/>
                  <a:pt x="712" y="1186"/>
                </a:cubicBezTo>
                <a:cubicBezTo>
                  <a:pt x="712" y="1186"/>
                  <a:pt x="712" y="1185"/>
                  <a:pt x="711" y="1185"/>
                </a:cubicBezTo>
                <a:cubicBezTo>
                  <a:pt x="711" y="1185"/>
                  <a:pt x="711" y="1185"/>
                  <a:pt x="711" y="1185"/>
                </a:cubicBezTo>
                <a:cubicBezTo>
                  <a:pt x="711" y="1185"/>
                  <a:pt x="711" y="1185"/>
                  <a:pt x="711" y="1185"/>
                </a:cubicBezTo>
                <a:cubicBezTo>
                  <a:pt x="711" y="1185"/>
                  <a:pt x="711" y="1185"/>
                  <a:pt x="711" y="1185"/>
                </a:cubicBezTo>
                <a:cubicBezTo>
                  <a:pt x="711" y="1185"/>
                  <a:pt x="711" y="1185"/>
                  <a:pt x="711" y="1185"/>
                </a:cubicBezTo>
                <a:cubicBezTo>
                  <a:pt x="712" y="1185"/>
                  <a:pt x="712" y="1185"/>
                  <a:pt x="712" y="1185"/>
                </a:cubicBezTo>
                <a:cubicBezTo>
                  <a:pt x="712" y="1185"/>
                  <a:pt x="712" y="1185"/>
                  <a:pt x="712" y="1186"/>
                </a:cubicBezTo>
                <a:cubicBezTo>
                  <a:pt x="716" y="1186"/>
                  <a:pt x="720" y="1186"/>
                  <a:pt x="724" y="1188"/>
                </a:cubicBezTo>
                <a:cubicBezTo>
                  <a:pt x="725" y="1189"/>
                  <a:pt x="726" y="1189"/>
                  <a:pt x="727" y="1189"/>
                </a:cubicBezTo>
                <a:cubicBezTo>
                  <a:pt x="728" y="1189"/>
                  <a:pt x="730" y="1189"/>
                  <a:pt x="732" y="1189"/>
                </a:cubicBezTo>
                <a:cubicBezTo>
                  <a:pt x="736" y="1189"/>
                  <a:pt x="740" y="1187"/>
                  <a:pt x="742" y="1183"/>
                </a:cubicBezTo>
                <a:cubicBezTo>
                  <a:pt x="743" y="1181"/>
                  <a:pt x="744" y="1179"/>
                  <a:pt x="746" y="1178"/>
                </a:cubicBezTo>
                <a:cubicBezTo>
                  <a:pt x="748" y="1176"/>
                  <a:pt x="749" y="1173"/>
                  <a:pt x="750" y="1171"/>
                </a:cubicBezTo>
                <a:cubicBezTo>
                  <a:pt x="750" y="1168"/>
                  <a:pt x="751" y="1165"/>
                  <a:pt x="752" y="1162"/>
                </a:cubicBezTo>
                <a:cubicBezTo>
                  <a:pt x="752" y="1163"/>
                  <a:pt x="752" y="1163"/>
                  <a:pt x="752" y="1163"/>
                </a:cubicBezTo>
                <a:cubicBezTo>
                  <a:pt x="752" y="1163"/>
                  <a:pt x="752" y="1162"/>
                  <a:pt x="752" y="1162"/>
                </a:cubicBezTo>
                <a:cubicBezTo>
                  <a:pt x="752" y="1162"/>
                  <a:pt x="752" y="1162"/>
                  <a:pt x="752" y="1162"/>
                </a:cubicBezTo>
                <a:cubicBezTo>
                  <a:pt x="751" y="1160"/>
                  <a:pt x="751" y="1159"/>
                  <a:pt x="753" y="1158"/>
                </a:cubicBezTo>
                <a:cubicBezTo>
                  <a:pt x="754" y="1157"/>
                  <a:pt x="755" y="1157"/>
                  <a:pt x="755" y="1157"/>
                </a:cubicBezTo>
                <a:cubicBezTo>
                  <a:pt x="756" y="1155"/>
                  <a:pt x="757" y="1153"/>
                  <a:pt x="758" y="1151"/>
                </a:cubicBezTo>
                <a:cubicBezTo>
                  <a:pt x="758" y="1151"/>
                  <a:pt x="759" y="1150"/>
                  <a:pt x="759" y="1150"/>
                </a:cubicBezTo>
                <a:cubicBezTo>
                  <a:pt x="760" y="1150"/>
                  <a:pt x="760" y="1151"/>
                  <a:pt x="760" y="1151"/>
                </a:cubicBezTo>
                <a:cubicBezTo>
                  <a:pt x="760" y="1152"/>
                  <a:pt x="761" y="1153"/>
                  <a:pt x="761" y="1154"/>
                </a:cubicBezTo>
                <a:cubicBezTo>
                  <a:pt x="762" y="1153"/>
                  <a:pt x="763" y="1152"/>
                  <a:pt x="764" y="1151"/>
                </a:cubicBezTo>
                <a:cubicBezTo>
                  <a:pt x="766" y="1145"/>
                  <a:pt x="769" y="1140"/>
                  <a:pt x="772" y="1135"/>
                </a:cubicBezTo>
                <a:cubicBezTo>
                  <a:pt x="775" y="1131"/>
                  <a:pt x="776" y="1127"/>
                  <a:pt x="774" y="1123"/>
                </a:cubicBezTo>
                <a:cubicBezTo>
                  <a:pt x="773" y="1123"/>
                  <a:pt x="773" y="1122"/>
                  <a:pt x="773" y="1121"/>
                </a:cubicBezTo>
                <a:cubicBezTo>
                  <a:pt x="772" y="1116"/>
                  <a:pt x="773" y="1112"/>
                  <a:pt x="778" y="1108"/>
                </a:cubicBezTo>
                <a:cubicBezTo>
                  <a:pt x="779" y="1107"/>
                  <a:pt x="781" y="1105"/>
                  <a:pt x="783" y="1103"/>
                </a:cubicBezTo>
                <a:cubicBezTo>
                  <a:pt x="785" y="1101"/>
                  <a:pt x="789" y="1099"/>
                  <a:pt x="792" y="1097"/>
                </a:cubicBezTo>
                <a:cubicBezTo>
                  <a:pt x="794" y="1097"/>
                  <a:pt x="796" y="1096"/>
                  <a:pt x="797" y="1094"/>
                </a:cubicBezTo>
                <a:cubicBezTo>
                  <a:pt x="799" y="1093"/>
                  <a:pt x="800" y="1092"/>
                  <a:pt x="801" y="1091"/>
                </a:cubicBezTo>
                <a:cubicBezTo>
                  <a:pt x="801" y="1090"/>
                  <a:pt x="802" y="1090"/>
                  <a:pt x="802" y="1090"/>
                </a:cubicBezTo>
                <a:cubicBezTo>
                  <a:pt x="804" y="1090"/>
                  <a:pt x="806" y="1090"/>
                  <a:pt x="807" y="1090"/>
                </a:cubicBezTo>
                <a:cubicBezTo>
                  <a:pt x="809" y="1089"/>
                  <a:pt x="811" y="1090"/>
                  <a:pt x="812" y="1090"/>
                </a:cubicBezTo>
                <a:cubicBezTo>
                  <a:pt x="816" y="1090"/>
                  <a:pt x="819" y="1089"/>
                  <a:pt x="821" y="1086"/>
                </a:cubicBezTo>
                <a:cubicBezTo>
                  <a:pt x="822" y="1085"/>
                  <a:pt x="824" y="1084"/>
                  <a:pt x="825" y="1083"/>
                </a:cubicBezTo>
                <a:cubicBezTo>
                  <a:pt x="826" y="1083"/>
                  <a:pt x="827" y="1082"/>
                  <a:pt x="826" y="1080"/>
                </a:cubicBezTo>
                <a:cubicBezTo>
                  <a:pt x="826" y="1079"/>
                  <a:pt x="826" y="1077"/>
                  <a:pt x="827" y="1076"/>
                </a:cubicBezTo>
                <a:cubicBezTo>
                  <a:pt x="829" y="1073"/>
                  <a:pt x="830" y="1070"/>
                  <a:pt x="832" y="1067"/>
                </a:cubicBezTo>
                <a:cubicBezTo>
                  <a:pt x="834" y="1065"/>
                  <a:pt x="834" y="1062"/>
                  <a:pt x="834" y="1060"/>
                </a:cubicBezTo>
                <a:cubicBezTo>
                  <a:pt x="834" y="1057"/>
                  <a:pt x="834" y="1055"/>
                  <a:pt x="835" y="1054"/>
                </a:cubicBezTo>
                <a:cubicBezTo>
                  <a:pt x="837" y="1050"/>
                  <a:pt x="838" y="1047"/>
                  <a:pt x="838" y="1043"/>
                </a:cubicBezTo>
                <a:cubicBezTo>
                  <a:pt x="838" y="1038"/>
                  <a:pt x="838" y="1033"/>
                  <a:pt x="838" y="1029"/>
                </a:cubicBezTo>
                <a:cubicBezTo>
                  <a:pt x="838" y="1026"/>
                  <a:pt x="838" y="1022"/>
                  <a:pt x="838" y="1019"/>
                </a:cubicBezTo>
                <a:cubicBezTo>
                  <a:pt x="838" y="1018"/>
                  <a:pt x="838" y="1016"/>
                  <a:pt x="840" y="1015"/>
                </a:cubicBezTo>
                <a:cubicBezTo>
                  <a:pt x="844" y="1014"/>
                  <a:pt x="846" y="1010"/>
                  <a:pt x="847" y="1006"/>
                </a:cubicBezTo>
                <a:cubicBezTo>
                  <a:pt x="848" y="1006"/>
                  <a:pt x="848" y="1005"/>
                  <a:pt x="849" y="1004"/>
                </a:cubicBezTo>
                <a:cubicBezTo>
                  <a:pt x="850" y="1002"/>
                  <a:pt x="851" y="1000"/>
                  <a:pt x="853" y="998"/>
                </a:cubicBezTo>
                <a:cubicBezTo>
                  <a:pt x="856" y="996"/>
                  <a:pt x="858" y="993"/>
                  <a:pt x="860" y="991"/>
                </a:cubicBezTo>
                <a:cubicBezTo>
                  <a:pt x="862" y="989"/>
                  <a:pt x="864" y="986"/>
                  <a:pt x="865" y="983"/>
                </a:cubicBezTo>
                <a:cubicBezTo>
                  <a:pt x="866" y="980"/>
                  <a:pt x="867" y="973"/>
                  <a:pt x="866" y="971"/>
                </a:cubicBezTo>
                <a:cubicBezTo>
                  <a:pt x="865" y="967"/>
                  <a:pt x="864" y="963"/>
                  <a:pt x="862" y="959"/>
                </a:cubicBezTo>
                <a:close/>
                <a:moveTo>
                  <a:pt x="729" y="473"/>
                </a:moveTo>
                <a:cubicBezTo>
                  <a:pt x="729" y="473"/>
                  <a:pt x="729" y="473"/>
                  <a:pt x="729" y="473"/>
                </a:cubicBezTo>
                <a:cubicBezTo>
                  <a:pt x="728" y="476"/>
                  <a:pt x="726" y="476"/>
                  <a:pt x="725" y="477"/>
                </a:cubicBezTo>
                <a:cubicBezTo>
                  <a:pt x="724" y="476"/>
                  <a:pt x="724" y="476"/>
                  <a:pt x="724" y="476"/>
                </a:cubicBezTo>
                <a:cubicBezTo>
                  <a:pt x="725" y="474"/>
                  <a:pt x="727" y="473"/>
                  <a:pt x="729" y="473"/>
                </a:cubicBezTo>
                <a:close/>
                <a:moveTo>
                  <a:pt x="691" y="484"/>
                </a:moveTo>
                <a:cubicBezTo>
                  <a:pt x="691" y="484"/>
                  <a:pt x="691" y="484"/>
                  <a:pt x="691" y="484"/>
                </a:cubicBezTo>
                <a:cubicBezTo>
                  <a:pt x="692" y="484"/>
                  <a:pt x="692" y="484"/>
                  <a:pt x="692" y="484"/>
                </a:cubicBezTo>
                <a:lnTo>
                  <a:pt x="691" y="484"/>
                </a:lnTo>
                <a:close/>
                <a:moveTo>
                  <a:pt x="689" y="468"/>
                </a:moveTo>
                <a:cubicBezTo>
                  <a:pt x="691" y="467"/>
                  <a:pt x="692" y="468"/>
                  <a:pt x="693" y="467"/>
                </a:cubicBezTo>
                <a:cubicBezTo>
                  <a:pt x="696" y="466"/>
                  <a:pt x="699" y="467"/>
                  <a:pt x="702" y="468"/>
                </a:cubicBezTo>
                <a:cubicBezTo>
                  <a:pt x="702" y="468"/>
                  <a:pt x="702" y="469"/>
                  <a:pt x="702" y="469"/>
                </a:cubicBezTo>
                <a:cubicBezTo>
                  <a:pt x="702" y="469"/>
                  <a:pt x="702" y="470"/>
                  <a:pt x="702" y="470"/>
                </a:cubicBezTo>
                <a:cubicBezTo>
                  <a:pt x="701" y="470"/>
                  <a:pt x="699" y="471"/>
                  <a:pt x="699" y="471"/>
                </a:cubicBezTo>
                <a:cubicBezTo>
                  <a:pt x="696" y="470"/>
                  <a:pt x="694" y="470"/>
                  <a:pt x="692" y="470"/>
                </a:cubicBezTo>
                <a:cubicBezTo>
                  <a:pt x="691" y="470"/>
                  <a:pt x="690" y="470"/>
                  <a:pt x="689" y="469"/>
                </a:cubicBezTo>
                <a:cubicBezTo>
                  <a:pt x="689" y="469"/>
                  <a:pt x="689" y="469"/>
                  <a:pt x="689" y="468"/>
                </a:cubicBezTo>
                <a:cubicBezTo>
                  <a:pt x="689" y="468"/>
                  <a:pt x="689" y="468"/>
                  <a:pt x="689" y="468"/>
                </a:cubicBezTo>
                <a:close/>
                <a:moveTo>
                  <a:pt x="687" y="483"/>
                </a:moveTo>
                <a:cubicBezTo>
                  <a:pt x="687" y="483"/>
                  <a:pt x="687" y="483"/>
                  <a:pt x="687" y="483"/>
                </a:cubicBezTo>
                <a:cubicBezTo>
                  <a:pt x="687" y="483"/>
                  <a:pt x="687" y="483"/>
                  <a:pt x="687" y="483"/>
                </a:cubicBezTo>
                <a:close/>
                <a:moveTo>
                  <a:pt x="666" y="459"/>
                </a:moveTo>
                <a:cubicBezTo>
                  <a:pt x="666" y="459"/>
                  <a:pt x="666" y="460"/>
                  <a:pt x="666" y="460"/>
                </a:cubicBezTo>
                <a:cubicBezTo>
                  <a:pt x="667" y="460"/>
                  <a:pt x="667" y="461"/>
                  <a:pt x="667" y="461"/>
                </a:cubicBezTo>
                <a:cubicBezTo>
                  <a:pt x="667" y="461"/>
                  <a:pt x="666" y="460"/>
                  <a:pt x="666" y="460"/>
                </a:cubicBezTo>
                <a:cubicBezTo>
                  <a:pt x="666" y="460"/>
                  <a:pt x="666" y="460"/>
                  <a:pt x="666" y="459"/>
                </a:cubicBezTo>
                <a:close/>
                <a:moveTo>
                  <a:pt x="660" y="462"/>
                </a:moveTo>
                <a:cubicBezTo>
                  <a:pt x="661" y="461"/>
                  <a:pt x="661" y="461"/>
                  <a:pt x="662" y="460"/>
                </a:cubicBezTo>
                <a:cubicBezTo>
                  <a:pt x="662" y="461"/>
                  <a:pt x="662" y="461"/>
                  <a:pt x="662" y="462"/>
                </a:cubicBezTo>
                <a:cubicBezTo>
                  <a:pt x="662" y="462"/>
                  <a:pt x="662" y="463"/>
                  <a:pt x="663" y="464"/>
                </a:cubicBezTo>
                <a:cubicBezTo>
                  <a:pt x="663" y="464"/>
                  <a:pt x="663" y="465"/>
                  <a:pt x="662" y="466"/>
                </a:cubicBezTo>
                <a:cubicBezTo>
                  <a:pt x="662" y="466"/>
                  <a:pt x="662" y="466"/>
                  <a:pt x="662" y="466"/>
                </a:cubicBezTo>
                <a:cubicBezTo>
                  <a:pt x="660" y="466"/>
                  <a:pt x="659" y="464"/>
                  <a:pt x="660" y="462"/>
                </a:cubicBezTo>
                <a:close/>
                <a:moveTo>
                  <a:pt x="644" y="454"/>
                </a:moveTo>
                <a:cubicBezTo>
                  <a:pt x="645" y="454"/>
                  <a:pt x="645" y="454"/>
                  <a:pt x="644" y="454"/>
                </a:cubicBezTo>
                <a:cubicBezTo>
                  <a:pt x="644" y="454"/>
                  <a:pt x="644" y="454"/>
                  <a:pt x="643" y="454"/>
                </a:cubicBezTo>
                <a:cubicBezTo>
                  <a:pt x="644" y="454"/>
                  <a:pt x="644" y="453"/>
                  <a:pt x="644" y="454"/>
                </a:cubicBezTo>
                <a:close/>
                <a:moveTo>
                  <a:pt x="630" y="495"/>
                </a:moveTo>
                <a:cubicBezTo>
                  <a:pt x="630" y="495"/>
                  <a:pt x="631" y="495"/>
                  <a:pt x="631" y="496"/>
                </a:cubicBezTo>
                <a:cubicBezTo>
                  <a:pt x="631" y="496"/>
                  <a:pt x="631" y="496"/>
                  <a:pt x="631" y="496"/>
                </a:cubicBezTo>
                <a:cubicBezTo>
                  <a:pt x="630" y="497"/>
                  <a:pt x="629" y="498"/>
                  <a:pt x="627" y="498"/>
                </a:cubicBezTo>
                <a:cubicBezTo>
                  <a:pt x="627" y="498"/>
                  <a:pt x="627" y="498"/>
                  <a:pt x="627" y="498"/>
                </a:cubicBezTo>
                <a:cubicBezTo>
                  <a:pt x="628" y="496"/>
                  <a:pt x="629" y="495"/>
                  <a:pt x="630" y="495"/>
                </a:cubicBezTo>
                <a:close/>
                <a:moveTo>
                  <a:pt x="615" y="520"/>
                </a:moveTo>
                <a:cubicBezTo>
                  <a:pt x="615" y="520"/>
                  <a:pt x="615" y="520"/>
                  <a:pt x="616" y="520"/>
                </a:cubicBezTo>
                <a:cubicBezTo>
                  <a:pt x="616" y="520"/>
                  <a:pt x="616" y="520"/>
                  <a:pt x="616" y="521"/>
                </a:cubicBezTo>
                <a:cubicBezTo>
                  <a:pt x="615" y="521"/>
                  <a:pt x="615" y="521"/>
                  <a:pt x="615" y="521"/>
                </a:cubicBezTo>
                <a:cubicBezTo>
                  <a:pt x="615" y="521"/>
                  <a:pt x="615" y="520"/>
                  <a:pt x="614" y="520"/>
                </a:cubicBezTo>
                <a:cubicBezTo>
                  <a:pt x="615" y="520"/>
                  <a:pt x="615" y="520"/>
                  <a:pt x="615" y="520"/>
                </a:cubicBezTo>
                <a:close/>
                <a:moveTo>
                  <a:pt x="580" y="309"/>
                </a:moveTo>
                <a:cubicBezTo>
                  <a:pt x="580" y="309"/>
                  <a:pt x="581" y="309"/>
                  <a:pt x="581" y="309"/>
                </a:cubicBezTo>
                <a:cubicBezTo>
                  <a:pt x="583" y="311"/>
                  <a:pt x="584" y="314"/>
                  <a:pt x="586" y="316"/>
                </a:cubicBezTo>
                <a:cubicBezTo>
                  <a:pt x="586" y="316"/>
                  <a:pt x="586" y="316"/>
                  <a:pt x="586" y="317"/>
                </a:cubicBezTo>
                <a:cubicBezTo>
                  <a:pt x="585" y="317"/>
                  <a:pt x="585" y="317"/>
                  <a:pt x="585" y="317"/>
                </a:cubicBezTo>
                <a:cubicBezTo>
                  <a:pt x="584" y="317"/>
                  <a:pt x="583" y="317"/>
                  <a:pt x="583" y="316"/>
                </a:cubicBezTo>
                <a:cubicBezTo>
                  <a:pt x="581" y="314"/>
                  <a:pt x="580" y="312"/>
                  <a:pt x="579" y="310"/>
                </a:cubicBezTo>
                <a:cubicBezTo>
                  <a:pt x="579" y="310"/>
                  <a:pt x="579" y="309"/>
                  <a:pt x="580" y="309"/>
                </a:cubicBezTo>
                <a:close/>
                <a:moveTo>
                  <a:pt x="534" y="323"/>
                </a:moveTo>
                <a:cubicBezTo>
                  <a:pt x="534" y="323"/>
                  <a:pt x="535" y="323"/>
                  <a:pt x="535" y="323"/>
                </a:cubicBezTo>
                <a:cubicBezTo>
                  <a:pt x="536" y="323"/>
                  <a:pt x="537" y="324"/>
                  <a:pt x="538" y="325"/>
                </a:cubicBezTo>
                <a:cubicBezTo>
                  <a:pt x="538" y="325"/>
                  <a:pt x="538" y="325"/>
                  <a:pt x="538" y="325"/>
                </a:cubicBezTo>
                <a:cubicBezTo>
                  <a:pt x="538" y="325"/>
                  <a:pt x="538" y="325"/>
                  <a:pt x="538" y="325"/>
                </a:cubicBezTo>
                <a:cubicBezTo>
                  <a:pt x="539" y="325"/>
                  <a:pt x="540" y="326"/>
                  <a:pt x="541" y="326"/>
                </a:cubicBezTo>
                <a:cubicBezTo>
                  <a:pt x="541" y="326"/>
                  <a:pt x="542" y="326"/>
                  <a:pt x="542" y="326"/>
                </a:cubicBezTo>
                <a:cubicBezTo>
                  <a:pt x="542" y="327"/>
                  <a:pt x="542" y="327"/>
                  <a:pt x="542" y="327"/>
                </a:cubicBezTo>
                <a:cubicBezTo>
                  <a:pt x="542" y="327"/>
                  <a:pt x="542" y="327"/>
                  <a:pt x="542" y="327"/>
                </a:cubicBezTo>
                <a:cubicBezTo>
                  <a:pt x="541" y="326"/>
                  <a:pt x="541" y="326"/>
                  <a:pt x="541" y="326"/>
                </a:cubicBezTo>
                <a:cubicBezTo>
                  <a:pt x="540" y="326"/>
                  <a:pt x="539" y="326"/>
                  <a:pt x="538" y="325"/>
                </a:cubicBezTo>
                <a:cubicBezTo>
                  <a:pt x="538" y="325"/>
                  <a:pt x="538" y="325"/>
                  <a:pt x="538" y="325"/>
                </a:cubicBezTo>
                <a:cubicBezTo>
                  <a:pt x="538" y="325"/>
                  <a:pt x="538" y="325"/>
                  <a:pt x="538" y="325"/>
                </a:cubicBezTo>
                <a:cubicBezTo>
                  <a:pt x="535" y="326"/>
                  <a:pt x="535" y="326"/>
                  <a:pt x="534" y="324"/>
                </a:cubicBezTo>
                <a:cubicBezTo>
                  <a:pt x="534" y="324"/>
                  <a:pt x="534" y="323"/>
                  <a:pt x="534" y="323"/>
                </a:cubicBezTo>
                <a:close/>
                <a:moveTo>
                  <a:pt x="517" y="317"/>
                </a:moveTo>
                <a:cubicBezTo>
                  <a:pt x="517" y="317"/>
                  <a:pt x="518" y="317"/>
                  <a:pt x="518" y="317"/>
                </a:cubicBezTo>
                <a:cubicBezTo>
                  <a:pt x="518" y="317"/>
                  <a:pt x="517" y="317"/>
                  <a:pt x="517" y="317"/>
                </a:cubicBezTo>
                <a:cubicBezTo>
                  <a:pt x="516" y="317"/>
                  <a:pt x="517" y="317"/>
                  <a:pt x="517" y="317"/>
                </a:cubicBezTo>
                <a:close/>
                <a:moveTo>
                  <a:pt x="581" y="516"/>
                </a:moveTo>
                <a:cubicBezTo>
                  <a:pt x="581" y="516"/>
                  <a:pt x="581" y="516"/>
                  <a:pt x="582" y="516"/>
                </a:cubicBezTo>
                <a:cubicBezTo>
                  <a:pt x="582" y="516"/>
                  <a:pt x="582" y="516"/>
                  <a:pt x="582" y="516"/>
                </a:cubicBezTo>
                <a:cubicBezTo>
                  <a:pt x="582" y="517"/>
                  <a:pt x="582" y="517"/>
                  <a:pt x="581" y="517"/>
                </a:cubicBezTo>
                <a:cubicBezTo>
                  <a:pt x="581" y="517"/>
                  <a:pt x="581" y="517"/>
                  <a:pt x="581" y="517"/>
                </a:cubicBezTo>
                <a:cubicBezTo>
                  <a:pt x="581" y="516"/>
                  <a:pt x="581" y="516"/>
                  <a:pt x="581" y="516"/>
                </a:cubicBezTo>
                <a:close/>
                <a:moveTo>
                  <a:pt x="575" y="568"/>
                </a:moveTo>
                <a:cubicBezTo>
                  <a:pt x="575" y="567"/>
                  <a:pt x="575" y="567"/>
                  <a:pt x="576" y="567"/>
                </a:cubicBezTo>
                <a:cubicBezTo>
                  <a:pt x="577" y="567"/>
                  <a:pt x="578" y="566"/>
                  <a:pt x="580" y="566"/>
                </a:cubicBezTo>
                <a:cubicBezTo>
                  <a:pt x="583" y="565"/>
                  <a:pt x="586" y="565"/>
                  <a:pt x="588" y="565"/>
                </a:cubicBezTo>
                <a:cubicBezTo>
                  <a:pt x="590" y="565"/>
                  <a:pt x="592" y="564"/>
                  <a:pt x="593" y="563"/>
                </a:cubicBezTo>
                <a:cubicBezTo>
                  <a:pt x="593" y="563"/>
                  <a:pt x="594" y="563"/>
                  <a:pt x="595" y="563"/>
                </a:cubicBezTo>
                <a:cubicBezTo>
                  <a:pt x="595" y="563"/>
                  <a:pt x="595" y="563"/>
                  <a:pt x="595" y="563"/>
                </a:cubicBezTo>
                <a:cubicBezTo>
                  <a:pt x="596" y="565"/>
                  <a:pt x="596" y="567"/>
                  <a:pt x="595" y="568"/>
                </a:cubicBezTo>
                <a:cubicBezTo>
                  <a:pt x="593" y="570"/>
                  <a:pt x="591" y="572"/>
                  <a:pt x="588" y="571"/>
                </a:cubicBezTo>
                <a:cubicBezTo>
                  <a:pt x="584" y="569"/>
                  <a:pt x="579" y="570"/>
                  <a:pt x="575" y="570"/>
                </a:cubicBezTo>
                <a:cubicBezTo>
                  <a:pt x="575" y="570"/>
                  <a:pt x="575" y="569"/>
                  <a:pt x="574" y="569"/>
                </a:cubicBezTo>
                <a:cubicBezTo>
                  <a:pt x="574" y="569"/>
                  <a:pt x="575" y="568"/>
                  <a:pt x="575" y="568"/>
                </a:cubicBezTo>
                <a:close/>
                <a:moveTo>
                  <a:pt x="574" y="576"/>
                </a:moveTo>
                <a:cubicBezTo>
                  <a:pt x="574" y="576"/>
                  <a:pt x="573" y="577"/>
                  <a:pt x="573" y="577"/>
                </a:cubicBezTo>
                <a:cubicBezTo>
                  <a:pt x="570" y="579"/>
                  <a:pt x="567" y="580"/>
                  <a:pt x="564" y="582"/>
                </a:cubicBezTo>
                <a:cubicBezTo>
                  <a:pt x="561" y="583"/>
                  <a:pt x="559" y="583"/>
                  <a:pt x="557" y="585"/>
                </a:cubicBezTo>
                <a:cubicBezTo>
                  <a:pt x="554" y="586"/>
                  <a:pt x="552" y="587"/>
                  <a:pt x="549" y="587"/>
                </a:cubicBezTo>
                <a:cubicBezTo>
                  <a:pt x="548" y="586"/>
                  <a:pt x="547" y="586"/>
                  <a:pt x="546" y="585"/>
                </a:cubicBezTo>
                <a:cubicBezTo>
                  <a:pt x="545" y="585"/>
                  <a:pt x="546" y="583"/>
                  <a:pt x="547" y="582"/>
                </a:cubicBezTo>
                <a:cubicBezTo>
                  <a:pt x="547" y="582"/>
                  <a:pt x="547" y="582"/>
                  <a:pt x="547" y="582"/>
                </a:cubicBezTo>
                <a:cubicBezTo>
                  <a:pt x="551" y="581"/>
                  <a:pt x="555" y="579"/>
                  <a:pt x="558" y="577"/>
                </a:cubicBezTo>
                <a:cubicBezTo>
                  <a:pt x="560" y="576"/>
                  <a:pt x="561" y="576"/>
                  <a:pt x="563" y="577"/>
                </a:cubicBezTo>
                <a:cubicBezTo>
                  <a:pt x="564" y="577"/>
                  <a:pt x="566" y="577"/>
                  <a:pt x="568" y="576"/>
                </a:cubicBezTo>
                <a:cubicBezTo>
                  <a:pt x="569" y="575"/>
                  <a:pt x="570" y="575"/>
                  <a:pt x="572" y="575"/>
                </a:cubicBezTo>
                <a:cubicBezTo>
                  <a:pt x="572" y="574"/>
                  <a:pt x="574" y="575"/>
                  <a:pt x="574" y="576"/>
                </a:cubicBezTo>
                <a:close/>
                <a:moveTo>
                  <a:pt x="549" y="540"/>
                </a:moveTo>
                <a:cubicBezTo>
                  <a:pt x="555" y="541"/>
                  <a:pt x="561" y="542"/>
                  <a:pt x="566" y="544"/>
                </a:cubicBezTo>
                <a:cubicBezTo>
                  <a:pt x="567" y="545"/>
                  <a:pt x="568" y="545"/>
                  <a:pt x="568" y="546"/>
                </a:cubicBezTo>
                <a:cubicBezTo>
                  <a:pt x="570" y="548"/>
                  <a:pt x="571" y="550"/>
                  <a:pt x="572" y="553"/>
                </a:cubicBezTo>
                <a:cubicBezTo>
                  <a:pt x="573" y="554"/>
                  <a:pt x="572" y="555"/>
                  <a:pt x="571" y="556"/>
                </a:cubicBezTo>
                <a:cubicBezTo>
                  <a:pt x="571" y="557"/>
                  <a:pt x="570" y="557"/>
                  <a:pt x="569" y="557"/>
                </a:cubicBezTo>
                <a:cubicBezTo>
                  <a:pt x="567" y="556"/>
                  <a:pt x="566" y="554"/>
                  <a:pt x="565" y="553"/>
                </a:cubicBezTo>
                <a:cubicBezTo>
                  <a:pt x="564" y="552"/>
                  <a:pt x="564" y="552"/>
                  <a:pt x="563" y="552"/>
                </a:cubicBezTo>
                <a:cubicBezTo>
                  <a:pt x="563" y="552"/>
                  <a:pt x="563" y="553"/>
                  <a:pt x="563" y="553"/>
                </a:cubicBezTo>
                <a:cubicBezTo>
                  <a:pt x="563" y="554"/>
                  <a:pt x="563" y="555"/>
                  <a:pt x="562" y="556"/>
                </a:cubicBezTo>
                <a:cubicBezTo>
                  <a:pt x="560" y="559"/>
                  <a:pt x="559" y="564"/>
                  <a:pt x="557" y="568"/>
                </a:cubicBezTo>
                <a:cubicBezTo>
                  <a:pt x="557" y="568"/>
                  <a:pt x="557" y="569"/>
                  <a:pt x="556" y="569"/>
                </a:cubicBezTo>
                <a:cubicBezTo>
                  <a:pt x="556" y="570"/>
                  <a:pt x="554" y="569"/>
                  <a:pt x="554" y="568"/>
                </a:cubicBezTo>
                <a:cubicBezTo>
                  <a:pt x="554" y="567"/>
                  <a:pt x="554" y="565"/>
                  <a:pt x="553" y="563"/>
                </a:cubicBezTo>
                <a:cubicBezTo>
                  <a:pt x="553" y="562"/>
                  <a:pt x="551" y="561"/>
                  <a:pt x="550" y="562"/>
                </a:cubicBezTo>
                <a:cubicBezTo>
                  <a:pt x="549" y="562"/>
                  <a:pt x="548" y="563"/>
                  <a:pt x="548" y="563"/>
                </a:cubicBezTo>
                <a:cubicBezTo>
                  <a:pt x="547" y="563"/>
                  <a:pt x="546" y="564"/>
                  <a:pt x="546" y="563"/>
                </a:cubicBezTo>
                <a:cubicBezTo>
                  <a:pt x="546" y="563"/>
                  <a:pt x="546" y="563"/>
                  <a:pt x="546" y="562"/>
                </a:cubicBezTo>
                <a:cubicBezTo>
                  <a:pt x="547" y="561"/>
                  <a:pt x="548" y="560"/>
                  <a:pt x="549" y="559"/>
                </a:cubicBezTo>
                <a:cubicBezTo>
                  <a:pt x="550" y="557"/>
                  <a:pt x="551" y="554"/>
                  <a:pt x="550" y="551"/>
                </a:cubicBezTo>
                <a:cubicBezTo>
                  <a:pt x="549" y="550"/>
                  <a:pt x="549" y="549"/>
                  <a:pt x="548" y="549"/>
                </a:cubicBezTo>
                <a:cubicBezTo>
                  <a:pt x="546" y="547"/>
                  <a:pt x="545" y="547"/>
                  <a:pt x="543" y="546"/>
                </a:cubicBezTo>
                <a:cubicBezTo>
                  <a:pt x="543" y="545"/>
                  <a:pt x="542" y="544"/>
                  <a:pt x="542" y="544"/>
                </a:cubicBezTo>
                <a:cubicBezTo>
                  <a:pt x="542" y="544"/>
                  <a:pt x="542" y="544"/>
                  <a:pt x="542" y="544"/>
                </a:cubicBezTo>
                <a:cubicBezTo>
                  <a:pt x="542" y="544"/>
                  <a:pt x="542" y="544"/>
                  <a:pt x="542" y="544"/>
                </a:cubicBezTo>
                <a:cubicBezTo>
                  <a:pt x="540" y="545"/>
                  <a:pt x="539" y="546"/>
                  <a:pt x="538" y="548"/>
                </a:cubicBezTo>
                <a:cubicBezTo>
                  <a:pt x="537" y="549"/>
                  <a:pt x="536" y="550"/>
                  <a:pt x="534" y="550"/>
                </a:cubicBezTo>
                <a:cubicBezTo>
                  <a:pt x="532" y="550"/>
                  <a:pt x="531" y="552"/>
                  <a:pt x="530" y="553"/>
                </a:cubicBezTo>
                <a:cubicBezTo>
                  <a:pt x="528" y="558"/>
                  <a:pt x="526" y="563"/>
                  <a:pt x="526" y="569"/>
                </a:cubicBezTo>
                <a:cubicBezTo>
                  <a:pt x="526" y="574"/>
                  <a:pt x="523" y="578"/>
                  <a:pt x="519" y="581"/>
                </a:cubicBezTo>
                <a:cubicBezTo>
                  <a:pt x="518" y="582"/>
                  <a:pt x="516" y="581"/>
                  <a:pt x="516" y="580"/>
                </a:cubicBezTo>
                <a:cubicBezTo>
                  <a:pt x="515" y="575"/>
                  <a:pt x="515" y="570"/>
                  <a:pt x="517" y="565"/>
                </a:cubicBezTo>
                <a:cubicBezTo>
                  <a:pt x="519" y="563"/>
                  <a:pt x="520" y="559"/>
                  <a:pt x="521" y="557"/>
                </a:cubicBezTo>
                <a:cubicBezTo>
                  <a:pt x="521" y="555"/>
                  <a:pt x="521" y="554"/>
                  <a:pt x="521" y="552"/>
                </a:cubicBezTo>
                <a:cubicBezTo>
                  <a:pt x="520" y="552"/>
                  <a:pt x="521" y="551"/>
                  <a:pt x="521" y="551"/>
                </a:cubicBezTo>
                <a:cubicBezTo>
                  <a:pt x="521" y="550"/>
                  <a:pt x="521" y="550"/>
                  <a:pt x="521" y="550"/>
                </a:cubicBezTo>
                <a:cubicBezTo>
                  <a:pt x="528" y="542"/>
                  <a:pt x="526" y="543"/>
                  <a:pt x="536" y="542"/>
                </a:cubicBezTo>
                <a:cubicBezTo>
                  <a:pt x="539" y="541"/>
                  <a:pt x="540" y="542"/>
                  <a:pt x="542" y="544"/>
                </a:cubicBezTo>
                <a:cubicBezTo>
                  <a:pt x="542" y="544"/>
                  <a:pt x="542" y="544"/>
                  <a:pt x="542" y="544"/>
                </a:cubicBezTo>
                <a:cubicBezTo>
                  <a:pt x="542" y="544"/>
                  <a:pt x="542" y="544"/>
                  <a:pt x="542" y="544"/>
                </a:cubicBezTo>
                <a:cubicBezTo>
                  <a:pt x="544" y="543"/>
                  <a:pt x="545" y="543"/>
                  <a:pt x="547" y="542"/>
                </a:cubicBezTo>
                <a:cubicBezTo>
                  <a:pt x="547" y="542"/>
                  <a:pt x="547" y="541"/>
                  <a:pt x="548" y="541"/>
                </a:cubicBezTo>
                <a:cubicBezTo>
                  <a:pt x="548" y="540"/>
                  <a:pt x="548" y="540"/>
                  <a:pt x="549" y="540"/>
                </a:cubicBezTo>
                <a:close/>
                <a:moveTo>
                  <a:pt x="547" y="463"/>
                </a:moveTo>
                <a:cubicBezTo>
                  <a:pt x="547" y="463"/>
                  <a:pt x="547" y="463"/>
                  <a:pt x="547" y="463"/>
                </a:cubicBezTo>
                <a:cubicBezTo>
                  <a:pt x="547" y="462"/>
                  <a:pt x="547" y="462"/>
                  <a:pt x="547" y="461"/>
                </a:cubicBezTo>
                <a:cubicBezTo>
                  <a:pt x="547" y="460"/>
                  <a:pt x="548" y="460"/>
                  <a:pt x="548" y="460"/>
                </a:cubicBezTo>
                <a:cubicBezTo>
                  <a:pt x="548" y="461"/>
                  <a:pt x="548" y="461"/>
                  <a:pt x="548" y="461"/>
                </a:cubicBezTo>
                <a:cubicBezTo>
                  <a:pt x="548" y="462"/>
                  <a:pt x="548" y="462"/>
                  <a:pt x="547" y="463"/>
                </a:cubicBezTo>
                <a:cubicBezTo>
                  <a:pt x="547" y="463"/>
                  <a:pt x="547" y="463"/>
                  <a:pt x="547" y="463"/>
                </a:cubicBezTo>
                <a:cubicBezTo>
                  <a:pt x="546" y="464"/>
                  <a:pt x="546" y="464"/>
                  <a:pt x="546" y="464"/>
                </a:cubicBezTo>
                <a:lnTo>
                  <a:pt x="547" y="463"/>
                </a:lnTo>
                <a:close/>
                <a:moveTo>
                  <a:pt x="525" y="499"/>
                </a:moveTo>
                <a:cubicBezTo>
                  <a:pt x="525" y="499"/>
                  <a:pt x="526" y="499"/>
                  <a:pt x="526" y="499"/>
                </a:cubicBezTo>
                <a:cubicBezTo>
                  <a:pt x="526" y="500"/>
                  <a:pt x="527" y="500"/>
                  <a:pt x="527" y="500"/>
                </a:cubicBezTo>
                <a:cubicBezTo>
                  <a:pt x="528" y="502"/>
                  <a:pt x="528" y="503"/>
                  <a:pt x="527" y="504"/>
                </a:cubicBezTo>
                <a:cubicBezTo>
                  <a:pt x="527" y="504"/>
                  <a:pt x="526" y="504"/>
                  <a:pt x="526" y="505"/>
                </a:cubicBezTo>
                <a:cubicBezTo>
                  <a:pt x="525" y="505"/>
                  <a:pt x="525" y="505"/>
                  <a:pt x="525" y="504"/>
                </a:cubicBezTo>
                <a:cubicBezTo>
                  <a:pt x="524" y="502"/>
                  <a:pt x="524" y="501"/>
                  <a:pt x="525" y="499"/>
                </a:cubicBezTo>
                <a:close/>
                <a:moveTo>
                  <a:pt x="517" y="487"/>
                </a:moveTo>
                <a:cubicBezTo>
                  <a:pt x="517" y="487"/>
                  <a:pt x="517" y="487"/>
                  <a:pt x="517" y="487"/>
                </a:cubicBezTo>
                <a:cubicBezTo>
                  <a:pt x="516" y="487"/>
                  <a:pt x="516" y="487"/>
                  <a:pt x="516" y="487"/>
                </a:cubicBezTo>
                <a:lnTo>
                  <a:pt x="517" y="487"/>
                </a:lnTo>
                <a:close/>
                <a:moveTo>
                  <a:pt x="512" y="342"/>
                </a:moveTo>
                <a:cubicBezTo>
                  <a:pt x="512" y="342"/>
                  <a:pt x="513" y="342"/>
                  <a:pt x="513" y="342"/>
                </a:cubicBezTo>
                <a:cubicBezTo>
                  <a:pt x="514" y="342"/>
                  <a:pt x="514" y="342"/>
                  <a:pt x="514" y="343"/>
                </a:cubicBezTo>
                <a:cubicBezTo>
                  <a:pt x="515" y="344"/>
                  <a:pt x="515" y="344"/>
                  <a:pt x="515" y="345"/>
                </a:cubicBezTo>
                <a:cubicBezTo>
                  <a:pt x="514" y="346"/>
                  <a:pt x="514" y="346"/>
                  <a:pt x="513" y="346"/>
                </a:cubicBezTo>
                <a:cubicBezTo>
                  <a:pt x="513" y="345"/>
                  <a:pt x="512" y="345"/>
                  <a:pt x="512" y="344"/>
                </a:cubicBezTo>
                <a:cubicBezTo>
                  <a:pt x="511" y="344"/>
                  <a:pt x="511" y="343"/>
                  <a:pt x="512" y="342"/>
                </a:cubicBezTo>
                <a:close/>
                <a:moveTo>
                  <a:pt x="506" y="337"/>
                </a:moveTo>
                <a:cubicBezTo>
                  <a:pt x="506" y="337"/>
                  <a:pt x="506" y="337"/>
                  <a:pt x="506" y="338"/>
                </a:cubicBezTo>
                <a:cubicBezTo>
                  <a:pt x="506" y="338"/>
                  <a:pt x="506" y="338"/>
                  <a:pt x="506" y="338"/>
                </a:cubicBezTo>
                <a:cubicBezTo>
                  <a:pt x="506" y="338"/>
                  <a:pt x="505" y="338"/>
                  <a:pt x="505" y="337"/>
                </a:cubicBezTo>
                <a:cubicBezTo>
                  <a:pt x="505" y="337"/>
                  <a:pt x="506" y="337"/>
                  <a:pt x="506" y="337"/>
                </a:cubicBezTo>
                <a:close/>
                <a:moveTo>
                  <a:pt x="503" y="445"/>
                </a:moveTo>
                <a:cubicBezTo>
                  <a:pt x="503" y="445"/>
                  <a:pt x="503" y="445"/>
                  <a:pt x="504" y="445"/>
                </a:cubicBezTo>
                <a:cubicBezTo>
                  <a:pt x="503" y="445"/>
                  <a:pt x="503" y="445"/>
                  <a:pt x="503" y="445"/>
                </a:cubicBezTo>
                <a:cubicBezTo>
                  <a:pt x="503" y="445"/>
                  <a:pt x="503" y="445"/>
                  <a:pt x="503" y="445"/>
                </a:cubicBezTo>
                <a:cubicBezTo>
                  <a:pt x="503" y="445"/>
                  <a:pt x="503" y="445"/>
                  <a:pt x="503" y="445"/>
                </a:cubicBezTo>
                <a:close/>
                <a:moveTo>
                  <a:pt x="500" y="493"/>
                </a:moveTo>
                <a:cubicBezTo>
                  <a:pt x="500" y="493"/>
                  <a:pt x="500" y="493"/>
                  <a:pt x="500" y="493"/>
                </a:cubicBezTo>
                <a:cubicBezTo>
                  <a:pt x="500" y="493"/>
                  <a:pt x="500" y="493"/>
                  <a:pt x="500" y="493"/>
                </a:cubicBezTo>
                <a:cubicBezTo>
                  <a:pt x="502" y="493"/>
                  <a:pt x="503" y="493"/>
                  <a:pt x="505" y="494"/>
                </a:cubicBezTo>
                <a:cubicBezTo>
                  <a:pt x="505" y="494"/>
                  <a:pt x="505" y="495"/>
                  <a:pt x="505" y="495"/>
                </a:cubicBezTo>
                <a:cubicBezTo>
                  <a:pt x="505" y="495"/>
                  <a:pt x="504" y="496"/>
                  <a:pt x="504" y="495"/>
                </a:cubicBezTo>
                <a:cubicBezTo>
                  <a:pt x="503" y="495"/>
                  <a:pt x="501" y="494"/>
                  <a:pt x="500" y="493"/>
                </a:cubicBezTo>
                <a:cubicBezTo>
                  <a:pt x="500" y="493"/>
                  <a:pt x="500" y="493"/>
                  <a:pt x="500" y="493"/>
                </a:cubicBezTo>
                <a:cubicBezTo>
                  <a:pt x="499" y="493"/>
                  <a:pt x="499" y="493"/>
                  <a:pt x="500" y="493"/>
                </a:cubicBezTo>
                <a:close/>
                <a:moveTo>
                  <a:pt x="507" y="523"/>
                </a:moveTo>
                <a:cubicBezTo>
                  <a:pt x="510" y="522"/>
                  <a:pt x="514" y="521"/>
                  <a:pt x="517" y="518"/>
                </a:cubicBezTo>
                <a:cubicBezTo>
                  <a:pt x="520" y="516"/>
                  <a:pt x="524" y="516"/>
                  <a:pt x="526" y="513"/>
                </a:cubicBezTo>
                <a:cubicBezTo>
                  <a:pt x="527" y="513"/>
                  <a:pt x="528" y="513"/>
                  <a:pt x="529" y="513"/>
                </a:cubicBezTo>
                <a:cubicBezTo>
                  <a:pt x="530" y="513"/>
                  <a:pt x="531" y="514"/>
                  <a:pt x="532" y="514"/>
                </a:cubicBezTo>
                <a:cubicBezTo>
                  <a:pt x="535" y="514"/>
                  <a:pt x="537" y="516"/>
                  <a:pt x="538" y="519"/>
                </a:cubicBezTo>
                <a:cubicBezTo>
                  <a:pt x="538" y="521"/>
                  <a:pt x="540" y="522"/>
                  <a:pt x="541" y="523"/>
                </a:cubicBezTo>
                <a:cubicBezTo>
                  <a:pt x="544" y="523"/>
                  <a:pt x="544" y="524"/>
                  <a:pt x="544" y="526"/>
                </a:cubicBezTo>
                <a:cubicBezTo>
                  <a:pt x="544" y="529"/>
                  <a:pt x="545" y="532"/>
                  <a:pt x="545" y="534"/>
                </a:cubicBezTo>
                <a:cubicBezTo>
                  <a:pt x="545" y="535"/>
                  <a:pt x="544" y="536"/>
                  <a:pt x="542" y="536"/>
                </a:cubicBezTo>
                <a:cubicBezTo>
                  <a:pt x="541" y="535"/>
                  <a:pt x="540" y="534"/>
                  <a:pt x="539" y="535"/>
                </a:cubicBezTo>
                <a:cubicBezTo>
                  <a:pt x="537" y="535"/>
                  <a:pt x="534" y="535"/>
                  <a:pt x="532" y="535"/>
                </a:cubicBezTo>
                <a:cubicBezTo>
                  <a:pt x="529" y="536"/>
                  <a:pt x="527" y="535"/>
                  <a:pt x="525" y="533"/>
                </a:cubicBezTo>
                <a:cubicBezTo>
                  <a:pt x="525" y="532"/>
                  <a:pt x="525" y="532"/>
                  <a:pt x="524" y="532"/>
                </a:cubicBezTo>
                <a:cubicBezTo>
                  <a:pt x="523" y="531"/>
                  <a:pt x="522" y="531"/>
                  <a:pt x="522" y="530"/>
                </a:cubicBezTo>
                <a:cubicBezTo>
                  <a:pt x="523" y="529"/>
                  <a:pt x="523" y="529"/>
                  <a:pt x="524" y="528"/>
                </a:cubicBezTo>
                <a:cubicBezTo>
                  <a:pt x="524" y="528"/>
                  <a:pt x="524" y="527"/>
                  <a:pt x="524" y="527"/>
                </a:cubicBezTo>
                <a:cubicBezTo>
                  <a:pt x="524" y="526"/>
                  <a:pt x="523" y="526"/>
                  <a:pt x="523" y="526"/>
                </a:cubicBezTo>
                <a:cubicBezTo>
                  <a:pt x="522" y="526"/>
                  <a:pt x="522" y="526"/>
                  <a:pt x="521" y="526"/>
                </a:cubicBezTo>
                <a:cubicBezTo>
                  <a:pt x="521" y="527"/>
                  <a:pt x="520" y="527"/>
                  <a:pt x="520" y="527"/>
                </a:cubicBezTo>
                <a:cubicBezTo>
                  <a:pt x="516" y="530"/>
                  <a:pt x="513" y="531"/>
                  <a:pt x="509" y="532"/>
                </a:cubicBezTo>
                <a:cubicBezTo>
                  <a:pt x="506" y="533"/>
                  <a:pt x="504" y="534"/>
                  <a:pt x="503" y="531"/>
                </a:cubicBezTo>
                <a:cubicBezTo>
                  <a:pt x="502" y="529"/>
                  <a:pt x="500" y="530"/>
                  <a:pt x="498" y="530"/>
                </a:cubicBezTo>
                <a:cubicBezTo>
                  <a:pt x="498" y="530"/>
                  <a:pt x="498" y="530"/>
                  <a:pt x="498" y="530"/>
                </a:cubicBezTo>
                <a:cubicBezTo>
                  <a:pt x="498" y="530"/>
                  <a:pt x="498" y="530"/>
                  <a:pt x="498" y="530"/>
                </a:cubicBezTo>
                <a:cubicBezTo>
                  <a:pt x="497" y="530"/>
                  <a:pt x="497" y="530"/>
                  <a:pt x="497" y="531"/>
                </a:cubicBezTo>
                <a:cubicBezTo>
                  <a:pt x="497" y="530"/>
                  <a:pt x="497" y="530"/>
                  <a:pt x="497" y="530"/>
                </a:cubicBezTo>
                <a:cubicBezTo>
                  <a:pt x="497" y="530"/>
                  <a:pt x="497" y="530"/>
                  <a:pt x="498" y="530"/>
                </a:cubicBezTo>
                <a:cubicBezTo>
                  <a:pt x="498" y="530"/>
                  <a:pt x="498" y="530"/>
                  <a:pt x="498" y="530"/>
                </a:cubicBezTo>
                <a:cubicBezTo>
                  <a:pt x="498" y="530"/>
                  <a:pt x="498" y="530"/>
                  <a:pt x="498" y="530"/>
                </a:cubicBezTo>
                <a:cubicBezTo>
                  <a:pt x="500" y="527"/>
                  <a:pt x="503" y="525"/>
                  <a:pt x="507" y="523"/>
                </a:cubicBezTo>
                <a:close/>
                <a:moveTo>
                  <a:pt x="497" y="456"/>
                </a:moveTo>
                <a:cubicBezTo>
                  <a:pt x="497" y="455"/>
                  <a:pt x="496" y="455"/>
                  <a:pt x="497" y="454"/>
                </a:cubicBezTo>
                <a:cubicBezTo>
                  <a:pt x="497" y="454"/>
                  <a:pt x="497" y="454"/>
                  <a:pt x="497" y="454"/>
                </a:cubicBezTo>
                <a:cubicBezTo>
                  <a:pt x="498" y="455"/>
                  <a:pt x="498" y="455"/>
                  <a:pt x="498" y="455"/>
                </a:cubicBezTo>
                <a:cubicBezTo>
                  <a:pt x="498" y="455"/>
                  <a:pt x="497" y="456"/>
                  <a:pt x="497" y="456"/>
                </a:cubicBezTo>
                <a:close/>
                <a:moveTo>
                  <a:pt x="493" y="331"/>
                </a:moveTo>
                <a:cubicBezTo>
                  <a:pt x="494" y="331"/>
                  <a:pt x="495" y="330"/>
                  <a:pt x="496" y="330"/>
                </a:cubicBezTo>
                <a:cubicBezTo>
                  <a:pt x="497" y="330"/>
                  <a:pt x="497" y="331"/>
                  <a:pt x="498" y="331"/>
                </a:cubicBezTo>
                <a:cubicBezTo>
                  <a:pt x="496" y="333"/>
                  <a:pt x="496" y="335"/>
                  <a:pt x="496" y="338"/>
                </a:cubicBezTo>
                <a:cubicBezTo>
                  <a:pt x="495" y="339"/>
                  <a:pt x="493" y="340"/>
                  <a:pt x="492" y="338"/>
                </a:cubicBezTo>
                <a:cubicBezTo>
                  <a:pt x="489" y="335"/>
                  <a:pt x="489" y="333"/>
                  <a:pt x="493" y="331"/>
                </a:cubicBezTo>
                <a:close/>
                <a:moveTo>
                  <a:pt x="491" y="374"/>
                </a:moveTo>
                <a:cubicBezTo>
                  <a:pt x="491" y="374"/>
                  <a:pt x="491" y="373"/>
                  <a:pt x="491" y="373"/>
                </a:cubicBezTo>
                <a:cubicBezTo>
                  <a:pt x="491" y="373"/>
                  <a:pt x="491" y="373"/>
                  <a:pt x="491" y="372"/>
                </a:cubicBezTo>
                <a:cubicBezTo>
                  <a:pt x="492" y="372"/>
                  <a:pt x="492" y="372"/>
                  <a:pt x="492" y="373"/>
                </a:cubicBezTo>
                <a:cubicBezTo>
                  <a:pt x="492" y="373"/>
                  <a:pt x="491" y="373"/>
                  <a:pt x="491" y="373"/>
                </a:cubicBezTo>
                <a:cubicBezTo>
                  <a:pt x="491" y="373"/>
                  <a:pt x="491" y="374"/>
                  <a:pt x="491" y="374"/>
                </a:cubicBezTo>
                <a:cubicBezTo>
                  <a:pt x="490" y="375"/>
                  <a:pt x="490" y="375"/>
                  <a:pt x="489" y="376"/>
                </a:cubicBezTo>
                <a:cubicBezTo>
                  <a:pt x="489" y="376"/>
                  <a:pt x="489" y="376"/>
                  <a:pt x="489" y="376"/>
                </a:cubicBezTo>
                <a:cubicBezTo>
                  <a:pt x="489" y="376"/>
                  <a:pt x="489" y="376"/>
                  <a:pt x="489" y="376"/>
                </a:cubicBezTo>
                <a:cubicBezTo>
                  <a:pt x="489" y="375"/>
                  <a:pt x="490" y="374"/>
                  <a:pt x="491" y="374"/>
                </a:cubicBezTo>
                <a:close/>
                <a:moveTo>
                  <a:pt x="489" y="345"/>
                </a:moveTo>
                <a:cubicBezTo>
                  <a:pt x="489" y="345"/>
                  <a:pt x="489" y="345"/>
                  <a:pt x="489" y="345"/>
                </a:cubicBezTo>
                <a:cubicBezTo>
                  <a:pt x="488" y="345"/>
                  <a:pt x="488" y="345"/>
                  <a:pt x="488" y="345"/>
                </a:cubicBezTo>
                <a:lnTo>
                  <a:pt x="489" y="345"/>
                </a:lnTo>
                <a:close/>
                <a:moveTo>
                  <a:pt x="485" y="412"/>
                </a:moveTo>
                <a:cubicBezTo>
                  <a:pt x="485" y="413"/>
                  <a:pt x="485" y="413"/>
                  <a:pt x="485" y="413"/>
                </a:cubicBezTo>
                <a:cubicBezTo>
                  <a:pt x="485" y="413"/>
                  <a:pt x="485" y="413"/>
                  <a:pt x="485" y="413"/>
                </a:cubicBezTo>
                <a:lnTo>
                  <a:pt x="485" y="412"/>
                </a:lnTo>
                <a:close/>
                <a:moveTo>
                  <a:pt x="482" y="506"/>
                </a:moveTo>
                <a:cubicBezTo>
                  <a:pt x="482" y="504"/>
                  <a:pt x="482" y="503"/>
                  <a:pt x="484" y="502"/>
                </a:cubicBezTo>
                <a:cubicBezTo>
                  <a:pt x="484" y="502"/>
                  <a:pt x="484" y="502"/>
                  <a:pt x="484" y="502"/>
                </a:cubicBezTo>
                <a:cubicBezTo>
                  <a:pt x="484" y="502"/>
                  <a:pt x="484" y="502"/>
                  <a:pt x="484" y="501"/>
                </a:cubicBezTo>
                <a:cubicBezTo>
                  <a:pt x="484" y="502"/>
                  <a:pt x="484" y="502"/>
                  <a:pt x="484" y="502"/>
                </a:cubicBezTo>
                <a:cubicBezTo>
                  <a:pt x="484" y="502"/>
                  <a:pt x="484" y="502"/>
                  <a:pt x="484" y="502"/>
                </a:cubicBezTo>
                <a:cubicBezTo>
                  <a:pt x="484" y="503"/>
                  <a:pt x="484" y="504"/>
                  <a:pt x="484" y="505"/>
                </a:cubicBezTo>
                <a:cubicBezTo>
                  <a:pt x="485" y="505"/>
                  <a:pt x="485" y="506"/>
                  <a:pt x="484" y="506"/>
                </a:cubicBezTo>
                <a:cubicBezTo>
                  <a:pt x="484" y="506"/>
                  <a:pt x="484" y="507"/>
                  <a:pt x="483" y="507"/>
                </a:cubicBezTo>
                <a:cubicBezTo>
                  <a:pt x="483" y="507"/>
                  <a:pt x="483" y="507"/>
                  <a:pt x="482" y="507"/>
                </a:cubicBezTo>
                <a:cubicBezTo>
                  <a:pt x="482" y="507"/>
                  <a:pt x="481" y="506"/>
                  <a:pt x="482" y="506"/>
                </a:cubicBezTo>
                <a:close/>
                <a:moveTo>
                  <a:pt x="480" y="443"/>
                </a:moveTo>
                <a:cubicBezTo>
                  <a:pt x="481" y="443"/>
                  <a:pt x="481" y="443"/>
                  <a:pt x="481" y="443"/>
                </a:cubicBezTo>
                <a:cubicBezTo>
                  <a:pt x="480" y="443"/>
                  <a:pt x="480" y="443"/>
                  <a:pt x="480" y="443"/>
                </a:cubicBezTo>
                <a:close/>
                <a:moveTo>
                  <a:pt x="478" y="415"/>
                </a:moveTo>
                <a:cubicBezTo>
                  <a:pt x="478" y="415"/>
                  <a:pt x="479" y="416"/>
                  <a:pt x="479" y="416"/>
                </a:cubicBezTo>
                <a:cubicBezTo>
                  <a:pt x="479" y="417"/>
                  <a:pt x="479" y="417"/>
                  <a:pt x="478" y="417"/>
                </a:cubicBezTo>
                <a:cubicBezTo>
                  <a:pt x="477" y="417"/>
                  <a:pt x="477" y="417"/>
                  <a:pt x="477" y="417"/>
                </a:cubicBezTo>
                <a:cubicBezTo>
                  <a:pt x="477" y="416"/>
                  <a:pt x="477" y="416"/>
                  <a:pt x="478" y="415"/>
                </a:cubicBezTo>
                <a:close/>
                <a:moveTo>
                  <a:pt x="476" y="482"/>
                </a:moveTo>
                <a:cubicBezTo>
                  <a:pt x="477" y="485"/>
                  <a:pt x="476" y="488"/>
                  <a:pt x="474" y="489"/>
                </a:cubicBezTo>
                <a:cubicBezTo>
                  <a:pt x="474" y="490"/>
                  <a:pt x="474" y="490"/>
                  <a:pt x="474" y="490"/>
                </a:cubicBezTo>
                <a:cubicBezTo>
                  <a:pt x="473" y="490"/>
                  <a:pt x="473" y="490"/>
                  <a:pt x="473" y="490"/>
                </a:cubicBezTo>
                <a:cubicBezTo>
                  <a:pt x="473" y="490"/>
                  <a:pt x="473" y="490"/>
                  <a:pt x="473" y="490"/>
                </a:cubicBezTo>
                <a:cubicBezTo>
                  <a:pt x="473" y="490"/>
                  <a:pt x="474" y="489"/>
                  <a:pt x="474" y="489"/>
                </a:cubicBezTo>
                <a:cubicBezTo>
                  <a:pt x="473" y="487"/>
                  <a:pt x="474" y="484"/>
                  <a:pt x="475" y="481"/>
                </a:cubicBezTo>
                <a:cubicBezTo>
                  <a:pt x="476" y="481"/>
                  <a:pt x="476" y="481"/>
                  <a:pt x="476" y="481"/>
                </a:cubicBezTo>
                <a:cubicBezTo>
                  <a:pt x="476" y="481"/>
                  <a:pt x="476" y="482"/>
                  <a:pt x="476" y="482"/>
                </a:cubicBezTo>
                <a:close/>
                <a:moveTo>
                  <a:pt x="475" y="447"/>
                </a:moveTo>
                <a:cubicBezTo>
                  <a:pt x="476" y="447"/>
                  <a:pt x="476" y="447"/>
                  <a:pt x="476" y="447"/>
                </a:cubicBezTo>
                <a:cubicBezTo>
                  <a:pt x="476" y="447"/>
                  <a:pt x="476" y="448"/>
                  <a:pt x="476" y="448"/>
                </a:cubicBezTo>
                <a:cubicBezTo>
                  <a:pt x="476" y="448"/>
                  <a:pt x="475" y="448"/>
                  <a:pt x="475" y="448"/>
                </a:cubicBezTo>
                <a:cubicBezTo>
                  <a:pt x="475" y="447"/>
                  <a:pt x="475" y="447"/>
                  <a:pt x="475" y="447"/>
                </a:cubicBezTo>
                <a:close/>
                <a:moveTo>
                  <a:pt x="470" y="454"/>
                </a:moveTo>
                <a:cubicBezTo>
                  <a:pt x="470" y="454"/>
                  <a:pt x="471" y="454"/>
                  <a:pt x="471" y="454"/>
                </a:cubicBezTo>
                <a:cubicBezTo>
                  <a:pt x="473" y="454"/>
                  <a:pt x="474" y="455"/>
                  <a:pt x="475" y="457"/>
                </a:cubicBezTo>
                <a:cubicBezTo>
                  <a:pt x="475" y="459"/>
                  <a:pt x="476" y="461"/>
                  <a:pt x="476" y="463"/>
                </a:cubicBezTo>
                <a:cubicBezTo>
                  <a:pt x="475" y="466"/>
                  <a:pt x="475" y="468"/>
                  <a:pt x="475" y="471"/>
                </a:cubicBezTo>
                <a:cubicBezTo>
                  <a:pt x="476" y="472"/>
                  <a:pt x="476" y="473"/>
                  <a:pt x="476" y="474"/>
                </a:cubicBezTo>
                <a:cubicBezTo>
                  <a:pt x="476" y="475"/>
                  <a:pt x="476" y="476"/>
                  <a:pt x="475" y="476"/>
                </a:cubicBezTo>
                <a:cubicBezTo>
                  <a:pt x="475" y="477"/>
                  <a:pt x="474" y="476"/>
                  <a:pt x="474" y="475"/>
                </a:cubicBezTo>
                <a:cubicBezTo>
                  <a:pt x="473" y="474"/>
                  <a:pt x="473" y="473"/>
                  <a:pt x="472" y="473"/>
                </a:cubicBezTo>
                <a:cubicBezTo>
                  <a:pt x="470" y="473"/>
                  <a:pt x="470" y="472"/>
                  <a:pt x="469" y="470"/>
                </a:cubicBezTo>
                <a:cubicBezTo>
                  <a:pt x="469" y="470"/>
                  <a:pt x="469" y="469"/>
                  <a:pt x="468" y="468"/>
                </a:cubicBezTo>
                <a:cubicBezTo>
                  <a:pt x="468" y="466"/>
                  <a:pt x="467" y="463"/>
                  <a:pt x="468" y="461"/>
                </a:cubicBezTo>
                <a:cubicBezTo>
                  <a:pt x="468" y="460"/>
                  <a:pt x="467" y="459"/>
                  <a:pt x="467" y="458"/>
                </a:cubicBezTo>
                <a:cubicBezTo>
                  <a:pt x="468" y="457"/>
                  <a:pt x="469" y="455"/>
                  <a:pt x="470" y="454"/>
                </a:cubicBezTo>
                <a:close/>
                <a:moveTo>
                  <a:pt x="460" y="466"/>
                </a:moveTo>
                <a:cubicBezTo>
                  <a:pt x="459" y="467"/>
                  <a:pt x="458" y="469"/>
                  <a:pt x="457" y="470"/>
                </a:cubicBezTo>
                <a:cubicBezTo>
                  <a:pt x="457" y="470"/>
                  <a:pt x="457" y="471"/>
                  <a:pt x="456" y="470"/>
                </a:cubicBezTo>
                <a:cubicBezTo>
                  <a:pt x="456" y="470"/>
                  <a:pt x="456" y="469"/>
                  <a:pt x="456" y="469"/>
                </a:cubicBezTo>
                <a:cubicBezTo>
                  <a:pt x="456" y="469"/>
                  <a:pt x="456" y="469"/>
                  <a:pt x="456" y="468"/>
                </a:cubicBezTo>
                <a:cubicBezTo>
                  <a:pt x="457" y="467"/>
                  <a:pt x="458" y="465"/>
                  <a:pt x="457" y="464"/>
                </a:cubicBezTo>
                <a:cubicBezTo>
                  <a:pt x="457" y="461"/>
                  <a:pt x="455" y="462"/>
                  <a:pt x="454" y="461"/>
                </a:cubicBezTo>
                <a:cubicBezTo>
                  <a:pt x="453" y="461"/>
                  <a:pt x="453" y="460"/>
                  <a:pt x="453" y="460"/>
                </a:cubicBezTo>
                <a:cubicBezTo>
                  <a:pt x="454" y="460"/>
                  <a:pt x="454" y="459"/>
                  <a:pt x="454" y="459"/>
                </a:cubicBezTo>
                <a:cubicBezTo>
                  <a:pt x="455" y="459"/>
                  <a:pt x="455" y="459"/>
                  <a:pt x="456" y="459"/>
                </a:cubicBezTo>
                <a:cubicBezTo>
                  <a:pt x="457" y="460"/>
                  <a:pt x="458" y="460"/>
                  <a:pt x="459" y="460"/>
                </a:cubicBezTo>
                <a:cubicBezTo>
                  <a:pt x="459" y="460"/>
                  <a:pt x="459" y="460"/>
                  <a:pt x="459" y="460"/>
                </a:cubicBezTo>
                <a:cubicBezTo>
                  <a:pt x="459" y="460"/>
                  <a:pt x="459" y="460"/>
                  <a:pt x="459" y="460"/>
                </a:cubicBezTo>
                <a:cubicBezTo>
                  <a:pt x="458" y="458"/>
                  <a:pt x="457" y="457"/>
                  <a:pt x="457" y="456"/>
                </a:cubicBezTo>
                <a:cubicBezTo>
                  <a:pt x="455" y="453"/>
                  <a:pt x="456" y="451"/>
                  <a:pt x="456" y="449"/>
                </a:cubicBezTo>
                <a:cubicBezTo>
                  <a:pt x="457" y="448"/>
                  <a:pt x="458" y="447"/>
                  <a:pt x="458" y="447"/>
                </a:cubicBezTo>
                <a:cubicBezTo>
                  <a:pt x="459" y="447"/>
                  <a:pt x="460" y="447"/>
                  <a:pt x="460" y="448"/>
                </a:cubicBezTo>
                <a:cubicBezTo>
                  <a:pt x="461" y="449"/>
                  <a:pt x="462" y="450"/>
                  <a:pt x="463" y="451"/>
                </a:cubicBezTo>
                <a:cubicBezTo>
                  <a:pt x="463" y="451"/>
                  <a:pt x="463" y="451"/>
                  <a:pt x="463" y="451"/>
                </a:cubicBezTo>
                <a:cubicBezTo>
                  <a:pt x="463" y="451"/>
                  <a:pt x="463" y="451"/>
                  <a:pt x="463" y="451"/>
                </a:cubicBezTo>
                <a:cubicBezTo>
                  <a:pt x="463" y="452"/>
                  <a:pt x="463" y="452"/>
                  <a:pt x="463" y="452"/>
                </a:cubicBezTo>
                <a:cubicBezTo>
                  <a:pt x="463" y="452"/>
                  <a:pt x="463" y="451"/>
                  <a:pt x="463" y="451"/>
                </a:cubicBezTo>
                <a:cubicBezTo>
                  <a:pt x="461" y="454"/>
                  <a:pt x="461" y="456"/>
                  <a:pt x="463" y="458"/>
                </a:cubicBezTo>
                <a:cubicBezTo>
                  <a:pt x="463" y="458"/>
                  <a:pt x="463" y="459"/>
                  <a:pt x="462" y="459"/>
                </a:cubicBezTo>
                <a:cubicBezTo>
                  <a:pt x="461" y="459"/>
                  <a:pt x="460" y="459"/>
                  <a:pt x="459" y="460"/>
                </a:cubicBezTo>
                <a:cubicBezTo>
                  <a:pt x="459" y="460"/>
                  <a:pt x="459" y="460"/>
                  <a:pt x="459" y="460"/>
                </a:cubicBezTo>
                <a:cubicBezTo>
                  <a:pt x="459" y="460"/>
                  <a:pt x="459" y="460"/>
                  <a:pt x="459" y="460"/>
                </a:cubicBezTo>
                <a:cubicBezTo>
                  <a:pt x="460" y="461"/>
                  <a:pt x="460" y="462"/>
                  <a:pt x="460" y="463"/>
                </a:cubicBezTo>
                <a:cubicBezTo>
                  <a:pt x="460" y="464"/>
                  <a:pt x="460" y="465"/>
                  <a:pt x="460" y="466"/>
                </a:cubicBezTo>
                <a:close/>
                <a:moveTo>
                  <a:pt x="464" y="490"/>
                </a:moveTo>
                <a:cubicBezTo>
                  <a:pt x="464" y="490"/>
                  <a:pt x="463" y="490"/>
                  <a:pt x="463" y="490"/>
                </a:cubicBezTo>
                <a:cubicBezTo>
                  <a:pt x="463" y="490"/>
                  <a:pt x="462" y="490"/>
                  <a:pt x="462" y="490"/>
                </a:cubicBezTo>
                <a:cubicBezTo>
                  <a:pt x="461" y="488"/>
                  <a:pt x="461" y="486"/>
                  <a:pt x="461" y="485"/>
                </a:cubicBezTo>
                <a:cubicBezTo>
                  <a:pt x="460" y="484"/>
                  <a:pt x="461" y="484"/>
                  <a:pt x="461" y="483"/>
                </a:cubicBezTo>
                <a:cubicBezTo>
                  <a:pt x="461" y="483"/>
                  <a:pt x="461" y="483"/>
                  <a:pt x="461" y="483"/>
                </a:cubicBezTo>
                <a:cubicBezTo>
                  <a:pt x="461" y="482"/>
                  <a:pt x="461" y="482"/>
                  <a:pt x="462" y="482"/>
                </a:cubicBezTo>
                <a:cubicBezTo>
                  <a:pt x="462" y="482"/>
                  <a:pt x="462" y="482"/>
                  <a:pt x="462" y="482"/>
                </a:cubicBezTo>
                <a:cubicBezTo>
                  <a:pt x="462" y="481"/>
                  <a:pt x="462" y="481"/>
                  <a:pt x="462" y="481"/>
                </a:cubicBezTo>
                <a:cubicBezTo>
                  <a:pt x="462" y="481"/>
                  <a:pt x="462" y="481"/>
                  <a:pt x="462" y="482"/>
                </a:cubicBezTo>
                <a:cubicBezTo>
                  <a:pt x="461" y="482"/>
                  <a:pt x="461" y="483"/>
                  <a:pt x="461" y="483"/>
                </a:cubicBezTo>
                <a:cubicBezTo>
                  <a:pt x="461" y="483"/>
                  <a:pt x="461" y="483"/>
                  <a:pt x="461" y="483"/>
                </a:cubicBezTo>
                <a:cubicBezTo>
                  <a:pt x="462" y="485"/>
                  <a:pt x="463" y="486"/>
                  <a:pt x="464" y="488"/>
                </a:cubicBezTo>
                <a:cubicBezTo>
                  <a:pt x="464" y="489"/>
                  <a:pt x="464" y="489"/>
                  <a:pt x="464" y="490"/>
                </a:cubicBezTo>
                <a:close/>
                <a:moveTo>
                  <a:pt x="461" y="314"/>
                </a:moveTo>
                <a:cubicBezTo>
                  <a:pt x="461" y="314"/>
                  <a:pt x="461" y="313"/>
                  <a:pt x="462" y="313"/>
                </a:cubicBezTo>
                <a:cubicBezTo>
                  <a:pt x="462" y="314"/>
                  <a:pt x="462" y="314"/>
                  <a:pt x="462" y="315"/>
                </a:cubicBezTo>
                <a:cubicBezTo>
                  <a:pt x="462" y="315"/>
                  <a:pt x="462" y="315"/>
                  <a:pt x="461" y="315"/>
                </a:cubicBezTo>
                <a:cubicBezTo>
                  <a:pt x="461" y="315"/>
                  <a:pt x="461" y="314"/>
                  <a:pt x="461" y="314"/>
                </a:cubicBezTo>
                <a:close/>
                <a:moveTo>
                  <a:pt x="456" y="395"/>
                </a:moveTo>
                <a:cubicBezTo>
                  <a:pt x="456" y="394"/>
                  <a:pt x="457" y="393"/>
                  <a:pt x="459" y="393"/>
                </a:cubicBezTo>
                <a:cubicBezTo>
                  <a:pt x="459" y="393"/>
                  <a:pt x="460" y="393"/>
                  <a:pt x="460" y="394"/>
                </a:cubicBezTo>
                <a:cubicBezTo>
                  <a:pt x="460" y="394"/>
                  <a:pt x="460" y="394"/>
                  <a:pt x="460" y="394"/>
                </a:cubicBezTo>
                <a:cubicBezTo>
                  <a:pt x="459" y="396"/>
                  <a:pt x="458" y="397"/>
                  <a:pt x="456" y="398"/>
                </a:cubicBezTo>
                <a:cubicBezTo>
                  <a:pt x="456" y="398"/>
                  <a:pt x="456" y="398"/>
                  <a:pt x="456" y="399"/>
                </a:cubicBezTo>
                <a:cubicBezTo>
                  <a:pt x="456" y="399"/>
                  <a:pt x="456" y="399"/>
                  <a:pt x="455" y="399"/>
                </a:cubicBezTo>
                <a:cubicBezTo>
                  <a:pt x="455" y="399"/>
                  <a:pt x="455" y="399"/>
                  <a:pt x="455" y="399"/>
                </a:cubicBezTo>
                <a:cubicBezTo>
                  <a:pt x="455" y="399"/>
                  <a:pt x="455" y="399"/>
                  <a:pt x="455" y="399"/>
                </a:cubicBezTo>
                <a:cubicBezTo>
                  <a:pt x="455" y="399"/>
                  <a:pt x="455" y="399"/>
                  <a:pt x="455" y="399"/>
                </a:cubicBezTo>
                <a:cubicBezTo>
                  <a:pt x="456" y="399"/>
                  <a:pt x="456" y="398"/>
                  <a:pt x="456" y="398"/>
                </a:cubicBezTo>
                <a:cubicBezTo>
                  <a:pt x="456" y="398"/>
                  <a:pt x="456" y="398"/>
                  <a:pt x="456" y="398"/>
                </a:cubicBezTo>
                <a:cubicBezTo>
                  <a:pt x="456" y="397"/>
                  <a:pt x="456" y="396"/>
                  <a:pt x="456" y="395"/>
                </a:cubicBezTo>
                <a:close/>
                <a:moveTo>
                  <a:pt x="455" y="311"/>
                </a:moveTo>
                <a:cubicBezTo>
                  <a:pt x="456" y="311"/>
                  <a:pt x="456" y="311"/>
                  <a:pt x="455" y="312"/>
                </a:cubicBezTo>
                <a:cubicBezTo>
                  <a:pt x="455" y="312"/>
                  <a:pt x="455" y="312"/>
                  <a:pt x="455" y="312"/>
                </a:cubicBezTo>
                <a:cubicBezTo>
                  <a:pt x="455" y="312"/>
                  <a:pt x="454" y="312"/>
                  <a:pt x="454" y="311"/>
                </a:cubicBezTo>
                <a:cubicBezTo>
                  <a:pt x="454" y="311"/>
                  <a:pt x="455" y="311"/>
                  <a:pt x="455" y="311"/>
                </a:cubicBezTo>
                <a:close/>
                <a:moveTo>
                  <a:pt x="452" y="417"/>
                </a:moveTo>
                <a:cubicBezTo>
                  <a:pt x="453" y="417"/>
                  <a:pt x="454" y="417"/>
                  <a:pt x="455" y="416"/>
                </a:cubicBezTo>
                <a:cubicBezTo>
                  <a:pt x="455" y="416"/>
                  <a:pt x="455" y="416"/>
                  <a:pt x="456" y="416"/>
                </a:cubicBezTo>
                <a:cubicBezTo>
                  <a:pt x="456" y="415"/>
                  <a:pt x="457" y="415"/>
                  <a:pt x="458" y="414"/>
                </a:cubicBezTo>
                <a:cubicBezTo>
                  <a:pt x="458" y="414"/>
                  <a:pt x="458" y="414"/>
                  <a:pt x="458" y="414"/>
                </a:cubicBezTo>
                <a:cubicBezTo>
                  <a:pt x="458" y="414"/>
                  <a:pt x="458" y="414"/>
                  <a:pt x="458" y="414"/>
                </a:cubicBezTo>
                <a:cubicBezTo>
                  <a:pt x="456" y="406"/>
                  <a:pt x="455" y="406"/>
                  <a:pt x="463" y="401"/>
                </a:cubicBezTo>
                <a:cubicBezTo>
                  <a:pt x="464" y="401"/>
                  <a:pt x="464" y="401"/>
                  <a:pt x="465" y="402"/>
                </a:cubicBezTo>
                <a:cubicBezTo>
                  <a:pt x="465" y="402"/>
                  <a:pt x="465" y="403"/>
                  <a:pt x="465" y="403"/>
                </a:cubicBezTo>
                <a:cubicBezTo>
                  <a:pt x="465" y="403"/>
                  <a:pt x="465" y="404"/>
                  <a:pt x="465" y="404"/>
                </a:cubicBezTo>
                <a:cubicBezTo>
                  <a:pt x="464" y="405"/>
                  <a:pt x="462" y="407"/>
                  <a:pt x="461" y="408"/>
                </a:cubicBezTo>
                <a:cubicBezTo>
                  <a:pt x="460" y="410"/>
                  <a:pt x="460" y="411"/>
                  <a:pt x="459" y="413"/>
                </a:cubicBezTo>
                <a:cubicBezTo>
                  <a:pt x="459" y="413"/>
                  <a:pt x="458" y="414"/>
                  <a:pt x="458" y="414"/>
                </a:cubicBezTo>
                <a:cubicBezTo>
                  <a:pt x="458" y="414"/>
                  <a:pt x="458" y="414"/>
                  <a:pt x="458" y="414"/>
                </a:cubicBezTo>
                <a:cubicBezTo>
                  <a:pt x="457" y="415"/>
                  <a:pt x="456" y="416"/>
                  <a:pt x="456" y="416"/>
                </a:cubicBezTo>
                <a:cubicBezTo>
                  <a:pt x="456" y="416"/>
                  <a:pt x="455" y="416"/>
                  <a:pt x="455" y="416"/>
                </a:cubicBezTo>
                <a:cubicBezTo>
                  <a:pt x="454" y="417"/>
                  <a:pt x="453" y="418"/>
                  <a:pt x="452" y="418"/>
                </a:cubicBezTo>
                <a:cubicBezTo>
                  <a:pt x="452" y="418"/>
                  <a:pt x="452" y="418"/>
                  <a:pt x="452" y="418"/>
                </a:cubicBezTo>
                <a:cubicBezTo>
                  <a:pt x="452" y="417"/>
                  <a:pt x="452" y="417"/>
                  <a:pt x="452" y="417"/>
                </a:cubicBezTo>
                <a:close/>
                <a:moveTo>
                  <a:pt x="452" y="284"/>
                </a:moveTo>
                <a:cubicBezTo>
                  <a:pt x="451" y="285"/>
                  <a:pt x="451" y="285"/>
                  <a:pt x="451" y="285"/>
                </a:cubicBezTo>
                <a:cubicBezTo>
                  <a:pt x="451" y="284"/>
                  <a:pt x="451" y="284"/>
                  <a:pt x="451" y="284"/>
                </a:cubicBezTo>
                <a:lnTo>
                  <a:pt x="452" y="284"/>
                </a:lnTo>
                <a:close/>
                <a:moveTo>
                  <a:pt x="446" y="302"/>
                </a:moveTo>
                <a:cubicBezTo>
                  <a:pt x="446" y="301"/>
                  <a:pt x="447" y="302"/>
                  <a:pt x="447" y="302"/>
                </a:cubicBezTo>
                <a:cubicBezTo>
                  <a:pt x="447" y="302"/>
                  <a:pt x="447" y="302"/>
                  <a:pt x="447" y="303"/>
                </a:cubicBezTo>
                <a:cubicBezTo>
                  <a:pt x="447" y="303"/>
                  <a:pt x="446" y="303"/>
                  <a:pt x="446" y="303"/>
                </a:cubicBezTo>
                <a:cubicBezTo>
                  <a:pt x="446" y="303"/>
                  <a:pt x="446" y="302"/>
                  <a:pt x="446" y="302"/>
                </a:cubicBezTo>
                <a:close/>
                <a:moveTo>
                  <a:pt x="251" y="374"/>
                </a:moveTo>
                <a:cubicBezTo>
                  <a:pt x="251" y="374"/>
                  <a:pt x="251" y="374"/>
                  <a:pt x="251" y="374"/>
                </a:cubicBezTo>
                <a:cubicBezTo>
                  <a:pt x="251" y="374"/>
                  <a:pt x="251" y="374"/>
                  <a:pt x="251" y="374"/>
                </a:cubicBezTo>
                <a:cubicBezTo>
                  <a:pt x="251" y="374"/>
                  <a:pt x="251" y="374"/>
                  <a:pt x="251" y="374"/>
                </a:cubicBezTo>
                <a:cubicBezTo>
                  <a:pt x="251" y="374"/>
                  <a:pt x="251" y="374"/>
                  <a:pt x="251" y="374"/>
                </a:cubicBezTo>
                <a:close/>
                <a:moveTo>
                  <a:pt x="256" y="362"/>
                </a:moveTo>
                <a:cubicBezTo>
                  <a:pt x="256" y="362"/>
                  <a:pt x="256" y="361"/>
                  <a:pt x="256" y="361"/>
                </a:cubicBezTo>
                <a:cubicBezTo>
                  <a:pt x="256" y="361"/>
                  <a:pt x="255" y="361"/>
                  <a:pt x="255" y="361"/>
                </a:cubicBezTo>
                <a:cubicBezTo>
                  <a:pt x="255" y="360"/>
                  <a:pt x="255" y="360"/>
                  <a:pt x="255" y="360"/>
                </a:cubicBezTo>
                <a:cubicBezTo>
                  <a:pt x="256" y="360"/>
                  <a:pt x="256" y="361"/>
                  <a:pt x="256" y="361"/>
                </a:cubicBezTo>
                <a:cubicBezTo>
                  <a:pt x="256" y="361"/>
                  <a:pt x="256" y="361"/>
                  <a:pt x="256" y="361"/>
                </a:cubicBezTo>
                <a:cubicBezTo>
                  <a:pt x="256" y="362"/>
                  <a:pt x="256" y="362"/>
                  <a:pt x="256" y="362"/>
                </a:cubicBezTo>
                <a:cubicBezTo>
                  <a:pt x="256" y="362"/>
                  <a:pt x="256" y="362"/>
                  <a:pt x="256" y="362"/>
                </a:cubicBezTo>
                <a:close/>
                <a:moveTo>
                  <a:pt x="257" y="351"/>
                </a:moveTo>
                <a:cubicBezTo>
                  <a:pt x="257" y="351"/>
                  <a:pt x="257" y="351"/>
                  <a:pt x="257" y="351"/>
                </a:cubicBezTo>
                <a:cubicBezTo>
                  <a:pt x="257" y="350"/>
                  <a:pt x="257" y="350"/>
                  <a:pt x="257" y="349"/>
                </a:cubicBezTo>
                <a:cubicBezTo>
                  <a:pt x="257" y="350"/>
                  <a:pt x="257" y="350"/>
                  <a:pt x="257" y="350"/>
                </a:cubicBezTo>
                <a:cubicBezTo>
                  <a:pt x="257" y="350"/>
                  <a:pt x="257" y="350"/>
                  <a:pt x="257" y="351"/>
                </a:cubicBezTo>
                <a:close/>
                <a:moveTo>
                  <a:pt x="258" y="397"/>
                </a:moveTo>
                <a:cubicBezTo>
                  <a:pt x="258" y="397"/>
                  <a:pt x="257" y="397"/>
                  <a:pt x="257" y="397"/>
                </a:cubicBezTo>
                <a:cubicBezTo>
                  <a:pt x="256" y="396"/>
                  <a:pt x="255" y="395"/>
                  <a:pt x="255" y="394"/>
                </a:cubicBezTo>
                <a:cubicBezTo>
                  <a:pt x="255" y="392"/>
                  <a:pt x="255" y="391"/>
                  <a:pt x="256" y="390"/>
                </a:cubicBezTo>
                <a:cubicBezTo>
                  <a:pt x="256" y="390"/>
                  <a:pt x="256" y="390"/>
                  <a:pt x="256" y="390"/>
                </a:cubicBezTo>
                <a:cubicBezTo>
                  <a:pt x="256" y="390"/>
                  <a:pt x="256" y="390"/>
                  <a:pt x="256" y="390"/>
                </a:cubicBezTo>
                <a:cubicBezTo>
                  <a:pt x="256" y="389"/>
                  <a:pt x="256" y="389"/>
                  <a:pt x="257" y="388"/>
                </a:cubicBezTo>
                <a:cubicBezTo>
                  <a:pt x="257" y="388"/>
                  <a:pt x="257" y="389"/>
                  <a:pt x="257" y="389"/>
                </a:cubicBezTo>
                <a:cubicBezTo>
                  <a:pt x="257" y="389"/>
                  <a:pt x="257" y="389"/>
                  <a:pt x="256" y="390"/>
                </a:cubicBezTo>
                <a:cubicBezTo>
                  <a:pt x="256" y="390"/>
                  <a:pt x="256" y="390"/>
                  <a:pt x="256" y="390"/>
                </a:cubicBezTo>
                <a:cubicBezTo>
                  <a:pt x="256" y="390"/>
                  <a:pt x="256" y="390"/>
                  <a:pt x="256" y="390"/>
                </a:cubicBezTo>
                <a:cubicBezTo>
                  <a:pt x="257" y="392"/>
                  <a:pt x="258" y="394"/>
                  <a:pt x="259" y="396"/>
                </a:cubicBezTo>
                <a:cubicBezTo>
                  <a:pt x="259" y="396"/>
                  <a:pt x="258" y="397"/>
                  <a:pt x="258" y="397"/>
                </a:cubicBezTo>
                <a:close/>
                <a:moveTo>
                  <a:pt x="261" y="391"/>
                </a:moveTo>
                <a:cubicBezTo>
                  <a:pt x="260" y="391"/>
                  <a:pt x="260" y="391"/>
                  <a:pt x="260" y="390"/>
                </a:cubicBezTo>
                <a:cubicBezTo>
                  <a:pt x="260" y="390"/>
                  <a:pt x="260" y="390"/>
                  <a:pt x="260" y="389"/>
                </a:cubicBezTo>
                <a:cubicBezTo>
                  <a:pt x="261" y="389"/>
                  <a:pt x="261" y="390"/>
                  <a:pt x="262" y="390"/>
                </a:cubicBezTo>
                <a:cubicBezTo>
                  <a:pt x="262" y="391"/>
                  <a:pt x="261" y="391"/>
                  <a:pt x="261" y="391"/>
                </a:cubicBezTo>
                <a:close/>
                <a:moveTo>
                  <a:pt x="339" y="206"/>
                </a:moveTo>
                <a:cubicBezTo>
                  <a:pt x="339" y="206"/>
                  <a:pt x="338" y="206"/>
                  <a:pt x="338" y="206"/>
                </a:cubicBezTo>
                <a:cubicBezTo>
                  <a:pt x="338" y="205"/>
                  <a:pt x="338" y="204"/>
                  <a:pt x="338" y="204"/>
                </a:cubicBezTo>
                <a:cubicBezTo>
                  <a:pt x="338" y="203"/>
                  <a:pt x="338" y="202"/>
                  <a:pt x="339" y="201"/>
                </a:cubicBezTo>
                <a:cubicBezTo>
                  <a:pt x="339" y="201"/>
                  <a:pt x="339" y="201"/>
                  <a:pt x="339" y="201"/>
                </a:cubicBezTo>
                <a:cubicBezTo>
                  <a:pt x="339" y="201"/>
                  <a:pt x="339" y="201"/>
                  <a:pt x="339" y="201"/>
                </a:cubicBezTo>
                <a:cubicBezTo>
                  <a:pt x="339" y="202"/>
                  <a:pt x="339" y="204"/>
                  <a:pt x="340" y="205"/>
                </a:cubicBezTo>
                <a:cubicBezTo>
                  <a:pt x="340" y="206"/>
                  <a:pt x="339" y="206"/>
                  <a:pt x="339" y="206"/>
                </a:cubicBezTo>
                <a:close/>
                <a:moveTo>
                  <a:pt x="351" y="202"/>
                </a:moveTo>
                <a:cubicBezTo>
                  <a:pt x="351" y="202"/>
                  <a:pt x="350" y="203"/>
                  <a:pt x="350" y="203"/>
                </a:cubicBezTo>
                <a:cubicBezTo>
                  <a:pt x="350" y="203"/>
                  <a:pt x="350" y="202"/>
                  <a:pt x="351" y="202"/>
                </a:cubicBezTo>
                <a:cubicBezTo>
                  <a:pt x="351" y="202"/>
                  <a:pt x="351" y="202"/>
                  <a:pt x="351" y="202"/>
                </a:cubicBezTo>
                <a:close/>
                <a:moveTo>
                  <a:pt x="354" y="348"/>
                </a:moveTo>
                <a:cubicBezTo>
                  <a:pt x="354" y="348"/>
                  <a:pt x="354" y="348"/>
                  <a:pt x="354" y="348"/>
                </a:cubicBezTo>
                <a:cubicBezTo>
                  <a:pt x="354" y="348"/>
                  <a:pt x="354" y="348"/>
                  <a:pt x="354" y="348"/>
                </a:cubicBezTo>
                <a:cubicBezTo>
                  <a:pt x="354" y="347"/>
                  <a:pt x="354" y="347"/>
                  <a:pt x="354" y="347"/>
                </a:cubicBezTo>
                <a:lnTo>
                  <a:pt x="354" y="348"/>
                </a:lnTo>
                <a:close/>
                <a:moveTo>
                  <a:pt x="367" y="419"/>
                </a:moveTo>
                <a:cubicBezTo>
                  <a:pt x="367" y="419"/>
                  <a:pt x="367" y="419"/>
                  <a:pt x="367" y="419"/>
                </a:cubicBezTo>
                <a:cubicBezTo>
                  <a:pt x="367" y="419"/>
                  <a:pt x="367" y="418"/>
                  <a:pt x="368" y="418"/>
                </a:cubicBezTo>
                <a:cubicBezTo>
                  <a:pt x="368" y="418"/>
                  <a:pt x="368" y="419"/>
                  <a:pt x="368" y="419"/>
                </a:cubicBezTo>
                <a:cubicBezTo>
                  <a:pt x="368" y="419"/>
                  <a:pt x="368" y="419"/>
                  <a:pt x="367" y="419"/>
                </a:cubicBezTo>
                <a:close/>
                <a:moveTo>
                  <a:pt x="369" y="196"/>
                </a:moveTo>
                <a:cubicBezTo>
                  <a:pt x="369" y="197"/>
                  <a:pt x="369" y="197"/>
                  <a:pt x="369" y="197"/>
                </a:cubicBezTo>
                <a:cubicBezTo>
                  <a:pt x="366" y="197"/>
                  <a:pt x="363" y="197"/>
                  <a:pt x="360" y="197"/>
                </a:cubicBezTo>
                <a:cubicBezTo>
                  <a:pt x="360" y="197"/>
                  <a:pt x="360" y="197"/>
                  <a:pt x="359" y="197"/>
                </a:cubicBezTo>
                <a:cubicBezTo>
                  <a:pt x="359" y="198"/>
                  <a:pt x="358" y="198"/>
                  <a:pt x="358" y="199"/>
                </a:cubicBezTo>
                <a:cubicBezTo>
                  <a:pt x="357" y="199"/>
                  <a:pt x="357" y="199"/>
                  <a:pt x="357" y="199"/>
                </a:cubicBezTo>
                <a:cubicBezTo>
                  <a:pt x="357" y="199"/>
                  <a:pt x="357" y="200"/>
                  <a:pt x="356" y="200"/>
                </a:cubicBezTo>
                <a:cubicBezTo>
                  <a:pt x="356" y="200"/>
                  <a:pt x="356" y="200"/>
                  <a:pt x="356" y="200"/>
                </a:cubicBezTo>
                <a:cubicBezTo>
                  <a:pt x="356" y="199"/>
                  <a:pt x="357" y="199"/>
                  <a:pt x="357" y="199"/>
                </a:cubicBezTo>
                <a:cubicBezTo>
                  <a:pt x="357" y="199"/>
                  <a:pt x="357" y="199"/>
                  <a:pt x="357" y="199"/>
                </a:cubicBezTo>
                <a:cubicBezTo>
                  <a:pt x="358" y="198"/>
                  <a:pt x="359" y="197"/>
                  <a:pt x="359" y="197"/>
                </a:cubicBezTo>
                <a:cubicBezTo>
                  <a:pt x="360" y="197"/>
                  <a:pt x="360" y="197"/>
                  <a:pt x="360" y="197"/>
                </a:cubicBezTo>
                <a:cubicBezTo>
                  <a:pt x="363" y="195"/>
                  <a:pt x="366" y="195"/>
                  <a:pt x="369" y="196"/>
                </a:cubicBezTo>
                <a:cubicBezTo>
                  <a:pt x="369" y="196"/>
                  <a:pt x="369" y="196"/>
                  <a:pt x="369" y="196"/>
                </a:cubicBezTo>
                <a:close/>
                <a:moveTo>
                  <a:pt x="433" y="433"/>
                </a:moveTo>
                <a:cubicBezTo>
                  <a:pt x="433" y="433"/>
                  <a:pt x="433" y="433"/>
                  <a:pt x="432" y="433"/>
                </a:cubicBezTo>
                <a:cubicBezTo>
                  <a:pt x="432" y="432"/>
                  <a:pt x="433" y="432"/>
                  <a:pt x="433" y="431"/>
                </a:cubicBezTo>
                <a:cubicBezTo>
                  <a:pt x="433" y="431"/>
                  <a:pt x="434" y="430"/>
                  <a:pt x="435" y="431"/>
                </a:cubicBezTo>
                <a:cubicBezTo>
                  <a:pt x="435" y="431"/>
                  <a:pt x="435" y="431"/>
                  <a:pt x="435" y="431"/>
                </a:cubicBezTo>
                <a:cubicBezTo>
                  <a:pt x="435" y="432"/>
                  <a:pt x="434" y="433"/>
                  <a:pt x="433" y="433"/>
                </a:cubicBezTo>
                <a:close/>
                <a:moveTo>
                  <a:pt x="432" y="405"/>
                </a:moveTo>
                <a:cubicBezTo>
                  <a:pt x="432" y="405"/>
                  <a:pt x="432" y="404"/>
                  <a:pt x="431" y="404"/>
                </a:cubicBezTo>
                <a:cubicBezTo>
                  <a:pt x="431" y="404"/>
                  <a:pt x="431" y="404"/>
                  <a:pt x="432" y="404"/>
                </a:cubicBezTo>
                <a:cubicBezTo>
                  <a:pt x="432" y="402"/>
                  <a:pt x="434" y="402"/>
                  <a:pt x="435" y="402"/>
                </a:cubicBezTo>
                <a:cubicBezTo>
                  <a:pt x="435" y="402"/>
                  <a:pt x="435" y="402"/>
                  <a:pt x="435" y="403"/>
                </a:cubicBezTo>
                <a:cubicBezTo>
                  <a:pt x="435" y="404"/>
                  <a:pt x="434" y="405"/>
                  <a:pt x="432" y="405"/>
                </a:cubicBezTo>
                <a:close/>
                <a:moveTo>
                  <a:pt x="435" y="344"/>
                </a:moveTo>
                <a:cubicBezTo>
                  <a:pt x="436" y="344"/>
                  <a:pt x="436" y="344"/>
                  <a:pt x="436" y="344"/>
                </a:cubicBezTo>
                <a:cubicBezTo>
                  <a:pt x="436" y="344"/>
                  <a:pt x="436" y="344"/>
                  <a:pt x="436" y="344"/>
                </a:cubicBezTo>
                <a:lnTo>
                  <a:pt x="435" y="344"/>
                </a:lnTo>
                <a:close/>
                <a:moveTo>
                  <a:pt x="440" y="275"/>
                </a:moveTo>
                <a:cubicBezTo>
                  <a:pt x="441" y="275"/>
                  <a:pt x="441" y="275"/>
                  <a:pt x="442" y="275"/>
                </a:cubicBezTo>
                <a:cubicBezTo>
                  <a:pt x="442" y="275"/>
                  <a:pt x="442" y="276"/>
                  <a:pt x="442" y="276"/>
                </a:cubicBezTo>
                <a:cubicBezTo>
                  <a:pt x="442" y="276"/>
                  <a:pt x="442" y="276"/>
                  <a:pt x="442" y="276"/>
                </a:cubicBezTo>
                <a:cubicBezTo>
                  <a:pt x="442" y="276"/>
                  <a:pt x="441" y="277"/>
                  <a:pt x="441" y="276"/>
                </a:cubicBezTo>
                <a:cubicBezTo>
                  <a:pt x="440" y="276"/>
                  <a:pt x="439" y="275"/>
                  <a:pt x="440" y="275"/>
                </a:cubicBezTo>
                <a:close/>
                <a:moveTo>
                  <a:pt x="373" y="242"/>
                </a:moveTo>
                <a:cubicBezTo>
                  <a:pt x="374" y="242"/>
                  <a:pt x="374" y="242"/>
                  <a:pt x="374" y="242"/>
                </a:cubicBezTo>
                <a:cubicBezTo>
                  <a:pt x="374" y="242"/>
                  <a:pt x="374" y="242"/>
                  <a:pt x="374" y="242"/>
                </a:cubicBezTo>
                <a:cubicBezTo>
                  <a:pt x="374" y="242"/>
                  <a:pt x="374" y="242"/>
                  <a:pt x="374" y="242"/>
                </a:cubicBezTo>
                <a:cubicBezTo>
                  <a:pt x="374" y="242"/>
                  <a:pt x="374" y="243"/>
                  <a:pt x="374" y="243"/>
                </a:cubicBezTo>
                <a:cubicBezTo>
                  <a:pt x="373" y="243"/>
                  <a:pt x="373" y="243"/>
                  <a:pt x="373" y="243"/>
                </a:cubicBezTo>
                <a:lnTo>
                  <a:pt x="373" y="242"/>
                </a:lnTo>
                <a:close/>
                <a:moveTo>
                  <a:pt x="380" y="339"/>
                </a:moveTo>
                <a:cubicBezTo>
                  <a:pt x="380" y="339"/>
                  <a:pt x="380" y="339"/>
                  <a:pt x="380" y="339"/>
                </a:cubicBezTo>
                <a:cubicBezTo>
                  <a:pt x="380" y="339"/>
                  <a:pt x="380" y="339"/>
                  <a:pt x="381" y="339"/>
                </a:cubicBezTo>
                <a:cubicBezTo>
                  <a:pt x="381" y="339"/>
                  <a:pt x="381" y="339"/>
                  <a:pt x="381" y="339"/>
                </a:cubicBezTo>
                <a:lnTo>
                  <a:pt x="380" y="339"/>
                </a:lnTo>
                <a:close/>
                <a:moveTo>
                  <a:pt x="382" y="280"/>
                </a:moveTo>
                <a:cubicBezTo>
                  <a:pt x="380" y="281"/>
                  <a:pt x="378" y="281"/>
                  <a:pt x="375" y="280"/>
                </a:cubicBezTo>
                <a:cubicBezTo>
                  <a:pt x="374" y="279"/>
                  <a:pt x="373" y="278"/>
                  <a:pt x="374" y="278"/>
                </a:cubicBezTo>
                <a:cubicBezTo>
                  <a:pt x="375" y="277"/>
                  <a:pt x="377" y="277"/>
                  <a:pt x="378" y="275"/>
                </a:cubicBezTo>
                <a:cubicBezTo>
                  <a:pt x="379" y="274"/>
                  <a:pt x="380" y="272"/>
                  <a:pt x="382" y="272"/>
                </a:cubicBezTo>
                <a:cubicBezTo>
                  <a:pt x="384" y="271"/>
                  <a:pt x="385" y="270"/>
                  <a:pt x="385" y="269"/>
                </a:cubicBezTo>
                <a:cubicBezTo>
                  <a:pt x="385" y="268"/>
                  <a:pt x="386" y="268"/>
                  <a:pt x="386" y="268"/>
                </a:cubicBezTo>
                <a:cubicBezTo>
                  <a:pt x="388" y="268"/>
                  <a:pt x="389" y="269"/>
                  <a:pt x="391" y="268"/>
                </a:cubicBezTo>
                <a:cubicBezTo>
                  <a:pt x="392" y="268"/>
                  <a:pt x="393" y="267"/>
                  <a:pt x="392" y="266"/>
                </a:cubicBezTo>
                <a:cubicBezTo>
                  <a:pt x="391" y="265"/>
                  <a:pt x="390" y="264"/>
                  <a:pt x="389" y="263"/>
                </a:cubicBezTo>
                <a:cubicBezTo>
                  <a:pt x="388" y="262"/>
                  <a:pt x="386" y="262"/>
                  <a:pt x="384" y="262"/>
                </a:cubicBezTo>
                <a:cubicBezTo>
                  <a:pt x="380" y="262"/>
                  <a:pt x="376" y="262"/>
                  <a:pt x="372" y="261"/>
                </a:cubicBezTo>
                <a:cubicBezTo>
                  <a:pt x="372" y="261"/>
                  <a:pt x="372" y="261"/>
                  <a:pt x="372" y="261"/>
                </a:cubicBezTo>
                <a:cubicBezTo>
                  <a:pt x="372" y="260"/>
                  <a:pt x="372" y="260"/>
                  <a:pt x="373" y="259"/>
                </a:cubicBezTo>
                <a:cubicBezTo>
                  <a:pt x="373" y="259"/>
                  <a:pt x="374" y="259"/>
                  <a:pt x="374" y="259"/>
                </a:cubicBezTo>
                <a:cubicBezTo>
                  <a:pt x="379" y="259"/>
                  <a:pt x="383" y="259"/>
                  <a:pt x="387" y="258"/>
                </a:cubicBezTo>
                <a:cubicBezTo>
                  <a:pt x="391" y="258"/>
                  <a:pt x="394" y="258"/>
                  <a:pt x="397" y="257"/>
                </a:cubicBezTo>
                <a:cubicBezTo>
                  <a:pt x="400" y="256"/>
                  <a:pt x="402" y="256"/>
                  <a:pt x="405" y="255"/>
                </a:cubicBezTo>
                <a:cubicBezTo>
                  <a:pt x="406" y="255"/>
                  <a:pt x="407" y="255"/>
                  <a:pt x="408" y="255"/>
                </a:cubicBezTo>
                <a:cubicBezTo>
                  <a:pt x="408" y="255"/>
                  <a:pt x="409" y="256"/>
                  <a:pt x="409" y="256"/>
                </a:cubicBezTo>
                <a:cubicBezTo>
                  <a:pt x="409" y="256"/>
                  <a:pt x="409" y="257"/>
                  <a:pt x="409" y="257"/>
                </a:cubicBezTo>
                <a:cubicBezTo>
                  <a:pt x="406" y="258"/>
                  <a:pt x="404" y="259"/>
                  <a:pt x="401" y="260"/>
                </a:cubicBezTo>
                <a:cubicBezTo>
                  <a:pt x="401" y="261"/>
                  <a:pt x="400" y="262"/>
                  <a:pt x="401" y="263"/>
                </a:cubicBezTo>
                <a:cubicBezTo>
                  <a:pt x="401" y="263"/>
                  <a:pt x="401" y="263"/>
                  <a:pt x="401" y="263"/>
                </a:cubicBezTo>
                <a:cubicBezTo>
                  <a:pt x="402" y="264"/>
                  <a:pt x="402" y="264"/>
                  <a:pt x="403" y="264"/>
                </a:cubicBezTo>
                <a:cubicBezTo>
                  <a:pt x="406" y="267"/>
                  <a:pt x="410" y="268"/>
                  <a:pt x="414" y="265"/>
                </a:cubicBezTo>
                <a:cubicBezTo>
                  <a:pt x="415" y="265"/>
                  <a:pt x="415" y="264"/>
                  <a:pt x="415" y="265"/>
                </a:cubicBezTo>
                <a:cubicBezTo>
                  <a:pt x="416" y="265"/>
                  <a:pt x="416" y="265"/>
                  <a:pt x="416" y="266"/>
                </a:cubicBezTo>
                <a:cubicBezTo>
                  <a:pt x="415" y="267"/>
                  <a:pt x="415" y="268"/>
                  <a:pt x="414" y="269"/>
                </a:cubicBezTo>
                <a:cubicBezTo>
                  <a:pt x="413" y="270"/>
                  <a:pt x="412" y="271"/>
                  <a:pt x="411" y="272"/>
                </a:cubicBezTo>
                <a:cubicBezTo>
                  <a:pt x="410" y="272"/>
                  <a:pt x="410" y="273"/>
                  <a:pt x="409" y="274"/>
                </a:cubicBezTo>
                <a:cubicBezTo>
                  <a:pt x="408" y="277"/>
                  <a:pt x="407" y="277"/>
                  <a:pt x="405" y="275"/>
                </a:cubicBezTo>
                <a:cubicBezTo>
                  <a:pt x="403" y="273"/>
                  <a:pt x="401" y="273"/>
                  <a:pt x="398" y="274"/>
                </a:cubicBezTo>
                <a:cubicBezTo>
                  <a:pt x="397" y="275"/>
                  <a:pt x="396" y="276"/>
                  <a:pt x="396" y="276"/>
                </a:cubicBezTo>
                <a:cubicBezTo>
                  <a:pt x="396" y="279"/>
                  <a:pt x="394" y="281"/>
                  <a:pt x="391" y="281"/>
                </a:cubicBezTo>
                <a:cubicBezTo>
                  <a:pt x="391" y="281"/>
                  <a:pt x="391" y="281"/>
                  <a:pt x="391" y="281"/>
                </a:cubicBezTo>
                <a:cubicBezTo>
                  <a:pt x="391" y="281"/>
                  <a:pt x="391" y="281"/>
                  <a:pt x="391" y="281"/>
                </a:cubicBezTo>
                <a:cubicBezTo>
                  <a:pt x="390" y="282"/>
                  <a:pt x="389" y="282"/>
                  <a:pt x="388" y="283"/>
                </a:cubicBezTo>
                <a:cubicBezTo>
                  <a:pt x="388" y="283"/>
                  <a:pt x="388" y="283"/>
                  <a:pt x="388" y="283"/>
                </a:cubicBezTo>
                <a:cubicBezTo>
                  <a:pt x="387" y="283"/>
                  <a:pt x="387" y="283"/>
                  <a:pt x="387" y="283"/>
                </a:cubicBezTo>
                <a:cubicBezTo>
                  <a:pt x="387" y="283"/>
                  <a:pt x="387" y="284"/>
                  <a:pt x="386" y="284"/>
                </a:cubicBezTo>
                <a:cubicBezTo>
                  <a:pt x="386" y="284"/>
                  <a:pt x="386" y="284"/>
                  <a:pt x="386" y="284"/>
                </a:cubicBezTo>
                <a:cubicBezTo>
                  <a:pt x="386" y="283"/>
                  <a:pt x="387" y="283"/>
                  <a:pt x="387" y="283"/>
                </a:cubicBezTo>
                <a:cubicBezTo>
                  <a:pt x="387" y="283"/>
                  <a:pt x="387" y="283"/>
                  <a:pt x="387" y="283"/>
                </a:cubicBezTo>
                <a:cubicBezTo>
                  <a:pt x="388" y="283"/>
                  <a:pt x="388" y="283"/>
                  <a:pt x="388" y="283"/>
                </a:cubicBezTo>
                <a:cubicBezTo>
                  <a:pt x="389" y="282"/>
                  <a:pt x="390" y="281"/>
                  <a:pt x="391" y="281"/>
                </a:cubicBezTo>
                <a:cubicBezTo>
                  <a:pt x="391" y="281"/>
                  <a:pt x="391" y="281"/>
                  <a:pt x="391" y="281"/>
                </a:cubicBezTo>
                <a:cubicBezTo>
                  <a:pt x="391" y="281"/>
                  <a:pt x="391" y="281"/>
                  <a:pt x="391" y="281"/>
                </a:cubicBezTo>
                <a:cubicBezTo>
                  <a:pt x="392" y="280"/>
                  <a:pt x="392" y="279"/>
                  <a:pt x="393" y="277"/>
                </a:cubicBezTo>
                <a:cubicBezTo>
                  <a:pt x="393" y="276"/>
                  <a:pt x="391" y="274"/>
                  <a:pt x="390" y="275"/>
                </a:cubicBezTo>
                <a:cubicBezTo>
                  <a:pt x="388" y="275"/>
                  <a:pt x="387" y="276"/>
                  <a:pt x="385" y="277"/>
                </a:cubicBezTo>
                <a:cubicBezTo>
                  <a:pt x="384" y="277"/>
                  <a:pt x="383" y="279"/>
                  <a:pt x="382" y="280"/>
                </a:cubicBezTo>
                <a:close/>
                <a:moveTo>
                  <a:pt x="403" y="285"/>
                </a:moveTo>
                <a:cubicBezTo>
                  <a:pt x="402" y="285"/>
                  <a:pt x="402" y="286"/>
                  <a:pt x="401" y="286"/>
                </a:cubicBezTo>
                <a:cubicBezTo>
                  <a:pt x="401" y="286"/>
                  <a:pt x="401" y="286"/>
                  <a:pt x="401" y="286"/>
                </a:cubicBezTo>
                <a:cubicBezTo>
                  <a:pt x="401" y="286"/>
                  <a:pt x="401" y="286"/>
                  <a:pt x="401" y="287"/>
                </a:cubicBezTo>
                <a:cubicBezTo>
                  <a:pt x="401" y="287"/>
                  <a:pt x="401" y="287"/>
                  <a:pt x="401" y="288"/>
                </a:cubicBezTo>
                <a:cubicBezTo>
                  <a:pt x="400" y="287"/>
                  <a:pt x="401" y="287"/>
                  <a:pt x="401" y="287"/>
                </a:cubicBezTo>
                <a:cubicBezTo>
                  <a:pt x="401" y="286"/>
                  <a:pt x="401" y="286"/>
                  <a:pt x="401" y="286"/>
                </a:cubicBezTo>
                <a:cubicBezTo>
                  <a:pt x="401" y="286"/>
                  <a:pt x="401" y="286"/>
                  <a:pt x="401" y="286"/>
                </a:cubicBezTo>
                <a:cubicBezTo>
                  <a:pt x="402" y="285"/>
                  <a:pt x="402" y="285"/>
                  <a:pt x="402" y="284"/>
                </a:cubicBezTo>
                <a:cubicBezTo>
                  <a:pt x="402" y="284"/>
                  <a:pt x="403" y="285"/>
                  <a:pt x="403" y="285"/>
                </a:cubicBezTo>
                <a:close/>
                <a:moveTo>
                  <a:pt x="395" y="312"/>
                </a:moveTo>
                <a:cubicBezTo>
                  <a:pt x="395" y="312"/>
                  <a:pt x="395" y="313"/>
                  <a:pt x="395" y="313"/>
                </a:cubicBezTo>
                <a:cubicBezTo>
                  <a:pt x="392" y="312"/>
                  <a:pt x="391" y="311"/>
                  <a:pt x="391" y="309"/>
                </a:cubicBezTo>
                <a:cubicBezTo>
                  <a:pt x="390" y="308"/>
                  <a:pt x="391" y="308"/>
                  <a:pt x="392" y="308"/>
                </a:cubicBezTo>
                <a:cubicBezTo>
                  <a:pt x="392" y="307"/>
                  <a:pt x="393" y="307"/>
                  <a:pt x="393" y="307"/>
                </a:cubicBezTo>
                <a:cubicBezTo>
                  <a:pt x="394" y="309"/>
                  <a:pt x="395" y="311"/>
                  <a:pt x="395" y="312"/>
                </a:cubicBezTo>
                <a:close/>
                <a:moveTo>
                  <a:pt x="389" y="358"/>
                </a:moveTo>
                <a:cubicBezTo>
                  <a:pt x="389" y="357"/>
                  <a:pt x="389" y="357"/>
                  <a:pt x="389" y="357"/>
                </a:cubicBezTo>
                <a:cubicBezTo>
                  <a:pt x="390" y="357"/>
                  <a:pt x="390" y="357"/>
                  <a:pt x="390" y="357"/>
                </a:cubicBezTo>
                <a:lnTo>
                  <a:pt x="389" y="358"/>
                </a:lnTo>
                <a:close/>
                <a:moveTo>
                  <a:pt x="403" y="384"/>
                </a:moveTo>
                <a:cubicBezTo>
                  <a:pt x="403" y="384"/>
                  <a:pt x="402" y="384"/>
                  <a:pt x="402" y="384"/>
                </a:cubicBezTo>
                <a:cubicBezTo>
                  <a:pt x="402" y="384"/>
                  <a:pt x="402" y="383"/>
                  <a:pt x="402" y="383"/>
                </a:cubicBezTo>
                <a:cubicBezTo>
                  <a:pt x="402" y="383"/>
                  <a:pt x="402" y="383"/>
                  <a:pt x="402" y="383"/>
                </a:cubicBezTo>
                <a:cubicBezTo>
                  <a:pt x="403" y="383"/>
                  <a:pt x="403" y="383"/>
                  <a:pt x="403" y="383"/>
                </a:cubicBezTo>
                <a:cubicBezTo>
                  <a:pt x="403" y="384"/>
                  <a:pt x="403" y="384"/>
                  <a:pt x="403" y="384"/>
                </a:cubicBezTo>
                <a:close/>
                <a:moveTo>
                  <a:pt x="406" y="345"/>
                </a:moveTo>
                <a:cubicBezTo>
                  <a:pt x="405" y="347"/>
                  <a:pt x="404" y="347"/>
                  <a:pt x="402" y="348"/>
                </a:cubicBezTo>
                <a:cubicBezTo>
                  <a:pt x="399" y="348"/>
                  <a:pt x="397" y="349"/>
                  <a:pt x="394" y="349"/>
                </a:cubicBezTo>
                <a:cubicBezTo>
                  <a:pt x="392" y="349"/>
                  <a:pt x="390" y="349"/>
                  <a:pt x="389" y="347"/>
                </a:cubicBezTo>
                <a:cubicBezTo>
                  <a:pt x="388" y="346"/>
                  <a:pt x="387" y="345"/>
                  <a:pt x="386" y="344"/>
                </a:cubicBezTo>
                <a:cubicBezTo>
                  <a:pt x="386" y="344"/>
                  <a:pt x="386" y="343"/>
                  <a:pt x="386" y="343"/>
                </a:cubicBezTo>
                <a:cubicBezTo>
                  <a:pt x="386" y="343"/>
                  <a:pt x="387" y="343"/>
                  <a:pt x="387" y="343"/>
                </a:cubicBezTo>
                <a:cubicBezTo>
                  <a:pt x="388" y="343"/>
                  <a:pt x="389" y="344"/>
                  <a:pt x="390" y="344"/>
                </a:cubicBezTo>
                <a:cubicBezTo>
                  <a:pt x="391" y="344"/>
                  <a:pt x="392" y="344"/>
                  <a:pt x="393" y="343"/>
                </a:cubicBezTo>
                <a:cubicBezTo>
                  <a:pt x="394" y="342"/>
                  <a:pt x="395" y="341"/>
                  <a:pt x="396" y="339"/>
                </a:cubicBezTo>
                <a:cubicBezTo>
                  <a:pt x="397" y="338"/>
                  <a:pt x="399" y="337"/>
                  <a:pt x="401" y="338"/>
                </a:cubicBezTo>
                <a:cubicBezTo>
                  <a:pt x="401" y="338"/>
                  <a:pt x="402" y="338"/>
                  <a:pt x="402" y="337"/>
                </a:cubicBezTo>
                <a:cubicBezTo>
                  <a:pt x="404" y="337"/>
                  <a:pt x="405" y="336"/>
                  <a:pt x="404" y="335"/>
                </a:cubicBezTo>
                <a:cubicBezTo>
                  <a:pt x="404" y="334"/>
                  <a:pt x="404" y="333"/>
                  <a:pt x="404" y="332"/>
                </a:cubicBezTo>
                <a:cubicBezTo>
                  <a:pt x="404" y="331"/>
                  <a:pt x="403" y="329"/>
                  <a:pt x="403" y="327"/>
                </a:cubicBezTo>
                <a:cubicBezTo>
                  <a:pt x="403" y="327"/>
                  <a:pt x="403" y="326"/>
                  <a:pt x="404" y="326"/>
                </a:cubicBezTo>
                <a:cubicBezTo>
                  <a:pt x="404" y="326"/>
                  <a:pt x="404" y="326"/>
                  <a:pt x="404" y="326"/>
                </a:cubicBezTo>
                <a:cubicBezTo>
                  <a:pt x="407" y="328"/>
                  <a:pt x="409" y="331"/>
                  <a:pt x="410" y="334"/>
                </a:cubicBezTo>
                <a:cubicBezTo>
                  <a:pt x="411" y="335"/>
                  <a:pt x="412" y="336"/>
                  <a:pt x="414" y="336"/>
                </a:cubicBezTo>
                <a:cubicBezTo>
                  <a:pt x="418" y="336"/>
                  <a:pt x="422" y="335"/>
                  <a:pt x="425" y="333"/>
                </a:cubicBezTo>
                <a:cubicBezTo>
                  <a:pt x="427" y="330"/>
                  <a:pt x="431" y="329"/>
                  <a:pt x="434" y="329"/>
                </a:cubicBezTo>
                <a:cubicBezTo>
                  <a:pt x="435" y="328"/>
                  <a:pt x="437" y="329"/>
                  <a:pt x="438" y="329"/>
                </a:cubicBezTo>
                <a:cubicBezTo>
                  <a:pt x="438" y="329"/>
                  <a:pt x="438" y="329"/>
                  <a:pt x="438" y="329"/>
                </a:cubicBezTo>
                <a:cubicBezTo>
                  <a:pt x="438" y="328"/>
                  <a:pt x="438" y="328"/>
                  <a:pt x="439" y="328"/>
                </a:cubicBezTo>
                <a:cubicBezTo>
                  <a:pt x="439" y="328"/>
                  <a:pt x="438" y="329"/>
                  <a:pt x="438" y="329"/>
                </a:cubicBezTo>
                <a:cubicBezTo>
                  <a:pt x="438" y="329"/>
                  <a:pt x="438" y="329"/>
                  <a:pt x="438" y="329"/>
                </a:cubicBezTo>
                <a:cubicBezTo>
                  <a:pt x="438" y="330"/>
                  <a:pt x="437" y="331"/>
                  <a:pt x="436" y="331"/>
                </a:cubicBezTo>
                <a:cubicBezTo>
                  <a:pt x="435" y="332"/>
                  <a:pt x="434" y="333"/>
                  <a:pt x="432" y="333"/>
                </a:cubicBezTo>
                <a:cubicBezTo>
                  <a:pt x="429" y="335"/>
                  <a:pt x="427" y="336"/>
                  <a:pt x="424" y="338"/>
                </a:cubicBezTo>
                <a:cubicBezTo>
                  <a:pt x="421" y="340"/>
                  <a:pt x="417" y="342"/>
                  <a:pt x="414" y="343"/>
                </a:cubicBezTo>
                <a:cubicBezTo>
                  <a:pt x="414" y="344"/>
                  <a:pt x="413" y="344"/>
                  <a:pt x="412" y="343"/>
                </a:cubicBezTo>
                <a:cubicBezTo>
                  <a:pt x="410" y="342"/>
                  <a:pt x="408" y="343"/>
                  <a:pt x="406" y="345"/>
                </a:cubicBezTo>
                <a:close/>
                <a:moveTo>
                  <a:pt x="412" y="420"/>
                </a:moveTo>
                <a:cubicBezTo>
                  <a:pt x="412" y="420"/>
                  <a:pt x="412" y="420"/>
                  <a:pt x="412" y="419"/>
                </a:cubicBezTo>
                <a:cubicBezTo>
                  <a:pt x="412" y="419"/>
                  <a:pt x="411" y="419"/>
                  <a:pt x="411" y="418"/>
                </a:cubicBezTo>
                <a:cubicBezTo>
                  <a:pt x="411" y="419"/>
                  <a:pt x="412" y="419"/>
                  <a:pt x="412" y="419"/>
                </a:cubicBezTo>
                <a:cubicBezTo>
                  <a:pt x="412" y="419"/>
                  <a:pt x="413" y="420"/>
                  <a:pt x="412" y="420"/>
                </a:cubicBezTo>
                <a:close/>
                <a:moveTo>
                  <a:pt x="413" y="384"/>
                </a:moveTo>
                <a:cubicBezTo>
                  <a:pt x="413" y="384"/>
                  <a:pt x="412" y="383"/>
                  <a:pt x="412" y="383"/>
                </a:cubicBezTo>
                <a:cubicBezTo>
                  <a:pt x="412" y="383"/>
                  <a:pt x="412" y="383"/>
                  <a:pt x="412" y="383"/>
                </a:cubicBezTo>
                <a:cubicBezTo>
                  <a:pt x="413" y="382"/>
                  <a:pt x="413" y="380"/>
                  <a:pt x="414" y="380"/>
                </a:cubicBezTo>
                <a:cubicBezTo>
                  <a:pt x="417" y="378"/>
                  <a:pt x="421" y="376"/>
                  <a:pt x="424" y="374"/>
                </a:cubicBezTo>
                <a:cubicBezTo>
                  <a:pt x="424" y="374"/>
                  <a:pt x="425" y="374"/>
                  <a:pt x="425" y="375"/>
                </a:cubicBezTo>
                <a:cubicBezTo>
                  <a:pt x="427" y="376"/>
                  <a:pt x="429" y="377"/>
                  <a:pt x="431" y="377"/>
                </a:cubicBezTo>
                <a:cubicBezTo>
                  <a:pt x="431" y="377"/>
                  <a:pt x="431" y="378"/>
                  <a:pt x="431" y="378"/>
                </a:cubicBezTo>
                <a:cubicBezTo>
                  <a:pt x="431" y="378"/>
                  <a:pt x="431" y="379"/>
                  <a:pt x="431" y="379"/>
                </a:cubicBezTo>
                <a:cubicBezTo>
                  <a:pt x="429" y="379"/>
                  <a:pt x="427" y="379"/>
                  <a:pt x="425" y="380"/>
                </a:cubicBezTo>
                <a:cubicBezTo>
                  <a:pt x="425" y="379"/>
                  <a:pt x="425" y="379"/>
                  <a:pt x="425" y="379"/>
                </a:cubicBezTo>
                <a:cubicBezTo>
                  <a:pt x="424" y="379"/>
                  <a:pt x="423" y="379"/>
                  <a:pt x="422" y="379"/>
                </a:cubicBezTo>
                <a:cubicBezTo>
                  <a:pt x="420" y="379"/>
                  <a:pt x="417" y="380"/>
                  <a:pt x="415" y="382"/>
                </a:cubicBezTo>
                <a:cubicBezTo>
                  <a:pt x="415" y="383"/>
                  <a:pt x="414" y="383"/>
                  <a:pt x="413" y="384"/>
                </a:cubicBezTo>
                <a:close/>
                <a:moveTo>
                  <a:pt x="504" y="835"/>
                </a:moveTo>
                <a:cubicBezTo>
                  <a:pt x="504" y="835"/>
                  <a:pt x="504" y="836"/>
                  <a:pt x="504" y="836"/>
                </a:cubicBezTo>
                <a:cubicBezTo>
                  <a:pt x="502" y="836"/>
                  <a:pt x="500" y="835"/>
                  <a:pt x="500" y="833"/>
                </a:cubicBezTo>
                <a:cubicBezTo>
                  <a:pt x="500" y="833"/>
                  <a:pt x="501" y="833"/>
                  <a:pt x="501" y="833"/>
                </a:cubicBezTo>
                <a:cubicBezTo>
                  <a:pt x="502" y="832"/>
                  <a:pt x="504" y="833"/>
                  <a:pt x="504" y="834"/>
                </a:cubicBezTo>
                <a:cubicBezTo>
                  <a:pt x="504" y="835"/>
                  <a:pt x="504" y="835"/>
                  <a:pt x="504" y="835"/>
                </a:cubicBezTo>
                <a:close/>
                <a:moveTo>
                  <a:pt x="602" y="850"/>
                </a:moveTo>
                <a:cubicBezTo>
                  <a:pt x="602" y="850"/>
                  <a:pt x="601" y="852"/>
                  <a:pt x="601" y="851"/>
                </a:cubicBezTo>
                <a:cubicBezTo>
                  <a:pt x="600" y="851"/>
                  <a:pt x="600" y="851"/>
                  <a:pt x="599" y="850"/>
                </a:cubicBezTo>
                <a:cubicBezTo>
                  <a:pt x="598" y="848"/>
                  <a:pt x="598" y="847"/>
                  <a:pt x="601" y="844"/>
                </a:cubicBezTo>
                <a:cubicBezTo>
                  <a:pt x="601" y="844"/>
                  <a:pt x="602" y="844"/>
                  <a:pt x="602" y="844"/>
                </a:cubicBezTo>
                <a:cubicBezTo>
                  <a:pt x="602" y="844"/>
                  <a:pt x="602" y="845"/>
                  <a:pt x="602" y="845"/>
                </a:cubicBezTo>
                <a:cubicBezTo>
                  <a:pt x="603" y="846"/>
                  <a:pt x="603" y="846"/>
                  <a:pt x="603" y="848"/>
                </a:cubicBezTo>
                <a:cubicBezTo>
                  <a:pt x="603" y="848"/>
                  <a:pt x="603" y="849"/>
                  <a:pt x="602" y="850"/>
                </a:cubicBezTo>
                <a:close/>
                <a:moveTo>
                  <a:pt x="620" y="1318"/>
                </a:moveTo>
                <a:cubicBezTo>
                  <a:pt x="620" y="1318"/>
                  <a:pt x="619" y="1318"/>
                  <a:pt x="619" y="1318"/>
                </a:cubicBezTo>
                <a:cubicBezTo>
                  <a:pt x="619" y="1318"/>
                  <a:pt x="619" y="1318"/>
                  <a:pt x="619" y="1317"/>
                </a:cubicBezTo>
                <a:cubicBezTo>
                  <a:pt x="620" y="1317"/>
                  <a:pt x="620" y="1317"/>
                  <a:pt x="620" y="1318"/>
                </a:cubicBezTo>
                <a:cubicBezTo>
                  <a:pt x="620" y="1318"/>
                  <a:pt x="620" y="1318"/>
                  <a:pt x="620" y="1318"/>
                </a:cubicBezTo>
                <a:close/>
                <a:moveTo>
                  <a:pt x="622" y="1040"/>
                </a:moveTo>
                <a:cubicBezTo>
                  <a:pt x="622" y="1040"/>
                  <a:pt x="622" y="1040"/>
                  <a:pt x="622" y="1040"/>
                </a:cubicBezTo>
                <a:cubicBezTo>
                  <a:pt x="619" y="1040"/>
                  <a:pt x="618" y="1038"/>
                  <a:pt x="616" y="1036"/>
                </a:cubicBezTo>
                <a:cubicBezTo>
                  <a:pt x="616" y="1036"/>
                  <a:pt x="616" y="1035"/>
                  <a:pt x="616" y="1034"/>
                </a:cubicBezTo>
                <a:cubicBezTo>
                  <a:pt x="617" y="1034"/>
                  <a:pt x="617" y="1034"/>
                  <a:pt x="617" y="1034"/>
                </a:cubicBezTo>
                <a:cubicBezTo>
                  <a:pt x="619" y="1036"/>
                  <a:pt x="621" y="1037"/>
                  <a:pt x="622" y="1040"/>
                </a:cubicBezTo>
                <a:cubicBezTo>
                  <a:pt x="622" y="1040"/>
                  <a:pt x="622" y="1040"/>
                  <a:pt x="622" y="1040"/>
                </a:cubicBezTo>
                <a:cubicBezTo>
                  <a:pt x="622" y="1040"/>
                  <a:pt x="623" y="1040"/>
                  <a:pt x="623" y="1040"/>
                </a:cubicBezTo>
                <a:cubicBezTo>
                  <a:pt x="622" y="1040"/>
                  <a:pt x="622" y="1040"/>
                  <a:pt x="622" y="1040"/>
                </a:cubicBezTo>
                <a:close/>
                <a:moveTo>
                  <a:pt x="638" y="1351"/>
                </a:moveTo>
                <a:cubicBezTo>
                  <a:pt x="638" y="1352"/>
                  <a:pt x="638" y="1352"/>
                  <a:pt x="638" y="1352"/>
                </a:cubicBezTo>
                <a:cubicBezTo>
                  <a:pt x="638" y="1352"/>
                  <a:pt x="638" y="1352"/>
                  <a:pt x="638" y="1352"/>
                </a:cubicBezTo>
                <a:cubicBezTo>
                  <a:pt x="638" y="1352"/>
                  <a:pt x="638" y="1352"/>
                  <a:pt x="638" y="1352"/>
                </a:cubicBezTo>
                <a:cubicBezTo>
                  <a:pt x="638" y="1352"/>
                  <a:pt x="638" y="1352"/>
                  <a:pt x="638" y="1351"/>
                </a:cubicBezTo>
                <a:cubicBezTo>
                  <a:pt x="638" y="1351"/>
                  <a:pt x="638" y="1351"/>
                  <a:pt x="638" y="1351"/>
                </a:cubicBezTo>
                <a:cubicBezTo>
                  <a:pt x="639" y="1351"/>
                  <a:pt x="639" y="1351"/>
                  <a:pt x="638" y="1351"/>
                </a:cubicBezTo>
                <a:close/>
                <a:moveTo>
                  <a:pt x="643" y="1360"/>
                </a:moveTo>
                <a:cubicBezTo>
                  <a:pt x="642" y="1360"/>
                  <a:pt x="642" y="1361"/>
                  <a:pt x="641" y="1361"/>
                </a:cubicBezTo>
                <a:cubicBezTo>
                  <a:pt x="641" y="1361"/>
                  <a:pt x="641" y="1361"/>
                  <a:pt x="641" y="1361"/>
                </a:cubicBezTo>
                <a:cubicBezTo>
                  <a:pt x="640" y="1360"/>
                  <a:pt x="641" y="1359"/>
                  <a:pt x="641" y="1359"/>
                </a:cubicBezTo>
                <a:cubicBezTo>
                  <a:pt x="642" y="1359"/>
                  <a:pt x="642" y="1360"/>
                  <a:pt x="643" y="1360"/>
                </a:cubicBezTo>
                <a:cubicBezTo>
                  <a:pt x="643" y="1360"/>
                  <a:pt x="643" y="1360"/>
                  <a:pt x="643" y="1360"/>
                </a:cubicBezTo>
                <a:close/>
                <a:moveTo>
                  <a:pt x="644" y="1370"/>
                </a:moveTo>
                <a:cubicBezTo>
                  <a:pt x="644" y="1370"/>
                  <a:pt x="644" y="1370"/>
                  <a:pt x="644" y="1370"/>
                </a:cubicBezTo>
                <a:cubicBezTo>
                  <a:pt x="644" y="1370"/>
                  <a:pt x="645" y="1370"/>
                  <a:pt x="645" y="1370"/>
                </a:cubicBezTo>
                <a:cubicBezTo>
                  <a:pt x="645" y="1370"/>
                  <a:pt x="645" y="1370"/>
                  <a:pt x="645" y="1370"/>
                </a:cubicBezTo>
                <a:cubicBezTo>
                  <a:pt x="645" y="1370"/>
                  <a:pt x="645" y="1370"/>
                  <a:pt x="644" y="1370"/>
                </a:cubicBezTo>
                <a:close/>
                <a:moveTo>
                  <a:pt x="649" y="1364"/>
                </a:moveTo>
                <a:cubicBezTo>
                  <a:pt x="649" y="1364"/>
                  <a:pt x="649" y="1364"/>
                  <a:pt x="649" y="1364"/>
                </a:cubicBezTo>
                <a:cubicBezTo>
                  <a:pt x="648" y="1364"/>
                  <a:pt x="648" y="1364"/>
                  <a:pt x="648" y="1364"/>
                </a:cubicBezTo>
                <a:cubicBezTo>
                  <a:pt x="648" y="1365"/>
                  <a:pt x="648" y="1365"/>
                  <a:pt x="647" y="1365"/>
                </a:cubicBezTo>
                <a:cubicBezTo>
                  <a:pt x="647" y="1366"/>
                  <a:pt x="647" y="1366"/>
                  <a:pt x="647" y="1366"/>
                </a:cubicBezTo>
                <a:cubicBezTo>
                  <a:pt x="646" y="1366"/>
                  <a:pt x="646" y="1366"/>
                  <a:pt x="646" y="1366"/>
                </a:cubicBezTo>
                <a:cubicBezTo>
                  <a:pt x="647" y="1366"/>
                  <a:pt x="647" y="1366"/>
                  <a:pt x="647" y="1366"/>
                </a:cubicBezTo>
                <a:cubicBezTo>
                  <a:pt x="647" y="1366"/>
                  <a:pt x="647" y="1365"/>
                  <a:pt x="647" y="1365"/>
                </a:cubicBezTo>
                <a:cubicBezTo>
                  <a:pt x="647" y="1365"/>
                  <a:pt x="648" y="1364"/>
                  <a:pt x="648" y="1364"/>
                </a:cubicBezTo>
                <a:cubicBezTo>
                  <a:pt x="648" y="1364"/>
                  <a:pt x="648" y="1364"/>
                  <a:pt x="648" y="1364"/>
                </a:cubicBezTo>
                <a:cubicBezTo>
                  <a:pt x="649" y="1364"/>
                  <a:pt x="649" y="1364"/>
                  <a:pt x="649" y="1364"/>
                </a:cubicBezTo>
                <a:cubicBezTo>
                  <a:pt x="649" y="1364"/>
                  <a:pt x="649" y="1363"/>
                  <a:pt x="649" y="1363"/>
                </a:cubicBezTo>
                <a:cubicBezTo>
                  <a:pt x="649" y="1364"/>
                  <a:pt x="649" y="1364"/>
                  <a:pt x="649" y="1364"/>
                </a:cubicBezTo>
                <a:close/>
                <a:moveTo>
                  <a:pt x="661" y="1368"/>
                </a:moveTo>
                <a:cubicBezTo>
                  <a:pt x="662" y="1368"/>
                  <a:pt x="662" y="1368"/>
                  <a:pt x="663" y="1368"/>
                </a:cubicBezTo>
                <a:cubicBezTo>
                  <a:pt x="663" y="1369"/>
                  <a:pt x="663" y="1369"/>
                  <a:pt x="662" y="1369"/>
                </a:cubicBezTo>
                <a:cubicBezTo>
                  <a:pt x="662" y="1370"/>
                  <a:pt x="662" y="1370"/>
                  <a:pt x="661" y="1370"/>
                </a:cubicBezTo>
                <a:cubicBezTo>
                  <a:pt x="661" y="1370"/>
                  <a:pt x="661" y="1370"/>
                  <a:pt x="660" y="1370"/>
                </a:cubicBezTo>
                <a:cubicBezTo>
                  <a:pt x="660" y="1370"/>
                  <a:pt x="660" y="1369"/>
                  <a:pt x="661" y="1368"/>
                </a:cubicBezTo>
                <a:close/>
                <a:moveTo>
                  <a:pt x="656" y="1374"/>
                </a:moveTo>
                <a:cubicBezTo>
                  <a:pt x="656" y="1375"/>
                  <a:pt x="656" y="1375"/>
                  <a:pt x="656" y="1375"/>
                </a:cubicBezTo>
                <a:cubicBezTo>
                  <a:pt x="657" y="1375"/>
                  <a:pt x="658" y="1376"/>
                  <a:pt x="659" y="1377"/>
                </a:cubicBezTo>
                <a:cubicBezTo>
                  <a:pt x="659" y="1377"/>
                  <a:pt x="659" y="1377"/>
                  <a:pt x="659" y="1377"/>
                </a:cubicBezTo>
                <a:cubicBezTo>
                  <a:pt x="659" y="1377"/>
                  <a:pt x="659" y="1376"/>
                  <a:pt x="659" y="1376"/>
                </a:cubicBezTo>
                <a:cubicBezTo>
                  <a:pt x="659" y="1376"/>
                  <a:pt x="659" y="1376"/>
                  <a:pt x="659" y="1375"/>
                </a:cubicBezTo>
                <a:cubicBezTo>
                  <a:pt x="659" y="1375"/>
                  <a:pt x="660" y="1374"/>
                  <a:pt x="660" y="1374"/>
                </a:cubicBezTo>
                <a:cubicBezTo>
                  <a:pt x="661" y="1374"/>
                  <a:pt x="661" y="1375"/>
                  <a:pt x="661" y="1375"/>
                </a:cubicBezTo>
                <a:cubicBezTo>
                  <a:pt x="662" y="1375"/>
                  <a:pt x="661" y="1376"/>
                  <a:pt x="661" y="1376"/>
                </a:cubicBezTo>
                <a:cubicBezTo>
                  <a:pt x="660" y="1376"/>
                  <a:pt x="660" y="1376"/>
                  <a:pt x="659" y="1376"/>
                </a:cubicBezTo>
                <a:cubicBezTo>
                  <a:pt x="659" y="1377"/>
                  <a:pt x="659" y="1377"/>
                  <a:pt x="659" y="1377"/>
                </a:cubicBezTo>
                <a:cubicBezTo>
                  <a:pt x="659" y="1377"/>
                  <a:pt x="659" y="1377"/>
                  <a:pt x="659" y="1377"/>
                </a:cubicBezTo>
                <a:cubicBezTo>
                  <a:pt x="659" y="1377"/>
                  <a:pt x="658" y="1377"/>
                  <a:pt x="658" y="1377"/>
                </a:cubicBezTo>
                <a:cubicBezTo>
                  <a:pt x="657" y="1377"/>
                  <a:pt x="656" y="1377"/>
                  <a:pt x="656" y="1376"/>
                </a:cubicBezTo>
                <a:cubicBezTo>
                  <a:pt x="656" y="1376"/>
                  <a:pt x="656" y="1375"/>
                  <a:pt x="656" y="1375"/>
                </a:cubicBezTo>
                <a:cubicBezTo>
                  <a:pt x="656" y="1375"/>
                  <a:pt x="656" y="1375"/>
                  <a:pt x="655" y="1375"/>
                </a:cubicBezTo>
                <a:cubicBezTo>
                  <a:pt x="655" y="1375"/>
                  <a:pt x="655" y="1374"/>
                  <a:pt x="655" y="1374"/>
                </a:cubicBezTo>
                <a:cubicBezTo>
                  <a:pt x="655" y="1374"/>
                  <a:pt x="654" y="1374"/>
                  <a:pt x="654" y="1374"/>
                </a:cubicBezTo>
                <a:cubicBezTo>
                  <a:pt x="654" y="1373"/>
                  <a:pt x="655" y="1373"/>
                  <a:pt x="655" y="1373"/>
                </a:cubicBezTo>
                <a:cubicBezTo>
                  <a:pt x="655" y="1374"/>
                  <a:pt x="655" y="1374"/>
                  <a:pt x="655" y="1374"/>
                </a:cubicBezTo>
                <a:cubicBezTo>
                  <a:pt x="655" y="1374"/>
                  <a:pt x="656" y="1374"/>
                  <a:pt x="656" y="1374"/>
                </a:cubicBezTo>
                <a:close/>
                <a:moveTo>
                  <a:pt x="663" y="867"/>
                </a:moveTo>
                <a:cubicBezTo>
                  <a:pt x="664" y="866"/>
                  <a:pt x="664" y="866"/>
                  <a:pt x="664" y="866"/>
                </a:cubicBezTo>
                <a:cubicBezTo>
                  <a:pt x="664" y="867"/>
                  <a:pt x="664" y="867"/>
                  <a:pt x="664" y="867"/>
                </a:cubicBezTo>
                <a:lnTo>
                  <a:pt x="663" y="867"/>
                </a:lnTo>
                <a:close/>
                <a:moveTo>
                  <a:pt x="676" y="1153"/>
                </a:moveTo>
                <a:cubicBezTo>
                  <a:pt x="676" y="1153"/>
                  <a:pt x="675" y="1153"/>
                  <a:pt x="675" y="1153"/>
                </a:cubicBezTo>
                <a:cubicBezTo>
                  <a:pt x="675" y="1153"/>
                  <a:pt x="675" y="1152"/>
                  <a:pt x="676" y="1152"/>
                </a:cubicBezTo>
                <a:cubicBezTo>
                  <a:pt x="676" y="1152"/>
                  <a:pt x="676" y="1152"/>
                  <a:pt x="676" y="1152"/>
                </a:cubicBezTo>
                <a:cubicBezTo>
                  <a:pt x="677" y="1152"/>
                  <a:pt x="677" y="1153"/>
                  <a:pt x="677" y="1153"/>
                </a:cubicBezTo>
                <a:cubicBezTo>
                  <a:pt x="677" y="1153"/>
                  <a:pt x="677" y="1153"/>
                  <a:pt x="676" y="1153"/>
                </a:cubicBezTo>
                <a:close/>
                <a:moveTo>
                  <a:pt x="717" y="883"/>
                </a:moveTo>
                <a:cubicBezTo>
                  <a:pt x="716" y="883"/>
                  <a:pt x="716" y="883"/>
                  <a:pt x="716" y="883"/>
                </a:cubicBezTo>
                <a:cubicBezTo>
                  <a:pt x="717" y="882"/>
                  <a:pt x="717" y="882"/>
                  <a:pt x="718" y="882"/>
                </a:cubicBezTo>
                <a:cubicBezTo>
                  <a:pt x="718" y="882"/>
                  <a:pt x="718" y="883"/>
                  <a:pt x="718" y="883"/>
                </a:cubicBezTo>
                <a:cubicBezTo>
                  <a:pt x="718" y="883"/>
                  <a:pt x="717" y="884"/>
                  <a:pt x="717" y="883"/>
                </a:cubicBezTo>
                <a:close/>
                <a:moveTo>
                  <a:pt x="751" y="924"/>
                </a:moveTo>
                <a:cubicBezTo>
                  <a:pt x="750" y="925"/>
                  <a:pt x="749" y="925"/>
                  <a:pt x="748" y="925"/>
                </a:cubicBezTo>
                <a:cubicBezTo>
                  <a:pt x="747" y="924"/>
                  <a:pt x="747" y="923"/>
                  <a:pt x="747" y="923"/>
                </a:cubicBezTo>
                <a:cubicBezTo>
                  <a:pt x="748" y="922"/>
                  <a:pt x="748" y="921"/>
                  <a:pt x="748" y="921"/>
                </a:cubicBezTo>
                <a:cubicBezTo>
                  <a:pt x="748" y="921"/>
                  <a:pt x="748" y="922"/>
                  <a:pt x="749" y="922"/>
                </a:cubicBezTo>
                <a:cubicBezTo>
                  <a:pt x="749" y="923"/>
                  <a:pt x="750" y="923"/>
                  <a:pt x="751" y="923"/>
                </a:cubicBezTo>
                <a:cubicBezTo>
                  <a:pt x="751" y="923"/>
                  <a:pt x="751" y="923"/>
                  <a:pt x="752" y="923"/>
                </a:cubicBezTo>
                <a:cubicBezTo>
                  <a:pt x="751" y="923"/>
                  <a:pt x="751" y="924"/>
                  <a:pt x="751" y="924"/>
                </a:cubicBezTo>
                <a:close/>
                <a:moveTo>
                  <a:pt x="759" y="934"/>
                </a:moveTo>
                <a:cubicBezTo>
                  <a:pt x="759" y="934"/>
                  <a:pt x="759" y="933"/>
                  <a:pt x="760" y="933"/>
                </a:cubicBezTo>
                <a:cubicBezTo>
                  <a:pt x="760" y="933"/>
                  <a:pt x="760" y="933"/>
                  <a:pt x="761" y="933"/>
                </a:cubicBezTo>
                <a:cubicBezTo>
                  <a:pt x="761" y="933"/>
                  <a:pt x="761" y="933"/>
                  <a:pt x="761" y="933"/>
                </a:cubicBezTo>
                <a:cubicBezTo>
                  <a:pt x="761" y="933"/>
                  <a:pt x="761" y="934"/>
                  <a:pt x="761" y="934"/>
                </a:cubicBezTo>
                <a:cubicBezTo>
                  <a:pt x="760" y="934"/>
                  <a:pt x="760" y="934"/>
                  <a:pt x="759" y="934"/>
                </a:cubicBezTo>
                <a:close/>
                <a:moveTo>
                  <a:pt x="762" y="954"/>
                </a:moveTo>
                <a:cubicBezTo>
                  <a:pt x="762" y="954"/>
                  <a:pt x="761" y="954"/>
                  <a:pt x="761" y="954"/>
                </a:cubicBezTo>
                <a:cubicBezTo>
                  <a:pt x="761" y="953"/>
                  <a:pt x="760" y="952"/>
                  <a:pt x="760" y="951"/>
                </a:cubicBezTo>
                <a:cubicBezTo>
                  <a:pt x="760" y="951"/>
                  <a:pt x="760" y="950"/>
                  <a:pt x="760" y="950"/>
                </a:cubicBezTo>
                <a:cubicBezTo>
                  <a:pt x="760" y="950"/>
                  <a:pt x="761" y="950"/>
                  <a:pt x="761" y="951"/>
                </a:cubicBezTo>
                <a:cubicBezTo>
                  <a:pt x="761" y="951"/>
                  <a:pt x="762" y="952"/>
                  <a:pt x="762" y="953"/>
                </a:cubicBezTo>
                <a:cubicBezTo>
                  <a:pt x="762" y="953"/>
                  <a:pt x="762" y="953"/>
                  <a:pt x="762" y="954"/>
                </a:cubicBezTo>
                <a:close/>
                <a:moveTo>
                  <a:pt x="768" y="1055"/>
                </a:moveTo>
                <a:cubicBezTo>
                  <a:pt x="767" y="1055"/>
                  <a:pt x="767" y="1055"/>
                  <a:pt x="767" y="1055"/>
                </a:cubicBezTo>
                <a:cubicBezTo>
                  <a:pt x="768" y="1054"/>
                  <a:pt x="768" y="1054"/>
                  <a:pt x="768" y="1054"/>
                </a:cubicBezTo>
                <a:lnTo>
                  <a:pt x="768" y="1055"/>
                </a:lnTo>
                <a:close/>
                <a:moveTo>
                  <a:pt x="284" y="483"/>
                </a:moveTo>
                <a:cubicBezTo>
                  <a:pt x="284" y="483"/>
                  <a:pt x="284" y="482"/>
                  <a:pt x="284" y="482"/>
                </a:cubicBezTo>
                <a:cubicBezTo>
                  <a:pt x="284" y="483"/>
                  <a:pt x="284" y="483"/>
                  <a:pt x="284" y="483"/>
                </a:cubicBezTo>
                <a:cubicBezTo>
                  <a:pt x="284" y="483"/>
                  <a:pt x="284" y="483"/>
                  <a:pt x="284" y="483"/>
                </a:cubicBezTo>
                <a:cubicBezTo>
                  <a:pt x="284" y="483"/>
                  <a:pt x="284" y="483"/>
                  <a:pt x="284" y="483"/>
                </a:cubicBezTo>
                <a:close/>
                <a:moveTo>
                  <a:pt x="808" y="299"/>
                </a:moveTo>
                <a:cubicBezTo>
                  <a:pt x="808" y="299"/>
                  <a:pt x="808" y="299"/>
                  <a:pt x="808" y="299"/>
                </a:cubicBezTo>
                <a:cubicBezTo>
                  <a:pt x="808" y="299"/>
                  <a:pt x="808" y="299"/>
                  <a:pt x="808" y="299"/>
                </a:cubicBezTo>
                <a:close/>
                <a:moveTo>
                  <a:pt x="985" y="293"/>
                </a:moveTo>
                <a:cubicBezTo>
                  <a:pt x="985" y="292"/>
                  <a:pt x="985" y="292"/>
                  <a:pt x="985" y="291"/>
                </a:cubicBezTo>
                <a:cubicBezTo>
                  <a:pt x="985" y="291"/>
                  <a:pt x="985" y="291"/>
                  <a:pt x="984" y="291"/>
                </a:cubicBezTo>
                <a:cubicBezTo>
                  <a:pt x="981" y="289"/>
                  <a:pt x="977" y="290"/>
                  <a:pt x="974" y="288"/>
                </a:cubicBezTo>
                <a:cubicBezTo>
                  <a:pt x="972" y="287"/>
                  <a:pt x="969" y="287"/>
                  <a:pt x="967" y="288"/>
                </a:cubicBezTo>
                <a:cubicBezTo>
                  <a:pt x="966" y="288"/>
                  <a:pt x="966" y="288"/>
                  <a:pt x="965" y="287"/>
                </a:cubicBezTo>
                <a:cubicBezTo>
                  <a:pt x="965" y="287"/>
                  <a:pt x="965" y="287"/>
                  <a:pt x="964" y="287"/>
                </a:cubicBezTo>
                <a:cubicBezTo>
                  <a:pt x="964" y="286"/>
                  <a:pt x="964" y="286"/>
                  <a:pt x="965" y="285"/>
                </a:cubicBezTo>
                <a:cubicBezTo>
                  <a:pt x="966" y="285"/>
                  <a:pt x="967" y="285"/>
                  <a:pt x="969" y="284"/>
                </a:cubicBezTo>
                <a:cubicBezTo>
                  <a:pt x="970" y="283"/>
                  <a:pt x="971" y="282"/>
                  <a:pt x="971" y="280"/>
                </a:cubicBezTo>
                <a:cubicBezTo>
                  <a:pt x="971" y="278"/>
                  <a:pt x="971" y="276"/>
                  <a:pt x="970" y="275"/>
                </a:cubicBezTo>
                <a:cubicBezTo>
                  <a:pt x="970" y="274"/>
                  <a:pt x="972" y="273"/>
                  <a:pt x="972" y="273"/>
                </a:cubicBezTo>
                <a:cubicBezTo>
                  <a:pt x="973" y="273"/>
                  <a:pt x="973" y="274"/>
                  <a:pt x="973" y="274"/>
                </a:cubicBezTo>
                <a:cubicBezTo>
                  <a:pt x="975" y="277"/>
                  <a:pt x="976" y="281"/>
                  <a:pt x="978" y="284"/>
                </a:cubicBezTo>
                <a:cubicBezTo>
                  <a:pt x="979" y="286"/>
                  <a:pt x="981" y="287"/>
                  <a:pt x="984" y="287"/>
                </a:cubicBezTo>
                <a:cubicBezTo>
                  <a:pt x="985" y="286"/>
                  <a:pt x="986" y="286"/>
                  <a:pt x="987" y="287"/>
                </a:cubicBezTo>
                <a:cubicBezTo>
                  <a:pt x="990" y="287"/>
                  <a:pt x="991" y="286"/>
                  <a:pt x="991" y="283"/>
                </a:cubicBezTo>
                <a:cubicBezTo>
                  <a:pt x="991" y="281"/>
                  <a:pt x="991" y="278"/>
                  <a:pt x="991" y="276"/>
                </a:cubicBezTo>
                <a:cubicBezTo>
                  <a:pt x="991" y="273"/>
                  <a:pt x="989" y="271"/>
                  <a:pt x="990" y="268"/>
                </a:cubicBezTo>
                <a:cubicBezTo>
                  <a:pt x="990" y="268"/>
                  <a:pt x="989" y="267"/>
                  <a:pt x="989" y="266"/>
                </a:cubicBezTo>
                <a:cubicBezTo>
                  <a:pt x="987" y="263"/>
                  <a:pt x="985" y="260"/>
                  <a:pt x="982" y="258"/>
                </a:cubicBezTo>
                <a:cubicBezTo>
                  <a:pt x="981" y="257"/>
                  <a:pt x="979" y="256"/>
                  <a:pt x="978" y="255"/>
                </a:cubicBezTo>
                <a:cubicBezTo>
                  <a:pt x="978" y="255"/>
                  <a:pt x="977" y="254"/>
                  <a:pt x="977" y="253"/>
                </a:cubicBezTo>
                <a:cubicBezTo>
                  <a:pt x="976" y="251"/>
                  <a:pt x="976" y="249"/>
                  <a:pt x="976" y="247"/>
                </a:cubicBezTo>
                <a:cubicBezTo>
                  <a:pt x="976" y="247"/>
                  <a:pt x="976" y="246"/>
                  <a:pt x="977" y="246"/>
                </a:cubicBezTo>
                <a:cubicBezTo>
                  <a:pt x="977" y="246"/>
                  <a:pt x="978" y="246"/>
                  <a:pt x="978" y="246"/>
                </a:cubicBezTo>
                <a:cubicBezTo>
                  <a:pt x="979" y="247"/>
                  <a:pt x="979" y="248"/>
                  <a:pt x="979" y="248"/>
                </a:cubicBezTo>
                <a:cubicBezTo>
                  <a:pt x="979" y="252"/>
                  <a:pt x="980" y="254"/>
                  <a:pt x="983" y="256"/>
                </a:cubicBezTo>
                <a:cubicBezTo>
                  <a:pt x="985" y="257"/>
                  <a:pt x="986" y="259"/>
                  <a:pt x="988" y="259"/>
                </a:cubicBezTo>
                <a:cubicBezTo>
                  <a:pt x="989" y="259"/>
                  <a:pt x="990" y="259"/>
                  <a:pt x="990" y="258"/>
                </a:cubicBezTo>
                <a:cubicBezTo>
                  <a:pt x="990" y="257"/>
                  <a:pt x="990" y="255"/>
                  <a:pt x="991" y="254"/>
                </a:cubicBezTo>
                <a:cubicBezTo>
                  <a:pt x="991" y="252"/>
                  <a:pt x="992" y="251"/>
                  <a:pt x="992" y="250"/>
                </a:cubicBezTo>
                <a:cubicBezTo>
                  <a:pt x="993" y="249"/>
                  <a:pt x="993" y="248"/>
                  <a:pt x="992" y="247"/>
                </a:cubicBezTo>
                <a:cubicBezTo>
                  <a:pt x="990" y="246"/>
                  <a:pt x="988" y="244"/>
                  <a:pt x="986" y="243"/>
                </a:cubicBezTo>
                <a:cubicBezTo>
                  <a:pt x="986" y="243"/>
                  <a:pt x="985" y="242"/>
                  <a:pt x="985" y="241"/>
                </a:cubicBezTo>
                <a:cubicBezTo>
                  <a:pt x="985" y="241"/>
                  <a:pt x="985" y="241"/>
                  <a:pt x="985" y="241"/>
                </a:cubicBezTo>
                <a:cubicBezTo>
                  <a:pt x="985" y="241"/>
                  <a:pt x="985" y="241"/>
                  <a:pt x="985" y="241"/>
                </a:cubicBezTo>
                <a:cubicBezTo>
                  <a:pt x="983" y="240"/>
                  <a:pt x="981" y="239"/>
                  <a:pt x="980" y="238"/>
                </a:cubicBezTo>
                <a:cubicBezTo>
                  <a:pt x="980" y="238"/>
                  <a:pt x="980" y="238"/>
                  <a:pt x="980" y="238"/>
                </a:cubicBezTo>
                <a:cubicBezTo>
                  <a:pt x="980" y="238"/>
                  <a:pt x="980" y="237"/>
                  <a:pt x="981" y="237"/>
                </a:cubicBezTo>
                <a:cubicBezTo>
                  <a:pt x="981" y="237"/>
                  <a:pt x="982" y="237"/>
                  <a:pt x="982" y="238"/>
                </a:cubicBezTo>
                <a:cubicBezTo>
                  <a:pt x="983" y="239"/>
                  <a:pt x="984" y="240"/>
                  <a:pt x="985" y="241"/>
                </a:cubicBezTo>
                <a:cubicBezTo>
                  <a:pt x="985" y="241"/>
                  <a:pt x="985" y="241"/>
                  <a:pt x="985" y="241"/>
                </a:cubicBezTo>
                <a:cubicBezTo>
                  <a:pt x="985" y="241"/>
                  <a:pt x="985" y="241"/>
                  <a:pt x="985" y="241"/>
                </a:cubicBezTo>
                <a:cubicBezTo>
                  <a:pt x="986" y="241"/>
                  <a:pt x="987" y="242"/>
                  <a:pt x="987" y="242"/>
                </a:cubicBezTo>
                <a:cubicBezTo>
                  <a:pt x="989" y="243"/>
                  <a:pt x="991" y="243"/>
                  <a:pt x="993" y="242"/>
                </a:cubicBezTo>
                <a:cubicBezTo>
                  <a:pt x="995" y="241"/>
                  <a:pt x="997" y="240"/>
                  <a:pt x="1000" y="240"/>
                </a:cubicBezTo>
                <a:cubicBezTo>
                  <a:pt x="1000" y="240"/>
                  <a:pt x="1001" y="239"/>
                  <a:pt x="1001" y="238"/>
                </a:cubicBezTo>
                <a:cubicBezTo>
                  <a:pt x="1002" y="237"/>
                  <a:pt x="1002" y="236"/>
                  <a:pt x="1002" y="235"/>
                </a:cubicBezTo>
                <a:cubicBezTo>
                  <a:pt x="1003" y="234"/>
                  <a:pt x="1002" y="232"/>
                  <a:pt x="1001" y="232"/>
                </a:cubicBezTo>
                <a:cubicBezTo>
                  <a:pt x="999" y="232"/>
                  <a:pt x="997" y="230"/>
                  <a:pt x="995" y="229"/>
                </a:cubicBezTo>
                <a:cubicBezTo>
                  <a:pt x="995" y="229"/>
                  <a:pt x="994" y="229"/>
                  <a:pt x="995" y="229"/>
                </a:cubicBezTo>
                <a:cubicBezTo>
                  <a:pt x="995" y="228"/>
                  <a:pt x="995" y="228"/>
                  <a:pt x="996" y="228"/>
                </a:cubicBezTo>
                <a:cubicBezTo>
                  <a:pt x="999" y="229"/>
                  <a:pt x="1001" y="230"/>
                  <a:pt x="1004" y="228"/>
                </a:cubicBezTo>
                <a:cubicBezTo>
                  <a:pt x="1004" y="227"/>
                  <a:pt x="1006" y="228"/>
                  <a:pt x="1006" y="227"/>
                </a:cubicBezTo>
                <a:cubicBezTo>
                  <a:pt x="1009" y="227"/>
                  <a:pt x="1011" y="222"/>
                  <a:pt x="1009" y="221"/>
                </a:cubicBezTo>
                <a:cubicBezTo>
                  <a:pt x="1007" y="219"/>
                  <a:pt x="1006" y="218"/>
                  <a:pt x="1006" y="216"/>
                </a:cubicBezTo>
                <a:cubicBezTo>
                  <a:pt x="1006" y="216"/>
                  <a:pt x="1005" y="215"/>
                  <a:pt x="1005" y="214"/>
                </a:cubicBezTo>
                <a:cubicBezTo>
                  <a:pt x="1004" y="214"/>
                  <a:pt x="1004" y="214"/>
                  <a:pt x="1004" y="213"/>
                </a:cubicBezTo>
                <a:cubicBezTo>
                  <a:pt x="1004" y="212"/>
                  <a:pt x="1005" y="212"/>
                  <a:pt x="1006" y="212"/>
                </a:cubicBezTo>
                <a:cubicBezTo>
                  <a:pt x="1006" y="212"/>
                  <a:pt x="1007" y="213"/>
                  <a:pt x="1008" y="212"/>
                </a:cubicBezTo>
                <a:cubicBezTo>
                  <a:pt x="1009" y="212"/>
                  <a:pt x="1010" y="211"/>
                  <a:pt x="1010" y="210"/>
                </a:cubicBezTo>
                <a:cubicBezTo>
                  <a:pt x="1010" y="207"/>
                  <a:pt x="1010" y="205"/>
                  <a:pt x="1010" y="203"/>
                </a:cubicBezTo>
                <a:cubicBezTo>
                  <a:pt x="1010" y="202"/>
                  <a:pt x="1010" y="200"/>
                  <a:pt x="1009" y="200"/>
                </a:cubicBezTo>
                <a:cubicBezTo>
                  <a:pt x="1007" y="198"/>
                  <a:pt x="1008" y="197"/>
                  <a:pt x="1009" y="196"/>
                </a:cubicBezTo>
                <a:cubicBezTo>
                  <a:pt x="1010" y="196"/>
                  <a:pt x="1009" y="194"/>
                  <a:pt x="1009" y="194"/>
                </a:cubicBezTo>
                <a:cubicBezTo>
                  <a:pt x="1007" y="193"/>
                  <a:pt x="1005" y="193"/>
                  <a:pt x="1004" y="192"/>
                </a:cubicBezTo>
                <a:cubicBezTo>
                  <a:pt x="1004" y="192"/>
                  <a:pt x="1003" y="192"/>
                  <a:pt x="1003" y="192"/>
                </a:cubicBezTo>
                <a:cubicBezTo>
                  <a:pt x="1001" y="191"/>
                  <a:pt x="1001" y="190"/>
                  <a:pt x="1001" y="189"/>
                </a:cubicBezTo>
                <a:cubicBezTo>
                  <a:pt x="1001" y="188"/>
                  <a:pt x="1001" y="187"/>
                  <a:pt x="1002" y="187"/>
                </a:cubicBezTo>
                <a:cubicBezTo>
                  <a:pt x="1003" y="187"/>
                  <a:pt x="1004" y="188"/>
                  <a:pt x="1004" y="188"/>
                </a:cubicBezTo>
                <a:cubicBezTo>
                  <a:pt x="1004" y="188"/>
                  <a:pt x="1004" y="189"/>
                  <a:pt x="1004" y="189"/>
                </a:cubicBezTo>
                <a:cubicBezTo>
                  <a:pt x="1004" y="188"/>
                  <a:pt x="1004" y="188"/>
                  <a:pt x="1004" y="188"/>
                </a:cubicBezTo>
                <a:cubicBezTo>
                  <a:pt x="1004" y="188"/>
                  <a:pt x="1003" y="187"/>
                  <a:pt x="1002" y="186"/>
                </a:cubicBezTo>
                <a:cubicBezTo>
                  <a:pt x="1002" y="186"/>
                  <a:pt x="1002" y="186"/>
                  <a:pt x="1002" y="186"/>
                </a:cubicBezTo>
                <a:cubicBezTo>
                  <a:pt x="1004" y="185"/>
                  <a:pt x="1005" y="184"/>
                  <a:pt x="1007" y="182"/>
                </a:cubicBezTo>
                <a:cubicBezTo>
                  <a:pt x="1007" y="181"/>
                  <a:pt x="1009" y="181"/>
                  <a:pt x="1010" y="182"/>
                </a:cubicBezTo>
                <a:cubicBezTo>
                  <a:pt x="1010" y="182"/>
                  <a:pt x="1010" y="182"/>
                  <a:pt x="1011" y="182"/>
                </a:cubicBezTo>
                <a:cubicBezTo>
                  <a:pt x="1012" y="184"/>
                  <a:pt x="1015" y="186"/>
                  <a:pt x="1014" y="189"/>
                </a:cubicBezTo>
                <a:cubicBezTo>
                  <a:pt x="1014" y="192"/>
                  <a:pt x="1014" y="194"/>
                  <a:pt x="1015" y="197"/>
                </a:cubicBezTo>
                <a:cubicBezTo>
                  <a:pt x="1015" y="197"/>
                  <a:pt x="1016" y="197"/>
                  <a:pt x="1016" y="197"/>
                </a:cubicBezTo>
                <a:cubicBezTo>
                  <a:pt x="1016" y="196"/>
                  <a:pt x="1017" y="195"/>
                  <a:pt x="1016" y="194"/>
                </a:cubicBezTo>
                <a:cubicBezTo>
                  <a:pt x="1016" y="191"/>
                  <a:pt x="1016" y="188"/>
                  <a:pt x="1018" y="185"/>
                </a:cubicBezTo>
                <a:cubicBezTo>
                  <a:pt x="1020" y="183"/>
                  <a:pt x="1020" y="180"/>
                  <a:pt x="1020" y="177"/>
                </a:cubicBezTo>
                <a:cubicBezTo>
                  <a:pt x="1020" y="176"/>
                  <a:pt x="1019" y="174"/>
                  <a:pt x="1018" y="174"/>
                </a:cubicBezTo>
                <a:cubicBezTo>
                  <a:pt x="1016" y="174"/>
                  <a:pt x="1015" y="174"/>
                  <a:pt x="1014" y="173"/>
                </a:cubicBezTo>
                <a:cubicBezTo>
                  <a:pt x="1013" y="173"/>
                  <a:pt x="1013" y="173"/>
                  <a:pt x="1012" y="172"/>
                </a:cubicBezTo>
                <a:cubicBezTo>
                  <a:pt x="1012" y="172"/>
                  <a:pt x="1012" y="171"/>
                  <a:pt x="1012" y="171"/>
                </a:cubicBezTo>
                <a:cubicBezTo>
                  <a:pt x="1012" y="171"/>
                  <a:pt x="1012" y="170"/>
                  <a:pt x="1013" y="170"/>
                </a:cubicBezTo>
                <a:cubicBezTo>
                  <a:pt x="1016" y="170"/>
                  <a:pt x="1016" y="169"/>
                  <a:pt x="1015" y="167"/>
                </a:cubicBezTo>
                <a:cubicBezTo>
                  <a:pt x="1014" y="165"/>
                  <a:pt x="1014" y="164"/>
                  <a:pt x="1012" y="163"/>
                </a:cubicBezTo>
                <a:cubicBezTo>
                  <a:pt x="1012" y="163"/>
                  <a:pt x="1011" y="162"/>
                  <a:pt x="1010" y="161"/>
                </a:cubicBezTo>
                <a:cubicBezTo>
                  <a:pt x="1010" y="161"/>
                  <a:pt x="1010" y="160"/>
                  <a:pt x="1010" y="160"/>
                </a:cubicBezTo>
                <a:cubicBezTo>
                  <a:pt x="1010" y="160"/>
                  <a:pt x="1011" y="160"/>
                  <a:pt x="1011" y="160"/>
                </a:cubicBezTo>
                <a:cubicBezTo>
                  <a:pt x="1013" y="161"/>
                  <a:pt x="1015" y="160"/>
                  <a:pt x="1016" y="157"/>
                </a:cubicBezTo>
                <a:cubicBezTo>
                  <a:pt x="1016" y="154"/>
                  <a:pt x="1018" y="152"/>
                  <a:pt x="1018" y="148"/>
                </a:cubicBezTo>
                <a:cubicBezTo>
                  <a:pt x="1018" y="140"/>
                  <a:pt x="1021" y="134"/>
                  <a:pt x="1026" y="128"/>
                </a:cubicBezTo>
                <a:cubicBezTo>
                  <a:pt x="1028" y="126"/>
                  <a:pt x="1029" y="124"/>
                  <a:pt x="1031" y="122"/>
                </a:cubicBezTo>
                <a:cubicBezTo>
                  <a:pt x="1031" y="121"/>
                  <a:pt x="1031" y="120"/>
                  <a:pt x="1031" y="120"/>
                </a:cubicBezTo>
                <a:cubicBezTo>
                  <a:pt x="1031" y="117"/>
                  <a:pt x="1031" y="117"/>
                  <a:pt x="1033" y="117"/>
                </a:cubicBezTo>
                <a:cubicBezTo>
                  <a:pt x="1035" y="117"/>
                  <a:pt x="1037" y="115"/>
                  <a:pt x="1038" y="113"/>
                </a:cubicBezTo>
                <a:cubicBezTo>
                  <a:pt x="1038" y="112"/>
                  <a:pt x="1038" y="110"/>
                  <a:pt x="1037" y="110"/>
                </a:cubicBezTo>
                <a:cubicBezTo>
                  <a:pt x="1036" y="109"/>
                  <a:pt x="1035" y="109"/>
                  <a:pt x="1035" y="109"/>
                </a:cubicBezTo>
                <a:cubicBezTo>
                  <a:pt x="1033" y="109"/>
                  <a:pt x="1032" y="109"/>
                  <a:pt x="1031" y="109"/>
                </a:cubicBezTo>
                <a:cubicBezTo>
                  <a:pt x="1031" y="109"/>
                  <a:pt x="1031" y="108"/>
                  <a:pt x="1031" y="108"/>
                </a:cubicBezTo>
                <a:cubicBezTo>
                  <a:pt x="1031" y="108"/>
                  <a:pt x="1031" y="107"/>
                  <a:pt x="1032" y="107"/>
                </a:cubicBezTo>
                <a:cubicBezTo>
                  <a:pt x="1033" y="106"/>
                  <a:pt x="1034" y="107"/>
                  <a:pt x="1036" y="107"/>
                </a:cubicBezTo>
                <a:cubicBezTo>
                  <a:pt x="1038" y="108"/>
                  <a:pt x="1040" y="108"/>
                  <a:pt x="1043" y="107"/>
                </a:cubicBezTo>
                <a:cubicBezTo>
                  <a:pt x="1043" y="106"/>
                  <a:pt x="1044" y="106"/>
                  <a:pt x="1045" y="105"/>
                </a:cubicBezTo>
                <a:cubicBezTo>
                  <a:pt x="1046" y="105"/>
                  <a:pt x="1046" y="104"/>
                  <a:pt x="1046" y="103"/>
                </a:cubicBezTo>
                <a:cubicBezTo>
                  <a:pt x="1046" y="102"/>
                  <a:pt x="1045" y="102"/>
                  <a:pt x="1045" y="101"/>
                </a:cubicBezTo>
                <a:cubicBezTo>
                  <a:pt x="1045" y="100"/>
                  <a:pt x="1046" y="99"/>
                  <a:pt x="1047" y="100"/>
                </a:cubicBezTo>
                <a:cubicBezTo>
                  <a:pt x="1049" y="100"/>
                  <a:pt x="1051" y="100"/>
                  <a:pt x="1052" y="98"/>
                </a:cubicBezTo>
                <a:cubicBezTo>
                  <a:pt x="1053" y="97"/>
                  <a:pt x="1054" y="96"/>
                  <a:pt x="1055" y="96"/>
                </a:cubicBezTo>
                <a:cubicBezTo>
                  <a:pt x="1059" y="92"/>
                  <a:pt x="1059" y="90"/>
                  <a:pt x="1056" y="86"/>
                </a:cubicBezTo>
                <a:cubicBezTo>
                  <a:pt x="1056" y="86"/>
                  <a:pt x="1055" y="85"/>
                  <a:pt x="1055" y="85"/>
                </a:cubicBezTo>
                <a:cubicBezTo>
                  <a:pt x="1051" y="81"/>
                  <a:pt x="1047" y="79"/>
                  <a:pt x="1042" y="79"/>
                </a:cubicBezTo>
                <a:cubicBezTo>
                  <a:pt x="1039" y="79"/>
                  <a:pt x="1036" y="80"/>
                  <a:pt x="1033" y="81"/>
                </a:cubicBezTo>
                <a:cubicBezTo>
                  <a:pt x="1033" y="81"/>
                  <a:pt x="1032" y="82"/>
                  <a:pt x="1032" y="82"/>
                </a:cubicBezTo>
                <a:cubicBezTo>
                  <a:pt x="1032" y="83"/>
                  <a:pt x="1031" y="84"/>
                  <a:pt x="1031" y="85"/>
                </a:cubicBezTo>
                <a:cubicBezTo>
                  <a:pt x="1031" y="86"/>
                  <a:pt x="1030" y="86"/>
                  <a:pt x="1028" y="86"/>
                </a:cubicBezTo>
                <a:cubicBezTo>
                  <a:pt x="1027" y="86"/>
                  <a:pt x="1026" y="85"/>
                  <a:pt x="1025" y="84"/>
                </a:cubicBezTo>
                <a:cubicBezTo>
                  <a:pt x="1024" y="84"/>
                  <a:pt x="1024" y="84"/>
                  <a:pt x="1023" y="85"/>
                </a:cubicBezTo>
                <a:cubicBezTo>
                  <a:pt x="1020" y="90"/>
                  <a:pt x="1016" y="92"/>
                  <a:pt x="1011" y="94"/>
                </a:cubicBezTo>
                <a:cubicBezTo>
                  <a:pt x="1008" y="95"/>
                  <a:pt x="1005" y="95"/>
                  <a:pt x="1003" y="97"/>
                </a:cubicBezTo>
                <a:cubicBezTo>
                  <a:pt x="1003" y="97"/>
                  <a:pt x="1003" y="97"/>
                  <a:pt x="1003" y="97"/>
                </a:cubicBezTo>
                <a:cubicBezTo>
                  <a:pt x="1002" y="98"/>
                  <a:pt x="1002" y="98"/>
                  <a:pt x="1001" y="99"/>
                </a:cubicBezTo>
                <a:cubicBezTo>
                  <a:pt x="1000" y="99"/>
                  <a:pt x="1000" y="100"/>
                  <a:pt x="999" y="101"/>
                </a:cubicBezTo>
                <a:cubicBezTo>
                  <a:pt x="999" y="101"/>
                  <a:pt x="999" y="101"/>
                  <a:pt x="999" y="101"/>
                </a:cubicBezTo>
                <a:cubicBezTo>
                  <a:pt x="999" y="100"/>
                  <a:pt x="999" y="100"/>
                  <a:pt x="999" y="100"/>
                </a:cubicBezTo>
                <a:cubicBezTo>
                  <a:pt x="1000" y="100"/>
                  <a:pt x="1000" y="99"/>
                  <a:pt x="1001" y="99"/>
                </a:cubicBezTo>
                <a:cubicBezTo>
                  <a:pt x="1001" y="98"/>
                  <a:pt x="1002" y="98"/>
                  <a:pt x="1003" y="97"/>
                </a:cubicBezTo>
                <a:cubicBezTo>
                  <a:pt x="1003" y="97"/>
                  <a:pt x="1003" y="97"/>
                  <a:pt x="1003" y="97"/>
                </a:cubicBezTo>
                <a:cubicBezTo>
                  <a:pt x="1003" y="96"/>
                  <a:pt x="1003" y="95"/>
                  <a:pt x="1003" y="95"/>
                </a:cubicBezTo>
                <a:cubicBezTo>
                  <a:pt x="1005" y="93"/>
                  <a:pt x="1007" y="90"/>
                  <a:pt x="1010" y="89"/>
                </a:cubicBezTo>
                <a:cubicBezTo>
                  <a:pt x="1013" y="88"/>
                  <a:pt x="1016" y="86"/>
                  <a:pt x="1017" y="83"/>
                </a:cubicBezTo>
                <a:cubicBezTo>
                  <a:pt x="1017" y="82"/>
                  <a:pt x="1017" y="81"/>
                  <a:pt x="1018" y="80"/>
                </a:cubicBezTo>
                <a:cubicBezTo>
                  <a:pt x="1020" y="74"/>
                  <a:pt x="1017" y="72"/>
                  <a:pt x="1012" y="73"/>
                </a:cubicBezTo>
                <a:cubicBezTo>
                  <a:pt x="1012" y="73"/>
                  <a:pt x="1011" y="73"/>
                  <a:pt x="1011" y="73"/>
                </a:cubicBezTo>
                <a:cubicBezTo>
                  <a:pt x="1011" y="73"/>
                  <a:pt x="1010" y="73"/>
                  <a:pt x="1010" y="74"/>
                </a:cubicBezTo>
                <a:cubicBezTo>
                  <a:pt x="1009" y="75"/>
                  <a:pt x="1009" y="77"/>
                  <a:pt x="1008" y="78"/>
                </a:cubicBezTo>
                <a:cubicBezTo>
                  <a:pt x="1008" y="80"/>
                  <a:pt x="1006" y="81"/>
                  <a:pt x="1004" y="81"/>
                </a:cubicBezTo>
                <a:cubicBezTo>
                  <a:pt x="1004" y="81"/>
                  <a:pt x="1004" y="81"/>
                  <a:pt x="1003" y="81"/>
                </a:cubicBezTo>
                <a:cubicBezTo>
                  <a:pt x="1000" y="79"/>
                  <a:pt x="997" y="80"/>
                  <a:pt x="994" y="80"/>
                </a:cubicBezTo>
                <a:cubicBezTo>
                  <a:pt x="994" y="80"/>
                  <a:pt x="993" y="80"/>
                  <a:pt x="993" y="80"/>
                </a:cubicBezTo>
                <a:cubicBezTo>
                  <a:pt x="993" y="80"/>
                  <a:pt x="994" y="79"/>
                  <a:pt x="994" y="79"/>
                </a:cubicBezTo>
                <a:cubicBezTo>
                  <a:pt x="995" y="78"/>
                  <a:pt x="997" y="78"/>
                  <a:pt x="999" y="77"/>
                </a:cubicBezTo>
                <a:cubicBezTo>
                  <a:pt x="1000" y="77"/>
                  <a:pt x="1001" y="76"/>
                  <a:pt x="1001" y="74"/>
                </a:cubicBezTo>
                <a:cubicBezTo>
                  <a:pt x="1002" y="73"/>
                  <a:pt x="1001" y="72"/>
                  <a:pt x="1000" y="71"/>
                </a:cubicBezTo>
                <a:cubicBezTo>
                  <a:pt x="998" y="71"/>
                  <a:pt x="996" y="70"/>
                  <a:pt x="994" y="70"/>
                </a:cubicBezTo>
                <a:cubicBezTo>
                  <a:pt x="985" y="68"/>
                  <a:pt x="982" y="68"/>
                  <a:pt x="974" y="72"/>
                </a:cubicBezTo>
                <a:cubicBezTo>
                  <a:pt x="973" y="72"/>
                  <a:pt x="972" y="73"/>
                  <a:pt x="971" y="73"/>
                </a:cubicBezTo>
                <a:cubicBezTo>
                  <a:pt x="969" y="74"/>
                  <a:pt x="967" y="74"/>
                  <a:pt x="966" y="75"/>
                </a:cubicBezTo>
                <a:cubicBezTo>
                  <a:pt x="965" y="75"/>
                  <a:pt x="965" y="74"/>
                  <a:pt x="965" y="74"/>
                </a:cubicBezTo>
                <a:cubicBezTo>
                  <a:pt x="964" y="74"/>
                  <a:pt x="965" y="73"/>
                  <a:pt x="965" y="73"/>
                </a:cubicBezTo>
                <a:cubicBezTo>
                  <a:pt x="966" y="72"/>
                  <a:pt x="967" y="72"/>
                  <a:pt x="968" y="71"/>
                </a:cubicBezTo>
                <a:cubicBezTo>
                  <a:pt x="971" y="70"/>
                  <a:pt x="974" y="69"/>
                  <a:pt x="977" y="68"/>
                </a:cubicBezTo>
                <a:cubicBezTo>
                  <a:pt x="982" y="65"/>
                  <a:pt x="987" y="65"/>
                  <a:pt x="993" y="67"/>
                </a:cubicBezTo>
                <a:cubicBezTo>
                  <a:pt x="997" y="68"/>
                  <a:pt x="1000" y="68"/>
                  <a:pt x="1004" y="68"/>
                </a:cubicBezTo>
                <a:cubicBezTo>
                  <a:pt x="1008" y="67"/>
                  <a:pt x="1011" y="66"/>
                  <a:pt x="1015" y="66"/>
                </a:cubicBezTo>
                <a:cubicBezTo>
                  <a:pt x="1019" y="66"/>
                  <a:pt x="1022" y="64"/>
                  <a:pt x="1025" y="61"/>
                </a:cubicBezTo>
                <a:cubicBezTo>
                  <a:pt x="1026" y="60"/>
                  <a:pt x="1026" y="57"/>
                  <a:pt x="1025" y="56"/>
                </a:cubicBezTo>
                <a:cubicBezTo>
                  <a:pt x="1023" y="54"/>
                  <a:pt x="1021" y="53"/>
                  <a:pt x="1019" y="51"/>
                </a:cubicBezTo>
                <a:cubicBezTo>
                  <a:pt x="1015" y="49"/>
                  <a:pt x="1011" y="47"/>
                  <a:pt x="1007" y="50"/>
                </a:cubicBezTo>
                <a:cubicBezTo>
                  <a:pt x="1007" y="50"/>
                  <a:pt x="1006" y="50"/>
                  <a:pt x="1005" y="50"/>
                </a:cubicBezTo>
                <a:cubicBezTo>
                  <a:pt x="1005" y="50"/>
                  <a:pt x="1005" y="49"/>
                  <a:pt x="1005" y="49"/>
                </a:cubicBezTo>
                <a:cubicBezTo>
                  <a:pt x="1005" y="49"/>
                  <a:pt x="1005" y="49"/>
                  <a:pt x="1005" y="49"/>
                </a:cubicBezTo>
                <a:cubicBezTo>
                  <a:pt x="1006" y="48"/>
                  <a:pt x="1007" y="48"/>
                  <a:pt x="1007" y="48"/>
                </a:cubicBezTo>
                <a:cubicBezTo>
                  <a:pt x="1010" y="46"/>
                  <a:pt x="1010" y="44"/>
                  <a:pt x="1009" y="41"/>
                </a:cubicBezTo>
                <a:cubicBezTo>
                  <a:pt x="1008" y="40"/>
                  <a:pt x="1007" y="40"/>
                  <a:pt x="1006" y="40"/>
                </a:cubicBezTo>
                <a:cubicBezTo>
                  <a:pt x="1000" y="42"/>
                  <a:pt x="995" y="42"/>
                  <a:pt x="990" y="39"/>
                </a:cubicBezTo>
                <a:cubicBezTo>
                  <a:pt x="988" y="39"/>
                  <a:pt x="986" y="39"/>
                  <a:pt x="985" y="39"/>
                </a:cubicBezTo>
                <a:cubicBezTo>
                  <a:pt x="983" y="39"/>
                  <a:pt x="981" y="40"/>
                  <a:pt x="979" y="40"/>
                </a:cubicBezTo>
                <a:cubicBezTo>
                  <a:pt x="976" y="41"/>
                  <a:pt x="973" y="41"/>
                  <a:pt x="970" y="41"/>
                </a:cubicBezTo>
                <a:cubicBezTo>
                  <a:pt x="968" y="40"/>
                  <a:pt x="966" y="41"/>
                  <a:pt x="964" y="42"/>
                </a:cubicBezTo>
                <a:cubicBezTo>
                  <a:pt x="963" y="42"/>
                  <a:pt x="962" y="42"/>
                  <a:pt x="962" y="42"/>
                </a:cubicBezTo>
                <a:cubicBezTo>
                  <a:pt x="961" y="42"/>
                  <a:pt x="961" y="42"/>
                  <a:pt x="961" y="42"/>
                </a:cubicBezTo>
                <a:cubicBezTo>
                  <a:pt x="961" y="42"/>
                  <a:pt x="961" y="41"/>
                  <a:pt x="961" y="41"/>
                </a:cubicBezTo>
                <a:cubicBezTo>
                  <a:pt x="962" y="41"/>
                  <a:pt x="963" y="40"/>
                  <a:pt x="964" y="40"/>
                </a:cubicBezTo>
                <a:cubicBezTo>
                  <a:pt x="966" y="40"/>
                  <a:pt x="969" y="40"/>
                  <a:pt x="971" y="39"/>
                </a:cubicBezTo>
                <a:cubicBezTo>
                  <a:pt x="975" y="38"/>
                  <a:pt x="980" y="38"/>
                  <a:pt x="984" y="38"/>
                </a:cubicBezTo>
                <a:cubicBezTo>
                  <a:pt x="987" y="37"/>
                  <a:pt x="991" y="37"/>
                  <a:pt x="994" y="38"/>
                </a:cubicBezTo>
                <a:cubicBezTo>
                  <a:pt x="998" y="40"/>
                  <a:pt x="1001" y="38"/>
                  <a:pt x="1003" y="37"/>
                </a:cubicBezTo>
                <a:cubicBezTo>
                  <a:pt x="1004" y="36"/>
                  <a:pt x="1004" y="35"/>
                  <a:pt x="1004" y="35"/>
                </a:cubicBezTo>
                <a:cubicBezTo>
                  <a:pt x="1002" y="32"/>
                  <a:pt x="999" y="30"/>
                  <a:pt x="996" y="29"/>
                </a:cubicBezTo>
                <a:cubicBezTo>
                  <a:pt x="989" y="28"/>
                  <a:pt x="983" y="25"/>
                  <a:pt x="977" y="23"/>
                </a:cubicBezTo>
                <a:cubicBezTo>
                  <a:pt x="974" y="22"/>
                  <a:pt x="972" y="22"/>
                  <a:pt x="969" y="22"/>
                </a:cubicBezTo>
                <a:cubicBezTo>
                  <a:pt x="965" y="21"/>
                  <a:pt x="962" y="23"/>
                  <a:pt x="959" y="23"/>
                </a:cubicBezTo>
                <a:cubicBezTo>
                  <a:pt x="957" y="24"/>
                  <a:pt x="955" y="26"/>
                  <a:pt x="954" y="28"/>
                </a:cubicBezTo>
                <a:cubicBezTo>
                  <a:pt x="954" y="28"/>
                  <a:pt x="954" y="29"/>
                  <a:pt x="953" y="29"/>
                </a:cubicBezTo>
                <a:cubicBezTo>
                  <a:pt x="953" y="29"/>
                  <a:pt x="953" y="29"/>
                  <a:pt x="953" y="29"/>
                </a:cubicBezTo>
                <a:cubicBezTo>
                  <a:pt x="953" y="29"/>
                  <a:pt x="953" y="29"/>
                  <a:pt x="953" y="29"/>
                </a:cubicBezTo>
                <a:cubicBezTo>
                  <a:pt x="954" y="29"/>
                  <a:pt x="954" y="29"/>
                  <a:pt x="954" y="29"/>
                </a:cubicBezTo>
                <a:cubicBezTo>
                  <a:pt x="953" y="29"/>
                  <a:pt x="953" y="30"/>
                  <a:pt x="953" y="30"/>
                </a:cubicBezTo>
                <a:cubicBezTo>
                  <a:pt x="953" y="30"/>
                  <a:pt x="953" y="30"/>
                  <a:pt x="953" y="30"/>
                </a:cubicBezTo>
                <a:cubicBezTo>
                  <a:pt x="954" y="31"/>
                  <a:pt x="954" y="31"/>
                  <a:pt x="954" y="31"/>
                </a:cubicBezTo>
                <a:cubicBezTo>
                  <a:pt x="953" y="31"/>
                  <a:pt x="953" y="31"/>
                  <a:pt x="953" y="31"/>
                </a:cubicBezTo>
                <a:cubicBezTo>
                  <a:pt x="953" y="30"/>
                  <a:pt x="953" y="30"/>
                  <a:pt x="953" y="30"/>
                </a:cubicBezTo>
                <a:cubicBezTo>
                  <a:pt x="951" y="31"/>
                  <a:pt x="950" y="29"/>
                  <a:pt x="948" y="28"/>
                </a:cubicBezTo>
                <a:cubicBezTo>
                  <a:pt x="947" y="28"/>
                  <a:pt x="947" y="28"/>
                  <a:pt x="947" y="29"/>
                </a:cubicBezTo>
                <a:cubicBezTo>
                  <a:pt x="946" y="29"/>
                  <a:pt x="946" y="29"/>
                  <a:pt x="946" y="29"/>
                </a:cubicBezTo>
                <a:cubicBezTo>
                  <a:pt x="946" y="30"/>
                  <a:pt x="947" y="31"/>
                  <a:pt x="947" y="32"/>
                </a:cubicBezTo>
                <a:cubicBezTo>
                  <a:pt x="947" y="32"/>
                  <a:pt x="947" y="33"/>
                  <a:pt x="947" y="33"/>
                </a:cubicBezTo>
                <a:cubicBezTo>
                  <a:pt x="946" y="33"/>
                  <a:pt x="945" y="34"/>
                  <a:pt x="945" y="34"/>
                </a:cubicBezTo>
                <a:cubicBezTo>
                  <a:pt x="943" y="33"/>
                  <a:pt x="940" y="32"/>
                  <a:pt x="938" y="30"/>
                </a:cubicBezTo>
                <a:cubicBezTo>
                  <a:pt x="937" y="29"/>
                  <a:pt x="935" y="29"/>
                  <a:pt x="933" y="30"/>
                </a:cubicBezTo>
                <a:cubicBezTo>
                  <a:pt x="932" y="31"/>
                  <a:pt x="930" y="32"/>
                  <a:pt x="929" y="32"/>
                </a:cubicBezTo>
                <a:cubicBezTo>
                  <a:pt x="927" y="32"/>
                  <a:pt x="927" y="33"/>
                  <a:pt x="927" y="33"/>
                </a:cubicBezTo>
                <a:cubicBezTo>
                  <a:pt x="927" y="35"/>
                  <a:pt x="927" y="38"/>
                  <a:pt x="927" y="40"/>
                </a:cubicBezTo>
                <a:cubicBezTo>
                  <a:pt x="926" y="41"/>
                  <a:pt x="926" y="42"/>
                  <a:pt x="925" y="42"/>
                </a:cubicBezTo>
                <a:cubicBezTo>
                  <a:pt x="924" y="43"/>
                  <a:pt x="923" y="44"/>
                  <a:pt x="922" y="45"/>
                </a:cubicBezTo>
                <a:cubicBezTo>
                  <a:pt x="922" y="45"/>
                  <a:pt x="921" y="45"/>
                  <a:pt x="921" y="45"/>
                </a:cubicBezTo>
                <a:cubicBezTo>
                  <a:pt x="919" y="44"/>
                  <a:pt x="917" y="43"/>
                  <a:pt x="915" y="43"/>
                </a:cubicBezTo>
                <a:cubicBezTo>
                  <a:pt x="915" y="43"/>
                  <a:pt x="913" y="44"/>
                  <a:pt x="913" y="45"/>
                </a:cubicBezTo>
                <a:cubicBezTo>
                  <a:pt x="913" y="45"/>
                  <a:pt x="913" y="46"/>
                  <a:pt x="913" y="47"/>
                </a:cubicBezTo>
                <a:cubicBezTo>
                  <a:pt x="914" y="50"/>
                  <a:pt x="914" y="54"/>
                  <a:pt x="915" y="57"/>
                </a:cubicBezTo>
                <a:cubicBezTo>
                  <a:pt x="916" y="61"/>
                  <a:pt x="916" y="65"/>
                  <a:pt x="918" y="68"/>
                </a:cubicBezTo>
                <a:cubicBezTo>
                  <a:pt x="918" y="69"/>
                  <a:pt x="918" y="70"/>
                  <a:pt x="916" y="70"/>
                </a:cubicBezTo>
                <a:cubicBezTo>
                  <a:pt x="915" y="70"/>
                  <a:pt x="914" y="70"/>
                  <a:pt x="913" y="68"/>
                </a:cubicBezTo>
                <a:cubicBezTo>
                  <a:pt x="913" y="67"/>
                  <a:pt x="912" y="66"/>
                  <a:pt x="910" y="65"/>
                </a:cubicBezTo>
                <a:cubicBezTo>
                  <a:pt x="910" y="65"/>
                  <a:pt x="910" y="65"/>
                  <a:pt x="911" y="64"/>
                </a:cubicBezTo>
                <a:cubicBezTo>
                  <a:pt x="912" y="63"/>
                  <a:pt x="912" y="62"/>
                  <a:pt x="911" y="61"/>
                </a:cubicBezTo>
                <a:cubicBezTo>
                  <a:pt x="910" y="60"/>
                  <a:pt x="908" y="59"/>
                  <a:pt x="908" y="57"/>
                </a:cubicBezTo>
                <a:cubicBezTo>
                  <a:pt x="907" y="54"/>
                  <a:pt x="906" y="52"/>
                  <a:pt x="904" y="49"/>
                </a:cubicBezTo>
                <a:cubicBezTo>
                  <a:pt x="904" y="47"/>
                  <a:pt x="902" y="46"/>
                  <a:pt x="901" y="45"/>
                </a:cubicBezTo>
                <a:cubicBezTo>
                  <a:pt x="899" y="45"/>
                  <a:pt x="897" y="45"/>
                  <a:pt x="897" y="46"/>
                </a:cubicBezTo>
                <a:cubicBezTo>
                  <a:pt x="897" y="47"/>
                  <a:pt x="897" y="47"/>
                  <a:pt x="896" y="48"/>
                </a:cubicBezTo>
                <a:cubicBezTo>
                  <a:pt x="895" y="51"/>
                  <a:pt x="895" y="55"/>
                  <a:pt x="895" y="58"/>
                </a:cubicBezTo>
                <a:cubicBezTo>
                  <a:pt x="895" y="60"/>
                  <a:pt x="895" y="61"/>
                  <a:pt x="895" y="63"/>
                </a:cubicBezTo>
                <a:cubicBezTo>
                  <a:pt x="894" y="64"/>
                  <a:pt x="892" y="63"/>
                  <a:pt x="891" y="63"/>
                </a:cubicBezTo>
                <a:cubicBezTo>
                  <a:pt x="890" y="63"/>
                  <a:pt x="890" y="63"/>
                  <a:pt x="890" y="63"/>
                </a:cubicBezTo>
                <a:cubicBezTo>
                  <a:pt x="889" y="63"/>
                  <a:pt x="889" y="64"/>
                  <a:pt x="888" y="64"/>
                </a:cubicBezTo>
                <a:cubicBezTo>
                  <a:pt x="888" y="64"/>
                  <a:pt x="887" y="64"/>
                  <a:pt x="887" y="63"/>
                </a:cubicBezTo>
                <a:cubicBezTo>
                  <a:pt x="886" y="61"/>
                  <a:pt x="888" y="60"/>
                  <a:pt x="888" y="59"/>
                </a:cubicBezTo>
                <a:cubicBezTo>
                  <a:pt x="887" y="56"/>
                  <a:pt x="887" y="53"/>
                  <a:pt x="887" y="50"/>
                </a:cubicBezTo>
                <a:cubicBezTo>
                  <a:pt x="887" y="49"/>
                  <a:pt x="887" y="49"/>
                  <a:pt x="886" y="48"/>
                </a:cubicBezTo>
                <a:cubicBezTo>
                  <a:pt x="886" y="48"/>
                  <a:pt x="886" y="47"/>
                  <a:pt x="886" y="47"/>
                </a:cubicBezTo>
                <a:cubicBezTo>
                  <a:pt x="885" y="47"/>
                  <a:pt x="885" y="47"/>
                  <a:pt x="884" y="48"/>
                </a:cubicBezTo>
                <a:cubicBezTo>
                  <a:pt x="883" y="49"/>
                  <a:pt x="883" y="51"/>
                  <a:pt x="883" y="52"/>
                </a:cubicBezTo>
                <a:cubicBezTo>
                  <a:pt x="883" y="53"/>
                  <a:pt x="884" y="55"/>
                  <a:pt x="883" y="56"/>
                </a:cubicBezTo>
                <a:cubicBezTo>
                  <a:pt x="883" y="57"/>
                  <a:pt x="881" y="58"/>
                  <a:pt x="881" y="60"/>
                </a:cubicBezTo>
                <a:cubicBezTo>
                  <a:pt x="880" y="60"/>
                  <a:pt x="880" y="60"/>
                  <a:pt x="880" y="60"/>
                </a:cubicBezTo>
                <a:cubicBezTo>
                  <a:pt x="880" y="60"/>
                  <a:pt x="880" y="60"/>
                  <a:pt x="880" y="60"/>
                </a:cubicBezTo>
                <a:cubicBezTo>
                  <a:pt x="880" y="61"/>
                  <a:pt x="879" y="61"/>
                  <a:pt x="878" y="62"/>
                </a:cubicBezTo>
                <a:cubicBezTo>
                  <a:pt x="878" y="63"/>
                  <a:pt x="877" y="63"/>
                  <a:pt x="876" y="64"/>
                </a:cubicBezTo>
                <a:cubicBezTo>
                  <a:pt x="876" y="64"/>
                  <a:pt x="876" y="64"/>
                  <a:pt x="876" y="64"/>
                </a:cubicBezTo>
                <a:cubicBezTo>
                  <a:pt x="876" y="65"/>
                  <a:pt x="876" y="65"/>
                  <a:pt x="876" y="65"/>
                </a:cubicBezTo>
                <a:cubicBezTo>
                  <a:pt x="875" y="65"/>
                  <a:pt x="876" y="65"/>
                  <a:pt x="876" y="64"/>
                </a:cubicBezTo>
                <a:cubicBezTo>
                  <a:pt x="876" y="64"/>
                  <a:pt x="876" y="64"/>
                  <a:pt x="876" y="64"/>
                </a:cubicBezTo>
                <a:cubicBezTo>
                  <a:pt x="877" y="63"/>
                  <a:pt x="877" y="62"/>
                  <a:pt x="878" y="62"/>
                </a:cubicBezTo>
                <a:cubicBezTo>
                  <a:pt x="879" y="61"/>
                  <a:pt x="879" y="61"/>
                  <a:pt x="880" y="60"/>
                </a:cubicBezTo>
                <a:cubicBezTo>
                  <a:pt x="880" y="60"/>
                  <a:pt x="880" y="60"/>
                  <a:pt x="880" y="60"/>
                </a:cubicBezTo>
                <a:cubicBezTo>
                  <a:pt x="880" y="59"/>
                  <a:pt x="879" y="58"/>
                  <a:pt x="879" y="57"/>
                </a:cubicBezTo>
                <a:cubicBezTo>
                  <a:pt x="880" y="55"/>
                  <a:pt x="881" y="53"/>
                  <a:pt x="882" y="51"/>
                </a:cubicBezTo>
                <a:cubicBezTo>
                  <a:pt x="882" y="49"/>
                  <a:pt x="882" y="47"/>
                  <a:pt x="882" y="45"/>
                </a:cubicBezTo>
                <a:cubicBezTo>
                  <a:pt x="882" y="44"/>
                  <a:pt x="880" y="43"/>
                  <a:pt x="879" y="43"/>
                </a:cubicBezTo>
                <a:cubicBezTo>
                  <a:pt x="878" y="44"/>
                  <a:pt x="876" y="44"/>
                  <a:pt x="875" y="45"/>
                </a:cubicBezTo>
                <a:cubicBezTo>
                  <a:pt x="872" y="46"/>
                  <a:pt x="870" y="46"/>
                  <a:pt x="867" y="47"/>
                </a:cubicBezTo>
                <a:cubicBezTo>
                  <a:pt x="863" y="47"/>
                  <a:pt x="859" y="47"/>
                  <a:pt x="855" y="48"/>
                </a:cubicBezTo>
                <a:cubicBezTo>
                  <a:pt x="853" y="48"/>
                  <a:pt x="852" y="49"/>
                  <a:pt x="852" y="51"/>
                </a:cubicBezTo>
                <a:cubicBezTo>
                  <a:pt x="852" y="52"/>
                  <a:pt x="852" y="52"/>
                  <a:pt x="852" y="53"/>
                </a:cubicBezTo>
                <a:cubicBezTo>
                  <a:pt x="852" y="53"/>
                  <a:pt x="852" y="54"/>
                  <a:pt x="852" y="54"/>
                </a:cubicBezTo>
                <a:cubicBezTo>
                  <a:pt x="851" y="54"/>
                  <a:pt x="851" y="54"/>
                  <a:pt x="851" y="54"/>
                </a:cubicBezTo>
                <a:cubicBezTo>
                  <a:pt x="850" y="53"/>
                  <a:pt x="850" y="51"/>
                  <a:pt x="849" y="51"/>
                </a:cubicBezTo>
                <a:cubicBezTo>
                  <a:pt x="847" y="50"/>
                  <a:pt x="846" y="51"/>
                  <a:pt x="844" y="52"/>
                </a:cubicBezTo>
                <a:cubicBezTo>
                  <a:pt x="843" y="52"/>
                  <a:pt x="842" y="53"/>
                  <a:pt x="842" y="55"/>
                </a:cubicBezTo>
                <a:cubicBezTo>
                  <a:pt x="841" y="56"/>
                  <a:pt x="841" y="56"/>
                  <a:pt x="841" y="57"/>
                </a:cubicBezTo>
                <a:cubicBezTo>
                  <a:pt x="841" y="59"/>
                  <a:pt x="841" y="61"/>
                  <a:pt x="840" y="62"/>
                </a:cubicBezTo>
                <a:cubicBezTo>
                  <a:pt x="840" y="64"/>
                  <a:pt x="838" y="65"/>
                  <a:pt x="837" y="66"/>
                </a:cubicBezTo>
                <a:cubicBezTo>
                  <a:pt x="837" y="67"/>
                  <a:pt x="836" y="67"/>
                  <a:pt x="836" y="68"/>
                </a:cubicBezTo>
                <a:cubicBezTo>
                  <a:pt x="835" y="69"/>
                  <a:pt x="834" y="69"/>
                  <a:pt x="833" y="68"/>
                </a:cubicBezTo>
                <a:cubicBezTo>
                  <a:pt x="831" y="66"/>
                  <a:pt x="829" y="66"/>
                  <a:pt x="827" y="67"/>
                </a:cubicBezTo>
                <a:cubicBezTo>
                  <a:pt x="824" y="67"/>
                  <a:pt x="821" y="68"/>
                  <a:pt x="819" y="70"/>
                </a:cubicBezTo>
                <a:cubicBezTo>
                  <a:pt x="817" y="73"/>
                  <a:pt x="815" y="74"/>
                  <a:pt x="812" y="74"/>
                </a:cubicBezTo>
                <a:cubicBezTo>
                  <a:pt x="811" y="75"/>
                  <a:pt x="811" y="76"/>
                  <a:pt x="810" y="76"/>
                </a:cubicBezTo>
                <a:cubicBezTo>
                  <a:pt x="807" y="78"/>
                  <a:pt x="805" y="81"/>
                  <a:pt x="803" y="84"/>
                </a:cubicBezTo>
                <a:cubicBezTo>
                  <a:pt x="802" y="86"/>
                  <a:pt x="803" y="88"/>
                  <a:pt x="805" y="88"/>
                </a:cubicBezTo>
                <a:cubicBezTo>
                  <a:pt x="807" y="89"/>
                  <a:pt x="809" y="90"/>
                  <a:pt x="811" y="90"/>
                </a:cubicBezTo>
                <a:cubicBezTo>
                  <a:pt x="811" y="90"/>
                  <a:pt x="811" y="90"/>
                  <a:pt x="811" y="90"/>
                </a:cubicBezTo>
                <a:cubicBezTo>
                  <a:pt x="812" y="90"/>
                  <a:pt x="812" y="90"/>
                  <a:pt x="812" y="90"/>
                </a:cubicBezTo>
                <a:cubicBezTo>
                  <a:pt x="812" y="90"/>
                  <a:pt x="812" y="90"/>
                  <a:pt x="812" y="90"/>
                </a:cubicBezTo>
                <a:cubicBezTo>
                  <a:pt x="812" y="90"/>
                  <a:pt x="812" y="90"/>
                  <a:pt x="811" y="90"/>
                </a:cubicBezTo>
                <a:cubicBezTo>
                  <a:pt x="812" y="91"/>
                  <a:pt x="812" y="91"/>
                  <a:pt x="812" y="92"/>
                </a:cubicBezTo>
                <a:cubicBezTo>
                  <a:pt x="812" y="93"/>
                  <a:pt x="812" y="94"/>
                  <a:pt x="811" y="94"/>
                </a:cubicBezTo>
                <a:cubicBezTo>
                  <a:pt x="810" y="95"/>
                  <a:pt x="809" y="96"/>
                  <a:pt x="809" y="97"/>
                </a:cubicBezTo>
                <a:cubicBezTo>
                  <a:pt x="809" y="99"/>
                  <a:pt x="808" y="100"/>
                  <a:pt x="807" y="100"/>
                </a:cubicBezTo>
                <a:cubicBezTo>
                  <a:pt x="806" y="102"/>
                  <a:pt x="804" y="104"/>
                  <a:pt x="802" y="106"/>
                </a:cubicBezTo>
                <a:cubicBezTo>
                  <a:pt x="801" y="107"/>
                  <a:pt x="800" y="108"/>
                  <a:pt x="799" y="107"/>
                </a:cubicBezTo>
                <a:cubicBezTo>
                  <a:pt x="795" y="105"/>
                  <a:pt x="791" y="106"/>
                  <a:pt x="788" y="106"/>
                </a:cubicBezTo>
                <a:cubicBezTo>
                  <a:pt x="786" y="106"/>
                  <a:pt x="785" y="106"/>
                  <a:pt x="784" y="107"/>
                </a:cubicBezTo>
                <a:cubicBezTo>
                  <a:pt x="782" y="108"/>
                  <a:pt x="780" y="109"/>
                  <a:pt x="778" y="109"/>
                </a:cubicBezTo>
                <a:cubicBezTo>
                  <a:pt x="774" y="110"/>
                  <a:pt x="770" y="111"/>
                  <a:pt x="766" y="111"/>
                </a:cubicBezTo>
                <a:cubicBezTo>
                  <a:pt x="763" y="112"/>
                  <a:pt x="761" y="114"/>
                  <a:pt x="759" y="117"/>
                </a:cubicBezTo>
                <a:cubicBezTo>
                  <a:pt x="758" y="119"/>
                  <a:pt x="757" y="121"/>
                  <a:pt x="759" y="123"/>
                </a:cubicBezTo>
                <a:cubicBezTo>
                  <a:pt x="761" y="125"/>
                  <a:pt x="762" y="128"/>
                  <a:pt x="764" y="130"/>
                </a:cubicBezTo>
                <a:cubicBezTo>
                  <a:pt x="764" y="130"/>
                  <a:pt x="764" y="130"/>
                  <a:pt x="765" y="130"/>
                </a:cubicBezTo>
                <a:cubicBezTo>
                  <a:pt x="765" y="130"/>
                  <a:pt x="765" y="130"/>
                  <a:pt x="765" y="130"/>
                </a:cubicBezTo>
                <a:cubicBezTo>
                  <a:pt x="765" y="130"/>
                  <a:pt x="765" y="130"/>
                  <a:pt x="765" y="130"/>
                </a:cubicBezTo>
                <a:cubicBezTo>
                  <a:pt x="764" y="130"/>
                  <a:pt x="764" y="130"/>
                  <a:pt x="764" y="130"/>
                </a:cubicBezTo>
                <a:cubicBezTo>
                  <a:pt x="764" y="130"/>
                  <a:pt x="764" y="130"/>
                  <a:pt x="764" y="130"/>
                </a:cubicBezTo>
                <a:cubicBezTo>
                  <a:pt x="764" y="130"/>
                  <a:pt x="764" y="130"/>
                  <a:pt x="764" y="130"/>
                </a:cubicBezTo>
                <a:cubicBezTo>
                  <a:pt x="765" y="132"/>
                  <a:pt x="765" y="134"/>
                  <a:pt x="766" y="135"/>
                </a:cubicBezTo>
                <a:cubicBezTo>
                  <a:pt x="767" y="137"/>
                  <a:pt x="769" y="138"/>
                  <a:pt x="771" y="137"/>
                </a:cubicBezTo>
                <a:cubicBezTo>
                  <a:pt x="772" y="137"/>
                  <a:pt x="773" y="136"/>
                  <a:pt x="775" y="137"/>
                </a:cubicBezTo>
                <a:cubicBezTo>
                  <a:pt x="776" y="137"/>
                  <a:pt x="778" y="137"/>
                  <a:pt x="780" y="137"/>
                </a:cubicBezTo>
                <a:cubicBezTo>
                  <a:pt x="780" y="137"/>
                  <a:pt x="781" y="137"/>
                  <a:pt x="781" y="137"/>
                </a:cubicBezTo>
                <a:cubicBezTo>
                  <a:pt x="782" y="138"/>
                  <a:pt x="782" y="138"/>
                  <a:pt x="782" y="139"/>
                </a:cubicBezTo>
                <a:cubicBezTo>
                  <a:pt x="782" y="139"/>
                  <a:pt x="782" y="140"/>
                  <a:pt x="781" y="140"/>
                </a:cubicBezTo>
                <a:cubicBezTo>
                  <a:pt x="780" y="140"/>
                  <a:pt x="779" y="140"/>
                  <a:pt x="779" y="140"/>
                </a:cubicBezTo>
                <a:cubicBezTo>
                  <a:pt x="775" y="139"/>
                  <a:pt x="772" y="138"/>
                  <a:pt x="769" y="140"/>
                </a:cubicBezTo>
                <a:cubicBezTo>
                  <a:pt x="767" y="141"/>
                  <a:pt x="766" y="141"/>
                  <a:pt x="764" y="141"/>
                </a:cubicBezTo>
                <a:cubicBezTo>
                  <a:pt x="763" y="140"/>
                  <a:pt x="761" y="141"/>
                  <a:pt x="759" y="141"/>
                </a:cubicBezTo>
                <a:cubicBezTo>
                  <a:pt x="757" y="143"/>
                  <a:pt x="756" y="146"/>
                  <a:pt x="758" y="148"/>
                </a:cubicBezTo>
                <a:cubicBezTo>
                  <a:pt x="759" y="150"/>
                  <a:pt x="761" y="152"/>
                  <a:pt x="763" y="153"/>
                </a:cubicBezTo>
                <a:cubicBezTo>
                  <a:pt x="764" y="154"/>
                  <a:pt x="764" y="154"/>
                  <a:pt x="763" y="155"/>
                </a:cubicBezTo>
                <a:cubicBezTo>
                  <a:pt x="762" y="156"/>
                  <a:pt x="761" y="156"/>
                  <a:pt x="760" y="157"/>
                </a:cubicBezTo>
                <a:cubicBezTo>
                  <a:pt x="760" y="157"/>
                  <a:pt x="759" y="159"/>
                  <a:pt x="759" y="159"/>
                </a:cubicBezTo>
                <a:cubicBezTo>
                  <a:pt x="761" y="163"/>
                  <a:pt x="763" y="166"/>
                  <a:pt x="766" y="168"/>
                </a:cubicBezTo>
                <a:cubicBezTo>
                  <a:pt x="769" y="169"/>
                  <a:pt x="770" y="169"/>
                  <a:pt x="771" y="167"/>
                </a:cubicBezTo>
                <a:cubicBezTo>
                  <a:pt x="772" y="165"/>
                  <a:pt x="772" y="165"/>
                  <a:pt x="774" y="166"/>
                </a:cubicBezTo>
                <a:cubicBezTo>
                  <a:pt x="775" y="166"/>
                  <a:pt x="776" y="166"/>
                  <a:pt x="777" y="168"/>
                </a:cubicBezTo>
                <a:cubicBezTo>
                  <a:pt x="777" y="168"/>
                  <a:pt x="778" y="168"/>
                  <a:pt x="778" y="168"/>
                </a:cubicBezTo>
                <a:cubicBezTo>
                  <a:pt x="782" y="167"/>
                  <a:pt x="786" y="169"/>
                  <a:pt x="789" y="167"/>
                </a:cubicBezTo>
                <a:cubicBezTo>
                  <a:pt x="789" y="167"/>
                  <a:pt x="790" y="167"/>
                  <a:pt x="790" y="167"/>
                </a:cubicBezTo>
                <a:cubicBezTo>
                  <a:pt x="793" y="168"/>
                  <a:pt x="797" y="170"/>
                  <a:pt x="800" y="172"/>
                </a:cubicBezTo>
                <a:cubicBezTo>
                  <a:pt x="802" y="174"/>
                  <a:pt x="805" y="176"/>
                  <a:pt x="807" y="178"/>
                </a:cubicBezTo>
                <a:cubicBezTo>
                  <a:pt x="808" y="179"/>
                  <a:pt x="809" y="180"/>
                  <a:pt x="810" y="181"/>
                </a:cubicBezTo>
                <a:cubicBezTo>
                  <a:pt x="810" y="181"/>
                  <a:pt x="810" y="182"/>
                  <a:pt x="810" y="183"/>
                </a:cubicBezTo>
                <a:cubicBezTo>
                  <a:pt x="810" y="184"/>
                  <a:pt x="810" y="186"/>
                  <a:pt x="809" y="187"/>
                </a:cubicBezTo>
                <a:cubicBezTo>
                  <a:pt x="807" y="190"/>
                  <a:pt x="808" y="192"/>
                  <a:pt x="810" y="194"/>
                </a:cubicBezTo>
                <a:cubicBezTo>
                  <a:pt x="810" y="194"/>
                  <a:pt x="811" y="196"/>
                  <a:pt x="811" y="197"/>
                </a:cubicBezTo>
                <a:cubicBezTo>
                  <a:pt x="811" y="198"/>
                  <a:pt x="811" y="200"/>
                  <a:pt x="810" y="201"/>
                </a:cubicBezTo>
                <a:cubicBezTo>
                  <a:pt x="809" y="201"/>
                  <a:pt x="809" y="202"/>
                  <a:pt x="810" y="202"/>
                </a:cubicBezTo>
                <a:cubicBezTo>
                  <a:pt x="811" y="202"/>
                  <a:pt x="811" y="202"/>
                  <a:pt x="812" y="203"/>
                </a:cubicBezTo>
                <a:cubicBezTo>
                  <a:pt x="813" y="203"/>
                  <a:pt x="814" y="204"/>
                  <a:pt x="813" y="205"/>
                </a:cubicBezTo>
                <a:cubicBezTo>
                  <a:pt x="813" y="205"/>
                  <a:pt x="813" y="206"/>
                  <a:pt x="812" y="206"/>
                </a:cubicBezTo>
                <a:cubicBezTo>
                  <a:pt x="811" y="208"/>
                  <a:pt x="811" y="209"/>
                  <a:pt x="812" y="210"/>
                </a:cubicBezTo>
                <a:cubicBezTo>
                  <a:pt x="813" y="210"/>
                  <a:pt x="813" y="211"/>
                  <a:pt x="813" y="212"/>
                </a:cubicBezTo>
                <a:cubicBezTo>
                  <a:pt x="812" y="212"/>
                  <a:pt x="811" y="213"/>
                  <a:pt x="812" y="214"/>
                </a:cubicBezTo>
                <a:cubicBezTo>
                  <a:pt x="812" y="215"/>
                  <a:pt x="813" y="216"/>
                  <a:pt x="813" y="217"/>
                </a:cubicBezTo>
                <a:cubicBezTo>
                  <a:pt x="813" y="219"/>
                  <a:pt x="813" y="220"/>
                  <a:pt x="813" y="222"/>
                </a:cubicBezTo>
                <a:cubicBezTo>
                  <a:pt x="814" y="224"/>
                  <a:pt x="813" y="226"/>
                  <a:pt x="813" y="227"/>
                </a:cubicBezTo>
                <a:cubicBezTo>
                  <a:pt x="812" y="227"/>
                  <a:pt x="812" y="228"/>
                  <a:pt x="813" y="229"/>
                </a:cubicBezTo>
                <a:cubicBezTo>
                  <a:pt x="813" y="229"/>
                  <a:pt x="814" y="229"/>
                  <a:pt x="814" y="230"/>
                </a:cubicBezTo>
                <a:cubicBezTo>
                  <a:pt x="815" y="231"/>
                  <a:pt x="815" y="232"/>
                  <a:pt x="813" y="233"/>
                </a:cubicBezTo>
                <a:cubicBezTo>
                  <a:pt x="812" y="233"/>
                  <a:pt x="811" y="233"/>
                  <a:pt x="810" y="234"/>
                </a:cubicBezTo>
                <a:cubicBezTo>
                  <a:pt x="809" y="234"/>
                  <a:pt x="809" y="235"/>
                  <a:pt x="810" y="235"/>
                </a:cubicBezTo>
                <a:cubicBezTo>
                  <a:pt x="810" y="236"/>
                  <a:pt x="813" y="236"/>
                  <a:pt x="810" y="237"/>
                </a:cubicBezTo>
                <a:cubicBezTo>
                  <a:pt x="808" y="238"/>
                  <a:pt x="808" y="240"/>
                  <a:pt x="808" y="242"/>
                </a:cubicBezTo>
                <a:cubicBezTo>
                  <a:pt x="809" y="243"/>
                  <a:pt x="809" y="243"/>
                  <a:pt x="810" y="243"/>
                </a:cubicBezTo>
                <a:cubicBezTo>
                  <a:pt x="810" y="243"/>
                  <a:pt x="810" y="243"/>
                  <a:pt x="810" y="243"/>
                </a:cubicBezTo>
                <a:cubicBezTo>
                  <a:pt x="810" y="242"/>
                  <a:pt x="810" y="242"/>
                  <a:pt x="810" y="242"/>
                </a:cubicBezTo>
                <a:cubicBezTo>
                  <a:pt x="810" y="243"/>
                  <a:pt x="810" y="243"/>
                  <a:pt x="810" y="243"/>
                </a:cubicBezTo>
                <a:cubicBezTo>
                  <a:pt x="810" y="243"/>
                  <a:pt x="810" y="243"/>
                  <a:pt x="810" y="243"/>
                </a:cubicBezTo>
                <a:cubicBezTo>
                  <a:pt x="809" y="243"/>
                  <a:pt x="809" y="244"/>
                  <a:pt x="808" y="244"/>
                </a:cubicBezTo>
                <a:cubicBezTo>
                  <a:pt x="808" y="244"/>
                  <a:pt x="808" y="244"/>
                  <a:pt x="808" y="244"/>
                </a:cubicBezTo>
                <a:cubicBezTo>
                  <a:pt x="808" y="244"/>
                  <a:pt x="808" y="244"/>
                  <a:pt x="808" y="244"/>
                </a:cubicBezTo>
                <a:cubicBezTo>
                  <a:pt x="808" y="244"/>
                  <a:pt x="808" y="244"/>
                  <a:pt x="808" y="244"/>
                </a:cubicBezTo>
                <a:cubicBezTo>
                  <a:pt x="808" y="247"/>
                  <a:pt x="807" y="249"/>
                  <a:pt x="805" y="250"/>
                </a:cubicBezTo>
                <a:cubicBezTo>
                  <a:pt x="804" y="251"/>
                  <a:pt x="805" y="253"/>
                  <a:pt x="806" y="254"/>
                </a:cubicBezTo>
                <a:cubicBezTo>
                  <a:pt x="809" y="258"/>
                  <a:pt x="811" y="258"/>
                  <a:pt x="814" y="255"/>
                </a:cubicBezTo>
                <a:cubicBezTo>
                  <a:pt x="815" y="254"/>
                  <a:pt x="815" y="253"/>
                  <a:pt x="816" y="253"/>
                </a:cubicBezTo>
                <a:cubicBezTo>
                  <a:pt x="817" y="252"/>
                  <a:pt x="818" y="252"/>
                  <a:pt x="819" y="252"/>
                </a:cubicBezTo>
                <a:cubicBezTo>
                  <a:pt x="819" y="252"/>
                  <a:pt x="820" y="253"/>
                  <a:pt x="820" y="253"/>
                </a:cubicBezTo>
                <a:cubicBezTo>
                  <a:pt x="820" y="253"/>
                  <a:pt x="820" y="253"/>
                  <a:pt x="820" y="253"/>
                </a:cubicBezTo>
                <a:cubicBezTo>
                  <a:pt x="820" y="253"/>
                  <a:pt x="820" y="253"/>
                  <a:pt x="820" y="253"/>
                </a:cubicBezTo>
                <a:cubicBezTo>
                  <a:pt x="820" y="253"/>
                  <a:pt x="820" y="253"/>
                  <a:pt x="820" y="253"/>
                </a:cubicBezTo>
                <a:cubicBezTo>
                  <a:pt x="821" y="253"/>
                  <a:pt x="821" y="253"/>
                  <a:pt x="822" y="254"/>
                </a:cubicBezTo>
                <a:cubicBezTo>
                  <a:pt x="822" y="255"/>
                  <a:pt x="821" y="255"/>
                  <a:pt x="820" y="255"/>
                </a:cubicBezTo>
                <a:cubicBezTo>
                  <a:pt x="819" y="256"/>
                  <a:pt x="818" y="258"/>
                  <a:pt x="818" y="259"/>
                </a:cubicBezTo>
                <a:cubicBezTo>
                  <a:pt x="817" y="260"/>
                  <a:pt x="817" y="261"/>
                  <a:pt x="818" y="261"/>
                </a:cubicBezTo>
                <a:cubicBezTo>
                  <a:pt x="819" y="261"/>
                  <a:pt x="820" y="262"/>
                  <a:pt x="820" y="262"/>
                </a:cubicBezTo>
                <a:cubicBezTo>
                  <a:pt x="821" y="263"/>
                  <a:pt x="822" y="264"/>
                  <a:pt x="821" y="265"/>
                </a:cubicBezTo>
                <a:cubicBezTo>
                  <a:pt x="821" y="266"/>
                  <a:pt x="820" y="266"/>
                  <a:pt x="820" y="267"/>
                </a:cubicBezTo>
                <a:cubicBezTo>
                  <a:pt x="820" y="267"/>
                  <a:pt x="820" y="267"/>
                  <a:pt x="820" y="267"/>
                </a:cubicBezTo>
                <a:cubicBezTo>
                  <a:pt x="820" y="267"/>
                  <a:pt x="820" y="267"/>
                  <a:pt x="820" y="267"/>
                </a:cubicBezTo>
                <a:cubicBezTo>
                  <a:pt x="822" y="267"/>
                  <a:pt x="824" y="269"/>
                  <a:pt x="824" y="271"/>
                </a:cubicBezTo>
                <a:cubicBezTo>
                  <a:pt x="824" y="271"/>
                  <a:pt x="824" y="271"/>
                  <a:pt x="824" y="271"/>
                </a:cubicBezTo>
                <a:cubicBezTo>
                  <a:pt x="823" y="271"/>
                  <a:pt x="823" y="271"/>
                  <a:pt x="823" y="271"/>
                </a:cubicBezTo>
                <a:cubicBezTo>
                  <a:pt x="822" y="270"/>
                  <a:pt x="821" y="269"/>
                  <a:pt x="820" y="267"/>
                </a:cubicBezTo>
                <a:cubicBezTo>
                  <a:pt x="820" y="267"/>
                  <a:pt x="820" y="267"/>
                  <a:pt x="820" y="267"/>
                </a:cubicBezTo>
                <a:cubicBezTo>
                  <a:pt x="820" y="267"/>
                  <a:pt x="820" y="267"/>
                  <a:pt x="820" y="267"/>
                </a:cubicBezTo>
                <a:cubicBezTo>
                  <a:pt x="818" y="267"/>
                  <a:pt x="816" y="266"/>
                  <a:pt x="814" y="265"/>
                </a:cubicBezTo>
                <a:cubicBezTo>
                  <a:pt x="812" y="265"/>
                  <a:pt x="811" y="265"/>
                  <a:pt x="809" y="264"/>
                </a:cubicBezTo>
                <a:cubicBezTo>
                  <a:pt x="808" y="264"/>
                  <a:pt x="806" y="266"/>
                  <a:pt x="806" y="268"/>
                </a:cubicBezTo>
                <a:cubicBezTo>
                  <a:pt x="806" y="268"/>
                  <a:pt x="806" y="268"/>
                  <a:pt x="806" y="268"/>
                </a:cubicBezTo>
                <a:cubicBezTo>
                  <a:pt x="807" y="269"/>
                  <a:pt x="807" y="270"/>
                  <a:pt x="807" y="271"/>
                </a:cubicBezTo>
                <a:cubicBezTo>
                  <a:pt x="806" y="272"/>
                  <a:pt x="805" y="272"/>
                  <a:pt x="805" y="272"/>
                </a:cubicBezTo>
                <a:cubicBezTo>
                  <a:pt x="803" y="273"/>
                  <a:pt x="803" y="274"/>
                  <a:pt x="802" y="275"/>
                </a:cubicBezTo>
                <a:cubicBezTo>
                  <a:pt x="802" y="276"/>
                  <a:pt x="801" y="278"/>
                  <a:pt x="802" y="280"/>
                </a:cubicBezTo>
                <a:cubicBezTo>
                  <a:pt x="802" y="283"/>
                  <a:pt x="803" y="286"/>
                  <a:pt x="806" y="288"/>
                </a:cubicBezTo>
                <a:cubicBezTo>
                  <a:pt x="806" y="288"/>
                  <a:pt x="806" y="288"/>
                  <a:pt x="807" y="288"/>
                </a:cubicBezTo>
                <a:cubicBezTo>
                  <a:pt x="810" y="289"/>
                  <a:pt x="813" y="288"/>
                  <a:pt x="816" y="287"/>
                </a:cubicBezTo>
                <a:cubicBezTo>
                  <a:pt x="817" y="286"/>
                  <a:pt x="818" y="284"/>
                  <a:pt x="817" y="282"/>
                </a:cubicBezTo>
                <a:cubicBezTo>
                  <a:pt x="817" y="282"/>
                  <a:pt x="816" y="281"/>
                  <a:pt x="815" y="280"/>
                </a:cubicBezTo>
                <a:cubicBezTo>
                  <a:pt x="814" y="279"/>
                  <a:pt x="814" y="278"/>
                  <a:pt x="813" y="276"/>
                </a:cubicBezTo>
                <a:cubicBezTo>
                  <a:pt x="813" y="276"/>
                  <a:pt x="813" y="276"/>
                  <a:pt x="813" y="276"/>
                </a:cubicBezTo>
                <a:cubicBezTo>
                  <a:pt x="813" y="275"/>
                  <a:pt x="813" y="275"/>
                  <a:pt x="813" y="275"/>
                </a:cubicBezTo>
                <a:cubicBezTo>
                  <a:pt x="813" y="276"/>
                  <a:pt x="813" y="276"/>
                  <a:pt x="813" y="276"/>
                </a:cubicBezTo>
                <a:cubicBezTo>
                  <a:pt x="813" y="276"/>
                  <a:pt x="813" y="276"/>
                  <a:pt x="813" y="276"/>
                </a:cubicBezTo>
                <a:cubicBezTo>
                  <a:pt x="817" y="278"/>
                  <a:pt x="821" y="280"/>
                  <a:pt x="825" y="280"/>
                </a:cubicBezTo>
                <a:cubicBezTo>
                  <a:pt x="826" y="280"/>
                  <a:pt x="827" y="282"/>
                  <a:pt x="826" y="282"/>
                </a:cubicBezTo>
                <a:cubicBezTo>
                  <a:pt x="825" y="283"/>
                  <a:pt x="825" y="284"/>
                  <a:pt x="824" y="285"/>
                </a:cubicBezTo>
                <a:cubicBezTo>
                  <a:pt x="824" y="285"/>
                  <a:pt x="824" y="284"/>
                  <a:pt x="824" y="284"/>
                </a:cubicBezTo>
                <a:cubicBezTo>
                  <a:pt x="824" y="285"/>
                  <a:pt x="824" y="285"/>
                  <a:pt x="824" y="285"/>
                </a:cubicBezTo>
                <a:cubicBezTo>
                  <a:pt x="824" y="285"/>
                  <a:pt x="824" y="285"/>
                  <a:pt x="824" y="285"/>
                </a:cubicBezTo>
                <a:cubicBezTo>
                  <a:pt x="823" y="286"/>
                  <a:pt x="823" y="287"/>
                  <a:pt x="822" y="288"/>
                </a:cubicBezTo>
                <a:cubicBezTo>
                  <a:pt x="822" y="289"/>
                  <a:pt x="822" y="289"/>
                  <a:pt x="822" y="290"/>
                </a:cubicBezTo>
                <a:cubicBezTo>
                  <a:pt x="823" y="292"/>
                  <a:pt x="823" y="292"/>
                  <a:pt x="821" y="292"/>
                </a:cubicBezTo>
                <a:cubicBezTo>
                  <a:pt x="820" y="292"/>
                  <a:pt x="819" y="292"/>
                  <a:pt x="819" y="293"/>
                </a:cubicBezTo>
                <a:cubicBezTo>
                  <a:pt x="818" y="297"/>
                  <a:pt x="816" y="299"/>
                  <a:pt x="812" y="298"/>
                </a:cubicBezTo>
                <a:cubicBezTo>
                  <a:pt x="811" y="298"/>
                  <a:pt x="810" y="298"/>
                  <a:pt x="808" y="299"/>
                </a:cubicBezTo>
                <a:cubicBezTo>
                  <a:pt x="808" y="300"/>
                  <a:pt x="809" y="302"/>
                  <a:pt x="809" y="304"/>
                </a:cubicBezTo>
                <a:cubicBezTo>
                  <a:pt x="810" y="304"/>
                  <a:pt x="810" y="304"/>
                  <a:pt x="810" y="304"/>
                </a:cubicBezTo>
                <a:cubicBezTo>
                  <a:pt x="810" y="304"/>
                  <a:pt x="810" y="304"/>
                  <a:pt x="810" y="304"/>
                </a:cubicBezTo>
                <a:cubicBezTo>
                  <a:pt x="810" y="304"/>
                  <a:pt x="810" y="304"/>
                  <a:pt x="810" y="304"/>
                </a:cubicBezTo>
                <a:cubicBezTo>
                  <a:pt x="809" y="304"/>
                  <a:pt x="809" y="304"/>
                  <a:pt x="809" y="304"/>
                </a:cubicBezTo>
                <a:cubicBezTo>
                  <a:pt x="809" y="304"/>
                  <a:pt x="808" y="303"/>
                  <a:pt x="807" y="303"/>
                </a:cubicBezTo>
                <a:cubicBezTo>
                  <a:pt x="805" y="303"/>
                  <a:pt x="805" y="303"/>
                  <a:pt x="805" y="305"/>
                </a:cubicBezTo>
                <a:cubicBezTo>
                  <a:pt x="804" y="305"/>
                  <a:pt x="804" y="306"/>
                  <a:pt x="804" y="307"/>
                </a:cubicBezTo>
                <a:cubicBezTo>
                  <a:pt x="802" y="308"/>
                  <a:pt x="801" y="309"/>
                  <a:pt x="800" y="311"/>
                </a:cubicBezTo>
                <a:cubicBezTo>
                  <a:pt x="800" y="312"/>
                  <a:pt x="799" y="314"/>
                  <a:pt x="799" y="315"/>
                </a:cubicBezTo>
                <a:cubicBezTo>
                  <a:pt x="798" y="316"/>
                  <a:pt x="798" y="318"/>
                  <a:pt x="798" y="319"/>
                </a:cubicBezTo>
                <a:cubicBezTo>
                  <a:pt x="798" y="320"/>
                  <a:pt x="798" y="321"/>
                  <a:pt x="799" y="322"/>
                </a:cubicBezTo>
                <a:cubicBezTo>
                  <a:pt x="799" y="322"/>
                  <a:pt x="800" y="323"/>
                  <a:pt x="801" y="323"/>
                </a:cubicBezTo>
                <a:cubicBezTo>
                  <a:pt x="801" y="323"/>
                  <a:pt x="801" y="323"/>
                  <a:pt x="801" y="323"/>
                </a:cubicBezTo>
                <a:cubicBezTo>
                  <a:pt x="801" y="323"/>
                  <a:pt x="801" y="323"/>
                  <a:pt x="801" y="323"/>
                </a:cubicBezTo>
                <a:cubicBezTo>
                  <a:pt x="802" y="323"/>
                  <a:pt x="802" y="322"/>
                  <a:pt x="802" y="322"/>
                </a:cubicBezTo>
                <a:cubicBezTo>
                  <a:pt x="802" y="322"/>
                  <a:pt x="802" y="322"/>
                  <a:pt x="803" y="322"/>
                </a:cubicBezTo>
                <a:cubicBezTo>
                  <a:pt x="802" y="323"/>
                  <a:pt x="802" y="323"/>
                  <a:pt x="801" y="323"/>
                </a:cubicBezTo>
                <a:cubicBezTo>
                  <a:pt x="801" y="323"/>
                  <a:pt x="801" y="323"/>
                  <a:pt x="801" y="323"/>
                </a:cubicBezTo>
                <a:cubicBezTo>
                  <a:pt x="801" y="323"/>
                  <a:pt x="801" y="323"/>
                  <a:pt x="801" y="323"/>
                </a:cubicBezTo>
                <a:cubicBezTo>
                  <a:pt x="799" y="324"/>
                  <a:pt x="798" y="325"/>
                  <a:pt x="797" y="327"/>
                </a:cubicBezTo>
                <a:cubicBezTo>
                  <a:pt x="796" y="328"/>
                  <a:pt x="795" y="330"/>
                  <a:pt x="797" y="332"/>
                </a:cubicBezTo>
                <a:cubicBezTo>
                  <a:pt x="798" y="333"/>
                  <a:pt x="798" y="335"/>
                  <a:pt x="798" y="336"/>
                </a:cubicBezTo>
                <a:cubicBezTo>
                  <a:pt x="798" y="337"/>
                  <a:pt x="798" y="339"/>
                  <a:pt x="799" y="340"/>
                </a:cubicBezTo>
                <a:cubicBezTo>
                  <a:pt x="800" y="343"/>
                  <a:pt x="801" y="347"/>
                  <a:pt x="800" y="352"/>
                </a:cubicBezTo>
                <a:cubicBezTo>
                  <a:pt x="800" y="352"/>
                  <a:pt x="800" y="353"/>
                  <a:pt x="800" y="353"/>
                </a:cubicBezTo>
                <a:cubicBezTo>
                  <a:pt x="800" y="354"/>
                  <a:pt x="801" y="355"/>
                  <a:pt x="802" y="355"/>
                </a:cubicBezTo>
                <a:cubicBezTo>
                  <a:pt x="804" y="354"/>
                  <a:pt x="806" y="354"/>
                  <a:pt x="808" y="353"/>
                </a:cubicBezTo>
                <a:cubicBezTo>
                  <a:pt x="808" y="353"/>
                  <a:pt x="808" y="353"/>
                  <a:pt x="808" y="353"/>
                </a:cubicBezTo>
                <a:cubicBezTo>
                  <a:pt x="808" y="353"/>
                  <a:pt x="808" y="353"/>
                  <a:pt x="808" y="353"/>
                </a:cubicBezTo>
                <a:cubicBezTo>
                  <a:pt x="809" y="352"/>
                  <a:pt x="809" y="352"/>
                  <a:pt x="809" y="352"/>
                </a:cubicBezTo>
                <a:cubicBezTo>
                  <a:pt x="809" y="353"/>
                  <a:pt x="809" y="353"/>
                  <a:pt x="808" y="353"/>
                </a:cubicBezTo>
                <a:cubicBezTo>
                  <a:pt x="808" y="353"/>
                  <a:pt x="808" y="353"/>
                  <a:pt x="808" y="353"/>
                </a:cubicBezTo>
                <a:cubicBezTo>
                  <a:pt x="808" y="353"/>
                  <a:pt x="808" y="353"/>
                  <a:pt x="808" y="353"/>
                </a:cubicBezTo>
                <a:cubicBezTo>
                  <a:pt x="807" y="355"/>
                  <a:pt x="805" y="356"/>
                  <a:pt x="804" y="357"/>
                </a:cubicBezTo>
                <a:cubicBezTo>
                  <a:pt x="802" y="358"/>
                  <a:pt x="801" y="360"/>
                  <a:pt x="802" y="362"/>
                </a:cubicBezTo>
                <a:cubicBezTo>
                  <a:pt x="802" y="365"/>
                  <a:pt x="803" y="368"/>
                  <a:pt x="805" y="371"/>
                </a:cubicBezTo>
                <a:cubicBezTo>
                  <a:pt x="805" y="370"/>
                  <a:pt x="805" y="370"/>
                  <a:pt x="805" y="370"/>
                </a:cubicBezTo>
                <a:cubicBezTo>
                  <a:pt x="805" y="371"/>
                  <a:pt x="805" y="371"/>
                  <a:pt x="805" y="371"/>
                </a:cubicBezTo>
                <a:cubicBezTo>
                  <a:pt x="805" y="371"/>
                  <a:pt x="805" y="371"/>
                  <a:pt x="805" y="371"/>
                </a:cubicBezTo>
                <a:cubicBezTo>
                  <a:pt x="804" y="371"/>
                  <a:pt x="804" y="371"/>
                  <a:pt x="804" y="371"/>
                </a:cubicBezTo>
                <a:cubicBezTo>
                  <a:pt x="805" y="371"/>
                  <a:pt x="805" y="372"/>
                  <a:pt x="806" y="373"/>
                </a:cubicBezTo>
                <a:cubicBezTo>
                  <a:pt x="807" y="374"/>
                  <a:pt x="808" y="375"/>
                  <a:pt x="807" y="376"/>
                </a:cubicBezTo>
                <a:cubicBezTo>
                  <a:pt x="807" y="377"/>
                  <a:pt x="806" y="378"/>
                  <a:pt x="807" y="379"/>
                </a:cubicBezTo>
                <a:cubicBezTo>
                  <a:pt x="809" y="381"/>
                  <a:pt x="809" y="383"/>
                  <a:pt x="810" y="385"/>
                </a:cubicBezTo>
                <a:cubicBezTo>
                  <a:pt x="810" y="387"/>
                  <a:pt x="810" y="388"/>
                  <a:pt x="810" y="389"/>
                </a:cubicBezTo>
                <a:cubicBezTo>
                  <a:pt x="809" y="390"/>
                  <a:pt x="809" y="391"/>
                  <a:pt x="809" y="391"/>
                </a:cubicBezTo>
                <a:cubicBezTo>
                  <a:pt x="811" y="392"/>
                  <a:pt x="812" y="394"/>
                  <a:pt x="813" y="395"/>
                </a:cubicBezTo>
                <a:cubicBezTo>
                  <a:pt x="816" y="395"/>
                  <a:pt x="817" y="397"/>
                  <a:pt x="817" y="399"/>
                </a:cubicBezTo>
                <a:cubicBezTo>
                  <a:pt x="817" y="400"/>
                  <a:pt x="818" y="400"/>
                  <a:pt x="818" y="400"/>
                </a:cubicBezTo>
                <a:cubicBezTo>
                  <a:pt x="820" y="400"/>
                  <a:pt x="821" y="399"/>
                  <a:pt x="823" y="399"/>
                </a:cubicBezTo>
                <a:cubicBezTo>
                  <a:pt x="824" y="399"/>
                  <a:pt x="825" y="398"/>
                  <a:pt x="826" y="398"/>
                </a:cubicBezTo>
                <a:cubicBezTo>
                  <a:pt x="827" y="398"/>
                  <a:pt x="829" y="398"/>
                  <a:pt x="829" y="400"/>
                </a:cubicBezTo>
                <a:cubicBezTo>
                  <a:pt x="829" y="402"/>
                  <a:pt x="830" y="404"/>
                  <a:pt x="832" y="406"/>
                </a:cubicBezTo>
                <a:cubicBezTo>
                  <a:pt x="832" y="406"/>
                  <a:pt x="832" y="408"/>
                  <a:pt x="833" y="408"/>
                </a:cubicBezTo>
                <a:cubicBezTo>
                  <a:pt x="834" y="409"/>
                  <a:pt x="834" y="410"/>
                  <a:pt x="835" y="409"/>
                </a:cubicBezTo>
                <a:cubicBezTo>
                  <a:pt x="837" y="409"/>
                  <a:pt x="839" y="410"/>
                  <a:pt x="841" y="411"/>
                </a:cubicBezTo>
                <a:cubicBezTo>
                  <a:pt x="842" y="411"/>
                  <a:pt x="844" y="410"/>
                  <a:pt x="845" y="409"/>
                </a:cubicBezTo>
                <a:cubicBezTo>
                  <a:pt x="846" y="405"/>
                  <a:pt x="846" y="401"/>
                  <a:pt x="848" y="398"/>
                </a:cubicBezTo>
                <a:cubicBezTo>
                  <a:pt x="849" y="396"/>
                  <a:pt x="850" y="393"/>
                  <a:pt x="852" y="391"/>
                </a:cubicBezTo>
                <a:cubicBezTo>
                  <a:pt x="853" y="390"/>
                  <a:pt x="854" y="388"/>
                  <a:pt x="854" y="386"/>
                </a:cubicBezTo>
                <a:cubicBezTo>
                  <a:pt x="854" y="384"/>
                  <a:pt x="855" y="383"/>
                  <a:pt x="855" y="381"/>
                </a:cubicBezTo>
                <a:cubicBezTo>
                  <a:pt x="855" y="381"/>
                  <a:pt x="855" y="381"/>
                  <a:pt x="855" y="381"/>
                </a:cubicBezTo>
                <a:cubicBezTo>
                  <a:pt x="855" y="381"/>
                  <a:pt x="855" y="381"/>
                  <a:pt x="855" y="381"/>
                </a:cubicBezTo>
                <a:cubicBezTo>
                  <a:pt x="855" y="381"/>
                  <a:pt x="854" y="381"/>
                  <a:pt x="854" y="380"/>
                </a:cubicBezTo>
                <a:cubicBezTo>
                  <a:pt x="854" y="380"/>
                  <a:pt x="854" y="380"/>
                  <a:pt x="854" y="380"/>
                </a:cubicBezTo>
                <a:cubicBezTo>
                  <a:pt x="854" y="379"/>
                  <a:pt x="854" y="379"/>
                  <a:pt x="855" y="380"/>
                </a:cubicBezTo>
                <a:cubicBezTo>
                  <a:pt x="855" y="380"/>
                  <a:pt x="855" y="380"/>
                  <a:pt x="855" y="381"/>
                </a:cubicBezTo>
                <a:cubicBezTo>
                  <a:pt x="855" y="381"/>
                  <a:pt x="855" y="381"/>
                  <a:pt x="855" y="381"/>
                </a:cubicBezTo>
                <a:cubicBezTo>
                  <a:pt x="855" y="381"/>
                  <a:pt x="855" y="381"/>
                  <a:pt x="855" y="381"/>
                </a:cubicBezTo>
                <a:cubicBezTo>
                  <a:pt x="857" y="380"/>
                  <a:pt x="858" y="379"/>
                  <a:pt x="859" y="378"/>
                </a:cubicBezTo>
                <a:cubicBezTo>
                  <a:pt x="860" y="375"/>
                  <a:pt x="862" y="372"/>
                  <a:pt x="865" y="370"/>
                </a:cubicBezTo>
                <a:cubicBezTo>
                  <a:pt x="867" y="368"/>
                  <a:pt x="868" y="365"/>
                  <a:pt x="867" y="361"/>
                </a:cubicBezTo>
                <a:cubicBezTo>
                  <a:pt x="866" y="360"/>
                  <a:pt x="867" y="359"/>
                  <a:pt x="868" y="359"/>
                </a:cubicBezTo>
                <a:cubicBezTo>
                  <a:pt x="869" y="358"/>
                  <a:pt x="869" y="358"/>
                  <a:pt x="870" y="358"/>
                </a:cubicBezTo>
                <a:cubicBezTo>
                  <a:pt x="870" y="357"/>
                  <a:pt x="870" y="356"/>
                  <a:pt x="870" y="355"/>
                </a:cubicBezTo>
                <a:cubicBezTo>
                  <a:pt x="870" y="355"/>
                  <a:pt x="870" y="354"/>
                  <a:pt x="870" y="354"/>
                </a:cubicBezTo>
                <a:cubicBezTo>
                  <a:pt x="869" y="352"/>
                  <a:pt x="869" y="352"/>
                  <a:pt x="871" y="351"/>
                </a:cubicBezTo>
                <a:cubicBezTo>
                  <a:pt x="873" y="351"/>
                  <a:pt x="874" y="351"/>
                  <a:pt x="874" y="349"/>
                </a:cubicBezTo>
                <a:cubicBezTo>
                  <a:pt x="875" y="347"/>
                  <a:pt x="877" y="346"/>
                  <a:pt x="879" y="346"/>
                </a:cubicBezTo>
                <a:cubicBezTo>
                  <a:pt x="882" y="347"/>
                  <a:pt x="885" y="345"/>
                  <a:pt x="889" y="346"/>
                </a:cubicBezTo>
                <a:cubicBezTo>
                  <a:pt x="890" y="346"/>
                  <a:pt x="890" y="345"/>
                  <a:pt x="891" y="345"/>
                </a:cubicBezTo>
                <a:cubicBezTo>
                  <a:pt x="891" y="344"/>
                  <a:pt x="892" y="343"/>
                  <a:pt x="893" y="343"/>
                </a:cubicBezTo>
                <a:cubicBezTo>
                  <a:pt x="897" y="343"/>
                  <a:pt x="901" y="341"/>
                  <a:pt x="905" y="338"/>
                </a:cubicBezTo>
                <a:cubicBezTo>
                  <a:pt x="905" y="338"/>
                  <a:pt x="906" y="338"/>
                  <a:pt x="906" y="338"/>
                </a:cubicBezTo>
                <a:cubicBezTo>
                  <a:pt x="909" y="337"/>
                  <a:pt x="911" y="335"/>
                  <a:pt x="912" y="333"/>
                </a:cubicBezTo>
                <a:cubicBezTo>
                  <a:pt x="914" y="329"/>
                  <a:pt x="917" y="327"/>
                  <a:pt x="919" y="324"/>
                </a:cubicBezTo>
                <a:cubicBezTo>
                  <a:pt x="921" y="320"/>
                  <a:pt x="925" y="320"/>
                  <a:pt x="928" y="316"/>
                </a:cubicBezTo>
                <a:cubicBezTo>
                  <a:pt x="930" y="315"/>
                  <a:pt x="932" y="316"/>
                  <a:pt x="934" y="316"/>
                </a:cubicBezTo>
                <a:cubicBezTo>
                  <a:pt x="935" y="316"/>
                  <a:pt x="936" y="315"/>
                  <a:pt x="937" y="315"/>
                </a:cubicBezTo>
                <a:cubicBezTo>
                  <a:pt x="938" y="315"/>
                  <a:pt x="939" y="314"/>
                  <a:pt x="939" y="314"/>
                </a:cubicBezTo>
                <a:cubicBezTo>
                  <a:pt x="941" y="315"/>
                  <a:pt x="943" y="315"/>
                  <a:pt x="944" y="314"/>
                </a:cubicBezTo>
                <a:cubicBezTo>
                  <a:pt x="947" y="312"/>
                  <a:pt x="950" y="312"/>
                  <a:pt x="954" y="311"/>
                </a:cubicBezTo>
                <a:cubicBezTo>
                  <a:pt x="959" y="310"/>
                  <a:pt x="964" y="308"/>
                  <a:pt x="968" y="305"/>
                </a:cubicBezTo>
                <a:cubicBezTo>
                  <a:pt x="973" y="301"/>
                  <a:pt x="979" y="297"/>
                  <a:pt x="985" y="293"/>
                </a:cubicBezTo>
                <a:close/>
                <a:moveTo>
                  <a:pt x="1024" y="116"/>
                </a:moveTo>
                <a:cubicBezTo>
                  <a:pt x="1024" y="116"/>
                  <a:pt x="1025" y="116"/>
                  <a:pt x="1025" y="116"/>
                </a:cubicBezTo>
                <a:cubicBezTo>
                  <a:pt x="1025" y="116"/>
                  <a:pt x="1026" y="116"/>
                  <a:pt x="1026" y="117"/>
                </a:cubicBezTo>
                <a:cubicBezTo>
                  <a:pt x="1026" y="117"/>
                  <a:pt x="1026" y="118"/>
                  <a:pt x="1025" y="118"/>
                </a:cubicBezTo>
                <a:cubicBezTo>
                  <a:pt x="1025" y="118"/>
                  <a:pt x="1024" y="117"/>
                  <a:pt x="1024" y="117"/>
                </a:cubicBezTo>
                <a:cubicBezTo>
                  <a:pt x="1024" y="117"/>
                  <a:pt x="1024" y="117"/>
                  <a:pt x="1024" y="116"/>
                </a:cubicBezTo>
                <a:close/>
                <a:moveTo>
                  <a:pt x="1018" y="119"/>
                </a:moveTo>
                <a:cubicBezTo>
                  <a:pt x="1018" y="119"/>
                  <a:pt x="1019" y="118"/>
                  <a:pt x="1019" y="118"/>
                </a:cubicBezTo>
                <a:cubicBezTo>
                  <a:pt x="1019" y="118"/>
                  <a:pt x="1020" y="118"/>
                  <a:pt x="1020" y="118"/>
                </a:cubicBezTo>
                <a:cubicBezTo>
                  <a:pt x="1021" y="119"/>
                  <a:pt x="1021" y="119"/>
                  <a:pt x="1020" y="120"/>
                </a:cubicBezTo>
                <a:cubicBezTo>
                  <a:pt x="1020" y="120"/>
                  <a:pt x="1019" y="121"/>
                  <a:pt x="1019" y="121"/>
                </a:cubicBezTo>
                <a:cubicBezTo>
                  <a:pt x="1018" y="121"/>
                  <a:pt x="1018" y="120"/>
                  <a:pt x="1018" y="119"/>
                </a:cubicBezTo>
                <a:close/>
                <a:moveTo>
                  <a:pt x="887" y="342"/>
                </a:moveTo>
                <a:cubicBezTo>
                  <a:pt x="887" y="342"/>
                  <a:pt x="887" y="342"/>
                  <a:pt x="886" y="342"/>
                </a:cubicBezTo>
                <a:cubicBezTo>
                  <a:pt x="887" y="341"/>
                  <a:pt x="887" y="341"/>
                  <a:pt x="887" y="341"/>
                </a:cubicBezTo>
                <a:cubicBezTo>
                  <a:pt x="887" y="341"/>
                  <a:pt x="887" y="341"/>
                  <a:pt x="888" y="342"/>
                </a:cubicBezTo>
                <a:cubicBezTo>
                  <a:pt x="887" y="342"/>
                  <a:pt x="887" y="342"/>
                  <a:pt x="887" y="342"/>
                </a:cubicBezTo>
                <a:close/>
                <a:moveTo>
                  <a:pt x="932" y="43"/>
                </a:moveTo>
                <a:cubicBezTo>
                  <a:pt x="932" y="43"/>
                  <a:pt x="932" y="42"/>
                  <a:pt x="932" y="43"/>
                </a:cubicBezTo>
                <a:cubicBezTo>
                  <a:pt x="932" y="43"/>
                  <a:pt x="933" y="43"/>
                  <a:pt x="933" y="43"/>
                </a:cubicBezTo>
                <a:cubicBezTo>
                  <a:pt x="933" y="43"/>
                  <a:pt x="932" y="43"/>
                  <a:pt x="932" y="43"/>
                </a:cubicBezTo>
                <a:close/>
                <a:moveTo>
                  <a:pt x="935" y="46"/>
                </a:moveTo>
                <a:cubicBezTo>
                  <a:pt x="934" y="46"/>
                  <a:pt x="934" y="45"/>
                  <a:pt x="934" y="45"/>
                </a:cubicBezTo>
                <a:cubicBezTo>
                  <a:pt x="934" y="45"/>
                  <a:pt x="934" y="45"/>
                  <a:pt x="934" y="45"/>
                </a:cubicBezTo>
                <a:cubicBezTo>
                  <a:pt x="934" y="44"/>
                  <a:pt x="934" y="44"/>
                  <a:pt x="934" y="44"/>
                </a:cubicBezTo>
                <a:cubicBezTo>
                  <a:pt x="934" y="44"/>
                  <a:pt x="934" y="44"/>
                  <a:pt x="934" y="45"/>
                </a:cubicBezTo>
                <a:cubicBezTo>
                  <a:pt x="934" y="45"/>
                  <a:pt x="934" y="45"/>
                  <a:pt x="934" y="45"/>
                </a:cubicBezTo>
                <a:cubicBezTo>
                  <a:pt x="935" y="45"/>
                  <a:pt x="935" y="45"/>
                  <a:pt x="935" y="46"/>
                </a:cubicBezTo>
                <a:cubicBezTo>
                  <a:pt x="935" y="46"/>
                  <a:pt x="935" y="46"/>
                  <a:pt x="935" y="46"/>
                </a:cubicBezTo>
                <a:close/>
                <a:moveTo>
                  <a:pt x="958" y="280"/>
                </a:moveTo>
                <a:cubicBezTo>
                  <a:pt x="958" y="279"/>
                  <a:pt x="958" y="279"/>
                  <a:pt x="958" y="279"/>
                </a:cubicBezTo>
                <a:cubicBezTo>
                  <a:pt x="958" y="279"/>
                  <a:pt x="958" y="279"/>
                  <a:pt x="958" y="279"/>
                </a:cubicBezTo>
                <a:lnTo>
                  <a:pt x="958" y="280"/>
                </a:lnTo>
                <a:close/>
                <a:moveTo>
                  <a:pt x="960" y="265"/>
                </a:moveTo>
                <a:cubicBezTo>
                  <a:pt x="960" y="265"/>
                  <a:pt x="960" y="265"/>
                  <a:pt x="960" y="265"/>
                </a:cubicBezTo>
                <a:cubicBezTo>
                  <a:pt x="961" y="265"/>
                  <a:pt x="961" y="265"/>
                  <a:pt x="961" y="265"/>
                </a:cubicBezTo>
                <a:cubicBezTo>
                  <a:pt x="961" y="266"/>
                  <a:pt x="961" y="266"/>
                  <a:pt x="961" y="266"/>
                </a:cubicBezTo>
                <a:lnTo>
                  <a:pt x="960" y="265"/>
                </a:lnTo>
                <a:close/>
                <a:moveTo>
                  <a:pt x="808" y="242"/>
                </a:moveTo>
                <a:cubicBezTo>
                  <a:pt x="808" y="242"/>
                  <a:pt x="808" y="242"/>
                  <a:pt x="808" y="242"/>
                </a:cubicBezTo>
                <a:cubicBezTo>
                  <a:pt x="808" y="243"/>
                  <a:pt x="808" y="243"/>
                  <a:pt x="808" y="243"/>
                </a:cubicBezTo>
                <a:cubicBezTo>
                  <a:pt x="808" y="243"/>
                  <a:pt x="808" y="243"/>
                  <a:pt x="808" y="243"/>
                </a:cubicBezTo>
                <a:cubicBezTo>
                  <a:pt x="808" y="243"/>
                  <a:pt x="808" y="242"/>
                  <a:pt x="808" y="242"/>
                </a:cubicBezTo>
                <a:close/>
                <a:moveTo>
                  <a:pt x="1004" y="192"/>
                </a:moveTo>
                <a:cubicBezTo>
                  <a:pt x="1004" y="192"/>
                  <a:pt x="1004" y="192"/>
                  <a:pt x="1004" y="192"/>
                </a:cubicBezTo>
                <a:cubicBezTo>
                  <a:pt x="1004" y="192"/>
                  <a:pt x="1004" y="192"/>
                  <a:pt x="1004" y="191"/>
                </a:cubicBezTo>
                <a:cubicBezTo>
                  <a:pt x="1004" y="192"/>
                  <a:pt x="1004" y="192"/>
                  <a:pt x="1004" y="192"/>
                </a:cubicBezTo>
                <a:cubicBezTo>
                  <a:pt x="1004" y="192"/>
                  <a:pt x="1004" y="192"/>
                  <a:pt x="1004" y="192"/>
                </a:cubicBezTo>
                <a:close/>
                <a:moveTo>
                  <a:pt x="1923" y="1126"/>
                </a:moveTo>
                <a:cubicBezTo>
                  <a:pt x="1923" y="1126"/>
                  <a:pt x="1923" y="1126"/>
                  <a:pt x="1923" y="1126"/>
                </a:cubicBezTo>
                <a:cubicBezTo>
                  <a:pt x="1922" y="1126"/>
                  <a:pt x="1922" y="1126"/>
                  <a:pt x="1922" y="1126"/>
                </a:cubicBezTo>
                <a:cubicBezTo>
                  <a:pt x="1922" y="1126"/>
                  <a:pt x="1922" y="1126"/>
                  <a:pt x="1922" y="1126"/>
                </a:cubicBezTo>
                <a:cubicBezTo>
                  <a:pt x="1922" y="1126"/>
                  <a:pt x="1922" y="1126"/>
                  <a:pt x="1923" y="1126"/>
                </a:cubicBezTo>
                <a:close/>
                <a:moveTo>
                  <a:pt x="2208" y="1121"/>
                </a:moveTo>
                <a:cubicBezTo>
                  <a:pt x="2205" y="1123"/>
                  <a:pt x="2205" y="1123"/>
                  <a:pt x="2204" y="1121"/>
                </a:cubicBezTo>
                <a:cubicBezTo>
                  <a:pt x="2203" y="1120"/>
                  <a:pt x="2203" y="1120"/>
                  <a:pt x="2203" y="1119"/>
                </a:cubicBezTo>
                <a:cubicBezTo>
                  <a:pt x="2201" y="1117"/>
                  <a:pt x="2201" y="1114"/>
                  <a:pt x="2198" y="1112"/>
                </a:cubicBezTo>
                <a:cubicBezTo>
                  <a:pt x="2197" y="1109"/>
                  <a:pt x="2193" y="1106"/>
                  <a:pt x="2194" y="1102"/>
                </a:cubicBezTo>
                <a:cubicBezTo>
                  <a:pt x="2195" y="1100"/>
                  <a:pt x="2193" y="1099"/>
                  <a:pt x="2192" y="1098"/>
                </a:cubicBezTo>
                <a:cubicBezTo>
                  <a:pt x="2190" y="1098"/>
                  <a:pt x="2188" y="1097"/>
                  <a:pt x="2187" y="1096"/>
                </a:cubicBezTo>
                <a:cubicBezTo>
                  <a:pt x="2186" y="1096"/>
                  <a:pt x="2186" y="1095"/>
                  <a:pt x="2186" y="1095"/>
                </a:cubicBezTo>
                <a:cubicBezTo>
                  <a:pt x="2186" y="1092"/>
                  <a:pt x="2185" y="1090"/>
                  <a:pt x="2184" y="1087"/>
                </a:cubicBezTo>
                <a:cubicBezTo>
                  <a:pt x="2183" y="1085"/>
                  <a:pt x="2182" y="1083"/>
                  <a:pt x="2182" y="1081"/>
                </a:cubicBezTo>
                <a:cubicBezTo>
                  <a:pt x="2182" y="1080"/>
                  <a:pt x="2181" y="1079"/>
                  <a:pt x="2181" y="1079"/>
                </a:cubicBezTo>
                <a:cubicBezTo>
                  <a:pt x="2176" y="1076"/>
                  <a:pt x="2173" y="1072"/>
                  <a:pt x="2168" y="1070"/>
                </a:cubicBezTo>
                <a:cubicBezTo>
                  <a:pt x="2167" y="1070"/>
                  <a:pt x="2167" y="1069"/>
                  <a:pt x="2166" y="1068"/>
                </a:cubicBezTo>
                <a:cubicBezTo>
                  <a:pt x="2166" y="1065"/>
                  <a:pt x="2165" y="1063"/>
                  <a:pt x="2165" y="1061"/>
                </a:cubicBezTo>
                <a:cubicBezTo>
                  <a:pt x="2166" y="1057"/>
                  <a:pt x="2165" y="1054"/>
                  <a:pt x="2163" y="1052"/>
                </a:cubicBezTo>
                <a:cubicBezTo>
                  <a:pt x="2162" y="1049"/>
                  <a:pt x="2161" y="1047"/>
                  <a:pt x="2162" y="1044"/>
                </a:cubicBezTo>
                <a:cubicBezTo>
                  <a:pt x="2162" y="1042"/>
                  <a:pt x="2161" y="1040"/>
                  <a:pt x="2161" y="1038"/>
                </a:cubicBezTo>
                <a:cubicBezTo>
                  <a:pt x="2161" y="1035"/>
                  <a:pt x="2160" y="1033"/>
                  <a:pt x="2158" y="1031"/>
                </a:cubicBezTo>
                <a:cubicBezTo>
                  <a:pt x="2157" y="1030"/>
                  <a:pt x="2155" y="1029"/>
                  <a:pt x="2154" y="1030"/>
                </a:cubicBezTo>
                <a:cubicBezTo>
                  <a:pt x="2152" y="1030"/>
                  <a:pt x="2151" y="1029"/>
                  <a:pt x="2151" y="1028"/>
                </a:cubicBezTo>
                <a:cubicBezTo>
                  <a:pt x="2151" y="1027"/>
                  <a:pt x="2150" y="1026"/>
                  <a:pt x="2151" y="1025"/>
                </a:cubicBezTo>
                <a:cubicBezTo>
                  <a:pt x="2151" y="1022"/>
                  <a:pt x="2150" y="1020"/>
                  <a:pt x="2149" y="1017"/>
                </a:cubicBezTo>
                <a:cubicBezTo>
                  <a:pt x="2148" y="1013"/>
                  <a:pt x="2146" y="1009"/>
                  <a:pt x="2145" y="1005"/>
                </a:cubicBezTo>
                <a:cubicBezTo>
                  <a:pt x="2145" y="1005"/>
                  <a:pt x="2144" y="1004"/>
                  <a:pt x="2143" y="1004"/>
                </a:cubicBezTo>
                <a:cubicBezTo>
                  <a:pt x="2143" y="1003"/>
                  <a:pt x="2142" y="1004"/>
                  <a:pt x="2142" y="1004"/>
                </a:cubicBezTo>
                <a:cubicBezTo>
                  <a:pt x="2141" y="1004"/>
                  <a:pt x="2141" y="1005"/>
                  <a:pt x="2141" y="1005"/>
                </a:cubicBezTo>
                <a:cubicBezTo>
                  <a:pt x="2140" y="1008"/>
                  <a:pt x="2139" y="1010"/>
                  <a:pt x="2138" y="1013"/>
                </a:cubicBezTo>
                <a:cubicBezTo>
                  <a:pt x="2137" y="1015"/>
                  <a:pt x="2137" y="1018"/>
                  <a:pt x="2136" y="1020"/>
                </a:cubicBezTo>
                <a:cubicBezTo>
                  <a:pt x="2135" y="1025"/>
                  <a:pt x="2134" y="1029"/>
                  <a:pt x="2134" y="1033"/>
                </a:cubicBezTo>
                <a:cubicBezTo>
                  <a:pt x="2134" y="1035"/>
                  <a:pt x="2134" y="1036"/>
                  <a:pt x="2134" y="1037"/>
                </a:cubicBezTo>
                <a:cubicBezTo>
                  <a:pt x="2133" y="1041"/>
                  <a:pt x="2132" y="1044"/>
                  <a:pt x="2131" y="1048"/>
                </a:cubicBezTo>
                <a:cubicBezTo>
                  <a:pt x="2130" y="1050"/>
                  <a:pt x="2129" y="1052"/>
                  <a:pt x="2128" y="1054"/>
                </a:cubicBezTo>
                <a:cubicBezTo>
                  <a:pt x="2128" y="1056"/>
                  <a:pt x="2126" y="1057"/>
                  <a:pt x="2124" y="1057"/>
                </a:cubicBezTo>
                <a:cubicBezTo>
                  <a:pt x="2122" y="1058"/>
                  <a:pt x="2119" y="1057"/>
                  <a:pt x="2117" y="1055"/>
                </a:cubicBezTo>
                <a:cubicBezTo>
                  <a:pt x="2116" y="1054"/>
                  <a:pt x="2115" y="1052"/>
                  <a:pt x="2115" y="1050"/>
                </a:cubicBezTo>
                <a:cubicBezTo>
                  <a:pt x="2114" y="1050"/>
                  <a:pt x="2114" y="1050"/>
                  <a:pt x="2113" y="1050"/>
                </a:cubicBezTo>
                <a:cubicBezTo>
                  <a:pt x="2111" y="1050"/>
                  <a:pt x="2109" y="1050"/>
                  <a:pt x="2107" y="1048"/>
                </a:cubicBezTo>
                <a:cubicBezTo>
                  <a:pt x="2105" y="1045"/>
                  <a:pt x="2103" y="1044"/>
                  <a:pt x="2100" y="1043"/>
                </a:cubicBezTo>
                <a:cubicBezTo>
                  <a:pt x="2098" y="1042"/>
                  <a:pt x="2097" y="1041"/>
                  <a:pt x="2096" y="1040"/>
                </a:cubicBezTo>
                <a:cubicBezTo>
                  <a:pt x="2095" y="1038"/>
                  <a:pt x="2094" y="1037"/>
                  <a:pt x="2093" y="1036"/>
                </a:cubicBezTo>
                <a:cubicBezTo>
                  <a:pt x="2092" y="1035"/>
                  <a:pt x="2091" y="1034"/>
                  <a:pt x="2092" y="1033"/>
                </a:cubicBezTo>
                <a:cubicBezTo>
                  <a:pt x="2093" y="1030"/>
                  <a:pt x="2095" y="1027"/>
                  <a:pt x="2095" y="1024"/>
                </a:cubicBezTo>
                <a:cubicBezTo>
                  <a:pt x="2095" y="1024"/>
                  <a:pt x="2096" y="1023"/>
                  <a:pt x="2096" y="1023"/>
                </a:cubicBezTo>
                <a:cubicBezTo>
                  <a:pt x="2097" y="1022"/>
                  <a:pt x="2098" y="1022"/>
                  <a:pt x="2099" y="1021"/>
                </a:cubicBezTo>
                <a:cubicBezTo>
                  <a:pt x="2100" y="1019"/>
                  <a:pt x="2101" y="1017"/>
                  <a:pt x="2102" y="1014"/>
                </a:cubicBezTo>
                <a:cubicBezTo>
                  <a:pt x="2102" y="1014"/>
                  <a:pt x="2102" y="1013"/>
                  <a:pt x="2102" y="1013"/>
                </a:cubicBezTo>
                <a:cubicBezTo>
                  <a:pt x="2100" y="1012"/>
                  <a:pt x="2099" y="1011"/>
                  <a:pt x="2098" y="1012"/>
                </a:cubicBezTo>
                <a:cubicBezTo>
                  <a:pt x="2096" y="1013"/>
                  <a:pt x="2095" y="1013"/>
                  <a:pt x="2094" y="1012"/>
                </a:cubicBezTo>
                <a:cubicBezTo>
                  <a:pt x="2093" y="1011"/>
                  <a:pt x="2092" y="1012"/>
                  <a:pt x="2091" y="1012"/>
                </a:cubicBezTo>
                <a:cubicBezTo>
                  <a:pt x="2090" y="1012"/>
                  <a:pt x="2089" y="1013"/>
                  <a:pt x="2089" y="1013"/>
                </a:cubicBezTo>
                <a:cubicBezTo>
                  <a:pt x="2084" y="1011"/>
                  <a:pt x="2080" y="1010"/>
                  <a:pt x="2076" y="1008"/>
                </a:cubicBezTo>
                <a:cubicBezTo>
                  <a:pt x="2074" y="1007"/>
                  <a:pt x="2071" y="1006"/>
                  <a:pt x="2069" y="1005"/>
                </a:cubicBezTo>
                <a:cubicBezTo>
                  <a:pt x="2069" y="1005"/>
                  <a:pt x="2068" y="1005"/>
                  <a:pt x="2068" y="1005"/>
                </a:cubicBezTo>
                <a:cubicBezTo>
                  <a:pt x="2067" y="1006"/>
                  <a:pt x="2067" y="1006"/>
                  <a:pt x="2067" y="1006"/>
                </a:cubicBezTo>
                <a:cubicBezTo>
                  <a:pt x="2067" y="1006"/>
                  <a:pt x="2067" y="1007"/>
                  <a:pt x="2067" y="1007"/>
                </a:cubicBezTo>
                <a:cubicBezTo>
                  <a:pt x="2068" y="1008"/>
                  <a:pt x="2069" y="1008"/>
                  <a:pt x="2069" y="1009"/>
                </a:cubicBezTo>
                <a:cubicBezTo>
                  <a:pt x="2070" y="1010"/>
                  <a:pt x="2070" y="1011"/>
                  <a:pt x="2069" y="1012"/>
                </a:cubicBezTo>
                <a:cubicBezTo>
                  <a:pt x="2067" y="1013"/>
                  <a:pt x="2065" y="1013"/>
                  <a:pt x="2063" y="1013"/>
                </a:cubicBezTo>
                <a:cubicBezTo>
                  <a:pt x="2062" y="1013"/>
                  <a:pt x="2060" y="1013"/>
                  <a:pt x="2060" y="1014"/>
                </a:cubicBezTo>
                <a:cubicBezTo>
                  <a:pt x="2057" y="1015"/>
                  <a:pt x="2055" y="1016"/>
                  <a:pt x="2053" y="1018"/>
                </a:cubicBezTo>
                <a:cubicBezTo>
                  <a:pt x="2051" y="1021"/>
                  <a:pt x="2049" y="1024"/>
                  <a:pt x="2047" y="1027"/>
                </a:cubicBezTo>
                <a:cubicBezTo>
                  <a:pt x="2045" y="1029"/>
                  <a:pt x="2045" y="1030"/>
                  <a:pt x="2046" y="1032"/>
                </a:cubicBezTo>
                <a:cubicBezTo>
                  <a:pt x="2046" y="1033"/>
                  <a:pt x="2045" y="1034"/>
                  <a:pt x="2044" y="1034"/>
                </a:cubicBezTo>
                <a:cubicBezTo>
                  <a:pt x="2042" y="1034"/>
                  <a:pt x="2041" y="1033"/>
                  <a:pt x="2039" y="1034"/>
                </a:cubicBezTo>
                <a:cubicBezTo>
                  <a:pt x="2038" y="1034"/>
                  <a:pt x="2037" y="1034"/>
                  <a:pt x="2036" y="1033"/>
                </a:cubicBezTo>
                <a:cubicBezTo>
                  <a:pt x="2035" y="1031"/>
                  <a:pt x="2033" y="1029"/>
                  <a:pt x="2032" y="1028"/>
                </a:cubicBezTo>
                <a:cubicBezTo>
                  <a:pt x="2031" y="1026"/>
                  <a:pt x="2029" y="1026"/>
                  <a:pt x="2027" y="1026"/>
                </a:cubicBezTo>
                <a:cubicBezTo>
                  <a:pt x="2026" y="1027"/>
                  <a:pt x="2023" y="1027"/>
                  <a:pt x="2022" y="1029"/>
                </a:cubicBezTo>
                <a:cubicBezTo>
                  <a:pt x="2020" y="1030"/>
                  <a:pt x="2019" y="1030"/>
                  <a:pt x="2017" y="1031"/>
                </a:cubicBezTo>
                <a:cubicBezTo>
                  <a:pt x="2015" y="1031"/>
                  <a:pt x="2015" y="1034"/>
                  <a:pt x="2014" y="1035"/>
                </a:cubicBezTo>
                <a:cubicBezTo>
                  <a:pt x="2013" y="1036"/>
                  <a:pt x="2012" y="1037"/>
                  <a:pt x="2012" y="1037"/>
                </a:cubicBezTo>
                <a:cubicBezTo>
                  <a:pt x="2009" y="1038"/>
                  <a:pt x="2008" y="1040"/>
                  <a:pt x="2008" y="1042"/>
                </a:cubicBezTo>
                <a:cubicBezTo>
                  <a:pt x="2009" y="1043"/>
                  <a:pt x="2008" y="1043"/>
                  <a:pt x="2008" y="1044"/>
                </a:cubicBezTo>
                <a:cubicBezTo>
                  <a:pt x="2008" y="1045"/>
                  <a:pt x="2007" y="1046"/>
                  <a:pt x="2007" y="1046"/>
                </a:cubicBezTo>
                <a:cubicBezTo>
                  <a:pt x="2006" y="1045"/>
                  <a:pt x="2005" y="1045"/>
                  <a:pt x="2004" y="1045"/>
                </a:cubicBezTo>
                <a:cubicBezTo>
                  <a:pt x="2003" y="1045"/>
                  <a:pt x="2002" y="1047"/>
                  <a:pt x="2002" y="1048"/>
                </a:cubicBezTo>
                <a:cubicBezTo>
                  <a:pt x="2002" y="1049"/>
                  <a:pt x="2002" y="1050"/>
                  <a:pt x="2003" y="1051"/>
                </a:cubicBezTo>
                <a:cubicBezTo>
                  <a:pt x="2003" y="1051"/>
                  <a:pt x="2002" y="1052"/>
                  <a:pt x="2002" y="1052"/>
                </a:cubicBezTo>
                <a:cubicBezTo>
                  <a:pt x="2002" y="1052"/>
                  <a:pt x="2001" y="1052"/>
                  <a:pt x="2001" y="1052"/>
                </a:cubicBezTo>
                <a:cubicBezTo>
                  <a:pt x="2000" y="1051"/>
                  <a:pt x="1999" y="1049"/>
                  <a:pt x="1998" y="1048"/>
                </a:cubicBezTo>
                <a:cubicBezTo>
                  <a:pt x="1998" y="1047"/>
                  <a:pt x="1997" y="1047"/>
                  <a:pt x="1996" y="1048"/>
                </a:cubicBezTo>
                <a:cubicBezTo>
                  <a:pt x="1995" y="1049"/>
                  <a:pt x="1993" y="1050"/>
                  <a:pt x="1992" y="1051"/>
                </a:cubicBezTo>
                <a:cubicBezTo>
                  <a:pt x="1991" y="1052"/>
                  <a:pt x="1991" y="1053"/>
                  <a:pt x="1991" y="1054"/>
                </a:cubicBezTo>
                <a:cubicBezTo>
                  <a:pt x="1991" y="1058"/>
                  <a:pt x="1989" y="1062"/>
                  <a:pt x="1986" y="1064"/>
                </a:cubicBezTo>
                <a:cubicBezTo>
                  <a:pt x="1986" y="1065"/>
                  <a:pt x="1985" y="1066"/>
                  <a:pt x="1985" y="1067"/>
                </a:cubicBezTo>
                <a:cubicBezTo>
                  <a:pt x="1982" y="1071"/>
                  <a:pt x="1979" y="1073"/>
                  <a:pt x="1975" y="1073"/>
                </a:cubicBezTo>
                <a:cubicBezTo>
                  <a:pt x="1973" y="1073"/>
                  <a:pt x="1970" y="1074"/>
                  <a:pt x="1967" y="1074"/>
                </a:cubicBezTo>
                <a:cubicBezTo>
                  <a:pt x="1964" y="1077"/>
                  <a:pt x="1959" y="1076"/>
                  <a:pt x="1955" y="1079"/>
                </a:cubicBezTo>
                <a:cubicBezTo>
                  <a:pt x="1955" y="1079"/>
                  <a:pt x="1954" y="1080"/>
                  <a:pt x="1953" y="1079"/>
                </a:cubicBezTo>
                <a:cubicBezTo>
                  <a:pt x="1950" y="1079"/>
                  <a:pt x="1947" y="1080"/>
                  <a:pt x="1945" y="1081"/>
                </a:cubicBezTo>
                <a:cubicBezTo>
                  <a:pt x="1941" y="1083"/>
                  <a:pt x="1938" y="1085"/>
                  <a:pt x="1935" y="1086"/>
                </a:cubicBezTo>
                <a:cubicBezTo>
                  <a:pt x="1933" y="1087"/>
                  <a:pt x="1932" y="1089"/>
                  <a:pt x="1931" y="1090"/>
                </a:cubicBezTo>
                <a:cubicBezTo>
                  <a:pt x="1930" y="1091"/>
                  <a:pt x="1930" y="1090"/>
                  <a:pt x="1929" y="1090"/>
                </a:cubicBezTo>
                <a:cubicBezTo>
                  <a:pt x="1929" y="1090"/>
                  <a:pt x="1928" y="1090"/>
                  <a:pt x="1928" y="1090"/>
                </a:cubicBezTo>
                <a:cubicBezTo>
                  <a:pt x="1927" y="1091"/>
                  <a:pt x="1926" y="1092"/>
                  <a:pt x="1926" y="1093"/>
                </a:cubicBezTo>
                <a:cubicBezTo>
                  <a:pt x="1926" y="1094"/>
                  <a:pt x="1926" y="1096"/>
                  <a:pt x="1926" y="1097"/>
                </a:cubicBezTo>
                <a:cubicBezTo>
                  <a:pt x="1925" y="1100"/>
                  <a:pt x="1925" y="1102"/>
                  <a:pt x="1924" y="1104"/>
                </a:cubicBezTo>
                <a:cubicBezTo>
                  <a:pt x="1922" y="1106"/>
                  <a:pt x="1922" y="1108"/>
                  <a:pt x="1922" y="1111"/>
                </a:cubicBezTo>
                <a:cubicBezTo>
                  <a:pt x="1922" y="1114"/>
                  <a:pt x="1922" y="1117"/>
                  <a:pt x="1924" y="1120"/>
                </a:cubicBezTo>
                <a:cubicBezTo>
                  <a:pt x="1924" y="1121"/>
                  <a:pt x="1924" y="1122"/>
                  <a:pt x="1925" y="1122"/>
                </a:cubicBezTo>
                <a:cubicBezTo>
                  <a:pt x="1925" y="1123"/>
                  <a:pt x="1924" y="1124"/>
                  <a:pt x="1924" y="1125"/>
                </a:cubicBezTo>
                <a:cubicBezTo>
                  <a:pt x="1923" y="1125"/>
                  <a:pt x="1923" y="1125"/>
                  <a:pt x="1923" y="1126"/>
                </a:cubicBezTo>
                <a:cubicBezTo>
                  <a:pt x="1922" y="1127"/>
                  <a:pt x="1921" y="1128"/>
                  <a:pt x="1921" y="1129"/>
                </a:cubicBezTo>
                <a:cubicBezTo>
                  <a:pt x="1921" y="1129"/>
                  <a:pt x="1921" y="1129"/>
                  <a:pt x="1921" y="1129"/>
                </a:cubicBezTo>
                <a:cubicBezTo>
                  <a:pt x="1921" y="1129"/>
                  <a:pt x="1921" y="1129"/>
                  <a:pt x="1921" y="1129"/>
                </a:cubicBezTo>
                <a:cubicBezTo>
                  <a:pt x="1921" y="1129"/>
                  <a:pt x="1921" y="1129"/>
                  <a:pt x="1921" y="1129"/>
                </a:cubicBezTo>
                <a:cubicBezTo>
                  <a:pt x="1921" y="1130"/>
                  <a:pt x="1921" y="1131"/>
                  <a:pt x="1921" y="1132"/>
                </a:cubicBezTo>
                <a:cubicBezTo>
                  <a:pt x="1922" y="1134"/>
                  <a:pt x="1922" y="1136"/>
                  <a:pt x="1922" y="1138"/>
                </a:cubicBezTo>
                <a:cubicBezTo>
                  <a:pt x="1922" y="1141"/>
                  <a:pt x="1923" y="1145"/>
                  <a:pt x="1924" y="1148"/>
                </a:cubicBezTo>
                <a:cubicBezTo>
                  <a:pt x="1925" y="1152"/>
                  <a:pt x="1926" y="1155"/>
                  <a:pt x="1926" y="1159"/>
                </a:cubicBezTo>
                <a:cubicBezTo>
                  <a:pt x="1925" y="1163"/>
                  <a:pt x="1925" y="1168"/>
                  <a:pt x="1927" y="1172"/>
                </a:cubicBezTo>
                <a:cubicBezTo>
                  <a:pt x="1927" y="1173"/>
                  <a:pt x="1927" y="1174"/>
                  <a:pt x="1927" y="1176"/>
                </a:cubicBezTo>
                <a:cubicBezTo>
                  <a:pt x="1927" y="1178"/>
                  <a:pt x="1926" y="1180"/>
                  <a:pt x="1926" y="1182"/>
                </a:cubicBezTo>
                <a:cubicBezTo>
                  <a:pt x="1925" y="1186"/>
                  <a:pt x="1923" y="1188"/>
                  <a:pt x="1921" y="1190"/>
                </a:cubicBezTo>
                <a:cubicBezTo>
                  <a:pt x="1918" y="1192"/>
                  <a:pt x="1918" y="1195"/>
                  <a:pt x="1920" y="1197"/>
                </a:cubicBezTo>
                <a:cubicBezTo>
                  <a:pt x="1921" y="1199"/>
                  <a:pt x="1923" y="1200"/>
                  <a:pt x="1924" y="1201"/>
                </a:cubicBezTo>
                <a:cubicBezTo>
                  <a:pt x="1926" y="1203"/>
                  <a:pt x="1928" y="1204"/>
                  <a:pt x="1931" y="1205"/>
                </a:cubicBezTo>
                <a:cubicBezTo>
                  <a:pt x="1933" y="1205"/>
                  <a:pt x="1935" y="1205"/>
                  <a:pt x="1937" y="1205"/>
                </a:cubicBezTo>
                <a:cubicBezTo>
                  <a:pt x="1938" y="1205"/>
                  <a:pt x="1939" y="1205"/>
                  <a:pt x="1940" y="1204"/>
                </a:cubicBezTo>
                <a:cubicBezTo>
                  <a:pt x="1944" y="1201"/>
                  <a:pt x="1950" y="1201"/>
                  <a:pt x="1953" y="1197"/>
                </a:cubicBezTo>
                <a:cubicBezTo>
                  <a:pt x="1953" y="1197"/>
                  <a:pt x="1954" y="1196"/>
                  <a:pt x="1954" y="1196"/>
                </a:cubicBezTo>
                <a:cubicBezTo>
                  <a:pt x="1958" y="1196"/>
                  <a:pt x="1962" y="1195"/>
                  <a:pt x="1967" y="1195"/>
                </a:cubicBezTo>
                <a:cubicBezTo>
                  <a:pt x="1970" y="1196"/>
                  <a:pt x="1974" y="1196"/>
                  <a:pt x="1977" y="1196"/>
                </a:cubicBezTo>
                <a:cubicBezTo>
                  <a:pt x="1979" y="1196"/>
                  <a:pt x="1980" y="1195"/>
                  <a:pt x="1982" y="1194"/>
                </a:cubicBezTo>
                <a:cubicBezTo>
                  <a:pt x="1985" y="1190"/>
                  <a:pt x="1988" y="1188"/>
                  <a:pt x="1993" y="1186"/>
                </a:cubicBezTo>
                <a:cubicBezTo>
                  <a:pt x="1995" y="1185"/>
                  <a:pt x="1996" y="1184"/>
                  <a:pt x="1997" y="1183"/>
                </a:cubicBezTo>
                <a:cubicBezTo>
                  <a:pt x="1999" y="1182"/>
                  <a:pt x="2001" y="1182"/>
                  <a:pt x="2003" y="1182"/>
                </a:cubicBezTo>
                <a:cubicBezTo>
                  <a:pt x="2008" y="1183"/>
                  <a:pt x="2013" y="1182"/>
                  <a:pt x="2018" y="1179"/>
                </a:cubicBezTo>
                <a:cubicBezTo>
                  <a:pt x="2022" y="1177"/>
                  <a:pt x="2026" y="1177"/>
                  <a:pt x="2030" y="1177"/>
                </a:cubicBezTo>
                <a:cubicBezTo>
                  <a:pt x="2033" y="1177"/>
                  <a:pt x="2036" y="1177"/>
                  <a:pt x="2039" y="1177"/>
                </a:cubicBezTo>
                <a:cubicBezTo>
                  <a:pt x="2040" y="1177"/>
                  <a:pt x="2042" y="1178"/>
                  <a:pt x="2043" y="1179"/>
                </a:cubicBezTo>
                <a:cubicBezTo>
                  <a:pt x="2044" y="1181"/>
                  <a:pt x="2046" y="1181"/>
                  <a:pt x="2049" y="1182"/>
                </a:cubicBezTo>
                <a:cubicBezTo>
                  <a:pt x="2051" y="1182"/>
                  <a:pt x="2053" y="1184"/>
                  <a:pt x="2056" y="1185"/>
                </a:cubicBezTo>
                <a:cubicBezTo>
                  <a:pt x="2057" y="1185"/>
                  <a:pt x="2058" y="1187"/>
                  <a:pt x="2058" y="1188"/>
                </a:cubicBezTo>
                <a:cubicBezTo>
                  <a:pt x="2058" y="1190"/>
                  <a:pt x="2058" y="1192"/>
                  <a:pt x="2060" y="1193"/>
                </a:cubicBezTo>
                <a:cubicBezTo>
                  <a:pt x="2061" y="1194"/>
                  <a:pt x="2062" y="1196"/>
                  <a:pt x="2062" y="1198"/>
                </a:cubicBezTo>
                <a:cubicBezTo>
                  <a:pt x="2062" y="1200"/>
                  <a:pt x="2063" y="1202"/>
                  <a:pt x="2063" y="1204"/>
                </a:cubicBezTo>
                <a:cubicBezTo>
                  <a:pt x="2063" y="1205"/>
                  <a:pt x="2063" y="1206"/>
                  <a:pt x="2063" y="1207"/>
                </a:cubicBezTo>
                <a:cubicBezTo>
                  <a:pt x="2063" y="1207"/>
                  <a:pt x="2063" y="1208"/>
                  <a:pt x="2063" y="1208"/>
                </a:cubicBezTo>
                <a:cubicBezTo>
                  <a:pt x="2064" y="1208"/>
                  <a:pt x="2064" y="1209"/>
                  <a:pt x="2065" y="1209"/>
                </a:cubicBezTo>
                <a:cubicBezTo>
                  <a:pt x="2065" y="1210"/>
                  <a:pt x="2066" y="1209"/>
                  <a:pt x="2067" y="1209"/>
                </a:cubicBezTo>
                <a:cubicBezTo>
                  <a:pt x="2069" y="1207"/>
                  <a:pt x="2071" y="1204"/>
                  <a:pt x="2074" y="1201"/>
                </a:cubicBezTo>
                <a:cubicBezTo>
                  <a:pt x="2075" y="1200"/>
                  <a:pt x="2077" y="1199"/>
                  <a:pt x="2078" y="1198"/>
                </a:cubicBezTo>
                <a:cubicBezTo>
                  <a:pt x="2079" y="1197"/>
                  <a:pt x="2081" y="1195"/>
                  <a:pt x="2082" y="1194"/>
                </a:cubicBezTo>
                <a:cubicBezTo>
                  <a:pt x="2082" y="1194"/>
                  <a:pt x="2082" y="1194"/>
                  <a:pt x="2083" y="1194"/>
                </a:cubicBezTo>
                <a:cubicBezTo>
                  <a:pt x="2083" y="1194"/>
                  <a:pt x="2083" y="1194"/>
                  <a:pt x="2083" y="1194"/>
                </a:cubicBezTo>
                <a:cubicBezTo>
                  <a:pt x="2083" y="1196"/>
                  <a:pt x="2083" y="1197"/>
                  <a:pt x="2083" y="1198"/>
                </a:cubicBezTo>
                <a:cubicBezTo>
                  <a:pt x="2080" y="1200"/>
                  <a:pt x="2079" y="1202"/>
                  <a:pt x="2078" y="1205"/>
                </a:cubicBezTo>
                <a:cubicBezTo>
                  <a:pt x="2078" y="1208"/>
                  <a:pt x="2076" y="1210"/>
                  <a:pt x="2074" y="1211"/>
                </a:cubicBezTo>
                <a:cubicBezTo>
                  <a:pt x="2073" y="1211"/>
                  <a:pt x="2073" y="1212"/>
                  <a:pt x="2073" y="1213"/>
                </a:cubicBezTo>
                <a:cubicBezTo>
                  <a:pt x="2073" y="1213"/>
                  <a:pt x="2073" y="1214"/>
                  <a:pt x="2073" y="1214"/>
                </a:cubicBezTo>
                <a:cubicBezTo>
                  <a:pt x="2074" y="1214"/>
                  <a:pt x="2075" y="1214"/>
                  <a:pt x="2076" y="1214"/>
                </a:cubicBezTo>
                <a:cubicBezTo>
                  <a:pt x="2078" y="1214"/>
                  <a:pt x="2080" y="1213"/>
                  <a:pt x="2081" y="1210"/>
                </a:cubicBezTo>
                <a:cubicBezTo>
                  <a:pt x="2082" y="1210"/>
                  <a:pt x="2082" y="1209"/>
                  <a:pt x="2082" y="1209"/>
                </a:cubicBezTo>
                <a:cubicBezTo>
                  <a:pt x="2082" y="1209"/>
                  <a:pt x="2083" y="1208"/>
                  <a:pt x="2083" y="1208"/>
                </a:cubicBezTo>
                <a:cubicBezTo>
                  <a:pt x="2083" y="1209"/>
                  <a:pt x="2084" y="1209"/>
                  <a:pt x="2084" y="1209"/>
                </a:cubicBezTo>
                <a:cubicBezTo>
                  <a:pt x="2084" y="1212"/>
                  <a:pt x="2084" y="1215"/>
                  <a:pt x="2082" y="1217"/>
                </a:cubicBezTo>
                <a:cubicBezTo>
                  <a:pt x="2081" y="1218"/>
                  <a:pt x="2082" y="1219"/>
                  <a:pt x="2083" y="1219"/>
                </a:cubicBezTo>
                <a:cubicBezTo>
                  <a:pt x="2084" y="1219"/>
                  <a:pt x="2086" y="1219"/>
                  <a:pt x="2087" y="1219"/>
                </a:cubicBezTo>
                <a:cubicBezTo>
                  <a:pt x="2087" y="1219"/>
                  <a:pt x="2087" y="1219"/>
                  <a:pt x="2087" y="1219"/>
                </a:cubicBezTo>
                <a:cubicBezTo>
                  <a:pt x="2087" y="1218"/>
                  <a:pt x="2087" y="1218"/>
                  <a:pt x="2087" y="1218"/>
                </a:cubicBezTo>
                <a:cubicBezTo>
                  <a:pt x="2087" y="1219"/>
                  <a:pt x="2087" y="1219"/>
                  <a:pt x="2087" y="1219"/>
                </a:cubicBezTo>
                <a:cubicBezTo>
                  <a:pt x="2087" y="1219"/>
                  <a:pt x="2087" y="1219"/>
                  <a:pt x="2087" y="1219"/>
                </a:cubicBezTo>
                <a:cubicBezTo>
                  <a:pt x="2087" y="1219"/>
                  <a:pt x="2087" y="1219"/>
                  <a:pt x="2087" y="1220"/>
                </a:cubicBezTo>
                <a:cubicBezTo>
                  <a:pt x="2089" y="1224"/>
                  <a:pt x="2090" y="1229"/>
                  <a:pt x="2088" y="1234"/>
                </a:cubicBezTo>
                <a:cubicBezTo>
                  <a:pt x="2087" y="1235"/>
                  <a:pt x="2088" y="1236"/>
                  <a:pt x="2088" y="1237"/>
                </a:cubicBezTo>
                <a:cubicBezTo>
                  <a:pt x="2089" y="1239"/>
                  <a:pt x="2090" y="1240"/>
                  <a:pt x="2090" y="1241"/>
                </a:cubicBezTo>
                <a:cubicBezTo>
                  <a:pt x="2092" y="1245"/>
                  <a:pt x="2095" y="1248"/>
                  <a:pt x="2099" y="1249"/>
                </a:cubicBezTo>
                <a:cubicBezTo>
                  <a:pt x="2101" y="1249"/>
                  <a:pt x="2103" y="1251"/>
                  <a:pt x="2105" y="1252"/>
                </a:cubicBezTo>
                <a:cubicBezTo>
                  <a:pt x="2106" y="1253"/>
                  <a:pt x="2107" y="1254"/>
                  <a:pt x="2108" y="1255"/>
                </a:cubicBezTo>
                <a:cubicBezTo>
                  <a:pt x="2109" y="1256"/>
                  <a:pt x="2111" y="1256"/>
                  <a:pt x="2112" y="1255"/>
                </a:cubicBezTo>
                <a:cubicBezTo>
                  <a:pt x="2115" y="1253"/>
                  <a:pt x="2119" y="1252"/>
                  <a:pt x="2121" y="1248"/>
                </a:cubicBezTo>
                <a:cubicBezTo>
                  <a:pt x="2122" y="1247"/>
                  <a:pt x="2122" y="1248"/>
                  <a:pt x="2123" y="1248"/>
                </a:cubicBezTo>
                <a:cubicBezTo>
                  <a:pt x="2123" y="1248"/>
                  <a:pt x="2123" y="1249"/>
                  <a:pt x="2123" y="1249"/>
                </a:cubicBezTo>
                <a:cubicBezTo>
                  <a:pt x="2123" y="1250"/>
                  <a:pt x="2122" y="1251"/>
                  <a:pt x="2122" y="1251"/>
                </a:cubicBezTo>
                <a:cubicBezTo>
                  <a:pt x="2124" y="1254"/>
                  <a:pt x="2126" y="1257"/>
                  <a:pt x="2128" y="1259"/>
                </a:cubicBezTo>
                <a:cubicBezTo>
                  <a:pt x="2129" y="1260"/>
                  <a:pt x="2130" y="1260"/>
                  <a:pt x="2130" y="1260"/>
                </a:cubicBezTo>
                <a:cubicBezTo>
                  <a:pt x="2133" y="1257"/>
                  <a:pt x="2137" y="1255"/>
                  <a:pt x="2140" y="1252"/>
                </a:cubicBezTo>
                <a:cubicBezTo>
                  <a:pt x="2143" y="1250"/>
                  <a:pt x="2147" y="1248"/>
                  <a:pt x="2151" y="1248"/>
                </a:cubicBezTo>
                <a:cubicBezTo>
                  <a:pt x="2152" y="1248"/>
                  <a:pt x="2153" y="1248"/>
                  <a:pt x="2155" y="1248"/>
                </a:cubicBezTo>
                <a:cubicBezTo>
                  <a:pt x="2157" y="1248"/>
                  <a:pt x="2161" y="1245"/>
                  <a:pt x="2161" y="1243"/>
                </a:cubicBezTo>
                <a:cubicBezTo>
                  <a:pt x="2161" y="1239"/>
                  <a:pt x="2163" y="1235"/>
                  <a:pt x="2164" y="1232"/>
                </a:cubicBezTo>
                <a:cubicBezTo>
                  <a:pt x="2165" y="1228"/>
                  <a:pt x="2167" y="1224"/>
                  <a:pt x="2170" y="1221"/>
                </a:cubicBezTo>
                <a:cubicBezTo>
                  <a:pt x="2172" y="1219"/>
                  <a:pt x="2173" y="1217"/>
                  <a:pt x="2174" y="1215"/>
                </a:cubicBezTo>
                <a:cubicBezTo>
                  <a:pt x="2176" y="1212"/>
                  <a:pt x="2177" y="1209"/>
                  <a:pt x="2179" y="1206"/>
                </a:cubicBezTo>
                <a:cubicBezTo>
                  <a:pt x="2181" y="1201"/>
                  <a:pt x="2184" y="1197"/>
                  <a:pt x="2189" y="1194"/>
                </a:cubicBezTo>
                <a:cubicBezTo>
                  <a:pt x="2190" y="1194"/>
                  <a:pt x="2191" y="1193"/>
                  <a:pt x="2191" y="1192"/>
                </a:cubicBezTo>
                <a:cubicBezTo>
                  <a:pt x="2192" y="1188"/>
                  <a:pt x="2196" y="1186"/>
                  <a:pt x="2197" y="1182"/>
                </a:cubicBezTo>
                <a:cubicBezTo>
                  <a:pt x="2198" y="1179"/>
                  <a:pt x="2198" y="1175"/>
                  <a:pt x="2200" y="1171"/>
                </a:cubicBezTo>
                <a:cubicBezTo>
                  <a:pt x="2202" y="1167"/>
                  <a:pt x="2202" y="1162"/>
                  <a:pt x="2205" y="1158"/>
                </a:cubicBezTo>
                <a:cubicBezTo>
                  <a:pt x="2206" y="1157"/>
                  <a:pt x="2206" y="1156"/>
                  <a:pt x="2206" y="1154"/>
                </a:cubicBezTo>
                <a:cubicBezTo>
                  <a:pt x="2207" y="1151"/>
                  <a:pt x="2207" y="1149"/>
                  <a:pt x="2206" y="1146"/>
                </a:cubicBezTo>
                <a:cubicBezTo>
                  <a:pt x="2205" y="1144"/>
                  <a:pt x="2205" y="1142"/>
                  <a:pt x="2206" y="1140"/>
                </a:cubicBezTo>
                <a:cubicBezTo>
                  <a:pt x="2206" y="1138"/>
                  <a:pt x="2206" y="1137"/>
                  <a:pt x="2206" y="1135"/>
                </a:cubicBezTo>
                <a:cubicBezTo>
                  <a:pt x="2206" y="1131"/>
                  <a:pt x="2207" y="1127"/>
                  <a:pt x="2209" y="1124"/>
                </a:cubicBezTo>
                <a:cubicBezTo>
                  <a:pt x="2209" y="1123"/>
                  <a:pt x="2209" y="1122"/>
                  <a:pt x="2209" y="1122"/>
                </a:cubicBezTo>
                <a:cubicBezTo>
                  <a:pt x="2209" y="1122"/>
                  <a:pt x="2209" y="1121"/>
                  <a:pt x="2209" y="1121"/>
                </a:cubicBezTo>
                <a:cubicBezTo>
                  <a:pt x="2208" y="1121"/>
                  <a:pt x="2208" y="1121"/>
                  <a:pt x="2208" y="1121"/>
                </a:cubicBezTo>
                <a:close/>
                <a:moveTo>
                  <a:pt x="705" y="90"/>
                </a:moveTo>
                <a:cubicBezTo>
                  <a:pt x="705" y="90"/>
                  <a:pt x="705" y="90"/>
                  <a:pt x="705" y="90"/>
                </a:cubicBezTo>
                <a:cubicBezTo>
                  <a:pt x="705" y="90"/>
                  <a:pt x="705" y="90"/>
                  <a:pt x="705" y="90"/>
                </a:cubicBezTo>
                <a:cubicBezTo>
                  <a:pt x="705" y="90"/>
                  <a:pt x="704" y="90"/>
                  <a:pt x="704" y="90"/>
                </a:cubicBezTo>
                <a:cubicBezTo>
                  <a:pt x="704" y="90"/>
                  <a:pt x="704" y="90"/>
                  <a:pt x="705" y="90"/>
                </a:cubicBezTo>
                <a:close/>
                <a:moveTo>
                  <a:pt x="713" y="64"/>
                </a:moveTo>
                <a:cubicBezTo>
                  <a:pt x="713" y="64"/>
                  <a:pt x="713" y="64"/>
                  <a:pt x="713" y="64"/>
                </a:cubicBezTo>
                <a:cubicBezTo>
                  <a:pt x="713" y="64"/>
                  <a:pt x="713" y="64"/>
                  <a:pt x="713" y="64"/>
                </a:cubicBezTo>
                <a:cubicBezTo>
                  <a:pt x="713" y="64"/>
                  <a:pt x="713" y="64"/>
                  <a:pt x="713" y="64"/>
                </a:cubicBezTo>
                <a:cubicBezTo>
                  <a:pt x="713" y="64"/>
                  <a:pt x="713" y="64"/>
                  <a:pt x="713" y="64"/>
                </a:cubicBezTo>
                <a:close/>
                <a:moveTo>
                  <a:pt x="714" y="67"/>
                </a:moveTo>
                <a:cubicBezTo>
                  <a:pt x="713" y="69"/>
                  <a:pt x="713" y="70"/>
                  <a:pt x="714" y="72"/>
                </a:cubicBezTo>
                <a:cubicBezTo>
                  <a:pt x="714" y="74"/>
                  <a:pt x="715" y="76"/>
                  <a:pt x="714" y="79"/>
                </a:cubicBezTo>
                <a:cubicBezTo>
                  <a:pt x="713" y="80"/>
                  <a:pt x="713" y="83"/>
                  <a:pt x="713" y="84"/>
                </a:cubicBezTo>
                <a:cubicBezTo>
                  <a:pt x="712" y="85"/>
                  <a:pt x="712" y="85"/>
                  <a:pt x="711" y="86"/>
                </a:cubicBezTo>
                <a:cubicBezTo>
                  <a:pt x="709" y="86"/>
                  <a:pt x="710" y="88"/>
                  <a:pt x="710" y="90"/>
                </a:cubicBezTo>
                <a:cubicBezTo>
                  <a:pt x="710" y="90"/>
                  <a:pt x="710" y="90"/>
                  <a:pt x="710" y="90"/>
                </a:cubicBezTo>
                <a:cubicBezTo>
                  <a:pt x="711" y="91"/>
                  <a:pt x="711" y="91"/>
                  <a:pt x="712" y="92"/>
                </a:cubicBezTo>
                <a:cubicBezTo>
                  <a:pt x="712" y="92"/>
                  <a:pt x="712" y="92"/>
                  <a:pt x="713" y="92"/>
                </a:cubicBezTo>
                <a:cubicBezTo>
                  <a:pt x="713" y="93"/>
                  <a:pt x="714" y="93"/>
                  <a:pt x="715" y="93"/>
                </a:cubicBezTo>
                <a:cubicBezTo>
                  <a:pt x="715" y="93"/>
                  <a:pt x="715" y="93"/>
                  <a:pt x="716" y="93"/>
                </a:cubicBezTo>
                <a:cubicBezTo>
                  <a:pt x="716" y="93"/>
                  <a:pt x="716" y="94"/>
                  <a:pt x="715" y="94"/>
                </a:cubicBezTo>
                <a:cubicBezTo>
                  <a:pt x="716" y="94"/>
                  <a:pt x="716" y="94"/>
                  <a:pt x="717" y="94"/>
                </a:cubicBezTo>
                <a:cubicBezTo>
                  <a:pt x="717" y="94"/>
                  <a:pt x="717" y="95"/>
                  <a:pt x="717" y="95"/>
                </a:cubicBezTo>
                <a:cubicBezTo>
                  <a:pt x="717" y="95"/>
                  <a:pt x="717" y="95"/>
                  <a:pt x="717" y="95"/>
                </a:cubicBezTo>
                <a:cubicBezTo>
                  <a:pt x="716" y="96"/>
                  <a:pt x="716" y="96"/>
                  <a:pt x="716" y="95"/>
                </a:cubicBezTo>
                <a:cubicBezTo>
                  <a:pt x="715" y="95"/>
                  <a:pt x="715" y="94"/>
                  <a:pt x="715" y="94"/>
                </a:cubicBezTo>
                <a:cubicBezTo>
                  <a:pt x="715" y="94"/>
                  <a:pt x="715" y="94"/>
                  <a:pt x="715" y="94"/>
                </a:cubicBezTo>
                <a:cubicBezTo>
                  <a:pt x="715" y="93"/>
                  <a:pt x="715" y="93"/>
                  <a:pt x="715" y="93"/>
                </a:cubicBezTo>
                <a:cubicBezTo>
                  <a:pt x="714" y="93"/>
                  <a:pt x="713" y="93"/>
                  <a:pt x="713" y="92"/>
                </a:cubicBezTo>
                <a:cubicBezTo>
                  <a:pt x="712" y="92"/>
                  <a:pt x="712" y="92"/>
                  <a:pt x="712" y="92"/>
                </a:cubicBezTo>
                <a:cubicBezTo>
                  <a:pt x="711" y="91"/>
                  <a:pt x="710" y="91"/>
                  <a:pt x="710" y="90"/>
                </a:cubicBezTo>
                <a:cubicBezTo>
                  <a:pt x="710" y="90"/>
                  <a:pt x="710" y="90"/>
                  <a:pt x="710" y="90"/>
                </a:cubicBezTo>
                <a:cubicBezTo>
                  <a:pt x="708" y="90"/>
                  <a:pt x="706" y="90"/>
                  <a:pt x="705" y="90"/>
                </a:cubicBezTo>
                <a:cubicBezTo>
                  <a:pt x="704" y="91"/>
                  <a:pt x="703" y="91"/>
                  <a:pt x="702" y="91"/>
                </a:cubicBezTo>
                <a:cubicBezTo>
                  <a:pt x="700" y="91"/>
                  <a:pt x="698" y="92"/>
                  <a:pt x="696" y="92"/>
                </a:cubicBezTo>
                <a:cubicBezTo>
                  <a:pt x="695" y="95"/>
                  <a:pt x="693" y="97"/>
                  <a:pt x="691" y="99"/>
                </a:cubicBezTo>
                <a:cubicBezTo>
                  <a:pt x="689" y="100"/>
                  <a:pt x="688" y="102"/>
                  <a:pt x="688" y="104"/>
                </a:cubicBezTo>
                <a:cubicBezTo>
                  <a:pt x="688" y="105"/>
                  <a:pt x="688" y="107"/>
                  <a:pt x="690" y="107"/>
                </a:cubicBezTo>
                <a:cubicBezTo>
                  <a:pt x="690" y="107"/>
                  <a:pt x="691" y="107"/>
                  <a:pt x="691" y="107"/>
                </a:cubicBezTo>
                <a:cubicBezTo>
                  <a:pt x="694" y="107"/>
                  <a:pt x="695" y="108"/>
                  <a:pt x="695" y="111"/>
                </a:cubicBezTo>
                <a:cubicBezTo>
                  <a:pt x="695" y="112"/>
                  <a:pt x="695" y="113"/>
                  <a:pt x="695" y="114"/>
                </a:cubicBezTo>
                <a:cubicBezTo>
                  <a:pt x="695" y="116"/>
                  <a:pt x="694" y="117"/>
                  <a:pt x="693" y="118"/>
                </a:cubicBezTo>
                <a:cubicBezTo>
                  <a:pt x="693" y="118"/>
                  <a:pt x="693" y="118"/>
                  <a:pt x="692" y="118"/>
                </a:cubicBezTo>
                <a:cubicBezTo>
                  <a:pt x="692" y="118"/>
                  <a:pt x="692" y="118"/>
                  <a:pt x="692" y="118"/>
                </a:cubicBezTo>
                <a:cubicBezTo>
                  <a:pt x="691" y="116"/>
                  <a:pt x="691" y="114"/>
                  <a:pt x="690" y="112"/>
                </a:cubicBezTo>
                <a:cubicBezTo>
                  <a:pt x="690" y="111"/>
                  <a:pt x="689" y="110"/>
                  <a:pt x="688" y="110"/>
                </a:cubicBezTo>
                <a:cubicBezTo>
                  <a:pt x="686" y="109"/>
                  <a:pt x="684" y="109"/>
                  <a:pt x="682" y="110"/>
                </a:cubicBezTo>
                <a:cubicBezTo>
                  <a:pt x="682" y="110"/>
                  <a:pt x="681" y="110"/>
                  <a:pt x="681" y="111"/>
                </a:cubicBezTo>
                <a:cubicBezTo>
                  <a:pt x="681" y="112"/>
                  <a:pt x="680" y="112"/>
                  <a:pt x="680" y="113"/>
                </a:cubicBezTo>
                <a:cubicBezTo>
                  <a:pt x="680" y="117"/>
                  <a:pt x="681" y="120"/>
                  <a:pt x="682" y="123"/>
                </a:cubicBezTo>
                <a:cubicBezTo>
                  <a:pt x="682" y="123"/>
                  <a:pt x="682" y="123"/>
                  <a:pt x="682" y="123"/>
                </a:cubicBezTo>
                <a:cubicBezTo>
                  <a:pt x="682" y="123"/>
                  <a:pt x="682" y="123"/>
                  <a:pt x="682" y="123"/>
                </a:cubicBezTo>
                <a:cubicBezTo>
                  <a:pt x="682" y="123"/>
                  <a:pt x="682" y="123"/>
                  <a:pt x="682" y="123"/>
                </a:cubicBezTo>
                <a:cubicBezTo>
                  <a:pt x="681" y="123"/>
                  <a:pt x="680" y="124"/>
                  <a:pt x="679" y="123"/>
                </a:cubicBezTo>
                <a:cubicBezTo>
                  <a:pt x="674" y="122"/>
                  <a:pt x="670" y="124"/>
                  <a:pt x="665" y="127"/>
                </a:cubicBezTo>
                <a:cubicBezTo>
                  <a:pt x="665" y="127"/>
                  <a:pt x="665" y="127"/>
                  <a:pt x="664" y="127"/>
                </a:cubicBezTo>
                <a:cubicBezTo>
                  <a:pt x="664" y="127"/>
                  <a:pt x="663" y="128"/>
                  <a:pt x="662" y="129"/>
                </a:cubicBezTo>
                <a:cubicBezTo>
                  <a:pt x="661" y="130"/>
                  <a:pt x="661" y="128"/>
                  <a:pt x="660" y="128"/>
                </a:cubicBezTo>
                <a:cubicBezTo>
                  <a:pt x="659" y="127"/>
                  <a:pt x="658" y="127"/>
                  <a:pt x="657" y="128"/>
                </a:cubicBezTo>
                <a:cubicBezTo>
                  <a:pt x="657" y="130"/>
                  <a:pt x="657" y="132"/>
                  <a:pt x="658" y="133"/>
                </a:cubicBezTo>
                <a:cubicBezTo>
                  <a:pt x="661" y="136"/>
                  <a:pt x="663" y="138"/>
                  <a:pt x="667" y="139"/>
                </a:cubicBezTo>
                <a:cubicBezTo>
                  <a:pt x="670" y="140"/>
                  <a:pt x="673" y="142"/>
                  <a:pt x="677" y="144"/>
                </a:cubicBezTo>
                <a:cubicBezTo>
                  <a:pt x="678" y="144"/>
                  <a:pt x="678" y="145"/>
                  <a:pt x="679" y="145"/>
                </a:cubicBezTo>
                <a:cubicBezTo>
                  <a:pt x="680" y="146"/>
                  <a:pt x="682" y="146"/>
                  <a:pt x="683" y="144"/>
                </a:cubicBezTo>
                <a:cubicBezTo>
                  <a:pt x="683" y="144"/>
                  <a:pt x="683" y="143"/>
                  <a:pt x="684" y="143"/>
                </a:cubicBezTo>
                <a:cubicBezTo>
                  <a:pt x="684" y="143"/>
                  <a:pt x="684" y="143"/>
                  <a:pt x="684" y="143"/>
                </a:cubicBezTo>
                <a:cubicBezTo>
                  <a:pt x="683" y="142"/>
                  <a:pt x="683" y="142"/>
                  <a:pt x="683" y="142"/>
                </a:cubicBezTo>
                <a:cubicBezTo>
                  <a:pt x="684" y="143"/>
                  <a:pt x="684" y="143"/>
                  <a:pt x="684" y="143"/>
                </a:cubicBezTo>
                <a:cubicBezTo>
                  <a:pt x="684" y="143"/>
                  <a:pt x="684" y="143"/>
                  <a:pt x="684" y="143"/>
                </a:cubicBezTo>
                <a:cubicBezTo>
                  <a:pt x="685" y="142"/>
                  <a:pt x="686" y="142"/>
                  <a:pt x="688" y="143"/>
                </a:cubicBezTo>
                <a:cubicBezTo>
                  <a:pt x="691" y="145"/>
                  <a:pt x="694" y="146"/>
                  <a:pt x="697" y="146"/>
                </a:cubicBezTo>
                <a:cubicBezTo>
                  <a:pt x="698" y="145"/>
                  <a:pt x="699" y="146"/>
                  <a:pt x="699" y="146"/>
                </a:cubicBezTo>
                <a:cubicBezTo>
                  <a:pt x="701" y="146"/>
                  <a:pt x="701" y="147"/>
                  <a:pt x="701" y="149"/>
                </a:cubicBezTo>
                <a:cubicBezTo>
                  <a:pt x="701" y="149"/>
                  <a:pt x="701" y="150"/>
                  <a:pt x="701" y="150"/>
                </a:cubicBezTo>
                <a:cubicBezTo>
                  <a:pt x="701" y="151"/>
                  <a:pt x="703" y="152"/>
                  <a:pt x="704" y="152"/>
                </a:cubicBezTo>
                <a:cubicBezTo>
                  <a:pt x="706" y="151"/>
                  <a:pt x="708" y="151"/>
                  <a:pt x="709" y="150"/>
                </a:cubicBezTo>
                <a:cubicBezTo>
                  <a:pt x="711" y="150"/>
                  <a:pt x="712" y="149"/>
                  <a:pt x="714" y="149"/>
                </a:cubicBezTo>
                <a:cubicBezTo>
                  <a:pt x="717" y="149"/>
                  <a:pt x="719" y="147"/>
                  <a:pt x="721" y="145"/>
                </a:cubicBezTo>
                <a:cubicBezTo>
                  <a:pt x="721" y="145"/>
                  <a:pt x="721" y="144"/>
                  <a:pt x="721" y="144"/>
                </a:cubicBezTo>
                <a:cubicBezTo>
                  <a:pt x="723" y="142"/>
                  <a:pt x="722" y="140"/>
                  <a:pt x="719" y="139"/>
                </a:cubicBezTo>
                <a:cubicBezTo>
                  <a:pt x="718" y="138"/>
                  <a:pt x="718" y="138"/>
                  <a:pt x="717" y="137"/>
                </a:cubicBezTo>
                <a:cubicBezTo>
                  <a:pt x="717" y="136"/>
                  <a:pt x="718" y="135"/>
                  <a:pt x="718" y="134"/>
                </a:cubicBezTo>
                <a:cubicBezTo>
                  <a:pt x="719" y="133"/>
                  <a:pt x="720" y="133"/>
                  <a:pt x="721" y="132"/>
                </a:cubicBezTo>
                <a:cubicBezTo>
                  <a:pt x="722" y="131"/>
                  <a:pt x="724" y="131"/>
                  <a:pt x="726" y="130"/>
                </a:cubicBezTo>
                <a:cubicBezTo>
                  <a:pt x="728" y="129"/>
                  <a:pt x="730" y="127"/>
                  <a:pt x="730" y="125"/>
                </a:cubicBezTo>
                <a:cubicBezTo>
                  <a:pt x="731" y="124"/>
                  <a:pt x="731" y="123"/>
                  <a:pt x="731" y="123"/>
                </a:cubicBezTo>
                <a:cubicBezTo>
                  <a:pt x="731" y="123"/>
                  <a:pt x="731" y="122"/>
                  <a:pt x="731" y="122"/>
                </a:cubicBezTo>
                <a:cubicBezTo>
                  <a:pt x="732" y="121"/>
                  <a:pt x="733" y="120"/>
                  <a:pt x="734" y="121"/>
                </a:cubicBezTo>
                <a:cubicBezTo>
                  <a:pt x="737" y="122"/>
                  <a:pt x="740" y="121"/>
                  <a:pt x="743" y="121"/>
                </a:cubicBezTo>
                <a:cubicBezTo>
                  <a:pt x="744" y="121"/>
                  <a:pt x="745" y="119"/>
                  <a:pt x="744" y="118"/>
                </a:cubicBezTo>
                <a:cubicBezTo>
                  <a:pt x="744" y="117"/>
                  <a:pt x="744" y="117"/>
                  <a:pt x="744" y="116"/>
                </a:cubicBezTo>
                <a:cubicBezTo>
                  <a:pt x="743" y="116"/>
                  <a:pt x="743" y="116"/>
                  <a:pt x="743" y="116"/>
                </a:cubicBezTo>
                <a:cubicBezTo>
                  <a:pt x="743" y="116"/>
                  <a:pt x="743" y="116"/>
                  <a:pt x="743" y="116"/>
                </a:cubicBezTo>
                <a:cubicBezTo>
                  <a:pt x="743" y="116"/>
                  <a:pt x="742" y="116"/>
                  <a:pt x="742" y="116"/>
                </a:cubicBezTo>
                <a:cubicBezTo>
                  <a:pt x="742" y="115"/>
                  <a:pt x="743" y="116"/>
                  <a:pt x="743" y="116"/>
                </a:cubicBezTo>
                <a:cubicBezTo>
                  <a:pt x="743" y="116"/>
                  <a:pt x="743" y="116"/>
                  <a:pt x="743" y="116"/>
                </a:cubicBezTo>
                <a:cubicBezTo>
                  <a:pt x="743" y="116"/>
                  <a:pt x="744" y="116"/>
                  <a:pt x="744" y="116"/>
                </a:cubicBezTo>
                <a:cubicBezTo>
                  <a:pt x="746" y="117"/>
                  <a:pt x="748" y="116"/>
                  <a:pt x="750" y="114"/>
                </a:cubicBezTo>
                <a:cubicBezTo>
                  <a:pt x="751" y="113"/>
                  <a:pt x="751" y="112"/>
                  <a:pt x="753" y="111"/>
                </a:cubicBezTo>
                <a:cubicBezTo>
                  <a:pt x="754" y="110"/>
                  <a:pt x="754" y="108"/>
                  <a:pt x="755" y="107"/>
                </a:cubicBezTo>
                <a:cubicBezTo>
                  <a:pt x="756" y="106"/>
                  <a:pt x="756" y="104"/>
                  <a:pt x="755" y="103"/>
                </a:cubicBezTo>
                <a:cubicBezTo>
                  <a:pt x="754" y="101"/>
                  <a:pt x="754" y="100"/>
                  <a:pt x="754" y="99"/>
                </a:cubicBezTo>
                <a:cubicBezTo>
                  <a:pt x="754" y="99"/>
                  <a:pt x="754" y="99"/>
                  <a:pt x="754" y="99"/>
                </a:cubicBezTo>
                <a:cubicBezTo>
                  <a:pt x="754" y="99"/>
                  <a:pt x="753" y="99"/>
                  <a:pt x="753" y="99"/>
                </a:cubicBezTo>
                <a:cubicBezTo>
                  <a:pt x="753" y="99"/>
                  <a:pt x="754" y="99"/>
                  <a:pt x="754" y="99"/>
                </a:cubicBezTo>
                <a:cubicBezTo>
                  <a:pt x="754" y="99"/>
                  <a:pt x="754" y="99"/>
                  <a:pt x="754" y="99"/>
                </a:cubicBezTo>
                <a:cubicBezTo>
                  <a:pt x="755" y="100"/>
                  <a:pt x="756" y="100"/>
                  <a:pt x="758" y="100"/>
                </a:cubicBezTo>
                <a:cubicBezTo>
                  <a:pt x="759" y="101"/>
                  <a:pt x="761" y="100"/>
                  <a:pt x="761" y="98"/>
                </a:cubicBezTo>
                <a:cubicBezTo>
                  <a:pt x="761" y="97"/>
                  <a:pt x="761" y="95"/>
                  <a:pt x="759" y="95"/>
                </a:cubicBezTo>
                <a:cubicBezTo>
                  <a:pt x="758" y="94"/>
                  <a:pt x="757" y="94"/>
                  <a:pt x="756" y="93"/>
                </a:cubicBezTo>
                <a:cubicBezTo>
                  <a:pt x="756" y="93"/>
                  <a:pt x="756" y="93"/>
                  <a:pt x="755" y="93"/>
                </a:cubicBezTo>
                <a:cubicBezTo>
                  <a:pt x="756" y="93"/>
                  <a:pt x="756" y="92"/>
                  <a:pt x="756" y="92"/>
                </a:cubicBezTo>
                <a:cubicBezTo>
                  <a:pt x="757" y="91"/>
                  <a:pt x="758" y="91"/>
                  <a:pt x="759" y="91"/>
                </a:cubicBezTo>
                <a:cubicBezTo>
                  <a:pt x="761" y="92"/>
                  <a:pt x="764" y="92"/>
                  <a:pt x="767" y="91"/>
                </a:cubicBezTo>
                <a:cubicBezTo>
                  <a:pt x="768" y="91"/>
                  <a:pt x="769" y="91"/>
                  <a:pt x="770" y="89"/>
                </a:cubicBezTo>
                <a:cubicBezTo>
                  <a:pt x="770" y="88"/>
                  <a:pt x="770" y="88"/>
                  <a:pt x="770" y="87"/>
                </a:cubicBezTo>
                <a:cubicBezTo>
                  <a:pt x="771" y="88"/>
                  <a:pt x="771" y="88"/>
                  <a:pt x="771" y="88"/>
                </a:cubicBezTo>
                <a:cubicBezTo>
                  <a:pt x="772" y="88"/>
                  <a:pt x="772" y="89"/>
                  <a:pt x="773" y="89"/>
                </a:cubicBezTo>
                <a:cubicBezTo>
                  <a:pt x="777" y="91"/>
                  <a:pt x="779" y="90"/>
                  <a:pt x="782" y="87"/>
                </a:cubicBezTo>
                <a:cubicBezTo>
                  <a:pt x="785" y="84"/>
                  <a:pt x="788" y="80"/>
                  <a:pt x="792" y="78"/>
                </a:cubicBezTo>
                <a:cubicBezTo>
                  <a:pt x="794" y="77"/>
                  <a:pt x="796" y="76"/>
                  <a:pt x="798" y="74"/>
                </a:cubicBezTo>
                <a:cubicBezTo>
                  <a:pt x="799" y="73"/>
                  <a:pt x="800" y="73"/>
                  <a:pt x="801" y="72"/>
                </a:cubicBezTo>
                <a:cubicBezTo>
                  <a:pt x="806" y="71"/>
                  <a:pt x="810" y="68"/>
                  <a:pt x="814" y="67"/>
                </a:cubicBezTo>
                <a:cubicBezTo>
                  <a:pt x="818" y="65"/>
                  <a:pt x="822" y="63"/>
                  <a:pt x="826" y="60"/>
                </a:cubicBezTo>
                <a:cubicBezTo>
                  <a:pt x="827" y="60"/>
                  <a:pt x="827" y="59"/>
                  <a:pt x="827" y="58"/>
                </a:cubicBezTo>
                <a:cubicBezTo>
                  <a:pt x="828" y="57"/>
                  <a:pt x="827" y="56"/>
                  <a:pt x="825" y="56"/>
                </a:cubicBezTo>
                <a:cubicBezTo>
                  <a:pt x="824" y="56"/>
                  <a:pt x="823" y="55"/>
                  <a:pt x="822" y="55"/>
                </a:cubicBezTo>
                <a:cubicBezTo>
                  <a:pt x="822" y="55"/>
                  <a:pt x="822" y="55"/>
                  <a:pt x="822" y="55"/>
                </a:cubicBezTo>
                <a:cubicBezTo>
                  <a:pt x="822" y="55"/>
                  <a:pt x="822" y="55"/>
                  <a:pt x="822" y="55"/>
                </a:cubicBezTo>
                <a:cubicBezTo>
                  <a:pt x="822" y="55"/>
                  <a:pt x="822" y="55"/>
                  <a:pt x="822" y="55"/>
                </a:cubicBezTo>
                <a:cubicBezTo>
                  <a:pt x="822" y="55"/>
                  <a:pt x="822" y="55"/>
                  <a:pt x="822" y="55"/>
                </a:cubicBezTo>
                <a:cubicBezTo>
                  <a:pt x="822" y="54"/>
                  <a:pt x="823" y="53"/>
                  <a:pt x="824" y="53"/>
                </a:cubicBezTo>
                <a:cubicBezTo>
                  <a:pt x="828" y="53"/>
                  <a:pt x="833" y="52"/>
                  <a:pt x="837" y="52"/>
                </a:cubicBezTo>
                <a:cubicBezTo>
                  <a:pt x="841" y="50"/>
                  <a:pt x="845" y="47"/>
                  <a:pt x="849" y="45"/>
                </a:cubicBezTo>
                <a:cubicBezTo>
                  <a:pt x="850" y="45"/>
                  <a:pt x="851" y="45"/>
                  <a:pt x="851" y="45"/>
                </a:cubicBezTo>
                <a:cubicBezTo>
                  <a:pt x="852" y="43"/>
                  <a:pt x="853" y="42"/>
                  <a:pt x="853" y="41"/>
                </a:cubicBezTo>
                <a:cubicBezTo>
                  <a:pt x="854" y="40"/>
                  <a:pt x="854" y="38"/>
                  <a:pt x="854" y="36"/>
                </a:cubicBezTo>
                <a:cubicBezTo>
                  <a:pt x="854" y="34"/>
                  <a:pt x="853" y="33"/>
                  <a:pt x="852" y="32"/>
                </a:cubicBezTo>
                <a:cubicBezTo>
                  <a:pt x="850" y="32"/>
                  <a:pt x="850" y="31"/>
                  <a:pt x="850" y="30"/>
                </a:cubicBezTo>
                <a:cubicBezTo>
                  <a:pt x="850" y="28"/>
                  <a:pt x="850" y="25"/>
                  <a:pt x="850" y="23"/>
                </a:cubicBezTo>
                <a:cubicBezTo>
                  <a:pt x="850" y="23"/>
                  <a:pt x="850" y="22"/>
                  <a:pt x="849" y="22"/>
                </a:cubicBezTo>
                <a:cubicBezTo>
                  <a:pt x="847" y="21"/>
                  <a:pt x="845" y="21"/>
                  <a:pt x="843" y="20"/>
                </a:cubicBezTo>
                <a:cubicBezTo>
                  <a:pt x="842" y="20"/>
                  <a:pt x="840" y="20"/>
                  <a:pt x="839" y="21"/>
                </a:cubicBezTo>
                <a:cubicBezTo>
                  <a:pt x="838" y="21"/>
                  <a:pt x="837" y="21"/>
                  <a:pt x="837" y="22"/>
                </a:cubicBezTo>
                <a:cubicBezTo>
                  <a:pt x="837" y="22"/>
                  <a:pt x="836" y="22"/>
                  <a:pt x="836" y="22"/>
                </a:cubicBezTo>
                <a:cubicBezTo>
                  <a:pt x="836" y="22"/>
                  <a:pt x="836" y="22"/>
                  <a:pt x="836" y="22"/>
                </a:cubicBezTo>
                <a:cubicBezTo>
                  <a:pt x="836" y="22"/>
                  <a:pt x="835" y="23"/>
                  <a:pt x="835" y="23"/>
                </a:cubicBezTo>
                <a:cubicBezTo>
                  <a:pt x="835" y="23"/>
                  <a:pt x="835" y="23"/>
                  <a:pt x="834" y="23"/>
                </a:cubicBezTo>
                <a:cubicBezTo>
                  <a:pt x="835" y="22"/>
                  <a:pt x="835" y="22"/>
                  <a:pt x="836" y="22"/>
                </a:cubicBezTo>
                <a:cubicBezTo>
                  <a:pt x="836" y="22"/>
                  <a:pt x="836" y="22"/>
                  <a:pt x="836" y="22"/>
                </a:cubicBezTo>
                <a:cubicBezTo>
                  <a:pt x="836" y="22"/>
                  <a:pt x="836" y="22"/>
                  <a:pt x="837" y="22"/>
                </a:cubicBezTo>
                <a:cubicBezTo>
                  <a:pt x="838" y="21"/>
                  <a:pt x="838" y="20"/>
                  <a:pt x="839" y="19"/>
                </a:cubicBezTo>
                <a:cubicBezTo>
                  <a:pt x="840" y="18"/>
                  <a:pt x="841" y="17"/>
                  <a:pt x="839" y="16"/>
                </a:cubicBezTo>
                <a:cubicBezTo>
                  <a:pt x="839" y="16"/>
                  <a:pt x="838" y="15"/>
                  <a:pt x="838" y="15"/>
                </a:cubicBezTo>
                <a:cubicBezTo>
                  <a:pt x="838" y="15"/>
                  <a:pt x="837" y="15"/>
                  <a:pt x="837" y="15"/>
                </a:cubicBezTo>
                <a:cubicBezTo>
                  <a:pt x="835" y="14"/>
                  <a:pt x="833" y="13"/>
                  <a:pt x="831" y="12"/>
                </a:cubicBezTo>
                <a:cubicBezTo>
                  <a:pt x="829" y="12"/>
                  <a:pt x="828" y="11"/>
                  <a:pt x="828" y="10"/>
                </a:cubicBezTo>
                <a:cubicBezTo>
                  <a:pt x="827" y="8"/>
                  <a:pt x="826" y="8"/>
                  <a:pt x="825" y="7"/>
                </a:cubicBezTo>
                <a:cubicBezTo>
                  <a:pt x="823" y="7"/>
                  <a:pt x="820" y="7"/>
                  <a:pt x="818" y="6"/>
                </a:cubicBezTo>
                <a:cubicBezTo>
                  <a:pt x="816" y="5"/>
                  <a:pt x="814" y="5"/>
                  <a:pt x="812" y="7"/>
                </a:cubicBezTo>
                <a:cubicBezTo>
                  <a:pt x="810" y="8"/>
                  <a:pt x="809" y="7"/>
                  <a:pt x="809" y="5"/>
                </a:cubicBezTo>
                <a:cubicBezTo>
                  <a:pt x="809" y="4"/>
                  <a:pt x="809" y="3"/>
                  <a:pt x="809" y="3"/>
                </a:cubicBezTo>
                <a:cubicBezTo>
                  <a:pt x="806" y="2"/>
                  <a:pt x="803" y="2"/>
                  <a:pt x="800" y="1"/>
                </a:cubicBezTo>
                <a:cubicBezTo>
                  <a:pt x="799" y="1"/>
                  <a:pt x="797" y="1"/>
                  <a:pt x="796" y="1"/>
                </a:cubicBezTo>
                <a:cubicBezTo>
                  <a:pt x="795" y="1"/>
                  <a:pt x="794" y="2"/>
                  <a:pt x="794" y="3"/>
                </a:cubicBezTo>
                <a:cubicBezTo>
                  <a:pt x="794" y="5"/>
                  <a:pt x="793" y="7"/>
                  <a:pt x="793" y="9"/>
                </a:cubicBezTo>
                <a:cubicBezTo>
                  <a:pt x="793" y="9"/>
                  <a:pt x="793" y="10"/>
                  <a:pt x="793" y="10"/>
                </a:cubicBezTo>
                <a:cubicBezTo>
                  <a:pt x="792" y="10"/>
                  <a:pt x="791" y="10"/>
                  <a:pt x="791" y="9"/>
                </a:cubicBezTo>
                <a:cubicBezTo>
                  <a:pt x="791" y="8"/>
                  <a:pt x="791" y="7"/>
                  <a:pt x="791" y="6"/>
                </a:cubicBezTo>
                <a:cubicBezTo>
                  <a:pt x="791" y="6"/>
                  <a:pt x="791" y="6"/>
                  <a:pt x="791" y="6"/>
                </a:cubicBezTo>
                <a:cubicBezTo>
                  <a:pt x="791" y="5"/>
                  <a:pt x="790" y="5"/>
                  <a:pt x="790" y="5"/>
                </a:cubicBezTo>
                <a:cubicBezTo>
                  <a:pt x="787" y="5"/>
                  <a:pt x="786" y="3"/>
                  <a:pt x="785" y="2"/>
                </a:cubicBezTo>
                <a:cubicBezTo>
                  <a:pt x="784" y="1"/>
                  <a:pt x="782" y="0"/>
                  <a:pt x="781" y="1"/>
                </a:cubicBezTo>
                <a:cubicBezTo>
                  <a:pt x="779" y="2"/>
                  <a:pt x="779" y="3"/>
                  <a:pt x="779" y="4"/>
                </a:cubicBezTo>
                <a:cubicBezTo>
                  <a:pt x="779" y="6"/>
                  <a:pt x="779" y="7"/>
                  <a:pt x="779" y="8"/>
                </a:cubicBezTo>
                <a:cubicBezTo>
                  <a:pt x="779" y="8"/>
                  <a:pt x="779" y="8"/>
                  <a:pt x="778" y="9"/>
                </a:cubicBezTo>
                <a:cubicBezTo>
                  <a:pt x="778" y="9"/>
                  <a:pt x="778" y="9"/>
                  <a:pt x="778" y="8"/>
                </a:cubicBezTo>
                <a:cubicBezTo>
                  <a:pt x="777" y="7"/>
                  <a:pt x="776" y="5"/>
                  <a:pt x="775" y="4"/>
                </a:cubicBezTo>
                <a:cubicBezTo>
                  <a:pt x="774" y="2"/>
                  <a:pt x="772" y="2"/>
                  <a:pt x="771" y="4"/>
                </a:cubicBezTo>
                <a:cubicBezTo>
                  <a:pt x="770" y="6"/>
                  <a:pt x="770" y="6"/>
                  <a:pt x="769" y="6"/>
                </a:cubicBezTo>
                <a:cubicBezTo>
                  <a:pt x="769" y="6"/>
                  <a:pt x="768" y="5"/>
                  <a:pt x="768" y="5"/>
                </a:cubicBezTo>
                <a:cubicBezTo>
                  <a:pt x="766" y="5"/>
                  <a:pt x="765" y="6"/>
                  <a:pt x="765" y="7"/>
                </a:cubicBezTo>
                <a:cubicBezTo>
                  <a:pt x="766" y="10"/>
                  <a:pt x="765" y="11"/>
                  <a:pt x="763" y="12"/>
                </a:cubicBezTo>
                <a:cubicBezTo>
                  <a:pt x="762" y="13"/>
                  <a:pt x="762" y="14"/>
                  <a:pt x="762" y="15"/>
                </a:cubicBezTo>
                <a:cubicBezTo>
                  <a:pt x="761" y="16"/>
                  <a:pt x="759" y="16"/>
                  <a:pt x="758" y="15"/>
                </a:cubicBezTo>
                <a:cubicBezTo>
                  <a:pt x="757" y="13"/>
                  <a:pt x="756" y="10"/>
                  <a:pt x="755" y="8"/>
                </a:cubicBezTo>
                <a:cubicBezTo>
                  <a:pt x="754" y="7"/>
                  <a:pt x="753" y="7"/>
                  <a:pt x="751" y="7"/>
                </a:cubicBezTo>
                <a:cubicBezTo>
                  <a:pt x="751" y="6"/>
                  <a:pt x="749" y="7"/>
                  <a:pt x="749" y="9"/>
                </a:cubicBezTo>
                <a:cubicBezTo>
                  <a:pt x="749" y="10"/>
                  <a:pt x="748" y="11"/>
                  <a:pt x="746" y="12"/>
                </a:cubicBezTo>
                <a:cubicBezTo>
                  <a:pt x="746" y="12"/>
                  <a:pt x="745" y="12"/>
                  <a:pt x="745" y="12"/>
                </a:cubicBezTo>
                <a:cubicBezTo>
                  <a:pt x="744" y="12"/>
                  <a:pt x="744" y="13"/>
                  <a:pt x="744" y="13"/>
                </a:cubicBezTo>
                <a:cubicBezTo>
                  <a:pt x="745" y="16"/>
                  <a:pt x="746" y="18"/>
                  <a:pt x="746" y="20"/>
                </a:cubicBezTo>
                <a:cubicBezTo>
                  <a:pt x="747" y="20"/>
                  <a:pt x="747" y="20"/>
                  <a:pt x="747" y="20"/>
                </a:cubicBezTo>
                <a:cubicBezTo>
                  <a:pt x="747" y="20"/>
                  <a:pt x="747" y="20"/>
                  <a:pt x="747" y="20"/>
                </a:cubicBezTo>
                <a:cubicBezTo>
                  <a:pt x="747" y="20"/>
                  <a:pt x="747" y="20"/>
                  <a:pt x="747" y="20"/>
                </a:cubicBezTo>
                <a:cubicBezTo>
                  <a:pt x="747" y="20"/>
                  <a:pt x="746" y="20"/>
                  <a:pt x="746" y="20"/>
                </a:cubicBezTo>
                <a:cubicBezTo>
                  <a:pt x="745" y="20"/>
                  <a:pt x="744" y="20"/>
                  <a:pt x="743" y="18"/>
                </a:cubicBezTo>
                <a:cubicBezTo>
                  <a:pt x="742" y="17"/>
                  <a:pt x="741" y="17"/>
                  <a:pt x="740" y="17"/>
                </a:cubicBezTo>
                <a:cubicBezTo>
                  <a:pt x="739" y="17"/>
                  <a:pt x="738" y="17"/>
                  <a:pt x="738" y="16"/>
                </a:cubicBezTo>
                <a:cubicBezTo>
                  <a:pt x="737" y="16"/>
                  <a:pt x="737" y="15"/>
                  <a:pt x="736" y="14"/>
                </a:cubicBezTo>
                <a:cubicBezTo>
                  <a:pt x="735" y="13"/>
                  <a:pt x="734" y="13"/>
                  <a:pt x="733" y="14"/>
                </a:cubicBezTo>
                <a:cubicBezTo>
                  <a:pt x="732" y="15"/>
                  <a:pt x="732" y="16"/>
                  <a:pt x="731" y="16"/>
                </a:cubicBezTo>
                <a:cubicBezTo>
                  <a:pt x="730" y="17"/>
                  <a:pt x="730" y="17"/>
                  <a:pt x="729" y="16"/>
                </a:cubicBezTo>
                <a:cubicBezTo>
                  <a:pt x="728" y="15"/>
                  <a:pt x="727" y="15"/>
                  <a:pt x="725" y="15"/>
                </a:cubicBezTo>
                <a:cubicBezTo>
                  <a:pt x="722" y="16"/>
                  <a:pt x="719" y="17"/>
                  <a:pt x="716" y="19"/>
                </a:cubicBezTo>
                <a:cubicBezTo>
                  <a:pt x="716" y="19"/>
                  <a:pt x="715" y="20"/>
                  <a:pt x="714" y="20"/>
                </a:cubicBezTo>
                <a:cubicBezTo>
                  <a:pt x="713" y="21"/>
                  <a:pt x="714" y="24"/>
                  <a:pt x="715" y="25"/>
                </a:cubicBezTo>
                <a:cubicBezTo>
                  <a:pt x="716" y="25"/>
                  <a:pt x="716" y="25"/>
                  <a:pt x="717" y="25"/>
                </a:cubicBezTo>
                <a:cubicBezTo>
                  <a:pt x="717" y="25"/>
                  <a:pt x="717" y="25"/>
                  <a:pt x="717" y="25"/>
                </a:cubicBezTo>
                <a:cubicBezTo>
                  <a:pt x="717" y="25"/>
                  <a:pt x="717" y="25"/>
                  <a:pt x="717" y="25"/>
                </a:cubicBezTo>
                <a:cubicBezTo>
                  <a:pt x="717" y="24"/>
                  <a:pt x="718" y="24"/>
                  <a:pt x="718" y="23"/>
                </a:cubicBezTo>
                <a:cubicBezTo>
                  <a:pt x="718" y="23"/>
                  <a:pt x="719" y="23"/>
                  <a:pt x="719" y="23"/>
                </a:cubicBezTo>
                <a:cubicBezTo>
                  <a:pt x="720" y="24"/>
                  <a:pt x="720" y="24"/>
                  <a:pt x="719" y="25"/>
                </a:cubicBezTo>
                <a:cubicBezTo>
                  <a:pt x="718" y="25"/>
                  <a:pt x="718" y="25"/>
                  <a:pt x="717" y="25"/>
                </a:cubicBezTo>
                <a:cubicBezTo>
                  <a:pt x="717" y="25"/>
                  <a:pt x="717" y="25"/>
                  <a:pt x="717" y="25"/>
                </a:cubicBezTo>
                <a:cubicBezTo>
                  <a:pt x="717" y="25"/>
                  <a:pt x="717" y="25"/>
                  <a:pt x="717" y="25"/>
                </a:cubicBezTo>
                <a:cubicBezTo>
                  <a:pt x="717" y="26"/>
                  <a:pt x="717" y="27"/>
                  <a:pt x="717" y="28"/>
                </a:cubicBezTo>
                <a:cubicBezTo>
                  <a:pt x="718" y="30"/>
                  <a:pt x="718" y="30"/>
                  <a:pt x="717" y="31"/>
                </a:cubicBezTo>
                <a:cubicBezTo>
                  <a:pt x="717" y="32"/>
                  <a:pt x="716" y="32"/>
                  <a:pt x="716" y="33"/>
                </a:cubicBezTo>
                <a:cubicBezTo>
                  <a:pt x="714" y="35"/>
                  <a:pt x="715" y="37"/>
                  <a:pt x="717" y="38"/>
                </a:cubicBezTo>
                <a:cubicBezTo>
                  <a:pt x="717" y="38"/>
                  <a:pt x="718" y="38"/>
                  <a:pt x="718" y="38"/>
                </a:cubicBezTo>
                <a:cubicBezTo>
                  <a:pt x="718" y="39"/>
                  <a:pt x="718" y="39"/>
                  <a:pt x="717" y="39"/>
                </a:cubicBezTo>
                <a:cubicBezTo>
                  <a:pt x="717" y="39"/>
                  <a:pt x="716" y="39"/>
                  <a:pt x="716" y="39"/>
                </a:cubicBezTo>
                <a:cubicBezTo>
                  <a:pt x="714" y="39"/>
                  <a:pt x="713" y="41"/>
                  <a:pt x="714" y="42"/>
                </a:cubicBezTo>
                <a:cubicBezTo>
                  <a:pt x="714" y="45"/>
                  <a:pt x="715" y="46"/>
                  <a:pt x="717" y="48"/>
                </a:cubicBezTo>
                <a:cubicBezTo>
                  <a:pt x="718" y="50"/>
                  <a:pt x="720" y="50"/>
                  <a:pt x="722" y="50"/>
                </a:cubicBezTo>
                <a:cubicBezTo>
                  <a:pt x="722" y="50"/>
                  <a:pt x="722" y="50"/>
                  <a:pt x="722" y="50"/>
                </a:cubicBezTo>
                <a:cubicBezTo>
                  <a:pt x="722" y="50"/>
                  <a:pt x="722" y="49"/>
                  <a:pt x="722" y="49"/>
                </a:cubicBezTo>
                <a:cubicBezTo>
                  <a:pt x="722" y="50"/>
                  <a:pt x="722" y="50"/>
                  <a:pt x="722" y="50"/>
                </a:cubicBezTo>
                <a:cubicBezTo>
                  <a:pt x="722" y="50"/>
                  <a:pt x="722" y="50"/>
                  <a:pt x="722" y="50"/>
                </a:cubicBezTo>
                <a:cubicBezTo>
                  <a:pt x="722" y="51"/>
                  <a:pt x="723" y="52"/>
                  <a:pt x="723" y="53"/>
                </a:cubicBezTo>
                <a:cubicBezTo>
                  <a:pt x="725" y="55"/>
                  <a:pt x="728" y="56"/>
                  <a:pt x="731" y="57"/>
                </a:cubicBezTo>
                <a:cubicBezTo>
                  <a:pt x="734" y="57"/>
                  <a:pt x="736" y="56"/>
                  <a:pt x="738" y="55"/>
                </a:cubicBezTo>
                <a:cubicBezTo>
                  <a:pt x="738" y="55"/>
                  <a:pt x="738" y="55"/>
                  <a:pt x="738" y="55"/>
                </a:cubicBezTo>
                <a:cubicBezTo>
                  <a:pt x="738" y="55"/>
                  <a:pt x="738" y="55"/>
                  <a:pt x="738" y="55"/>
                </a:cubicBezTo>
                <a:cubicBezTo>
                  <a:pt x="738" y="55"/>
                  <a:pt x="738" y="55"/>
                  <a:pt x="738" y="55"/>
                </a:cubicBezTo>
                <a:cubicBezTo>
                  <a:pt x="738" y="56"/>
                  <a:pt x="738" y="57"/>
                  <a:pt x="739" y="58"/>
                </a:cubicBezTo>
                <a:cubicBezTo>
                  <a:pt x="742" y="60"/>
                  <a:pt x="746" y="61"/>
                  <a:pt x="749" y="60"/>
                </a:cubicBezTo>
                <a:cubicBezTo>
                  <a:pt x="753" y="60"/>
                  <a:pt x="757" y="59"/>
                  <a:pt x="760" y="55"/>
                </a:cubicBezTo>
                <a:cubicBezTo>
                  <a:pt x="760" y="54"/>
                  <a:pt x="761" y="54"/>
                  <a:pt x="762" y="54"/>
                </a:cubicBezTo>
                <a:cubicBezTo>
                  <a:pt x="762" y="53"/>
                  <a:pt x="762" y="53"/>
                  <a:pt x="762" y="53"/>
                </a:cubicBezTo>
                <a:cubicBezTo>
                  <a:pt x="762" y="53"/>
                  <a:pt x="762" y="53"/>
                  <a:pt x="762" y="53"/>
                </a:cubicBezTo>
                <a:cubicBezTo>
                  <a:pt x="762" y="54"/>
                  <a:pt x="762" y="54"/>
                  <a:pt x="762" y="54"/>
                </a:cubicBezTo>
                <a:cubicBezTo>
                  <a:pt x="762" y="54"/>
                  <a:pt x="762" y="54"/>
                  <a:pt x="762" y="55"/>
                </a:cubicBezTo>
                <a:cubicBezTo>
                  <a:pt x="761" y="55"/>
                  <a:pt x="761" y="55"/>
                  <a:pt x="761" y="56"/>
                </a:cubicBezTo>
                <a:cubicBezTo>
                  <a:pt x="761" y="57"/>
                  <a:pt x="761" y="58"/>
                  <a:pt x="762" y="58"/>
                </a:cubicBezTo>
                <a:cubicBezTo>
                  <a:pt x="764" y="59"/>
                  <a:pt x="766" y="59"/>
                  <a:pt x="767" y="60"/>
                </a:cubicBezTo>
                <a:cubicBezTo>
                  <a:pt x="767" y="60"/>
                  <a:pt x="768" y="60"/>
                  <a:pt x="768" y="60"/>
                </a:cubicBezTo>
                <a:cubicBezTo>
                  <a:pt x="768" y="60"/>
                  <a:pt x="768" y="60"/>
                  <a:pt x="768" y="60"/>
                </a:cubicBezTo>
                <a:cubicBezTo>
                  <a:pt x="768" y="60"/>
                  <a:pt x="768" y="60"/>
                  <a:pt x="768" y="60"/>
                </a:cubicBezTo>
                <a:cubicBezTo>
                  <a:pt x="767" y="60"/>
                  <a:pt x="767" y="60"/>
                  <a:pt x="767" y="60"/>
                </a:cubicBezTo>
                <a:cubicBezTo>
                  <a:pt x="761" y="60"/>
                  <a:pt x="755" y="60"/>
                  <a:pt x="750" y="62"/>
                </a:cubicBezTo>
                <a:cubicBezTo>
                  <a:pt x="747" y="64"/>
                  <a:pt x="745" y="64"/>
                  <a:pt x="742" y="63"/>
                </a:cubicBezTo>
                <a:cubicBezTo>
                  <a:pt x="741" y="62"/>
                  <a:pt x="739" y="62"/>
                  <a:pt x="737" y="62"/>
                </a:cubicBezTo>
                <a:cubicBezTo>
                  <a:pt x="736" y="62"/>
                  <a:pt x="735" y="63"/>
                  <a:pt x="734" y="64"/>
                </a:cubicBezTo>
                <a:cubicBezTo>
                  <a:pt x="734" y="66"/>
                  <a:pt x="734" y="68"/>
                  <a:pt x="734" y="71"/>
                </a:cubicBezTo>
                <a:cubicBezTo>
                  <a:pt x="734" y="72"/>
                  <a:pt x="734" y="72"/>
                  <a:pt x="733" y="72"/>
                </a:cubicBezTo>
                <a:cubicBezTo>
                  <a:pt x="733" y="72"/>
                  <a:pt x="733" y="71"/>
                  <a:pt x="733" y="71"/>
                </a:cubicBezTo>
                <a:cubicBezTo>
                  <a:pt x="732" y="65"/>
                  <a:pt x="729" y="61"/>
                  <a:pt x="723" y="58"/>
                </a:cubicBezTo>
                <a:cubicBezTo>
                  <a:pt x="723" y="58"/>
                  <a:pt x="723" y="58"/>
                  <a:pt x="723" y="58"/>
                </a:cubicBezTo>
                <a:cubicBezTo>
                  <a:pt x="721" y="57"/>
                  <a:pt x="720" y="57"/>
                  <a:pt x="719" y="58"/>
                </a:cubicBezTo>
                <a:cubicBezTo>
                  <a:pt x="717" y="60"/>
                  <a:pt x="715" y="62"/>
                  <a:pt x="713" y="64"/>
                </a:cubicBezTo>
                <a:cubicBezTo>
                  <a:pt x="714" y="65"/>
                  <a:pt x="715" y="66"/>
                  <a:pt x="714" y="67"/>
                </a:cubicBezTo>
                <a:close/>
                <a:moveTo>
                  <a:pt x="696" y="122"/>
                </a:moveTo>
                <a:cubicBezTo>
                  <a:pt x="695" y="122"/>
                  <a:pt x="695" y="121"/>
                  <a:pt x="695" y="121"/>
                </a:cubicBezTo>
                <a:cubicBezTo>
                  <a:pt x="695" y="121"/>
                  <a:pt x="696" y="121"/>
                  <a:pt x="696" y="122"/>
                </a:cubicBezTo>
                <a:cubicBezTo>
                  <a:pt x="696" y="122"/>
                  <a:pt x="696" y="122"/>
                  <a:pt x="696" y="122"/>
                </a:cubicBezTo>
                <a:close/>
                <a:moveTo>
                  <a:pt x="700" y="108"/>
                </a:moveTo>
                <a:cubicBezTo>
                  <a:pt x="699" y="108"/>
                  <a:pt x="699" y="108"/>
                  <a:pt x="699" y="108"/>
                </a:cubicBezTo>
                <a:cubicBezTo>
                  <a:pt x="699" y="107"/>
                  <a:pt x="699" y="107"/>
                  <a:pt x="699" y="107"/>
                </a:cubicBezTo>
                <a:cubicBezTo>
                  <a:pt x="700" y="107"/>
                  <a:pt x="700" y="107"/>
                  <a:pt x="700" y="107"/>
                </a:cubicBezTo>
                <a:lnTo>
                  <a:pt x="700" y="108"/>
                </a:lnTo>
                <a:close/>
                <a:moveTo>
                  <a:pt x="709" y="128"/>
                </a:moveTo>
                <a:cubicBezTo>
                  <a:pt x="709" y="128"/>
                  <a:pt x="709" y="128"/>
                  <a:pt x="709" y="128"/>
                </a:cubicBezTo>
                <a:cubicBezTo>
                  <a:pt x="709" y="128"/>
                  <a:pt x="708" y="128"/>
                  <a:pt x="708" y="129"/>
                </a:cubicBezTo>
                <a:cubicBezTo>
                  <a:pt x="708" y="129"/>
                  <a:pt x="708" y="129"/>
                  <a:pt x="708" y="129"/>
                </a:cubicBezTo>
                <a:cubicBezTo>
                  <a:pt x="708" y="129"/>
                  <a:pt x="707" y="129"/>
                  <a:pt x="707" y="129"/>
                </a:cubicBezTo>
                <a:cubicBezTo>
                  <a:pt x="707" y="129"/>
                  <a:pt x="708" y="129"/>
                  <a:pt x="708" y="129"/>
                </a:cubicBezTo>
                <a:cubicBezTo>
                  <a:pt x="708" y="128"/>
                  <a:pt x="708" y="128"/>
                  <a:pt x="709" y="128"/>
                </a:cubicBezTo>
                <a:cubicBezTo>
                  <a:pt x="709" y="128"/>
                  <a:pt x="709" y="127"/>
                  <a:pt x="709" y="127"/>
                </a:cubicBezTo>
                <a:cubicBezTo>
                  <a:pt x="709" y="127"/>
                  <a:pt x="709" y="128"/>
                  <a:pt x="709" y="128"/>
                </a:cubicBezTo>
                <a:close/>
                <a:moveTo>
                  <a:pt x="817" y="57"/>
                </a:moveTo>
                <a:cubicBezTo>
                  <a:pt x="817" y="57"/>
                  <a:pt x="817" y="57"/>
                  <a:pt x="817" y="58"/>
                </a:cubicBezTo>
                <a:cubicBezTo>
                  <a:pt x="817" y="58"/>
                  <a:pt x="817" y="58"/>
                  <a:pt x="817" y="58"/>
                </a:cubicBezTo>
                <a:cubicBezTo>
                  <a:pt x="817" y="58"/>
                  <a:pt x="817" y="58"/>
                  <a:pt x="816" y="58"/>
                </a:cubicBezTo>
                <a:cubicBezTo>
                  <a:pt x="817" y="58"/>
                  <a:pt x="817" y="57"/>
                  <a:pt x="817" y="57"/>
                </a:cubicBezTo>
                <a:close/>
                <a:moveTo>
                  <a:pt x="724" y="48"/>
                </a:moveTo>
                <a:cubicBezTo>
                  <a:pt x="724" y="48"/>
                  <a:pt x="724" y="48"/>
                  <a:pt x="723" y="48"/>
                </a:cubicBezTo>
                <a:cubicBezTo>
                  <a:pt x="724" y="48"/>
                  <a:pt x="724" y="48"/>
                  <a:pt x="724" y="48"/>
                </a:cubicBezTo>
                <a:cubicBezTo>
                  <a:pt x="724" y="48"/>
                  <a:pt x="724" y="48"/>
                  <a:pt x="724" y="48"/>
                </a:cubicBezTo>
                <a:close/>
                <a:moveTo>
                  <a:pt x="751" y="91"/>
                </a:moveTo>
                <a:cubicBezTo>
                  <a:pt x="750" y="91"/>
                  <a:pt x="750" y="91"/>
                  <a:pt x="750" y="91"/>
                </a:cubicBezTo>
                <a:cubicBezTo>
                  <a:pt x="750" y="91"/>
                  <a:pt x="750" y="91"/>
                  <a:pt x="750" y="91"/>
                </a:cubicBezTo>
                <a:lnTo>
                  <a:pt x="751" y="91"/>
                </a:lnTo>
                <a:close/>
                <a:moveTo>
                  <a:pt x="640" y="254"/>
                </a:moveTo>
                <a:cubicBezTo>
                  <a:pt x="644" y="255"/>
                  <a:pt x="647" y="258"/>
                  <a:pt x="650" y="257"/>
                </a:cubicBezTo>
                <a:cubicBezTo>
                  <a:pt x="651" y="257"/>
                  <a:pt x="651" y="257"/>
                  <a:pt x="651" y="257"/>
                </a:cubicBezTo>
                <a:cubicBezTo>
                  <a:pt x="652" y="258"/>
                  <a:pt x="652" y="258"/>
                  <a:pt x="653" y="258"/>
                </a:cubicBezTo>
                <a:cubicBezTo>
                  <a:pt x="654" y="259"/>
                  <a:pt x="655" y="261"/>
                  <a:pt x="657" y="262"/>
                </a:cubicBezTo>
                <a:cubicBezTo>
                  <a:pt x="657" y="262"/>
                  <a:pt x="658" y="262"/>
                  <a:pt x="659" y="262"/>
                </a:cubicBezTo>
                <a:cubicBezTo>
                  <a:pt x="660" y="262"/>
                  <a:pt x="660" y="261"/>
                  <a:pt x="661" y="260"/>
                </a:cubicBezTo>
                <a:cubicBezTo>
                  <a:pt x="660" y="260"/>
                  <a:pt x="659" y="259"/>
                  <a:pt x="659" y="258"/>
                </a:cubicBezTo>
                <a:cubicBezTo>
                  <a:pt x="659" y="258"/>
                  <a:pt x="659" y="258"/>
                  <a:pt x="659" y="258"/>
                </a:cubicBezTo>
                <a:cubicBezTo>
                  <a:pt x="657" y="258"/>
                  <a:pt x="656" y="258"/>
                  <a:pt x="656" y="257"/>
                </a:cubicBezTo>
                <a:cubicBezTo>
                  <a:pt x="656" y="257"/>
                  <a:pt x="656" y="257"/>
                  <a:pt x="656" y="257"/>
                </a:cubicBezTo>
                <a:cubicBezTo>
                  <a:pt x="655" y="256"/>
                  <a:pt x="655" y="256"/>
                  <a:pt x="655" y="256"/>
                </a:cubicBezTo>
                <a:cubicBezTo>
                  <a:pt x="656" y="256"/>
                  <a:pt x="656" y="256"/>
                  <a:pt x="656" y="256"/>
                </a:cubicBezTo>
                <a:cubicBezTo>
                  <a:pt x="656" y="257"/>
                  <a:pt x="656" y="257"/>
                  <a:pt x="656" y="257"/>
                </a:cubicBezTo>
                <a:cubicBezTo>
                  <a:pt x="657" y="257"/>
                  <a:pt x="658" y="257"/>
                  <a:pt x="659" y="258"/>
                </a:cubicBezTo>
                <a:cubicBezTo>
                  <a:pt x="659" y="258"/>
                  <a:pt x="659" y="258"/>
                  <a:pt x="659" y="258"/>
                </a:cubicBezTo>
                <a:cubicBezTo>
                  <a:pt x="660" y="259"/>
                  <a:pt x="660" y="260"/>
                  <a:pt x="661" y="260"/>
                </a:cubicBezTo>
                <a:cubicBezTo>
                  <a:pt x="661" y="260"/>
                  <a:pt x="661" y="260"/>
                  <a:pt x="661" y="260"/>
                </a:cubicBezTo>
                <a:cubicBezTo>
                  <a:pt x="662" y="260"/>
                  <a:pt x="663" y="260"/>
                  <a:pt x="665" y="260"/>
                </a:cubicBezTo>
                <a:cubicBezTo>
                  <a:pt x="667" y="259"/>
                  <a:pt x="668" y="257"/>
                  <a:pt x="668" y="255"/>
                </a:cubicBezTo>
                <a:cubicBezTo>
                  <a:pt x="668" y="254"/>
                  <a:pt x="668" y="253"/>
                  <a:pt x="668" y="252"/>
                </a:cubicBezTo>
                <a:cubicBezTo>
                  <a:pt x="668" y="252"/>
                  <a:pt x="668" y="252"/>
                  <a:pt x="668" y="252"/>
                </a:cubicBezTo>
                <a:cubicBezTo>
                  <a:pt x="668" y="251"/>
                  <a:pt x="668" y="251"/>
                  <a:pt x="668" y="251"/>
                </a:cubicBezTo>
                <a:cubicBezTo>
                  <a:pt x="666" y="250"/>
                  <a:pt x="666" y="250"/>
                  <a:pt x="668" y="248"/>
                </a:cubicBezTo>
                <a:cubicBezTo>
                  <a:pt x="668" y="248"/>
                  <a:pt x="668" y="248"/>
                  <a:pt x="668" y="248"/>
                </a:cubicBezTo>
                <a:cubicBezTo>
                  <a:pt x="668" y="247"/>
                  <a:pt x="668" y="247"/>
                  <a:pt x="668" y="248"/>
                </a:cubicBezTo>
                <a:cubicBezTo>
                  <a:pt x="668" y="248"/>
                  <a:pt x="668" y="248"/>
                  <a:pt x="668" y="248"/>
                </a:cubicBezTo>
                <a:cubicBezTo>
                  <a:pt x="668" y="248"/>
                  <a:pt x="668" y="248"/>
                  <a:pt x="668" y="248"/>
                </a:cubicBezTo>
                <a:cubicBezTo>
                  <a:pt x="668" y="249"/>
                  <a:pt x="668" y="250"/>
                  <a:pt x="668" y="251"/>
                </a:cubicBezTo>
                <a:cubicBezTo>
                  <a:pt x="668" y="251"/>
                  <a:pt x="668" y="251"/>
                  <a:pt x="668" y="251"/>
                </a:cubicBezTo>
                <a:cubicBezTo>
                  <a:pt x="668" y="252"/>
                  <a:pt x="668" y="252"/>
                  <a:pt x="668" y="252"/>
                </a:cubicBezTo>
                <a:cubicBezTo>
                  <a:pt x="670" y="252"/>
                  <a:pt x="671" y="253"/>
                  <a:pt x="673" y="254"/>
                </a:cubicBezTo>
                <a:cubicBezTo>
                  <a:pt x="673" y="254"/>
                  <a:pt x="674" y="255"/>
                  <a:pt x="674" y="255"/>
                </a:cubicBezTo>
                <a:cubicBezTo>
                  <a:pt x="674" y="256"/>
                  <a:pt x="674" y="256"/>
                  <a:pt x="674" y="256"/>
                </a:cubicBezTo>
                <a:cubicBezTo>
                  <a:pt x="673" y="258"/>
                  <a:pt x="672" y="259"/>
                  <a:pt x="672" y="260"/>
                </a:cubicBezTo>
                <a:cubicBezTo>
                  <a:pt x="672" y="262"/>
                  <a:pt x="674" y="263"/>
                  <a:pt x="674" y="264"/>
                </a:cubicBezTo>
                <a:cubicBezTo>
                  <a:pt x="675" y="267"/>
                  <a:pt x="676" y="270"/>
                  <a:pt x="678" y="272"/>
                </a:cubicBezTo>
                <a:cubicBezTo>
                  <a:pt x="679" y="272"/>
                  <a:pt x="679" y="273"/>
                  <a:pt x="678" y="274"/>
                </a:cubicBezTo>
                <a:cubicBezTo>
                  <a:pt x="677" y="274"/>
                  <a:pt x="676" y="274"/>
                  <a:pt x="675" y="275"/>
                </a:cubicBezTo>
                <a:cubicBezTo>
                  <a:pt x="675" y="275"/>
                  <a:pt x="674" y="276"/>
                  <a:pt x="674" y="277"/>
                </a:cubicBezTo>
                <a:cubicBezTo>
                  <a:pt x="674" y="277"/>
                  <a:pt x="674" y="278"/>
                  <a:pt x="675" y="278"/>
                </a:cubicBezTo>
                <a:cubicBezTo>
                  <a:pt x="677" y="279"/>
                  <a:pt x="679" y="277"/>
                  <a:pt x="682" y="278"/>
                </a:cubicBezTo>
                <a:cubicBezTo>
                  <a:pt x="682" y="278"/>
                  <a:pt x="682" y="279"/>
                  <a:pt x="682" y="279"/>
                </a:cubicBezTo>
                <a:cubicBezTo>
                  <a:pt x="683" y="279"/>
                  <a:pt x="683" y="280"/>
                  <a:pt x="682" y="280"/>
                </a:cubicBezTo>
                <a:cubicBezTo>
                  <a:pt x="681" y="281"/>
                  <a:pt x="680" y="281"/>
                  <a:pt x="680" y="281"/>
                </a:cubicBezTo>
                <a:cubicBezTo>
                  <a:pt x="679" y="282"/>
                  <a:pt x="679" y="283"/>
                  <a:pt x="679" y="284"/>
                </a:cubicBezTo>
                <a:cubicBezTo>
                  <a:pt x="680" y="284"/>
                  <a:pt x="680" y="284"/>
                  <a:pt x="681" y="284"/>
                </a:cubicBezTo>
                <a:cubicBezTo>
                  <a:pt x="681" y="284"/>
                  <a:pt x="682" y="284"/>
                  <a:pt x="683" y="284"/>
                </a:cubicBezTo>
                <a:cubicBezTo>
                  <a:pt x="685" y="283"/>
                  <a:pt x="687" y="284"/>
                  <a:pt x="687" y="286"/>
                </a:cubicBezTo>
                <a:cubicBezTo>
                  <a:pt x="687" y="287"/>
                  <a:pt x="688" y="288"/>
                  <a:pt x="688" y="288"/>
                </a:cubicBezTo>
                <a:cubicBezTo>
                  <a:pt x="691" y="289"/>
                  <a:pt x="691" y="291"/>
                  <a:pt x="691" y="294"/>
                </a:cubicBezTo>
                <a:cubicBezTo>
                  <a:pt x="690" y="296"/>
                  <a:pt x="690" y="299"/>
                  <a:pt x="690" y="302"/>
                </a:cubicBezTo>
                <a:cubicBezTo>
                  <a:pt x="690" y="303"/>
                  <a:pt x="689" y="305"/>
                  <a:pt x="688" y="305"/>
                </a:cubicBezTo>
                <a:cubicBezTo>
                  <a:pt x="686" y="305"/>
                  <a:pt x="685" y="306"/>
                  <a:pt x="684" y="308"/>
                </a:cubicBezTo>
                <a:cubicBezTo>
                  <a:pt x="682" y="310"/>
                  <a:pt x="680" y="312"/>
                  <a:pt x="677" y="313"/>
                </a:cubicBezTo>
                <a:cubicBezTo>
                  <a:pt x="673" y="317"/>
                  <a:pt x="671" y="317"/>
                  <a:pt x="674" y="324"/>
                </a:cubicBezTo>
                <a:cubicBezTo>
                  <a:pt x="674" y="324"/>
                  <a:pt x="674" y="325"/>
                  <a:pt x="673" y="325"/>
                </a:cubicBezTo>
                <a:cubicBezTo>
                  <a:pt x="670" y="325"/>
                  <a:pt x="668" y="326"/>
                  <a:pt x="665" y="327"/>
                </a:cubicBezTo>
                <a:cubicBezTo>
                  <a:pt x="662" y="328"/>
                  <a:pt x="659" y="328"/>
                  <a:pt x="657" y="326"/>
                </a:cubicBezTo>
                <a:cubicBezTo>
                  <a:pt x="655" y="326"/>
                  <a:pt x="654" y="325"/>
                  <a:pt x="652" y="324"/>
                </a:cubicBezTo>
                <a:cubicBezTo>
                  <a:pt x="652" y="324"/>
                  <a:pt x="651" y="324"/>
                  <a:pt x="650" y="324"/>
                </a:cubicBezTo>
                <a:cubicBezTo>
                  <a:pt x="649" y="326"/>
                  <a:pt x="647" y="328"/>
                  <a:pt x="645" y="329"/>
                </a:cubicBezTo>
                <a:cubicBezTo>
                  <a:pt x="645" y="330"/>
                  <a:pt x="644" y="331"/>
                  <a:pt x="643" y="332"/>
                </a:cubicBezTo>
                <a:cubicBezTo>
                  <a:pt x="643" y="334"/>
                  <a:pt x="643" y="336"/>
                  <a:pt x="644" y="337"/>
                </a:cubicBezTo>
                <a:cubicBezTo>
                  <a:pt x="647" y="340"/>
                  <a:pt x="650" y="342"/>
                  <a:pt x="654" y="340"/>
                </a:cubicBezTo>
                <a:cubicBezTo>
                  <a:pt x="655" y="339"/>
                  <a:pt x="656" y="339"/>
                  <a:pt x="657" y="339"/>
                </a:cubicBezTo>
                <a:cubicBezTo>
                  <a:pt x="658" y="339"/>
                  <a:pt x="659" y="339"/>
                  <a:pt x="659" y="339"/>
                </a:cubicBezTo>
                <a:cubicBezTo>
                  <a:pt x="662" y="340"/>
                  <a:pt x="665" y="339"/>
                  <a:pt x="668" y="340"/>
                </a:cubicBezTo>
                <a:cubicBezTo>
                  <a:pt x="670" y="340"/>
                  <a:pt x="671" y="341"/>
                  <a:pt x="672" y="342"/>
                </a:cubicBezTo>
                <a:cubicBezTo>
                  <a:pt x="673" y="345"/>
                  <a:pt x="674" y="348"/>
                  <a:pt x="676" y="350"/>
                </a:cubicBezTo>
                <a:cubicBezTo>
                  <a:pt x="677" y="352"/>
                  <a:pt x="678" y="353"/>
                  <a:pt x="677" y="355"/>
                </a:cubicBezTo>
                <a:cubicBezTo>
                  <a:pt x="676" y="356"/>
                  <a:pt x="677" y="357"/>
                  <a:pt x="677" y="358"/>
                </a:cubicBezTo>
                <a:cubicBezTo>
                  <a:pt x="679" y="360"/>
                  <a:pt x="681" y="362"/>
                  <a:pt x="683" y="363"/>
                </a:cubicBezTo>
                <a:cubicBezTo>
                  <a:pt x="683" y="364"/>
                  <a:pt x="683" y="364"/>
                  <a:pt x="683" y="364"/>
                </a:cubicBezTo>
                <a:cubicBezTo>
                  <a:pt x="684" y="364"/>
                  <a:pt x="684" y="364"/>
                  <a:pt x="684" y="364"/>
                </a:cubicBezTo>
                <a:cubicBezTo>
                  <a:pt x="684" y="363"/>
                  <a:pt x="684" y="363"/>
                  <a:pt x="684" y="363"/>
                </a:cubicBezTo>
                <a:cubicBezTo>
                  <a:pt x="685" y="364"/>
                  <a:pt x="687" y="366"/>
                  <a:pt x="688" y="367"/>
                </a:cubicBezTo>
                <a:cubicBezTo>
                  <a:pt x="691" y="370"/>
                  <a:pt x="693" y="372"/>
                  <a:pt x="697" y="373"/>
                </a:cubicBezTo>
                <a:cubicBezTo>
                  <a:pt x="698" y="373"/>
                  <a:pt x="700" y="375"/>
                  <a:pt x="701" y="375"/>
                </a:cubicBezTo>
                <a:cubicBezTo>
                  <a:pt x="703" y="376"/>
                  <a:pt x="704" y="377"/>
                  <a:pt x="706" y="377"/>
                </a:cubicBezTo>
                <a:cubicBezTo>
                  <a:pt x="706" y="377"/>
                  <a:pt x="707" y="377"/>
                  <a:pt x="707" y="376"/>
                </a:cubicBezTo>
                <a:cubicBezTo>
                  <a:pt x="708" y="375"/>
                  <a:pt x="708" y="373"/>
                  <a:pt x="708" y="371"/>
                </a:cubicBezTo>
                <a:cubicBezTo>
                  <a:pt x="705" y="367"/>
                  <a:pt x="703" y="363"/>
                  <a:pt x="699" y="359"/>
                </a:cubicBezTo>
                <a:cubicBezTo>
                  <a:pt x="698" y="358"/>
                  <a:pt x="698" y="357"/>
                  <a:pt x="698" y="355"/>
                </a:cubicBezTo>
                <a:cubicBezTo>
                  <a:pt x="698" y="355"/>
                  <a:pt x="698" y="355"/>
                  <a:pt x="698" y="355"/>
                </a:cubicBezTo>
                <a:cubicBezTo>
                  <a:pt x="698" y="355"/>
                  <a:pt x="697" y="354"/>
                  <a:pt x="697" y="354"/>
                </a:cubicBezTo>
                <a:cubicBezTo>
                  <a:pt x="697" y="354"/>
                  <a:pt x="697" y="354"/>
                  <a:pt x="697" y="354"/>
                </a:cubicBezTo>
                <a:cubicBezTo>
                  <a:pt x="697" y="354"/>
                  <a:pt x="697" y="354"/>
                  <a:pt x="697" y="354"/>
                </a:cubicBezTo>
                <a:cubicBezTo>
                  <a:pt x="697" y="354"/>
                  <a:pt x="697" y="354"/>
                  <a:pt x="697" y="354"/>
                </a:cubicBezTo>
                <a:cubicBezTo>
                  <a:pt x="698" y="354"/>
                  <a:pt x="698" y="355"/>
                  <a:pt x="698" y="355"/>
                </a:cubicBezTo>
                <a:cubicBezTo>
                  <a:pt x="698" y="355"/>
                  <a:pt x="698" y="355"/>
                  <a:pt x="698" y="355"/>
                </a:cubicBezTo>
                <a:cubicBezTo>
                  <a:pt x="700" y="356"/>
                  <a:pt x="703" y="357"/>
                  <a:pt x="705" y="360"/>
                </a:cubicBezTo>
                <a:cubicBezTo>
                  <a:pt x="706" y="361"/>
                  <a:pt x="708" y="363"/>
                  <a:pt x="710" y="364"/>
                </a:cubicBezTo>
                <a:cubicBezTo>
                  <a:pt x="712" y="364"/>
                  <a:pt x="713" y="366"/>
                  <a:pt x="714" y="367"/>
                </a:cubicBezTo>
                <a:cubicBezTo>
                  <a:pt x="715" y="369"/>
                  <a:pt x="715" y="370"/>
                  <a:pt x="716" y="372"/>
                </a:cubicBezTo>
                <a:cubicBezTo>
                  <a:pt x="717" y="372"/>
                  <a:pt x="717" y="373"/>
                  <a:pt x="718" y="373"/>
                </a:cubicBezTo>
                <a:cubicBezTo>
                  <a:pt x="718" y="372"/>
                  <a:pt x="719" y="372"/>
                  <a:pt x="718" y="371"/>
                </a:cubicBezTo>
                <a:cubicBezTo>
                  <a:pt x="717" y="369"/>
                  <a:pt x="717" y="367"/>
                  <a:pt x="719" y="365"/>
                </a:cubicBezTo>
                <a:cubicBezTo>
                  <a:pt x="720" y="363"/>
                  <a:pt x="720" y="362"/>
                  <a:pt x="722" y="361"/>
                </a:cubicBezTo>
                <a:cubicBezTo>
                  <a:pt x="723" y="360"/>
                  <a:pt x="723" y="358"/>
                  <a:pt x="723" y="357"/>
                </a:cubicBezTo>
                <a:cubicBezTo>
                  <a:pt x="723" y="356"/>
                  <a:pt x="723" y="355"/>
                  <a:pt x="722" y="354"/>
                </a:cubicBezTo>
                <a:cubicBezTo>
                  <a:pt x="721" y="351"/>
                  <a:pt x="720" y="348"/>
                  <a:pt x="721" y="345"/>
                </a:cubicBezTo>
                <a:cubicBezTo>
                  <a:pt x="721" y="343"/>
                  <a:pt x="720" y="342"/>
                  <a:pt x="718" y="341"/>
                </a:cubicBezTo>
                <a:cubicBezTo>
                  <a:pt x="717" y="340"/>
                  <a:pt x="715" y="338"/>
                  <a:pt x="714" y="337"/>
                </a:cubicBezTo>
                <a:cubicBezTo>
                  <a:pt x="713" y="336"/>
                  <a:pt x="713" y="335"/>
                  <a:pt x="713" y="334"/>
                </a:cubicBezTo>
                <a:cubicBezTo>
                  <a:pt x="713" y="331"/>
                  <a:pt x="712" y="329"/>
                  <a:pt x="710" y="327"/>
                </a:cubicBezTo>
                <a:cubicBezTo>
                  <a:pt x="710" y="326"/>
                  <a:pt x="710" y="326"/>
                  <a:pt x="710" y="325"/>
                </a:cubicBezTo>
                <a:cubicBezTo>
                  <a:pt x="710" y="325"/>
                  <a:pt x="710" y="325"/>
                  <a:pt x="710" y="325"/>
                </a:cubicBezTo>
                <a:cubicBezTo>
                  <a:pt x="710" y="325"/>
                  <a:pt x="710" y="325"/>
                  <a:pt x="710" y="325"/>
                </a:cubicBezTo>
                <a:cubicBezTo>
                  <a:pt x="710" y="325"/>
                  <a:pt x="710" y="325"/>
                  <a:pt x="710" y="325"/>
                </a:cubicBezTo>
                <a:cubicBezTo>
                  <a:pt x="710" y="325"/>
                  <a:pt x="710" y="325"/>
                  <a:pt x="710" y="325"/>
                </a:cubicBezTo>
                <a:cubicBezTo>
                  <a:pt x="711" y="325"/>
                  <a:pt x="711" y="325"/>
                  <a:pt x="712" y="325"/>
                </a:cubicBezTo>
                <a:cubicBezTo>
                  <a:pt x="714" y="325"/>
                  <a:pt x="715" y="325"/>
                  <a:pt x="715" y="322"/>
                </a:cubicBezTo>
                <a:cubicBezTo>
                  <a:pt x="715" y="322"/>
                  <a:pt x="716" y="321"/>
                  <a:pt x="716" y="320"/>
                </a:cubicBezTo>
                <a:cubicBezTo>
                  <a:pt x="716" y="319"/>
                  <a:pt x="718" y="319"/>
                  <a:pt x="718" y="320"/>
                </a:cubicBezTo>
                <a:cubicBezTo>
                  <a:pt x="719" y="322"/>
                  <a:pt x="721" y="323"/>
                  <a:pt x="722" y="325"/>
                </a:cubicBezTo>
                <a:cubicBezTo>
                  <a:pt x="723" y="327"/>
                  <a:pt x="725" y="329"/>
                  <a:pt x="725" y="332"/>
                </a:cubicBezTo>
                <a:cubicBezTo>
                  <a:pt x="725" y="333"/>
                  <a:pt x="725" y="334"/>
                  <a:pt x="726" y="335"/>
                </a:cubicBezTo>
                <a:cubicBezTo>
                  <a:pt x="726" y="336"/>
                  <a:pt x="726" y="336"/>
                  <a:pt x="726" y="337"/>
                </a:cubicBezTo>
                <a:cubicBezTo>
                  <a:pt x="728" y="338"/>
                  <a:pt x="730" y="340"/>
                  <a:pt x="732" y="340"/>
                </a:cubicBezTo>
                <a:cubicBezTo>
                  <a:pt x="733" y="341"/>
                  <a:pt x="734" y="340"/>
                  <a:pt x="734" y="340"/>
                </a:cubicBezTo>
                <a:cubicBezTo>
                  <a:pt x="734" y="338"/>
                  <a:pt x="735" y="336"/>
                  <a:pt x="735" y="335"/>
                </a:cubicBezTo>
                <a:cubicBezTo>
                  <a:pt x="735" y="334"/>
                  <a:pt x="736" y="333"/>
                  <a:pt x="737" y="332"/>
                </a:cubicBezTo>
                <a:cubicBezTo>
                  <a:pt x="738" y="332"/>
                  <a:pt x="739" y="332"/>
                  <a:pt x="740" y="332"/>
                </a:cubicBezTo>
                <a:cubicBezTo>
                  <a:pt x="744" y="330"/>
                  <a:pt x="745" y="326"/>
                  <a:pt x="749" y="324"/>
                </a:cubicBezTo>
                <a:cubicBezTo>
                  <a:pt x="750" y="323"/>
                  <a:pt x="751" y="322"/>
                  <a:pt x="752" y="321"/>
                </a:cubicBezTo>
                <a:cubicBezTo>
                  <a:pt x="752" y="320"/>
                  <a:pt x="752" y="319"/>
                  <a:pt x="752" y="318"/>
                </a:cubicBezTo>
                <a:cubicBezTo>
                  <a:pt x="751" y="316"/>
                  <a:pt x="750" y="315"/>
                  <a:pt x="748" y="314"/>
                </a:cubicBezTo>
                <a:cubicBezTo>
                  <a:pt x="747" y="314"/>
                  <a:pt x="745" y="314"/>
                  <a:pt x="745" y="313"/>
                </a:cubicBezTo>
                <a:cubicBezTo>
                  <a:pt x="745" y="313"/>
                  <a:pt x="745" y="313"/>
                  <a:pt x="745" y="313"/>
                </a:cubicBezTo>
                <a:cubicBezTo>
                  <a:pt x="745" y="313"/>
                  <a:pt x="745" y="313"/>
                  <a:pt x="745" y="312"/>
                </a:cubicBezTo>
                <a:cubicBezTo>
                  <a:pt x="745" y="312"/>
                  <a:pt x="745" y="313"/>
                  <a:pt x="745" y="313"/>
                </a:cubicBezTo>
                <a:cubicBezTo>
                  <a:pt x="744" y="312"/>
                  <a:pt x="744" y="311"/>
                  <a:pt x="745" y="311"/>
                </a:cubicBezTo>
                <a:cubicBezTo>
                  <a:pt x="745" y="311"/>
                  <a:pt x="745" y="311"/>
                  <a:pt x="745" y="311"/>
                </a:cubicBezTo>
                <a:cubicBezTo>
                  <a:pt x="745" y="311"/>
                  <a:pt x="745" y="311"/>
                  <a:pt x="745" y="311"/>
                </a:cubicBezTo>
                <a:cubicBezTo>
                  <a:pt x="745" y="311"/>
                  <a:pt x="745" y="311"/>
                  <a:pt x="745" y="311"/>
                </a:cubicBezTo>
                <a:cubicBezTo>
                  <a:pt x="744" y="310"/>
                  <a:pt x="744" y="310"/>
                  <a:pt x="744" y="310"/>
                </a:cubicBezTo>
                <a:cubicBezTo>
                  <a:pt x="743" y="309"/>
                  <a:pt x="742" y="310"/>
                  <a:pt x="742" y="310"/>
                </a:cubicBezTo>
                <a:cubicBezTo>
                  <a:pt x="741" y="309"/>
                  <a:pt x="741" y="310"/>
                  <a:pt x="740" y="309"/>
                </a:cubicBezTo>
                <a:cubicBezTo>
                  <a:pt x="739" y="309"/>
                  <a:pt x="738" y="308"/>
                  <a:pt x="739" y="307"/>
                </a:cubicBezTo>
                <a:cubicBezTo>
                  <a:pt x="740" y="304"/>
                  <a:pt x="740" y="304"/>
                  <a:pt x="738" y="303"/>
                </a:cubicBezTo>
                <a:cubicBezTo>
                  <a:pt x="737" y="302"/>
                  <a:pt x="735" y="301"/>
                  <a:pt x="735" y="299"/>
                </a:cubicBezTo>
                <a:cubicBezTo>
                  <a:pt x="734" y="299"/>
                  <a:pt x="732" y="298"/>
                  <a:pt x="731" y="297"/>
                </a:cubicBezTo>
                <a:cubicBezTo>
                  <a:pt x="729" y="297"/>
                  <a:pt x="728" y="296"/>
                  <a:pt x="728" y="294"/>
                </a:cubicBezTo>
                <a:cubicBezTo>
                  <a:pt x="727" y="291"/>
                  <a:pt x="725" y="290"/>
                  <a:pt x="723" y="289"/>
                </a:cubicBezTo>
                <a:cubicBezTo>
                  <a:pt x="722" y="289"/>
                  <a:pt x="721" y="288"/>
                  <a:pt x="722" y="287"/>
                </a:cubicBezTo>
                <a:cubicBezTo>
                  <a:pt x="724" y="285"/>
                  <a:pt x="726" y="283"/>
                  <a:pt x="725" y="280"/>
                </a:cubicBezTo>
                <a:cubicBezTo>
                  <a:pt x="725" y="280"/>
                  <a:pt x="725" y="279"/>
                  <a:pt x="726" y="280"/>
                </a:cubicBezTo>
                <a:cubicBezTo>
                  <a:pt x="727" y="280"/>
                  <a:pt x="729" y="281"/>
                  <a:pt x="730" y="281"/>
                </a:cubicBezTo>
                <a:cubicBezTo>
                  <a:pt x="731" y="281"/>
                  <a:pt x="732" y="280"/>
                  <a:pt x="732" y="280"/>
                </a:cubicBezTo>
                <a:cubicBezTo>
                  <a:pt x="733" y="279"/>
                  <a:pt x="732" y="278"/>
                  <a:pt x="732" y="277"/>
                </a:cubicBezTo>
                <a:cubicBezTo>
                  <a:pt x="732" y="277"/>
                  <a:pt x="732" y="277"/>
                  <a:pt x="732" y="277"/>
                </a:cubicBezTo>
                <a:cubicBezTo>
                  <a:pt x="730" y="275"/>
                  <a:pt x="730" y="274"/>
                  <a:pt x="731" y="272"/>
                </a:cubicBezTo>
                <a:cubicBezTo>
                  <a:pt x="733" y="271"/>
                  <a:pt x="733" y="269"/>
                  <a:pt x="732" y="267"/>
                </a:cubicBezTo>
                <a:cubicBezTo>
                  <a:pt x="731" y="265"/>
                  <a:pt x="730" y="263"/>
                  <a:pt x="730" y="260"/>
                </a:cubicBezTo>
                <a:cubicBezTo>
                  <a:pt x="729" y="256"/>
                  <a:pt x="726" y="253"/>
                  <a:pt x="722" y="253"/>
                </a:cubicBezTo>
                <a:cubicBezTo>
                  <a:pt x="721" y="252"/>
                  <a:pt x="719" y="251"/>
                  <a:pt x="719" y="249"/>
                </a:cubicBezTo>
                <a:cubicBezTo>
                  <a:pt x="719" y="249"/>
                  <a:pt x="718" y="248"/>
                  <a:pt x="717" y="248"/>
                </a:cubicBezTo>
                <a:cubicBezTo>
                  <a:pt x="717" y="248"/>
                  <a:pt x="717" y="248"/>
                  <a:pt x="717" y="248"/>
                </a:cubicBezTo>
                <a:cubicBezTo>
                  <a:pt x="717" y="248"/>
                  <a:pt x="717" y="248"/>
                  <a:pt x="717" y="248"/>
                </a:cubicBezTo>
                <a:cubicBezTo>
                  <a:pt x="717" y="248"/>
                  <a:pt x="717" y="248"/>
                  <a:pt x="717" y="248"/>
                </a:cubicBezTo>
                <a:cubicBezTo>
                  <a:pt x="717" y="248"/>
                  <a:pt x="717" y="248"/>
                  <a:pt x="717" y="248"/>
                </a:cubicBezTo>
                <a:cubicBezTo>
                  <a:pt x="718" y="246"/>
                  <a:pt x="718" y="244"/>
                  <a:pt x="717" y="242"/>
                </a:cubicBezTo>
                <a:cubicBezTo>
                  <a:pt x="716" y="241"/>
                  <a:pt x="715" y="239"/>
                  <a:pt x="714" y="238"/>
                </a:cubicBezTo>
                <a:cubicBezTo>
                  <a:pt x="713" y="237"/>
                  <a:pt x="712" y="236"/>
                  <a:pt x="710" y="237"/>
                </a:cubicBezTo>
                <a:cubicBezTo>
                  <a:pt x="708" y="238"/>
                  <a:pt x="707" y="238"/>
                  <a:pt x="707" y="237"/>
                </a:cubicBezTo>
                <a:cubicBezTo>
                  <a:pt x="706" y="235"/>
                  <a:pt x="704" y="235"/>
                  <a:pt x="703" y="235"/>
                </a:cubicBezTo>
                <a:cubicBezTo>
                  <a:pt x="702" y="235"/>
                  <a:pt x="702" y="235"/>
                  <a:pt x="702" y="235"/>
                </a:cubicBezTo>
                <a:cubicBezTo>
                  <a:pt x="701" y="235"/>
                  <a:pt x="701" y="234"/>
                  <a:pt x="702" y="234"/>
                </a:cubicBezTo>
                <a:cubicBezTo>
                  <a:pt x="703" y="233"/>
                  <a:pt x="703" y="232"/>
                  <a:pt x="704" y="231"/>
                </a:cubicBezTo>
                <a:cubicBezTo>
                  <a:pt x="704" y="231"/>
                  <a:pt x="704" y="230"/>
                  <a:pt x="704" y="229"/>
                </a:cubicBezTo>
                <a:cubicBezTo>
                  <a:pt x="703" y="229"/>
                  <a:pt x="702" y="228"/>
                  <a:pt x="702" y="228"/>
                </a:cubicBezTo>
                <a:cubicBezTo>
                  <a:pt x="701" y="227"/>
                  <a:pt x="702" y="226"/>
                  <a:pt x="702" y="224"/>
                </a:cubicBezTo>
                <a:cubicBezTo>
                  <a:pt x="702" y="223"/>
                  <a:pt x="702" y="222"/>
                  <a:pt x="701" y="221"/>
                </a:cubicBezTo>
                <a:cubicBezTo>
                  <a:pt x="698" y="218"/>
                  <a:pt x="695" y="217"/>
                  <a:pt x="692" y="214"/>
                </a:cubicBezTo>
                <a:cubicBezTo>
                  <a:pt x="692" y="214"/>
                  <a:pt x="692" y="214"/>
                  <a:pt x="692" y="214"/>
                </a:cubicBezTo>
                <a:cubicBezTo>
                  <a:pt x="692" y="214"/>
                  <a:pt x="692" y="214"/>
                  <a:pt x="692" y="214"/>
                </a:cubicBezTo>
                <a:cubicBezTo>
                  <a:pt x="693" y="215"/>
                  <a:pt x="693" y="215"/>
                  <a:pt x="693" y="215"/>
                </a:cubicBezTo>
                <a:cubicBezTo>
                  <a:pt x="690" y="214"/>
                  <a:pt x="687" y="215"/>
                  <a:pt x="685" y="217"/>
                </a:cubicBezTo>
                <a:cubicBezTo>
                  <a:pt x="683" y="218"/>
                  <a:pt x="680" y="218"/>
                  <a:pt x="678" y="217"/>
                </a:cubicBezTo>
                <a:cubicBezTo>
                  <a:pt x="676" y="216"/>
                  <a:pt x="675" y="217"/>
                  <a:pt x="673" y="218"/>
                </a:cubicBezTo>
                <a:cubicBezTo>
                  <a:pt x="673" y="218"/>
                  <a:pt x="673" y="218"/>
                  <a:pt x="673" y="218"/>
                </a:cubicBezTo>
                <a:cubicBezTo>
                  <a:pt x="673" y="218"/>
                  <a:pt x="673" y="218"/>
                  <a:pt x="672" y="219"/>
                </a:cubicBezTo>
                <a:cubicBezTo>
                  <a:pt x="672" y="218"/>
                  <a:pt x="673" y="218"/>
                  <a:pt x="673" y="218"/>
                </a:cubicBezTo>
                <a:cubicBezTo>
                  <a:pt x="673" y="218"/>
                  <a:pt x="673" y="218"/>
                  <a:pt x="673" y="218"/>
                </a:cubicBezTo>
                <a:cubicBezTo>
                  <a:pt x="674" y="216"/>
                  <a:pt x="674" y="215"/>
                  <a:pt x="674" y="213"/>
                </a:cubicBezTo>
                <a:cubicBezTo>
                  <a:pt x="675" y="209"/>
                  <a:pt x="677" y="206"/>
                  <a:pt x="677" y="202"/>
                </a:cubicBezTo>
                <a:cubicBezTo>
                  <a:pt x="677" y="201"/>
                  <a:pt x="678" y="200"/>
                  <a:pt x="678" y="199"/>
                </a:cubicBezTo>
                <a:cubicBezTo>
                  <a:pt x="678" y="198"/>
                  <a:pt x="678" y="198"/>
                  <a:pt x="678" y="197"/>
                </a:cubicBezTo>
                <a:cubicBezTo>
                  <a:pt x="678" y="194"/>
                  <a:pt x="677" y="193"/>
                  <a:pt x="674" y="192"/>
                </a:cubicBezTo>
                <a:cubicBezTo>
                  <a:pt x="673" y="192"/>
                  <a:pt x="671" y="192"/>
                  <a:pt x="670" y="192"/>
                </a:cubicBezTo>
                <a:cubicBezTo>
                  <a:pt x="666" y="193"/>
                  <a:pt x="663" y="195"/>
                  <a:pt x="660" y="195"/>
                </a:cubicBezTo>
                <a:cubicBezTo>
                  <a:pt x="657" y="195"/>
                  <a:pt x="654" y="196"/>
                  <a:pt x="652" y="199"/>
                </a:cubicBezTo>
                <a:cubicBezTo>
                  <a:pt x="651" y="200"/>
                  <a:pt x="650" y="201"/>
                  <a:pt x="649" y="202"/>
                </a:cubicBezTo>
                <a:cubicBezTo>
                  <a:pt x="646" y="205"/>
                  <a:pt x="645" y="208"/>
                  <a:pt x="646" y="212"/>
                </a:cubicBezTo>
                <a:cubicBezTo>
                  <a:pt x="647" y="213"/>
                  <a:pt x="647" y="214"/>
                  <a:pt x="646" y="214"/>
                </a:cubicBezTo>
                <a:cubicBezTo>
                  <a:pt x="644" y="214"/>
                  <a:pt x="643" y="215"/>
                  <a:pt x="642" y="216"/>
                </a:cubicBezTo>
                <a:cubicBezTo>
                  <a:pt x="641" y="217"/>
                  <a:pt x="640" y="218"/>
                  <a:pt x="641" y="220"/>
                </a:cubicBezTo>
                <a:cubicBezTo>
                  <a:pt x="641" y="221"/>
                  <a:pt x="642" y="223"/>
                  <a:pt x="642" y="225"/>
                </a:cubicBezTo>
                <a:cubicBezTo>
                  <a:pt x="642" y="225"/>
                  <a:pt x="642" y="226"/>
                  <a:pt x="642" y="226"/>
                </a:cubicBezTo>
                <a:cubicBezTo>
                  <a:pt x="642" y="227"/>
                  <a:pt x="642" y="227"/>
                  <a:pt x="642" y="227"/>
                </a:cubicBezTo>
                <a:cubicBezTo>
                  <a:pt x="642" y="227"/>
                  <a:pt x="641" y="228"/>
                  <a:pt x="641" y="227"/>
                </a:cubicBezTo>
                <a:cubicBezTo>
                  <a:pt x="638" y="225"/>
                  <a:pt x="637" y="220"/>
                  <a:pt x="638" y="217"/>
                </a:cubicBezTo>
                <a:cubicBezTo>
                  <a:pt x="638" y="217"/>
                  <a:pt x="638" y="217"/>
                  <a:pt x="638" y="216"/>
                </a:cubicBezTo>
                <a:cubicBezTo>
                  <a:pt x="639" y="215"/>
                  <a:pt x="639" y="214"/>
                  <a:pt x="640" y="213"/>
                </a:cubicBezTo>
                <a:cubicBezTo>
                  <a:pt x="641" y="211"/>
                  <a:pt x="642" y="209"/>
                  <a:pt x="641" y="207"/>
                </a:cubicBezTo>
                <a:cubicBezTo>
                  <a:pt x="641" y="205"/>
                  <a:pt x="642" y="204"/>
                  <a:pt x="643" y="203"/>
                </a:cubicBezTo>
                <a:cubicBezTo>
                  <a:pt x="644" y="202"/>
                  <a:pt x="645" y="201"/>
                  <a:pt x="646" y="200"/>
                </a:cubicBezTo>
                <a:cubicBezTo>
                  <a:pt x="649" y="196"/>
                  <a:pt x="653" y="193"/>
                  <a:pt x="657" y="191"/>
                </a:cubicBezTo>
                <a:cubicBezTo>
                  <a:pt x="658" y="191"/>
                  <a:pt x="658" y="191"/>
                  <a:pt x="658" y="190"/>
                </a:cubicBezTo>
                <a:cubicBezTo>
                  <a:pt x="659" y="190"/>
                  <a:pt x="659" y="189"/>
                  <a:pt x="658" y="189"/>
                </a:cubicBezTo>
                <a:cubicBezTo>
                  <a:pt x="658" y="188"/>
                  <a:pt x="657" y="187"/>
                  <a:pt x="656" y="186"/>
                </a:cubicBezTo>
                <a:cubicBezTo>
                  <a:pt x="650" y="184"/>
                  <a:pt x="644" y="185"/>
                  <a:pt x="639" y="188"/>
                </a:cubicBezTo>
                <a:cubicBezTo>
                  <a:pt x="637" y="190"/>
                  <a:pt x="635" y="192"/>
                  <a:pt x="632" y="193"/>
                </a:cubicBezTo>
                <a:cubicBezTo>
                  <a:pt x="629" y="196"/>
                  <a:pt x="627" y="201"/>
                  <a:pt x="623" y="203"/>
                </a:cubicBezTo>
                <a:cubicBezTo>
                  <a:pt x="623" y="203"/>
                  <a:pt x="623" y="204"/>
                  <a:pt x="622" y="204"/>
                </a:cubicBezTo>
                <a:cubicBezTo>
                  <a:pt x="622" y="205"/>
                  <a:pt x="621" y="206"/>
                  <a:pt x="620" y="207"/>
                </a:cubicBezTo>
                <a:cubicBezTo>
                  <a:pt x="620" y="208"/>
                  <a:pt x="620" y="210"/>
                  <a:pt x="619" y="210"/>
                </a:cubicBezTo>
                <a:cubicBezTo>
                  <a:pt x="615" y="213"/>
                  <a:pt x="614" y="218"/>
                  <a:pt x="612" y="222"/>
                </a:cubicBezTo>
                <a:cubicBezTo>
                  <a:pt x="611" y="224"/>
                  <a:pt x="612" y="226"/>
                  <a:pt x="615" y="227"/>
                </a:cubicBezTo>
                <a:cubicBezTo>
                  <a:pt x="617" y="227"/>
                  <a:pt x="619" y="228"/>
                  <a:pt x="621" y="229"/>
                </a:cubicBezTo>
                <a:cubicBezTo>
                  <a:pt x="622" y="230"/>
                  <a:pt x="622" y="230"/>
                  <a:pt x="623" y="231"/>
                </a:cubicBezTo>
                <a:cubicBezTo>
                  <a:pt x="623" y="231"/>
                  <a:pt x="623" y="232"/>
                  <a:pt x="623" y="233"/>
                </a:cubicBezTo>
                <a:cubicBezTo>
                  <a:pt x="622" y="233"/>
                  <a:pt x="622" y="233"/>
                  <a:pt x="621" y="233"/>
                </a:cubicBezTo>
                <a:cubicBezTo>
                  <a:pt x="620" y="232"/>
                  <a:pt x="618" y="231"/>
                  <a:pt x="617" y="230"/>
                </a:cubicBezTo>
                <a:cubicBezTo>
                  <a:pt x="615" y="229"/>
                  <a:pt x="612" y="231"/>
                  <a:pt x="612" y="233"/>
                </a:cubicBezTo>
                <a:cubicBezTo>
                  <a:pt x="612" y="235"/>
                  <a:pt x="612" y="236"/>
                  <a:pt x="612" y="238"/>
                </a:cubicBezTo>
                <a:cubicBezTo>
                  <a:pt x="612" y="240"/>
                  <a:pt x="614" y="241"/>
                  <a:pt x="615" y="243"/>
                </a:cubicBezTo>
                <a:cubicBezTo>
                  <a:pt x="616" y="244"/>
                  <a:pt x="617" y="244"/>
                  <a:pt x="619" y="245"/>
                </a:cubicBezTo>
                <a:cubicBezTo>
                  <a:pt x="620" y="245"/>
                  <a:pt x="621" y="245"/>
                  <a:pt x="621" y="245"/>
                </a:cubicBezTo>
                <a:cubicBezTo>
                  <a:pt x="623" y="245"/>
                  <a:pt x="624" y="246"/>
                  <a:pt x="624" y="248"/>
                </a:cubicBezTo>
                <a:cubicBezTo>
                  <a:pt x="626" y="249"/>
                  <a:pt x="627" y="251"/>
                  <a:pt x="630" y="250"/>
                </a:cubicBezTo>
                <a:cubicBezTo>
                  <a:pt x="632" y="250"/>
                  <a:pt x="632" y="251"/>
                  <a:pt x="633" y="253"/>
                </a:cubicBezTo>
                <a:cubicBezTo>
                  <a:pt x="635" y="253"/>
                  <a:pt x="636" y="253"/>
                  <a:pt x="638" y="255"/>
                </a:cubicBezTo>
                <a:cubicBezTo>
                  <a:pt x="639" y="255"/>
                  <a:pt x="640" y="254"/>
                  <a:pt x="640" y="254"/>
                </a:cubicBezTo>
                <a:close/>
                <a:moveTo>
                  <a:pt x="685" y="339"/>
                </a:moveTo>
                <a:cubicBezTo>
                  <a:pt x="685" y="339"/>
                  <a:pt x="684" y="338"/>
                  <a:pt x="684" y="338"/>
                </a:cubicBezTo>
                <a:cubicBezTo>
                  <a:pt x="683" y="338"/>
                  <a:pt x="683" y="338"/>
                  <a:pt x="683" y="337"/>
                </a:cubicBezTo>
                <a:cubicBezTo>
                  <a:pt x="684" y="336"/>
                  <a:pt x="685" y="334"/>
                  <a:pt x="686" y="333"/>
                </a:cubicBezTo>
                <a:cubicBezTo>
                  <a:pt x="686" y="332"/>
                  <a:pt x="687" y="332"/>
                  <a:pt x="687" y="332"/>
                </a:cubicBezTo>
                <a:cubicBezTo>
                  <a:pt x="687" y="332"/>
                  <a:pt x="688" y="333"/>
                  <a:pt x="688" y="333"/>
                </a:cubicBezTo>
                <a:cubicBezTo>
                  <a:pt x="688" y="334"/>
                  <a:pt x="688" y="334"/>
                  <a:pt x="688" y="335"/>
                </a:cubicBezTo>
                <a:cubicBezTo>
                  <a:pt x="688" y="337"/>
                  <a:pt x="687" y="338"/>
                  <a:pt x="685" y="339"/>
                </a:cubicBezTo>
                <a:close/>
                <a:moveTo>
                  <a:pt x="726" y="262"/>
                </a:moveTo>
                <a:cubicBezTo>
                  <a:pt x="726" y="262"/>
                  <a:pt x="727" y="263"/>
                  <a:pt x="727" y="263"/>
                </a:cubicBezTo>
                <a:cubicBezTo>
                  <a:pt x="727" y="264"/>
                  <a:pt x="726" y="265"/>
                  <a:pt x="726" y="265"/>
                </a:cubicBezTo>
                <a:cubicBezTo>
                  <a:pt x="726" y="265"/>
                  <a:pt x="726" y="265"/>
                  <a:pt x="726" y="265"/>
                </a:cubicBezTo>
                <a:cubicBezTo>
                  <a:pt x="725" y="266"/>
                  <a:pt x="725" y="266"/>
                  <a:pt x="725" y="266"/>
                </a:cubicBezTo>
                <a:cubicBezTo>
                  <a:pt x="726" y="265"/>
                  <a:pt x="726" y="265"/>
                  <a:pt x="726" y="265"/>
                </a:cubicBezTo>
                <a:cubicBezTo>
                  <a:pt x="726" y="265"/>
                  <a:pt x="726" y="265"/>
                  <a:pt x="726" y="265"/>
                </a:cubicBezTo>
                <a:cubicBezTo>
                  <a:pt x="725" y="264"/>
                  <a:pt x="725" y="264"/>
                  <a:pt x="725" y="263"/>
                </a:cubicBezTo>
                <a:cubicBezTo>
                  <a:pt x="725" y="263"/>
                  <a:pt x="726" y="263"/>
                  <a:pt x="726" y="262"/>
                </a:cubicBezTo>
                <a:close/>
                <a:moveTo>
                  <a:pt x="671" y="220"/>
                </a:moveTo>
                <a:cubicBezTo>
                  <a:pt x="672" y="219"/>
                  <a:pt x="672" y="219"/>
                  <a:pt x="672" y="219"/>
                </a:cubicBezTo>
                <a:cubicBezTo>
                  <a:pt x="672" y="219"/>
                  <a:pt x="672" y="219"/>
                  <a:pt x="672" y="220"/>
                </a:cubicBezTo>
                <a:cubicBezTo>
                  <a:pt x="672" y="220"/>
                  <a:pt x="671" y="220"/>
                  <a:pt x="671" y="220"/>
                </a:cubicBezTo>
                <a:close/>
                <a:moveTo>
                  <a:pt x="639" y="231"/>
                </a:moveTo>
                <a:cubicBezTo>
                  <a:pt x="640" y="231"/>
                  <a:pt x="640" y="231"/>
                  <a:pt x="640" y="231"/>
                </a:cubicBezTo>
                <a:cubicBezTo>
                  <a:pt x="639" y="232"/>
                  <a:pt x="639" y="232"/>
                  <a:pt x="639" y="232"/>
                </a:cubicBezTo>
                <a:lnTo>
                  <a:pt x="639" y="231"/>
                </a:lnTo>
                <a:close/>
                <a:moveTo>
                  <a:pt x="489" y="157"/>
                </a:moveTo>
                <a:cubicBezTo>
                  <a:pt x="489" y="157"/>
                  <a:pt x="489" y="157"/>
                  <a:pt x="489" y="157"/>
                </a:cubicBezTo>
                <a:cubicBezTo>
                  <a:pt x="489" y="157"/>
                  <a:pt x="489" y="157"/>
                  <a:pt x="489" y="157"/>
                </a:cubicBezTo>
                <a:cubicBezTo>
                  <a:pt x="489" y="157"/>
                  <a:pt x="489" y="157"/>
                  <a:pt x="489" y="157"/>
                </a:cubicBezTo>
                <a:cubicBezTo>
                  <a:pt x="489" y="157"/>
                  <a:pt x="489" y="157"/>
                  <a:pt x="489" y="157"/>
                </a:cubicBezTo>
                <a:close/>
                <a:moveTo>
                  <a:pt x="489" y="157"/>
                </a:moveTo>
                <a:cubicBezTo>
                  <a:pt x="488" y="158"/>
                  <a:pt x="487" y="158"/>
                  <a:pt x="485" y="158"/>
                </a:cubicBezTo>
                <a:cubicBezTo>
                  <a:pt x="484" y="158"/>
                  <a:pt x="482" y="158"/>
                  <a:pt x="480" y="159"/>
                </a:cubicBezTo>
                <a:cubicBezTo>
                  <a:pt x="480" y="159"/>
                  <a:pt x="480" y="159"/>
                  <a:pt x="479" y="160"/>
                </a:cubicBezTo>
                <a:cubicBezTo>
                  <a:pt x="476" y="162"/>
                  <a:pt x="471" y="163"/>
                  <a:pt x="467" y="165"/>
                </a:cubicBezTo>
                <a:cubicBezTo>
                  <a:pt x="465" y="166"/>
                  <a:pt x="464" y="167"/>
                  <a:pt x="463" y="169"/>
                </a:cubicBezTo>
                <a:cubicBezTo>
                  <a:pt x="463" y="170"/>
                  <a:pt x="462" y="171"/>
                  <a:pt x="462" y="171"/>
                </a:cubicBezTo>
                <a:cubicBezTo>
                  <a:pt x="460" y="172"/>
                  <a:pt x="459" y="172"/>
                  <a:pt x="458" y="173"/>
                </a:cubicBezTo>
                <a:cubicBezTo>
                  <a:pt x="456" y="174"/>
                  <a:pt x="455" y="176"/>
                  <a:pt x="454" y="178"/>
                </a:cubicBezTo>
                <a:cubicBezTo>
                  <a:pt x="454" y="179"/>
                  <a:pt x="455" y="181"/>
                  <a:pt x="456" y="182"/>
                </a:cubicBezTo>
                <a:cubicBezTo>
                  <a:pt x="456" y="182"/>
                  <a:pt x="456" y="182"/>
                  <a:pt x="456" y="183"/>
                </a:cubicBezTo>
                <a:cubicBezTo>
                  <a:pt x="456" y="184"/>
                  <a:pt x="457" y="185"/>
                  <a:pt x="459" y="185"/>
                </a:cubicBezTo>
                <a:cubicBezTo>
                  <a:pt x="461" y="185"/>
                  <a:pt x="464" y="185"/>
                  <a:pt x="466" y="186"/>
                </a:cubicBezTo>
                <a:cubicBezTo>
                  <a:pt x="467" y="186"/>
                  <a:pt x="467" y="186"/>
                  <a:pt x="467" y="186"/>
                </a:cubicBezTo>
                <a:cubicBezTo>
                  <a:pt x="467" y="187"/>
                  <a:pt x="467" y="187"/>
                  <a:pt x="466" y="187"/>
                </a:cubicBezTo>
                <a:cubicBezTo>
                  <a:pt x="463" y="188"/>
                  <a:pt x="460" y="188"/>
                  <a:pt x="457" y="188"/>
                </a:cubicBezTo>
                <a:cubicBezTo>
                  <a:pt x="455" y="188"/>
                  <a:pt x="454" y="189"/>
                  <a:pt x="452" y="190"/>
                </a:cubicBezTo>
                <a:cubicBezTo>
                  <a:pt x="452" y="190"/>
                  <a:pt x="451" y="191"/>
                  <a:pt x="451" y="192"/>
                </a:cubicBezTo>
                <a:cubicBezTo>
                  <a:pt x="451" y="193"/>
                  <a:pt x="451" y="194"/>
                  <a:pt x="451" y="196"/>
                </a:cubicBezTo>
                <a:cubicBezTo>
                  <a:pt x="452" y="199"/>
                  <a:pt x="452" y="200"/>
                  <a:pt x="456" y="201"/>
                </a:cubicBezTo>
                <a:cubicBezTo>
                  <a:pt x="461" y="202"/>
                  <a:pt x="466" y="203"/>
                  <a:pt x="471" y="203"/>
                </a:cubicBezTo>
                <a:cubicBezTo>
                  <a:pt x="471" y="203"/>
                  <a:pt x="472" y="203"/>
                  <a:pt x="473" y="203"/>
                </a:cubicBezTo>
                <a:cubicBezTo>
                  <a:pt x="476" y="206"/>
                  <a:pt x="480" y="208"/>
                  <a:pt x="482" y="212"/>
                </a:cubicBezTo>
                <a:cubicBezTo>
                  <a:pt x="482" y="213"/>
                  <a:pt x="482" y="213"/>
                  <a:pt x="482" y="213"/>
                </a:cubicBezTo>
                <a:cubicBezTo>
                  <a:pt x="481" y="213"/>
                  <a:pt x="481" y="213"/>
                  <a:pt x="481" y="213"/>
                </a:cubicBezTo>
                <a:cubicBezTo>
                  <a:pt x="476" y="213"/>
                  <a:pt x="472" y="211"/>
                  <a:pt x="468" y="210"/>
                </a:cubicBezTo>
                <a:cubicBezTo>
                  <a:pt x="467" y="209"/>
                  <a:pt x="465" y="208"/>
                  <a:pt x="464" y="208"/>
                </a:cubicBezTo>
                <a:cubicBezTo>
                  <a:pt x="460" y="207"/>
                  <a:pt x="455" y="207"/>
                  <a:pt x="451" y="207"/>
                </a:cubicBezTo>
                <a:cubicBezTo>
                  <a:pt x="449" y="208"/>
                  <a:pt x="448" y="209"/>
                  <a:pt x="448" y="211"/>
                </a:cubicBezTo>
                <a:cubicBezTo>
                  <a:pt x="447" y="213"/>
                  <a:pt x="446" y="215"/>
                  <a:pt x="447" y="217"/>
                </a:cubicBezTo>
                <a:cubicBezTo>
                  <a:pt x="447" y="222"/>
                  <a:pt x="449" y="225"/>
                  <a:pt x="453" y="226"/>
                </a:cubicBezTo>
                <a:cubicBezTo>
                  <a:pt x="455" y="226"/>
                  <a:pt x="457" y="227"/>
                  <a:pt x="459" y="228"/>
                </a:cubicBezTo>
                <a:cubicBezTo>
                  <a:pt x="459" y="228"/>
                  <a:pt x="460" y="229"/>
                  <a:pt x="460" y="230"/>
                </a:cubicBezTo>
                <a:cubicBezTo>
                  <a:pt x="460" y="231"/>
                  <a:pt x="459" y="232"/>
                  <a:pt x="458" y="234"/>
                </a:cubicBezTo>
                <a:cubicBezTo>
                  <a:pt x="458" y="235"/>
                  <a:pt x="457" y="235"/>
                  <a:pt x="458" y="236"/>
                </a:cubicBezTo>
                <a:cubicBezTo>
                  <a:pt x="458" y="238"/>
                  <a:pt x="458" y="240"/>
                  <a:pt x="459" y="241"/>
                </a:cubicBezTo>
                <a:cubicBezTo>
                  <a:pt x="459" y="242"/>
                  <a:pt x="460" y="242"/>
                  <a:pt x="460" y="242"/>
                </a:cubicBezTo>
                <a:cubicBezTo>
                  <a:pt x="461" y="243"/>
                  <a:pt x="462" y="242"/>
                  <a:pt x="463" y="243"/>
                </a:cubicBezTo>
                <a:cubicBezTo>
                  <a:pt x="467" y="243"/>
                  <a:pt x="471" y="242"/>
                  <a:pt x="475" y="244"/>
                </a:cubicBezTo>
                <a:cubicBezTo>
                  <a:pt x="477" y="244"/>
                  <a:pt x="479" y="244"/>
                  <a:pt x="481" y="243"/>
                </a:cubicBezTo>
                <a:cubicBezTo>
                  <a:pt x="483" y="242"/>
                  <a:pt x="484" y="242"/>
                  <a:pt x="485" y="241"/>
                </a:cubicBezTo>
                <a:cubicBezTo>
                  <a:pt x="487" y="240"/>
                  <a:pt x="489" y="239"/>
                  <a:pt x="491" y="240"/>
                </a:cubicBezTo>
                <a:cubicBezTo>
                  <a:pt x="494" y="240"/>
                  <a:pt x="496" y="239"/>
                  <a:pt x="498" y="238"/>
                </a:cubicBezTo>
                <a:cubicBezTo>
                  <a:pt x="499" y="237"/>
                  <a:pt x="500" y="237"/>
                  <a:pt x="501" y="236"/>
                </a:cubicBezTo>
                <a:cubicBezTo>
                  <a:pt x="501" y="236"/>
                  <a:pt x="502" y="236"/>
                  <a:pt x="502" y="237"/>
                </a:cubicBezTo>
                <a:cubicBezTo>
                  <a:pt x="502" y="237"/>
                  <a:pt x="503" y="237"/>
                  <a:pt x="503" y="238"/>
                </a:cubicBezTo>
                <a:cubicBezTo>
                  <a:pt x="503" y="239"/>
                  <a:pt x="504" y="240"/>
                  <a:pt x="506" y="241"/>
                </a:cubicBezTo>
                <a:cubicBezTo>
                  <a:pt x="508" y="241"/>
                  <a:pt x="507" y="244"/>
                  <a:pt x="508" y="245"/>
                </a:cubicBezTo>
                <a:cubicBezTo>
                  <a:pt x="508" y="245"/>
                  <a:pt x="508" y="245"/>
                  <a:pt x="509" y="246"/>
                </a:cubicBezTo>
                <a:cubicBezTo>
                  <a:pt x="511" y="246"/>
                  <a:pt x="514" y="247"/>
                  <a:pt x="517" y="248"/>
                </a:cubicBezTo>
                <a:cubicBezTo>
                  <a:pt x="520" y="249"/>
                  <a:pt x="523" y="249"/>
                  <a:pt x="526" y="248"/>
                </a:cubicBezTo>
                <a:cubicBezTo>
                  <a:pt x="527" y="247"/>
                  <a:pt x="528" y="247"/>
                  <a:pt x="529" y="245"/>
                </a:cubicBezTo>
                <a:cubicBezTo>
                  <a:pt x="530" y="242"/>
                  <a:pt x="530" y="240"/>
                  <a:pt x="528" y="237"/>
                </a:cubicBezTo>
                <a:cubicBezTo>
                  <a:pt x="528" y="237"/>
                  <a:pt x="528" y="237"/>
                  <a:pt x="527" y="237"/>
                </a:cubicBezTo>
                <a:cubicBezTo>
                  <a:pt x="527" y="238"/>
                  <a:pt x="526" y="239"/>
                  <a:pt x="526" y="239"/>
                </a:cubicBezTo>
                <a:cubicBezTo>
                  <a:pt x="525" y="239"/>
                  <a:pt x="525" y="239"/>
                  <a:pt x="525" y="239"/>
                </a:cubicBezTo>
                <a:cubicBezTo>
                  <a:pt x="524" y="238"/>
                  <a:pt x="524" y="238"/>
                  <a:pt x="525" y="238"/>
                </a:cubicBezTo>
                <a:cubicBezTo>
                  <a:pt x="526" y="237"/>
                  <a:pt x="527" y="237"/>
                  <a:pt x="527" y="237"/>
                </a:cubicBezTo>
                <a:cubicBezTo>
                  <a:pt x="527" y="237"/>
                  <a:pt x="528" y="237"/>
                  <a:pt x="528" y="237"/>
                </a:cubicBezTo>
                <a:cubicBezTo>
                  <a:pt x="528" y="237"/>
                  <a:pt x="528" y="237"/>
                  <a:pt x="528" y="237"/>
                </a:cubicBezTo>
                <a:cubicBezTo>
                  <a:pt x="528" y="237"/>
                  <a:pt x="528" y="237"/>
                  <a:pt x="528" y="237"/>
                </a:cubicBezTo>
                <a:cubicBezTo>
                  <a:pt x="528" y="237"/>
                  <a:pt x="529" y="236"/>
                  <a:pt x="529" y="235"/>
                </a:cubicBezTo>
                <a:cubicBezTo>
                  <a:pt x="530" y="235"/>
                  <a:pt x="531" y="234"/>
                  <a:pt x="532" y="235"/>
                </a:cubicBezTo>
                <a:cubicBezTo>
                  <a:pt x="533" y="237"/>
                  <a:pt x="535" y="237"/>
                  <a:pt x="536" y="239"/>
                </a:cubicBezTo>
                <a:cubicBezTo>
                  <a:pt x="539" y="238"/>
                  <a:pt x="540" y="237"/>
                  <a:pt x="541" y="234"/>
                </a:cubicBezTo>
                <a:cubicBezTo>
                  <a:pt x="542" y="233"/>
                  <a:pt x="542" y="231"/>
                  <a:pt x="541" y="229"/>
                </a:cubicBezTo>
                <a:cubicBezTo>
                  <a:pt x="540" y="228"/>
                  <a:pt x="540" y="228"/>
                  <a:pt x="539" y="227"/>
                </a:cubicBezTo>
                <a:cubicBezTo>
                  <a:pt x="537" y="225"/>
                  <a:pt x="537" y="224"/>
                  <a:pt x="536" y="222"/>
                </a:cubicBezTo>
                <a:cubicBezTo>
                  <a:pt x="536" y="220"/>
                  <a:pt x="535" y="219"/>
                  <a:pt x="533" y="217"/>
                </a:cubicBezTo>
                <a:cubicBezTo>
                  <a:pt x="531" y="216"/>
                  <a:pt x="531" y="213"/>
                  <a:pt x="530" y="211"/>
                </a:cubicBezTo>
                <a:cubicBezTo>
                  <a:pt x="530" y="209"/>
                  <a:pt x="530" y="208"/>
                  <a:pt x="531" y="207"/>
                </a:cubicBezTo>
                <a:cubicBezTo>
                  <a:pt x="534" y="204"/>
                  <a:pt x="535" y="201"/>
                  <a:pt x="535" y="198"/>
                </a:cubicBezTo>
                <a:cubicBezTo>
                  <a:pt x="535" y="196"/>
                  <a:pt x="535" y="195"/>
                  <a:pt x="535" y="193"/>
                </a:cubicBezTo>
                <a:cubicBezTo>
                  <a:pt x="537" y="189"/>
                  <a:pt x="539" y="185"/>
                  <a:pt x="540" y="181"/>
                </a:cubicBezTo>
                <a:cubicBezTo>
                  <a:pt x="541" y="180"/>
                  <a:pt x="542" y="179"/>
                  <a:pt x="543" y="178"/>
                </a:cubicBezTo>
                <a:cubicBezTo>
                  <a:pt x="547" y="176"/>
                  <a:pt x="550" y="173"/>
                  <a:pt x="553" y="170"/>
                </a:cubicBezTo>
                <a:cubicBezTo>
                  <a:pt x="554" y="170"/>
                  <a:pt x="554" y="168"/>
                  <a:pt x="554" y="167"/>
                </a:cubicBezTo>
                <a:cubicBezTo>
                  <a:pt x="554" y="164"/>
                  <a:pt x="553" y="162"/>
                  <a:pt x="550" y="162"/>
                </a:cubicBezTo>
                <a:cubicBezTo>
                  <a:pt x="548" y="161"/>
                  <a:pt x="547" y="160"/>
                  <a:pt x="545" y="160"/>
                </a:cubicBezTo>
                <a:cubicBezTo>
                  <a:pt x="543" y="160"/>
                  <a:pt x="541" y="161"/>
                  <a:pt x="540" y="162"/>
                </a:cubicBezTo>
                <a:cubicBezTo>
                  <a:pt x="538" y="164"/>
                  <a:pt x="539" y="165"/>
                  <a:pt x="539" y="166"/>
                </a:cubicBezTo>
                <a:cubicBezTo>
                  <a:pt x="540" y="168"/>
                  <a:pt x="539" y="170"/>
                  <a:pt x="540" y="172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40" y="173"/>
                  <a:pt x="540" y="173"/>
                  <a:pt x="540" y="173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40" y="172"/>
                  <a:pt x="540" y="172"/>
                  <a:pt x="540" y="172"/>
                </a:cubicBezTo>
                <a:cubicBezTo>
                  <a:pt x="539" y="172"/>
                  <a:pt x="539" y="171"/>
                  <a:pt x="539" y="171"/>
                </a:cubicBezTo>
                <a:cubicBezTo>
                  <a:pt x="538" y="169"/>
                  <a:pt x="538" y="168"/>
                  <a:pt x="536" y="168"/>
                </a:cubicBezTo>
                <a:cubicBezTo>
                  <a:pt x="535" y="168"/>
                  <a:pt x="534" y="167"/>
                  <a:pt x="534" y="167"/>
                </a:cubicBezTo>
                <a:cubicBezTo>
                  <a:pt x="531" y="165"/>
                  <a:pt x="530" y="167"/>
                  <a:pt x="529" y="168"/>
                </a:cubicBezTo>
                <a:cubicBezTo>
                  <a:pt x="528" y="170"/>
                  <a:pt x="527" y="171"/>
                  <a:pt x="526" y="172"/>
                </a:cubicBezTo>
                <a:cubicBezTo>
                  <a:pt x="525" y="176"/>
                  <a:pt x="524" y="180"/>
                  <a:pt x="523" y="183"/>
                </a:cubicBezTo>
                <a:cubicBezTo>
                  <a:pt x="521" y="186"/>
                  <a:pt x="520" y="190"/>
                  <a:pt x="519" y="194"/>
                </a:cubicBezTo>
                <a:cubicBezTo>
                  <a:pt x="519" y="194"/>
                  <a:pt x="519" y="194"/>
                  <a:pt x="519" y="194"/>
                </a:cubicBezTo>
                <a:cubicBezTo>
                  <a:pt x="519" y="195"/>
                  <a:pt x="518" y="195"/>
                  <a:pt x="518" y="195"/>
                </a:cubicBezTo>
                <a:cubicBezTo>
                  <a:pt x="518" y="196"/>
                  <a:pt x="517" y="196"/>
                  <a:pt x="516" y="196"/>
                </a:cubicBezTo>
                <a:cubicBezTo>
                  <a:pt x="515" y="196"/>
                  <a:pt x="515" y="195"/>
                  <a:pt x="515" y="194"/>
                </a:cubicBezTo>
                <a:cubicBezTo>
                  <a:pt x="516" y="191"/>
                  <a:pt x="516" y="188"/>
                  <a:pt x="518" y="185"/>
                </a:cubicBezTo>
                <a:cubicBezTo>
                  <a:pt x="519" y="181"/>
                  <a:pt x="520" y="177"/>
                  <a:pt x="518" y="172"/>
                </a:cubicBezTo>
                <a:cubicBezTo>
                  <a:pt x="518" y="171"/>
                  <a:pt x="517" y="171"/>
                  <a:pt x="517" y="170"/>
                </a:cubicBezTo>
                <a:cubicBezTo>
                  <a:pt x="516" y="169"/>
                  <a:pt x="514" y="170"/>
                  <a:pt x="514" y="171"/>
                </a:cubicBezTo>
                <a:cubicBezTo>
                  <a:pt x="513" y="173"/>
                  <a:pt x="513" y="175"/>
                  <a:pt x="513" y="177"/>
                </a:cubicBezTo>
                <a:cubicBezTo>
                  <a:pt x="512" y="178"/>
                  <a:pt x="512" y="178"/>
                  <a:pt x="511" y="178"/>
                </a:cubicBezTo>
                <a:cubicBezTo>
                  <a:pt x="508" y="177"/>
                  <a:pt x="506" y="177"/>
                  <a:pt x="503" y="177"/>
                </a:cubicBezTo>
                <a:cubicBezTo>
                  <a:pt x="502" y="177"/>
                  <a:pt x="502" y="177"/>
                  <a:pt x="502" y="177"/>
                </a:cubicBezTo>
                <a:cubicBezTo>
                  <a:pt x="502" y="177"/>
                  <a:pt x="503" y="177"/>
                  <a:pt x="503" y="176"/>
                </a:cubicBezTo>
                <a:cubicBezTo>
                  <a:pt x="504" y="176"/>
                  <a:pt x="506" y="175"/>
                  <a:pt x="507" y="174"/>
                </a:cubicBezTo>
                <a:cubicBezTo>
                  <a:pt x="508" y="174"/>
                  <a:pt x="508" y="172"/>
                  <a:pt x="508" y="171"/>
                </a:cubicBezTo>
                <a:cubicBezTo>
                  <a:pt x="507" y="169"/>
                  <a:pt x="505" y="167"/>
                  <a:pt x="503" y="166"/>
                </a:cubicBezTo>
                <a:cubicBezTo>
                  <a:pt x="501" y="164"/>
                  <a:pt x="500" y="164"/>
                  <a:pt x="498" y="165"/>
                </a:cubicBezTo>
                <a:cubicBezTo>
                  <a:pt x="497" y="166"/>
                  <a:pt x="496" y="167"/>
                  <a:pt x="495" y="168"/>
                </a:cubicBezTo>
                <a:cubicBezTo>
                  <a:pt x="495" y="168"/>
                  <a:pt x="494" y="168"/>
                  <a:pt x="493" y="168"/>
                </a:cubicBezTo>
                <a:cubicBezTo>
                  <a:pt x="492" y="168"/>
                  <a:pt x="492" y="168"/>
                  <a:pt x="493" y="166"/>
                </a:cubicBezTo>
                <a:cubicBezTo>
                  <a:pt x="494" y="164"/>
                  <a:pt x="496" y="163"/>
                  <a:pt x="497" y="161"/>
                </a:cubicBezTo>
                <a:cubicBezTo>
                  <a:pt x="498" y="159"/>
                  <a:pt x="497" y="157"/>
                  <a:pt x="496" y="156"/>
                </a:cubicBezTo>
                <a:cubicBezTo>
                  <a:pt x="495" y="156"/>
                  <a:pt x="495" y="155"/>
                  <a:pt x="494" y="155"/>
                </a:cubicBezTo>
                <a:cubicBezTo>
                  <a:pt x="495" y="155"/>
                  <a:pt x="495" y="155"/>
                  <a:pt x="495" y="155"/>
                </a:cubicBezTo>
                <a:cubicBezTo>
                  <a:pt x="494" y="155"/>
                  <a:pt x="494" y="155"/>
                  <a:pt x="494" y="155"/>
                </a:cubicBezTo>
                <a:cubicBezTo>
                  <a:pt x="494" y="155"/>
                  <a:pt x="494" y="155"/>
                  <a:pt x="494" y="155"/>
                </a:cubicBezTo>
                <a:cubicBezTo>
                  <a:pt x="493" y="157"/>
                  <a:pt x="491" y="156"/>
                  <a:pt x="489" y="157"/>
                </a:cubicBezTo>
                <a:close/>
                <a:moveTo>
                  <a:pt x="2194" y="990"/>
                </a:moveTo>
                <a:cubicBezTo>
                  <a:pt x="2194" y="990"/>
                  <a:pt x="2194" y="990"/>
                  <a:pt x="2193" y="990"/>
                </a:cubicBezTo>
                <a:cubicBezTo>
                  <a:pt x="2192" y="989"/>
                  <a:pt x="2190" y="988"/>
                  <a:pt x="2189" y="986"/>
                </a:cubicBezTo>
                <a:cubicBezTo>
                  <a:pt x="2188" y="985"/>
                  <a:pt x="2187" y="983"/>
                  <a:pt x="2186" y="982"/>
                </a:cubicBezTo>
                <a:cubicBezTo>
                  <a:pt x="2185" y="981"/>
                  <a:pt x="2184" y="980"/>
                  <a:pt x="2183" y="979"/>
                </a:cubicBezTo>
                <a:cubicBezTo>
                  <a:pt x="2182" y="978"/>
                  <a:pt x="2181" y="976"/>
                  <a:pt x="2180" y="975"/>
                </a:cubicBezTo>
                <a:cubicBezTo>
                  <a:pt x="2179" y="974"/>
                  <a:pt x="2180" y="973"/>
                  <a:pt x="2181" y="972"/>
                </a:cubicBezTo>
                <a:cubicBezTo>
                  <a:pt x="2181" y="972"/>
                  <a:pt x="2182" y="971"/>
                  <a:pt x="2183" y="971"/>
                </a:cubicBezTo>
                <a:cubicBezTo>
                  <a:pt x="2184" y="970"/>
                  <a:pt x="2184" y="967"/>
                  <a:pt x="2182" y="966"/>
                </a:cubicBezTo>
                <a:cubicBezTo>
                  <a:pt x="2182" y="966"/>
                  <a:pt x="2181" y="965"/>
                  <a:pt x="2180" y="965"/>
                </a:cubicBezTo>
                <a:cubicBezTo>
                  <a:pt x="2178" y="964"/>
                  <a:pt x="2176" y="963"/>
                  <a:pt x="2174" y="963"/>
                </a:cubicBezTo>
                <a:cubicBezTo>
                  <a:pt x="2172" y="962"/>
                  <a:pt x="2170" y="960"/>
                  <a:pt x="2170" y="957"/>
                </a:cubicBezTo>
                <a:cubicBezTo>
                  <a:pt x="2170" y="956"/>
                  <a:pt x="2168" y="955"/>
                  <a:pt x="2168" y="955"/>
                </a:cubicBezTo>
                <a:cubicBezTo>
                  <a:pt x="2162" y="950"/>
                  <a:pt x="2156" y="947"/>
                  <a:pt x="2149" y="945"/>
                </a:cubicBezTo>
                <a:cubicBezTo>
                  <a:pt x="2146" y="944"/>
                  <a:pt x="2143" y="943"/>
                  <a:pt x="2140" y="942"/>
                </a:cubicBezTo>
                <a:cubicBezTo>
                  <a:pt x="2137" y="941"/>
                  <a:pt x="2134" y="939"/>
                  <a:pt x="2130" y="938"/>
                </a:cubicBezTo>
                <a:cubicBezTo>
                  <a:pt x="2125" y="937"/>
                  <a:pt x="2121" y="935"/>
                  <a:pt x="2116" y="933"/>
                </a:cubicBezTo>
                <a:cubicBezTo>
                  <a:pt x="2112" y="932"/>
                  <a:pt x="2109" y="931"/>
                  <a:pt x="2106" y="935"/>
                </a:cubicBezTo>
                <a:cubicBezTo>
                  <a:pt x="2106" y="936"/>
                  <a:pt x="2105" y="936"/>
                  <a:pt x="2105" y="936"/>
                </a:cubicBezTo>
                <a:cubicBezTo>
                  <a:pt x="2101" y="938"/>
                  <a:pt x="2098" y="941"/>
                  <a:pt x="2095" y="944"/>
                </a:cubicBezTo>
                <a:cubicBezTo>
                  <a:pt x="2095" y="945"/>
                  <a:pt x="2093" y="945"/>
                  <a:pt x="2092" y="945"/>
                </a:cubicBezTo>
                <a:cubicBezTo>
                  <a:pt x="2090" y="943"/>
                  <a:pt x="2089" y="941"/>
                  <a:pt x="2087" y="940"/>
                </a:cubicBezTo>
                <a:cubicBezTo>
                  <a:pt x="2086" y="939"/>
                  <a:pt x="2086" y="938"/>
                  <a:pt x="2086" y="937"/>
                </a:cubicBezTo>
                <a:cubicBezTo>
                  <a:pt x="2086" y="935"/>
                  <a:pt x="2086" y="934"/>
                  <a:pt x="2086" y="933"/>
                </a:cubicBezTo>
                <a:cubicBezTo>
                  <a:pt x="2087" y="931"/>
                  <a:pt x="2086" y="929"/>
                  <a:pt x="2085" y="927"/>
                </a:cubicBezTo>
                <a:cubicBezTo>
                  <a:pt x="2084" y="926"/>
                  <a:pt x="2082" y="926"/>
                  <a:pt x="2081" y="926"/>
                </a:cubicBezTo>
                <a:cubicBezTo>
                  <a:pt x="2079" y="925"/>
                  <a:pt x="2078" y="924"/>
                  <a:pt x="2076" y="924"/>
                </a:cubicBezTo>
                <a:cubicBezTo>
                  <a:pt x="2074" y="923"/>
                  <a:pt x="2073" y="923"/>
                  <a:pt x="2071" y="924"/>
                </a:cubicBezTo>
                <a:cubicBezTo>
                  <a:pt x="2068" y="926"/>
                  <a:pt x="2065" y="928"/>
                  <a:pt x="2062" y="928"/>
                </a:cubicBezTo>
                <a:cubicBezTo>
                  <a:pt x="2061" y="928"/>
                  <a:pt x="2061" y="929"/>
                  <a:pt x="2061" y="930"/>
                </a:cubicBezTo>
                <a:cubicBezTo>
                  <a:pt x="2061" y="930"/>
                  <a:pt x="2061" y="931"/>
                  <a:pt x="2062" y="931"/>
                </a:cubicBezTo>
                <a:cubicBezTo>
                  <a:pt x="2063" y="932"/>
                  <a:pt x="2064" y="932"/>
                  <a:pt x="2065" y="933"/>
                </a:cubicBezTo>
                <a:cubicBezTo>
                  <a:pt x="2066" y="933"/>
                  <a:pt x="2068" y="933"/>
                  <a:pt x="2068" y="935"/>
                </a:cubicBezTo>
                <a:cubicBezTo>
                  <a:pt x="2070" y="938"/>
                  <a:pt x="2072" y="939"/>
                  <a:pt x="2075" y="938"/>
                </a:cubicBezTo>
                <a:cubicBezTo>
                  <a:pt x="2077" y="938"/>
                  <a:pt x="2078" y="938"/>
                  <a:pt x="2080" y="938"/>
                </a:cubicBezTo>
                <a:cubicBezTo>
                  <a:pt x="2081" y="938"/>
                  <a:pt x="2081" y="939"/>
                  <a:pt x="2081" y="939"/>
                </a:cubicBezTo>
                <a:cubicBezTo>
                  <a:pt x="2081" y="939"/>
                  <a:pt x="2081" y="940"/>
                  <a:pt x="2081" y="940"/>
                </a:cubicBezTo>
                <a:cubicBezTo>
                  <a:pt x="2077" y="939"/>
                  <a:pt x="2075" y="942"/>
                  <a:pt x="2071" y="942"/>
                </a:cubicBezTo>
                <a:cubicBezTo>
                  <a:pt x="2071" y="942"/>
                  <a:pt x="2070" y="942"/>
                  <a:pt x="2071" y="943"/>
                </a:cubicBezTo>
                <a:cubicBezTo>
                  <a:pt x="2073" y="945"/>
                  <a:pt x="2074" y="948"/>
                  <a:pt x="2075" y="950"/>
                </a:cubicBezTo>
                <a:cubicBezTo>
                  <a:pt x="2075" y="952"/>
                  <a:pt x="2078" y="952"/>
                  <a:pt x="2079" y="951"/>
                </a:cubicBezTo>
                <a:cubicBezTo>
                  <a:pt x="2079" y="951"/>
                  <a:pt x="2080" y="950"/>
                  <a:pt x="2080" y="949"/>
                </a:cubicBezTo>
                <a:cubicBezTo>
                  <a:pt x="2081" y="949"/>
                  <a:pt x="2082" y="948"/>
                  <a:pt x="2082" y="949"/>
                </a:cubicBezTo>
                <a:cubicBezTo>
                  <a:pt x="2085" y="950"/>
                  <a:pt x="2087" y="951"/>
                  <a:pt x="2089" y="952"/>
                </a:cubicBezTo>
                <a:cubicBezTo>
                  <a:pt x="2091" y="953"/>
                  <a:pt x="2092" y="954"/>
                  <a:pt x="2094" y="955"/>
                </a:cubicBezTo>
                <a:cubicBezTo>
                  <a:pt x="2097" y="955"/>
                  <a:pt x="2099" y="956"/>
                  <a:pt x="2102" y="957"/>
                </a:cubicBezTo>
                <a:cubicBezTo>
                  <a:pt x="2104" y="958"/>
                  <a:pt x="2106" y="958"/>
                  <a:pt x="2107" y="959"/>
                </a:cubicBezTo>
                <a:cubicBezTo>
                  <a:pt x="2110" y="961"/>
                  <a:pt x="2113" y="962"/>
                  <a:pt x="2114" y="966"/>
                </a:cubicBezTo>
                <a:cubicBezTo>
                  <a:pt x="2114" y="968"/>
                  <a:pt x="2115" y="969"/>
                  <a:pt x="2116" y="970"/>
                </a:cubicBezTo>
                <a:cubicBezTo>
                  <a:pt x="2116" y="971"/>
                  <a:pt x="2117" y="972"/>
                  <a:pt x="2117" y="973"/>
                </a:cubicBezTo>
                <a:cubicBezTo>
                  <a:pt x="2118" y="974"/>
                  <a:pt x="2118" y="975"/>
                  <a:pt x="2117" y="976"/>
                </a:cubicBezTo>
                <a:cubicBezTo>
                  <a:pt x="2114" y="976"/>
                  <a:pt x="2112" y="978"/>
                  <a:pt x="2111" y="980"/>
                </a:cubicBezTo>
                <a:cubicBezTo>
                  <a:pt x="2110" y="982"/>
                  <a:pt x="2111" y="983"/>
                  <a:pt x="2113" y="984"/>
                </a:cubicBezTo>
                <a:cubicBezTo>
                  <a:pt x="2115" y="984"/>
                  <a:pt x="2118" y="983"/>
                  <a:pt x="2120" y="983"/>
                </a:cubicBezTo>
                <a:cubicBezTo>
                  <a:pt x="2123" y="982"/>
                  <a:pt x="2126" y="982"/>
                  <a:pt x="2128" y="985"/>
                </a:cubicBezTo>
                <a:cubicBezTo>
                  <a:pt x="2129" y="986"/>
                  <a:pt x="2129" y="987"/>
                  <a:pt x="2130" y="987"/>
                </a:cubicBezTo>
                <a:cubicBezTo>
                  <a:pt x="2131" y="989"/>
                  <a:pt x="2132" y="989"/>
                  <a:pt x="2134" y="989"/>
                </a:cubicBezTo>
                <a:cubicBezTo>
                  <a:pt x="2138" y="990"/>
                  <a:pt x="2141" y="990"/>
                  <a:pt x="2145" y="991"/>
                </a:cubicBezTo>
                <a:cubicBezTo>
                  <a:pt x="2146" y="991"/>
                  <a:pt x="2147" y="991"/>
                  <a:pt x="2149" y="990"/>
                </a:cubicBezTo>
                <a:cubicBezTo>
                  <a:pt x="2151" y="989"/>
                  <a:pt x="2151" y="988"/>
                  <a:pt x="2150" y="986"/>
                </a:cubicBezTo>
                <a:cubicBezTo>
                  <a:pt x="2150" y="985"/>
                  <a:pt x="2150" y="985"/>
                  <a:pt x="2150" y="984"/>
                </a:cubicBezTo>
                <a:cubicBezTo>
                  <a:pt x="2152" y="983"/>
                  <a:pt x="2154" y="981"/>
                  <a:pt x="2156" y="980"/>
                </a:cubicBezTo>
                <a:cubicBezTo>
                  <a:pt x="2158" y="978"/>
                  <a:pt x="2160" y="978"/>
                  <a:pt x="2162" y="979"/>
                </a:cubicBezTo>
                <a:cubicBezTo>
                  <a:pt x="2164" y="980"/>
                  <a:pt x="2166" y="981"/>
                  <a:pt x="2168" y="982"/>
                </a:cubicBezTo>
                <a:cubicBezTo>
                  <a:pt x="2169" y="982"/>
                  <a:pt x="2171" y="983"/>
                  <a:pt x="2172" y="985"/>
                </a:cubicBezTo>
                <a:cubicBezTo>
                  <a:pt x="2174" y="988"/>
                  <a:pt x="2177" y="991"/>
                  <a:pt x="2179" y="994"/>
                </a:cubicBezTo>
                <a:cubicBezTo>
                  <a:pt x="2181" y="997"/>
                  <a:pt x="2183" y="998"/>
                  <a:pt x="2186" y="998"/>
                </a:cubicBezTo>
                <a:cubicBezTo>
                  <a:pt x="2191" y="998"/>
                  <a:pt x="2195" y="999"/>
                  <a:pt x="2199" y="1001"/>
                </a:cubicBezTo>
                <a:cubicBezTo>
                  <a:pt x="2200" y="1001"/>
                  <a:pt x="2200" y="1001"/>
                  <a:pt x="2200" y="1001"/>
                </a:cubicBezTo>
                <a:cubicBezTo>
                  <a:pt x="2201" y="1001"/>
                  <a:pt x="2201" y="1001"/>
                  <a:pt x="2202" y="1001"/>
                </a:cubicBezTo>
                <a:cubicBezTo>
                  <a:pt x="2202" y="1000"/>
                  <a:pt x="2202" y="1000"/>
                  <a:pt x="2202" y="999"/>
                </a:cubicBezTo>
                <a:cubicBezTo>
                  <a:pt x="2202" y="998"/>
                  <a:pt x="2202" y="997"/>
                  <a:pt x="2200" y="996"/>
                </a:cubicBezTo>
                <a:cubicBezTo>
                  <a:pt x="2198" y="996"/>
                  <a:pt x="2199" y="994"/>
                  <a:pt x="2199" y="992"/>
                </a:cubicBezTo>
                <a:cubicBezTo>
                  <a:pt x="2197" y="992"/>
                  <a:pt x="2195" y="993"/>
                  <a:pt x="2194" y="990"/>
                </a:cubicBezTo>
                <a:close/>
                <a:moveTo>
                  <a:pt x="1903" y="919"/>
                </a:moveTo>
                <a:cubicBezTo>
                  <a:pt x="1904" y="922"/>
                  <a:pt x="1904" y="925"/>
                  <a:pt x="1905" y="928"/>
                </a:cubicBezTo>
                <a:cubicBezTo>
                  <a:pt x="1906" y="930"/>
                  <a:pt x="1906" y="932"/>
                  <a:pt x="1909" y="932"/>
                </a:cubicBezTo>
                <a:cubicBezTo>
                  <a:pt x="1909" y="932"/>
                  <a:pt x="1910" y="933"/>
                  <a:pt x="1910" y="933"/>
                </a:cubicBezTo>
                <a:cubicBezTo>
                  <a:pt x="1910" y="936"/>
                  <a:pt x="1911" y="938"/>
                  <a:pt x="1911" y="940"/>
                </a:cubicBezTo>
                <a:cubicBezTo>
                  <a:pt x="1912" y="943"/>
                  <a:pt x="1913" y="944"/>
                  <a:pt x="1915" y="944"/>
                </a:cubicBezTo>
                <a:cubicBezTo>
                  <a:pt x="1917" y="944"/>
                  <a:pt x="1918" y="944"/>
                  <a:pt x="1920" y="944"/>
                </a:cubicBezTo>
                <a:cubicBezTo>
                  <a:pt x="1921" y="944"/>
                  <a:pt x="1922" y="945"/>
                  <a:pt x="1923" y="946"/>
                </a:cubicBezTo>
                <a:cubicBezTo>
                  <a:pt x="1924" y="948"/>
                  <a:pt x="1925" y="948"/>
                  <a:pt x="1927" y="948"/>
                </a:cubicBezTo>
                <a:cubicBezTo>
                  <a:pt x="1928" y="947"/>
                  <a:pt x="1930" y="947"/>
                  <a:pt x="1932" y="946"/>
                </a:cubicBezTo>
                <a:cubicBezTo>
                  <a:pt x="1932" y="946"/>
                  <a:pt x="1933" y="946"/>
                  <a:pt x="1933" y="946"/>
                </a:cubicBezTo>
                <a:cubicBezTo>
                  <a:pt x="1936" y="947"/>
                  <a:pt x="1938" y="948"/>
                  <a:pt x="1941" y="949"/>
                </a:cubicBezTo>
                <a:cubicBezTo>
                  <a:pt x="1941" y="949"/>
                  <a:pt x="1942" y="950"/>
                  <a:pt x="1942" y="951"/>
                </a:cubicBezTo>
                <a:cubicBezTo>
                  <a:pt x="1943" y="952"/>
                  <a:pt x="1944" y="952"/>
                  <a:pt x="1945" y="952"/>
                </a:cubicBezTo>
                <a:cubicBezTo>
                  <a:pt x="1947" y="951"/>
                  <a:pt x="1948" y="951"/>
                  <a:pt x="1950" y="950"/>
                </a:cubicBezTo>
                <a:cubicBezTo>
                  <a:pt x="1951" y="950"/>
                  <a:pt x="1952" y="951"/>
                  <a:pt x="1953" y="951"/>
                </a:cubicBezTo>
                <a:cubicBezTo>
                  <a:pt x="1954" y="951"/>
                  <a:pt x="1955" y="950"/>
                  <a:pt x="1955" y="949"/>
                </a:cubicBezTo>
                <a:cubicBezTo>
                  <a:pt x="1955" y="949"/>
                  <a:pt x="1955" y="948"/>
                  <a:pt x="1955" y="948"/>
                </a:cubicBezTo>
                <a:cubicBezTo>
                  <a:pt x="1954" y="946"/>
                  <a:pt x="1954" y="944"/>
                  <a:pt x="1956" y="943"/>
                </a:cubicBezTo>
                <a:cubicBezTo>
                  <a:pt x="1956" y="941"/>
                  <a:pt x="1957" y="940"/>
                  <a:pt x="1956" y="938"/>
                </a:cubicBezTo>
                <a:cubicBezTo>
                  <a:pt x="1956" y="936"/>
                  <a:pt x="1957" y="934"/>
                  <a:pt x="1958" y="932"/>
                </a:cubicBezTo>
                <a:cubicBezTo>
                  <a:pt x="1961" y="929"/>
                  <a:pt x="1962" y="926"/>
                  <a:pt x="1963" y="923"/>
                </a:cubicBezTo>
                <a:cubicBezTo>
                  <a:pt x="1964" y="921"/>
                  <a:pt x="1965" y="920"/>
                  <a:pt x="1965" y="918"/>
                </a:cubicBezTo>
                <a:cubicBezTo>
                  <a:pt x="1966" y="917"/>
                  <a:pt x="1967" y="916"/>
                  <a:pt x="1968" y="916"/>
                </a:cubicBezTo>
                <a:cubicBezTo>
                  <a:pt x="1969" y="916"/>
                  <a:pt x="1970" y="916"/>
                  <a:pt x="1971" y="916"/>
                </a:cubicBezTo>
                <a:cubicBezTo>
                  <a:pt x="1971" y="916"/>
                  <a:pt x="1972" y="915"/>
                  <a:pt x="1972" y="915"/>
                </a:cubicBezTo>
                <a:cubicBezTo>
                  <a:pt x="1973" y="915"/>
                  <a:pt x="1973" y="914"/>
                  <a:pt x="1973" y="913"/>
                </a:cubicBezTo>
                <a:cubicBezTo>
                  <a:pt x="1972" y="911"/>
                  <a:pt x="1969" y="910"/>
                  <a:pt x="1968" y="908"/>
                </a:cubicBezTo>
                <a:cubicBezTo>
                  <a:pt x="1967" y="907"/>
                  <a:pt x="1967" y="906"/>
                  <a:pt x="1967" y="905"/>
                </a:cubicBezTo>
                <a:cubicBezTo>
                  <a:pt x="1968" y="904"/>
                  <a:pt x="1968" y="903"/>
                  <a:pt x="1967" y="902"/>
                </a:cubicBezTo>
                <a:cubicBezTo>
                  <a:pt x="1964" y="899"/>
                  <a:pt x="1964" y="895"/>
                  <a:pt x="1966" y="892"/>
                </a:cubicBezTo>
                <a:cubicBezTo>
                  <a:pt x="1966" y="891"/>
                  <a:pt x="1967" y="890"/>
                  <a:pt x="1968" y="889"/>
                </a:cubicBezTo>
                <a:cubicBezTo>
                  <a:pt x="1969" y="889"/>
                  <a:pt x="1970" y="888"/>
                  <a:pt x="1970" y="887"/>
                </a:cubicBezTo>
                <a:cubicBezTo>
                  <a:pt x="1970" y="885"/>
                  <a:pt x="1971" y="885"/>
                  <a:pt x="1972" y="884"/>
                </a:cubicBezTo>
                <a:cubicBezTo>
                  <a:pt x="1973" y="884"/>
                  <a:pt x="1975" y="884"/>
                  <a:pt x="1975" y="883"/>
                </a:cubicBezTo>
                <a:cubicBezTo>
                  <a:pt x="1975" y="882"/>
                  <a:pt x="1975" y="882"/>
                  <a:pt x="1976" y="882"/>
                </a:cubicBezTo>
                <a:cubicBezTo>
                  <a:pt x="1975" y="882"/>
                  <a:pt x="1975" y="881"/>
                  <a:pt x="1975" y="881"/>
                </a:cubicBezTo>
                <a:cubicBezTo>
                  <a:pt x="1973" y="880"/>
                  <a:pt x="1971" y="879"/>
                  <a:pt x="1969" y="878"/>
                </a:cubicBezTo>
                <a:cubicBezTo>
                  <a:pt x="1967" y="877"/>
                  <a:pt x="1965" y="876"/>
                  <a:pt x="1965" y="873"/>
                </a:cubicBezTo>
                <a:cubicBezTo>
                  <a:pt x="1964" y="872"/>
                  <a:pt x="1962" y="870"/>
                  <a:pt x="1961" y="869"/>
                </a:cubicBezTo>
                <a:cubicBezTo>
                  <a:pt x="1961" y="869"/>
                  <a:pt x="1960" y="869"/>
                  <a:pt x="1959" y="869"/>
                </a:cubicBezTo>
                <a:cubicBezTo>
                  <a:pt x="1957" y="869"/>
                  <a:pt x="1956" y="870"/>
                  <a:pt x="1955" y="872"/>
                </a:cubicBezTo>
                <a:cubicBezTo>
                  <a:pt x="1954" y="873"/>
                  <a:pt x="1954" y="875"/>
                  <a:pt x="1953" y="876"/>
                </a:cubicBezTo>
                <a:cubicBezTo>
                  <a:pt x="1952" y="877"/>
                  <a:pt x="1952" y="878"/>
                  <a:pt x="1951" y="879"/>
                </a:cubicBezTo>
                <a:cubicBezTo>
                  <a:pt x="1949" y="880"/>
                  <a:pt x="1947" y="882"/>
                  <a:pt x="1944" y="883"/>
                </a:cubicBezTo>
                <a:cubicBezTo>
                  <a:pt x="1941" y="885"/>
                  <a:pt x="1938" y="887"/>
                  <a:pt x="1937" y="890"/>
                </a:cubicBezTo>
                <a:cubicBezTo>
                  <a:pt x="1936" y="891"/>
                  <a:pt x="1935" y="893"/>
                  <a:pt x="1934" y="894"/>
                </a:cubicBezTo>
                <a:cubicBezTo>
                  <a:pt x="1932" y="897"/>
                  <a:pt x="1929" y="899"/>
                  <a:pt x="1926" y="899"/>
                </a:cubicBezTo>
                <a:cubicBezTo>
                  <a:pt x="1923" y="900"/>
                  <a:pt x="1921" y="902"/>
                  <a:pt x="1920" y="905"/>
                </a:cubicBezTo>
                <a:cubicBezTo>
                  <a:pt x="1919" y="906"/>
                  <a:pt x="1919" y="907"/>
                  <a:pt x="1918" y="908"/>
                </a:cubicBezTo>
                <a:cubicBezTo>
                  <a:pt x="1918" y="909"/>
                  <a:pt x="1917" y="910"/>
                  <a:pt x="1915" y="909"/>
                </a:cubicBezTo>
                <a:cubicBezTo>
                  <a:pt x="1914" y="909"/>
                  <a:pt x="1912" y="908"/>
                  <a:pt x="1910" y="907"/>
                </a:cubicBezTo>
                <a:cubicBezTo>
                  <a:pt x="1908" y="907"/>
                  <a:pt x="1906" y="907"/>
                  <a:pt x="1905" y="909"/>
                </a:cubicBezTo>
                <a:cubicBezTo>
                  <a:pt x="1905" y="909"/>
                  <a:pt x="1904" y="910"/>
                  <a:pt x="1904" y="911"/>
                </a:cubicBezTo>
                <a:cubicBezTo>
                  <a:pt x="1903" y="913"/>
                  <a:pt x="1902" y="916"/>
                  <a:pt x="1903" y="919"/>
                </a:cubicBezTo>
                <a:close/>
                <a:moveTo>
                  <a:pt x="1467" y="1008"/>
                </a:moveTo>
                <a:cubicBezTo>
                  <a:pt x="1466" y="1008"/>
                  <a:pt x="1466" y="1008"/>
                  <a:pt x="1465" y="1008"/>
                </a:cubicBezTo>
                <a:cubicBezTo>
                  <a:pt x="1464" y="1010"/>
                  <a:pt x="1463" y="1011"/>
                  <a:pt x="1463" y="1013"/>
                </a:cubicBezTo>
                <a:cubicBezTo>
                  <a:pt x="1463" y="1015"/>
                  <a:pt x="1462" y="1016"/>
                  <a:pt x="1460" y="1017"/>
                </a:cubicBezTo>
                <a:cubicBezTo>
                  <a:pt x="1460" y="1018"/>
                  <a:pt x="1460" y="1018"/>
                  <a:pt x="1459" y="1019"/>
                </a:cubicBezTo>
                <a:cubicBezTo>
                  <a:pt x="1458" y="1020"/>
                  <a:pt x="1456" y="1020"/>
                  <a:pt x="1456" y="1023"/>
                </a:cubicBezTo>
                <a:cubicBezTo>
                  <a:pt x="1455" y="1025"/>
                  <a:pt x="1454" y="1027"/>
                  <a:pt x="1451" y="1029"/>
                </a:cubicBezTo>
                <a:cubicBezTo>
                  <a:pt x="1449" y="1030"/>
                  <a:pt x="1447" y="1032"/>
                  <a:pt x="1445" y="1033"/>
                </a:cubicBezTo>
                <a:cubicBezTo>
                  <a:pt x="1442" y="1034"/>
                  <a:pt x="1440" y="1035"/>
                  <a:pt x="1437" y="1036"/>
                </a:cubicBezTo>
                <a:cubicBezTo>
                  <a:pt x="1437" y="1036"/>
                  <a:pt x="1437" y="1036"/>
                  <a:pt x="1436" y="1036"/>
                </a:cubicBezTo>
                <a:cubicBezTo>
                  <a:pt x="1434" y="1037"/>
                  <a:pt x="1432" y="1038"/>
                  <a:pt x="1429" y="1039"/>
                </a:cubicBezTo>
                <a:cubicBezTo>
                  <a:pt x="1428" y="1041"/>
                  <a:pt x="1428" y="1043"/>
                  <a:pt x="1427" y="1044"/>
                </a:cubicBezTo>
                <a:cubicBezTo>
                  <a:pt x="1424" y="1048"/>
                  <a:pt x="1424" y="1051"/>
                  <a:pt x="1426" y="1055"/>
                </a:cubicBezTo>
                <a:cubicBezTo>
                  <a:pt x="1426" y="1056"/>
                  <a:pt x="1426" y="1057"/>
                  <a:pt x="1427" y="1058"/>
                </a:cubicBezTo>
                <a:cubicBezTo>
                  <a:pt x="1428" y="1062"/>
                  <a:pt x="1428" y="1065"/>
                  <a:pt x="1426" y="1068"/>
                </a:cubicBezTo>
                <a:cubicBezTo>
                  <a:pt x="1424" y="1070"/>
                  <a:pt x="1422" y="1074"/>
                  <a:pt x="1420" y="1076"/>
                </a:cubicBezTo>
                <a:cubicBezTo>
                  <a:pt x="1418" y="1080"/>
                  <a:pt x="1417" y="1084"/>
                  <a:pt x="1418" y="1088"/>
                </a:cubicBezTo>
                <a:cubicBezTo>
                  <a:pt x="1419" y="1090"/>
                  <a:pt x="1419" y="1092"/>
                  <a:pt x="1419" y="1094"/>
                </a:cubicBezTo>
                <a:cubicBezTo>
                  <a:pt x="1419" y="1096"/>
                  <a:pt x="1419" y="1097"/>
                  <a:pt x="1419" y="1099"/>
                </a:cubicBezTo>
                <a:cubicBezTo>
                  <a:pt x="1420" y="1100"/>
                  <a:pt x="1420" y="1101"/>
                  <a:pt x="1421" y="1102"/>
                </a:cubicBezTo>
                <a:cubicBezTo>
                  <a:pt x="1423" y="1106"/>
                  <a:pt x="1426" y="1108"/>
                  <a:pt x="1430" y="1109"/>
                </a:cubicBezTo>
                <a:cubicBezTo>
                  <a:pt x="1432" y="1110"/>
                  <a:pt x="1433" y="1108"/>
                  <a:pt x="1435" y="1107"/>
                </a:cubicBezTo>
                <a:cubicBezTo>
                  <a:pt x="1437" y="1107"/>
                  <a:pt x="1438" y="1107"/>
                  <a:pt x="1440" y="1107"/>
                </a:cubicBezTo>
                <a:cubicBezTo>
                  <a:pt x="1443" y="1106"/>
                  <a:pt x="1445" y="1105"/>
                  <a:pt x="1446" y="1102"/>
                </a:cubicBezTo>
                <a:cubicBezTo>
                  <a:pt x="1447" y="1100"/>
                  <a:pt x="1448" y="1098"/>
                  <a:pt x="1449" y="1095"/>
                </a:cubicBezTo>
                <a:cubicBezTo>
                  <a:pt x="1451" y="1090"/>
                  <a:pt x="1453" y="1085"/>
                  <a:pt x="1455" y="1080"/>
                </a:cubicBezTo>
                <a:cubicBezTo>
                  <a:pt x="1458" y="1072"/>
                  <a:pt x="1460" y="1064"/>
                  <a:pt x="1464" y="1057"/>
                </a:cubicBezTo>
                <a:cubicBezTo>
                  <a:pt x="1465" y="1055"/>
                  <a:pt x="1465" y="1053"/>
                  <a:pt x="1466" y="1050"/>
                </a:cubicBezTo>
                <a:cubicBezTo>
                  <a:pt x="1466" y="1047"/>
                  <a:pt x="1467" y="1045"/>
                  <a:pt x="1468" y="1042"/>
                </a:cubicBezTo>
                <a:cubicBezTo>
                  <a:pt x="1469" y="1040"/>
                  <a:pt x="1469" y="1037"/>
                  <a:pt x="1472" y="1036"/>
                </a:cubicBezTo>
                <a:cubicBezTo>
                  <a:pt x="1473" y="1034"/>
                  <a:pt x="1473" y="1033"/>
                  <a:pt x="1473" y="1031"/>
                </a:cubicBezTo>
                <a:cubicBezTo>
                  <a:pt x="1473" y="1029"/>
                  <a:pt x="1472" y="1026"/>
                  <a:pt x="1472" y="1024"/>
                </a:cubicBezTo>
                <a:cubicBezTo>
                  <a:pt x="1472" y="1018"/>
                  <a:pt x="1470" y="1013"/>
                  <a:pt x="1467" y="1008"/>
                </a:cubicBezTo>
                <a:close/>
                <a:moveTo>
                  <a:pt x="1395" y="227"/>
                </a:moveTo>
                <a:cubicBezTo>
                  <a:pt x="1393" y="230"/>
                  <a:pt x="1394" y="233"/>
                  <a:pt x="1392" y="236"/>
                </a:cubicBezTo>
                <a:cubicBezTo>
                  <a:pt x="1391" y="237"/>
                  <a:pt x="1392" y="239"/>
                  <a:pt x="1393" y="240"/>
                </a:cubicBezTo>
                <a:cubicBezTo>
                  <a:pt x="1393" y="240"/>
                  <a:pt x="1394" y="241"/>
                  <a:pt x="1394" y="242"/>
                </a:cubicBezTo>
                <a:cubicBezTo>
                  <a:pt x="1395" y="244"/>
                  <a:pt x="1395" y="246"/>
                  <a:pt x="1393" y="247"/>
                </a:cubicBezTo>
                <a:cubicBezTo>
                  <a:pt x="1392" y="248"/>
                  <a:pt x="1390" y="248"/>
                  <a:pt x="1390" y="250"/>
                </a:cubicBezTo>
                <a:cubicBezTo>
                  <a:pt x="1389" y="252"/>
                  <a:pt x="1389" y="253"/>
                  <a:pt x="1390" y="255"/>
                </a:cubicBezTo>
                <a:cubicBezTo>
                  <a:pt x="1391" y="257"/>
                  <a:pt x="1392" y="258"/>
                  <a:pt x="1394" y="259"/>
                </a:cubicBezTo>
                <a:cubicBezTo>
                  <a:pt x="1394" y="259"/>
                  <a:pt x="1395" y="260"/>
                  <a:pt x="1396" y="260"/>
                </a:cubicBezTo>
                <a:cubicBezTo>
                  <a:pt x="1397" y="260"/>
                  <a:pt x="1398" y="259"/>
                  <a:pt x="1399" y="259"/>
                </a:cubicBezTo>
                <a:cubicBezTo>
                  <a:pt x="1401" y="258"/>
                  <a:pt x="1403" y="259"/>
                  <a:pt x="1404" y="261"/>
                </a:cubicBezTo>
                <a:cubicBezTo>
                  <a:pt x="1405" y="262"/>
                  <a:pt x="1405" y="263"/>
                  <a:pt x="1405" y="264"/>
                </a:cubicBezTo>
                <a:cubicBezTo>
                  <a:pt x="1406" y="267"/>
                  <a:pt x="1407" y="268"/>
                  <a:pt x="1410" y="268"/>
                </a:cubicBezTo>
                <a:cubicBezTo>
                  <a:pt x="1411" y="269"/>
                  <a:pt x="1413" y="269"/>
                  <a:pt x="1414" y="270"/>
                </a:cubicBezTo>
                <a:cubicBezTo>
                  <a:pt x="1415" y="270"/>
                  <a:pt x="1417" y="271"/>
                  <a:pt x="1418" y="271"/>
                </a:cubicBezTo>
                <a:cubicBezTo>
                  <a:pt x="1419" y="270"/>
                  <a:pt x="1420" y="271"/>
                  <a:pt x="1422" y="271"/>
                </a:cubicBezTo>
                <a:cubicBezTo>
                  <a:pt x="1422" y="271"/>
                  <a:pt x="1422" y="271"/>
                  <a:pt x="1422" y="271"/>
                </a:cubicBezTo>
                <a:cubicBezTo>
                  <a:pt x="1423" y="271"/>
                  <a:pt x="1425" y="271"/>
                  <a:pt x="1427" y="271"/>
                </a:cubicBezTo>
                <a:cubicBezTo>
                  <a:pt x="1427" y="271"/>
                  <a:pt x="1428" y="270"/>
                  <a:pt x="1428" y="270"/>
                </a:cubicBezTo>
                <a:cubicBezTo>
                  <a:pt x="1429" y="269"/>
                  <a:pt x="1429" y="268"/>
                  <a:pt x="1429" y="267"/>
                </a:cubicBezTo>
                <a:cubicBezTo>
                  <a:pt x="1429" y="266"/>
                  <a:pt x="1429" y="265"/>
                  <a:pt x="1428" y="264"/>
                </a:cubicBezTo>
                <a:cubicBezTo>
                  <a:pt x="1426" y="263"/>
                  <a:pt x="1424" y="262"/>
                  <a:pt x="1423" y="261"/>
                </a:cubicBezTo>
                <a:cubicBezTo>
                  <a:pt x="1418" y="258"/>
                  <a:pt x="1415" y="253"/>
                  <a:pt x="1413" y="248"/>
                </a:cubicBezTo>
                <a:cubicBezTo>
                  <a:pt x="1412" y="245"/>
                  <a:pt x="1412" y="243"/>
                  <a:pt x="1411" y="240"/>
                </a:cubicBezTo>
                <a:cubicBezTo>
                  <a:pt x="1410" y="237"/>
                  <a:pt x="1411" y="233"/>
                  <a:pt x="1411" y="229"/>
                </a:cubicBezTo>
                <a:cubicBezTo>
                  <a:pt x="1411" y="227"/>
                  <a:pt x="1412" y="226"/>
                  <a:pt x="1413" y="224"/>
                </a:cubicBezTo>
                <a:cubicBezTo>
                  <a:pt x="1414" y="223"/>
                  <a:pt x="1414" y="222"/>
                  <a:pt x="1414" y="221"/>
                </a:cubicBezTo>
                <a:cubicBezTo>
                  <a:pt x="1415" y="216"/>
                  <a:pt x="1416" y="211"/>
                  <a:pt x="1417" y="206"/>
                </a:cubicBezTo>
                <a:cubicBezTo>
                  <a:pt x="1417" y="204"/>
                  <a:pt x="1417" y="202"/>
                  <a:pt x="1419" y="201"/>
                </a:cubicBezTo>
                <a:cubicBezTo>
                  <a:pt x="1422" y="200"/>
                  <a:pt x="1423" y="197"/>
                  <a:pt x="1425" y="195"/>
                </a:cubicBezTo>
                <a:cubicBezTo>
                  <a:pt x="1426" y="191"/>
                  <a:pt x="1428" y="188"/>
                  <a:pt x="1430" y="185"/>
                </a:cubicBezTo>
                <a:cubicBezTo>
                  <a:pt x="1432" y="182"/>
                  <a:pt x="1434" y="179"/>
                  <a:pt x="1437" y="177"/>
                </a:cubicBezTo>
                <a:cubicBezTo>
                  <a:pt x="1440" y="174"/>
                  <a:pt x="1443" y="171"/>
                  <a:pt x="1447" y="169"/>
                </a:cubicBezTo>
                <a:cubicBezTo>
                  <a:pt x="1448" y="169"/>
                  <a:pt x="1449" y="167"/>
                  <a:pt x="1451" y="166"/>
                </a:cubicBezTo>
                <a:cubicBezTo>
                  <a:pt x="1454" y="164"/>
                  <a:pt x="1455" y="162"/>
                  <a:pt x="1454" y="158"/>
                </a:cubicBezTo>
                <a:cubicBezTo>
                  <a:pt x="1453" y="157"/>
                  <a:pt x="1453" y="156"/>
                  <a:pt x="1453" y="155"/>
                </a:cubicBezTo>
                <a:cubicBezTo>
                  <a:pt x="1453" y="154"/>
                  <a:pt x="1452" y="153"/>
                  <a:pt x="1451" y="153"/>
                </a:cubicBezTo>
                <a:cubicBezTo>
                  <a:pt x="1450" y="152"/>
                  <a:pt x="1449" y="152"/>
                  <a:pt x="1449" y="151"/>
                </a:cubicBezTo>
                <a:cubicBezTo>
                  <a:pt x="1447" y="149"/>
                  <a:pt x="1444" y="150"/>
                  <a:pt x="1442" y="151"/>
                </a:cubicBezTo>
                <a:cubicBezTo>
                  <a:pt x="1439" y="152"/>
                  <a:pt x="1436" y="154"/>
                  <a:pt x="1436" y="158"/>
                </a:cubicBezTo>
                <a:cubicBezTo>
                  <a:pt x="1436" y="161"/>
                  <a:pt x="1434" y="163"/>
                  <a:pt x="1432" y="164"/>
                </a:cubicBezTo>
                <a:cubicBezTo>
                  <a:pt x="1429" y="165"/>
                  <a:pt x="1426" y="167"/>
                  <a:pt x="1423" y="167"/>
                </a:cubicBezTo>
                <a:cubicBezTo>
                  <a:pt x="1418" y="167"/>
                  <a:pt x="1415" y="170"/>
                  <a:pt x="1412" y="174"/>
                </a:cubicBezTo>
                <a:cubicBezTo>
                  <a:pt x="1412" y="175"/>
                  <a:pt x="1411" y="175"/>
                  <a:pt x="1411" y="175"/>
                </a:cubicBezTo>
                <a:cubicBezTo>
                  <a:pt x="1411" y="177"/>
                  <a:pt x="1409" y="177"/>
                  <a:pt x="1408" y="178"/>
                </a:cubicBezTo>
                <a:cubicBezTo>
                  <a:pt x="1407" y="178"/>
                  <a:pt x="1406" y="179"/>
                  <a:pt x="1406" y="180"/>
                </a:cubicBezTo>
                <a:cubicBezTo>
                  <a:pt x="1406" y="182"/>
                  <a:pt x="1405" y="183"/>
                  <a:pt x="1404" y="184"/>
                </a:cubicBezTo>
                <a:cubicBezTo>
                  <a:pt x="1404" y="186"/>
                  <a:pt x="1403" y="187"/>
                  <a:pt x="1404" y="188"/>
                </a:cubicBezTo>
                <a:cubicBezTo>
                  <a:pt x="1404" y="189"/>
                  <a:pt x="1403" y="189"/>
                  <a:pt x="1403" y="190"/>
                </a:cubicBezTo>
                <a:cubicBezTo>
                  <a:pt x="1403" y="190"/>
                  <a:pt x="1403" y="190"/>
                  <a:pt x="1402" y="190"/>
                </a:cubicBezTo>
                <a:cubicBezTo>
                  <a:pt x="1401" y="191"/>
                  <a:pt x="1400" y="192"/>
                  <a:pt x="1399" y="193"/>
                </a:cubicBezTo>
                <a:cubicBezTo>
                  <a:pt x="1398" y="194"/>
                  <a:pt x="1397" y="194"/>
                  <a:pt x="1396" y="194"/>
                </a:cubicBezTo>
                <a:cubicBezTo>
                  <a:pt x="1395" y="194"/>
                  <a:pt x="1395" y="196"/>
                  <a:pt x="1395" y="196"/>
                </a:cubicBezTo>
                <a:cubicBezTo>
                  <a:pt x="1396" y="198"/>
                  <a:pt x="1398" y="200"/>
                  <a:pt x="1398" y="202"/>
                </a:cubicBezTo>
                <a:cubicBezTo>
                  <a:pt x="1399" y="204"/>
                  <a:pt x="1398" y="206"/>
                  <a:pt x="1398" y="209"/>
                </a:cubicBezTo>
                <a:cubicBezTo>
                  <a:pt x="1398" y="210"/>
                  <a:pt x="1397" y="211"/>
                  <a:pt x="1396" y="213"/>
                </a:cubicBezTo>
                <a:cubicBezTo>
                  <a:pt x="1395" y="214"/>
                  <a:pt x="1395" y="216"/>
                  <a:pt x="1394" y="218"/>
                </a:cubicBezTo>
                <a:cubicBezTo>
                  <a:pt x="1393" y="219"/>
                  <a:pt x="1393" y="221"/>
                  <a:pt x="1394" y="222"/>
                </a:cubicBezTo>
                <a:cubicBezTo>
                  <a:pt x="1397" y="224"/>
                  <a:pt x="1397" y="225"/>
                  <a:pt x="1395" y="227"/>
                </a:cubicBezTo>
                <a:close/>
                <a:moveTo>
                  <a:pt x="2038" y="667"/>
                </a:moveTo>
                <a:cubicBezTo>
                  <a:pt x="2038" y="667"/>
                  <a:pt x="2039" y="667"/>
                  <a:pt x="2039" y="666"/>
                </a:cubicBezTo>
                <a:cubicBezTo>
                  <a:pt x="2040" y="665"/>
                  <a:pt x="2041" y="664"/>
                  <a:pt x="2041" y="663"/>
                </a:cubicBezTo>
                <a:cubicBezTo>
                  <a:pt x="2042" y="658"/>
                  <a:pt x="2042" y="653"/>
                  <a:pt x="2042" y="649"/>
                </a:cubicBezTo>
                <a:cubicBezTo>
                  <a:pt x="2041" y="646"/>
                  <a:pt x="2041" y="642"/>
                  <a:pt x="2036" y="641"/>
                </a:cubicBezTo>
                <a:cubicBezTo>
                  <a:pt x="2036" y="641"/>
                  <a:pt x="2036" y="641"/>
                  <a:pt x="2036" y="641"/>
                </a:cubicBezTo>
                <a:cubicBezTo>
                  <a:pt x="2036" y="640"/>
                  <a:pt x="2036" y="640"/>
                  <a:pt x="2036" y="640"/>
                </a:cubicBezTo>
                <a:cubicBezTo>
                  <a:pt x="2037" y="640"/>
                  <a:pt x="2038" y="639"/>
                  <a:pt x="2038" y="639"/>
                </a:cubicBezTo>
                <a:cubicBezTo>
                  <a:pt x="2040" y="639"/>
                  <a:pt x="2041" y="639"/>
                  <a:pt x="2042" y="637"/>
                </a:cubicBezTo>
                <a:cubicBezTo>
                  <a:pt x="2043" y="637"/>
                  <a:pt x="2044" y="636"/>
                  <a:pt x="2044" y="636"/>
                </a:cubicBezTo>
                <a:cubicBezTo>
                  <a:pt x="2047" y="635"/>
                  <a:pt x="2049" y="635"/>
                  <a:pt x="2052" y="635"/>
                </a:cubicBezTo>
                <a:cubicBezTo>
                  <a:pt x="2052" y="635"/>
                  <a:pt x="2052" y="635"/>
                  <a:pt x="2052" y="635"/>
                </a:cubicBezTo>
                <a:cubicBezTo>
                  <a:pt x="2052" y="635"/>
                  <a:pt x="2052" y="635"/>
                  <a:pt x="2052" y="635"/>
                </a:cubicBezTo>
                <a:cubicBezTo>
                  <a:pt x="2052" y="635"/>
                  <a:pt x="2052" y="635"/>
                  <a:pt x="2052" y="635"/>
                </a:cubicBezTo>
                <a:cubicBezTo>
                  <a:pt x="2052" y="635"/>
                  <a:pt x="2052" y="635"/>
                  <a:pt x="2052" y="635"/>
                </a:cubicBezTo>
                <a:cubicBezTo>
                  <a:pt x="2051" y="637"/>
                  <a:pt x="2050" y="638"/>
                  <a:pt x="2048" y="638"/>
                </a:cubicBezTo>
                <a:cubicBezTo>
                  <a:pt x="2048" y="638"/>
                  <a:pt x="2047" y="638"/>
                  <a:pt x="2046" y="638"/>
                </a:cubicBezTo>
                <a:cubicBezTo>
                  <a:pt x="2045" y="639"/>
                  <a:pt x="2043" y="642"/>
                  <a:pt x="2044" y="643"/>
                </a:cubicBezTo>
                <a:cubicBezTo>
                  <a:pt x="2044" y="645"/>
                  <a:pt x="2045" y="646"/>
                  <a:pt x="2045" y="647"/>
                </a:cubicBezTo>
                <a:cubicBezTo>
                  <a:pt x="2046" y="647"/>
                  <a:pt x="2046" y="648"/>
                  <a:pt x="2046" y="648"/>
                </a:cubicBezTo>
                <a:cubicBezTo>
                  <a:pt x="2047" y="649"/>
                  <a:pt x="2049" y="649"/>
                  <a:pt x="2050" y="647"/>
                </a:cubicBezTo>
                <a:cubicBezTo>
                  <a:pt x="2050" y="646"/>
                  <a:pt x="2051" y="644"/>
                  <a:pt x="2052" y="643"/>
                </a:cubicBezTo>
                <a:cubicBezTo>
                  <a:pt x="2053" y="642"/>
                  <a:pt x="2055" y="643"/>
                  <a:pt x="2056" y="643"/>
                </a:cubicBezTo>
                <a:cubicBezTo>
                  <a:pt x="2056" y="643"/>
                  <a:pt x="2057" y="643"/>
                  <a:pt x="2057" y="643"/>
                </a:cubicBezTo>
                <a:cubicBezTo>
                  <a:pt x="2059" y="643"/>
                  <a:pt x="2060" y="639"/>
                  <a:pt x="2059" y="637"/>
                </a:cubicBezTo>
                <a:cubicBezTo>
                  <a:pt x="2058" y="636"/>
                  <a:pt x="2057" y="635"/>
                  <a:pt x="2056" y="634"/>
                </a:cubicBezTo>
                <a:cubicBezTo>
                  <a:pt x="2056" y="633"/>
                  <a:pt x="2056" y="632"/>
                  <a:pt x="2057" y="631"/>
                </a:cubicBezTo>
                <a:cubicBezTo>
                  <a:pt x="2058" y="631"/>
                  <a:pt x="2058" y="631"/>
                  <a:pt x="2059" y="630"/>
                </a:cubicBezTo>
                <a:cubicBezTo>
                  <a:pt x="2059" y="630"/>
                  <a:pt x="2060" y="630"/>
                  <a:pt x="2060" y="630"/>
                </a:cubicBezTo>
                <a:cubicBezTo>
                  <a:pt x="2061" y="631"/>
                  <a:pt x="2061" y="631"/>
                  <a:pt x="2060" y="632"/>
                </a:cubicBezTo>
                <a:cubicBezTo>
                  <a:pt x="2060" y="633"/>
                  <a:pt x="2059" y="634"/>
                  <a:pt x="2060" y="634"/>
                </a:cubicBezTo>
                <a:cubicBezTo>
                  <a:pt x="2060" y="636"/>
                  <a:pt x="2061" y="637"/>
                  <a:pt x="2062" y="639"/>
                </a:cubicBezTo>
                <a:cubicBezTo>
                  <a:pt x="2063" y="640"/>
                  <a:pt x="2064" y="641"/>
                  <a:pt x="2065" y="642"/>
                </a:cubicBezTo>
                <a:cubicBezTo>
                  <a:pt x="2066" y="642"/>
                  <a:pt x="2068" y="642"/>
                  <a:pt x="2068" y="641"/>
                </a:cubicBezTo>
                <a:cubicBezTo>
                  <a:pt x="2070" y="638"/>
                  <a:pt x="2072" y="635"/>
                  <a:pt x="2074" y="632"/>
                </a:cubicBezTo>
                <a:cubicBezTo>
                  <a:pt x="2074" y="631"/>
                  <a:pt x="2075" y="630"/>
                  <a:pt x="2076" y="630"/>
                </a:cubicBezTo>
                <a:cubicBezTo>
                  <a:pt x="2077" y="630"/>
                  <a:pt x="2079" y="630"/>
                  <a:pt x="2080" y="630"/>
                </a:cubicBezTo>
                <a:cubicBezTo>
                  <a:pt x="2082" y="630"/>
                  <a:pt x="2083" y="629"/>
                  <a:pt x="2084" y="628"/>
                </a:cubicBezTo>
                <a:cubicBezTo>
                  <a:pt x="2085" y="628"/>
                  <a:pt x="2085" y="628"/>
                  <a:pt x="2086" y="628"/>
                </a:cubicBezTo>
                <a:cubicBezTo>
                  <a:pt x="2087" y="629"/>
                  <a:pt x="2088" y="628"/>
                  <a:pt x="2088" y="627"/>
                </a:cubicBezTo>
                <a:cubicBezTo>
                  <a:pt x="2089" y="626"/>
                  <a:pt x="2089" y="623"/>
                  <a:pt x="2091" y="622"/>
                </a:cubicBezTo>
                <a:cubicBezTo>
                  <a:pt x="2091" y="622"/>
                  <a:pt x="2091" y="622"/>
                  <a:pt x="2091" y="621"/>
                </a:cubicBezTo>
                <a:cubicBezTo>
                  <a:pt x="2091" y="622"/>
                  <a:pt x="2092" y="622"/>
                  <a:pt x="2092" y="622"/>
                </a:cubicBezTo>
                <a:cubicBezTo>
                  <a:pt x="2092" y="623"/>
                  <a:pt x="2092" y="624"/>
                  <a:pt x="2092" y="625"/>
                </a:cubicBezTo>
                <a:cubicBezTo>
                  <a:pt x="2093" y="625"/>
                  <a:pt x="2094" y="626"/>
                  <a:pt x="2094" y="626"/>
                </a:cubicBezTo>
                <a:cubicBezTo>
                  <a:pt x="2098" y="624"/>
                  <a:pt x="2100" y="619"/>
                  <a:pt x="2098" y="616"/>
                </a:cubicBezTo>
                <a:cubicBezTo>
                  <a:pt x="2097" y="613"/>
                  <a:pt x="2096" y="611"/>
                  <a:pt x="2096" y="608"/>
                </a:cubicBezTo>
                <a:cubicBezTo>
                  <a:pt x="2097" y="603"/>
                  <a:pt x="2096" y="599"/>
                  <a:pt x="2094" y="595"/>
                </a:cubicBezTo>
                <a:cubicBezTo>
                  <a:pt x="2094" y="594"/>
                  <a:pt x="2094" y="592"/>
                  <a:pt x="2096" y="591"/>
                </a:cubicBezTo>
                <a:cubicBezTo>
                  <a:pt x="2097" y="590"/>
                  <a:pt x="2098" y="589"/>
                  <a:pt x="2097" y="587"/>
                </a:cubicBezTo>
                <a:cubicBezTo>
                  <a:pt x="2097" y="586"/>
                  <a:pt x="2097" y="585"/>
                  <a:pt x="2097" y="583"/>
                </a:cubicBezTo>
                <a:cubicBezTo>
                  <a:pt x="2097" y="579"/>
                  <a:pt x="2096" y="575"/>
                  <a:pt x="2094" y="571"/>
                </a:cubicBezTo>
                <a:cubicBezTo>
                  <a:pt x="2092" y="566"/>
                  <a:pt x="2088" y="563"/>
                  <a:pt x="2086" y="558"/>
                </a:cubicBezTo>
                <a:cubicBezTo>
                  <a:pt x="2086" y="557"/>
                  <a:pt x="2084" y="557"/>
                  <a:pt x="2083" y="558"/>
                </a:cubicBezTo>
                <a:cubicBezTo>
                  <a:pt x="2080" y="561"/>
                  <a:pt x="2078" y="565"/>
                  <a:pt x="2079" y="570"/>
                </a:cubicBezTo>
                <a:cubicBezTo>
                  <a:pt x="2079" y="572"/>
                  <a:pt x="2078" y="575"/>
                  <a:pt x="2081" y="576"/>
                </a:cubicBezTo>
                <a:cubicBezTo>
                  <a:pt x="2081" y="577"/>
                  <a:pt x="2082" y="577"/>
                  <a:pt x="2082" y="578"/>
                </a:cubicBezTo>
                <a:cubicBezTo>
                  <a:pt x="2082" y="584"/>
                  <a:pt x="2083" y="591"/>
                  <a:pt x="2079" y="597"/>
                </a:cubicBezTo>
                <a:cubicBezTo>
                  <a:pt x="2078" y="597"/>
                  <a:pt x="2078" y="599"/>
                  <a:pt x="2078" y="600"/>
                </a:cubicBezTo>
                <a:cubicBezTo>
                  <a:pt x="2077" y="604"/>
                  <a:pt x="2074" y="606"/>
                  <a:pt x="2071" y="607"/>
                </a:cubicBezTo>
                <a:cubicBezTo>
                  <a:pt x="2070" y="607"/>
                  <a:pt x="2069" y="606"/>
                  <a:pt x="2069" y="606"/>
                </a:cubicBezTo>
                <a:cubicBezTo>
                  <a:pt x="2069" y="605"/>
                  <a:pt x="2069" y="604"/>
                  <a:pt x="2068" y="604"/>
                </a:cubicBezTo>
                <a:cubicBezTo>
                  <a:pt x="2068" y="602"/>
                  <a:pt x="2068" y="602"/>
                  <a:pt x="2067" y="602"/>
                </a:cubicBezTo>
                <a:cubicBezTo>
                  <a:pt x="2066" y="602"/>
                  <a:pt x="2066" y="603"/>
                  <a:pt x="2065" y="604"/>
                </a:cubicBezTo>
                <a:cubicBezTo>
                  <a:pt x="2064" y="605"/>
                  <a:pt x="2065" y="606"/>
                  <a:pt x="2065" y="607"/>
                </a:cubicBezTo>
                <a:cubicBezTo>
                  <a:pt x="2065" y="608"/>
                  <a:pt x="2065" y="609"/>
                  <a:pt x="2065" y="610"/>
                </a:cubicBezTo>
                <a:cubicBezTo>
                  <a:pt x="2063" y="613"/>
                  <a:pt x="2063" y="616"/>
                  <a:pt x="2062" y="619"/>
                </a:cubicBezTo>
                <a:cubicBezTo>
                  <a:pt x="2062" y="620"/>
                  <a:pt x="2061" y="620"/>
                  <a:pt x="2061" y="620"/>
                </a:cubicBezTo>
                <a:cubicBezTo>
                  <a:pt x="2058" y="620"/>
                  <a:pt x="2056" y="620"/>
                  <a:pt x="2054" y="621"/>
                </a:cubicBezTo>
                <a:cubicBezTo>
                  <a:pt x="2051" y="622"/>
                  <a:pt x="2048" y="622"/>
                  <a:pt x="2045" y="623"/>
                </a:cubicBezTo>
                <a:cubicBezTo>
                  <a:pt x="2044" y="623"/>
                  <a:pt x="2043" y="624"/>
                  <a:pt x="2042" y="625"/>
                </a:cubicBezTo>
                <a:cubicBezTo>
                  <a:pt x="2039" y="629"/>
                  <a:pt x="2036" y="632"/>
                  <a:pt x="2032" y="635"/>
                </a:cubicBezTo>
                <a:cubicBezTo>
                  <a:pt x="2032" y="636"/>
                  <a:pt x="2032" y="637"/>
                  <a:pt x="2032" y="638"/>
                </a:cubicBezTo>
                <a:cubicBezTo>
                  <a:pt x="2032" y="639"/>
                  <a:pt x="2032" y="639"/>
                  <a:pt x="2031" y="640"/>
                </a:cubicBezTo>
                <a:cubicBezTo>
                  <a:pt x="2030" y="642"/>
                  <a:pt x="2028" y="643"/>
                  <a:pt x="2027" y="645"/>
                </a:cubicBezTo>
                <a:cubicBezTo>
                  <a:pt x="2026" y="646"/>
                  <a:pt x="2025" y="647"/>
                  <a:pt x="2026" y="649"/>
                </a:cubicBezTo>
                <a:cubicBezTo>
                  <a:pt x="2026" y="650"/>
                  <a:pt x="2026" y="651"/>
                  <a:pt x="2028" y="652"/>
                </a:cubicBezTo>
                <a:cubicBezTo>
                  <a:pt x="2027" y="653"/>
                  <a:pt x="2027" y="653"/>
                  <a:pt x="2027" y="653"/>
                </a:cubicBezTo>
                <a:cubicBezTo>
                  <a:pt x="2027" y="653"/>
                  <a:pt x="2028" y="653"/>
                  <a:pt x="2028" y="653"/>
                </a:cubicBezTo>
                <a:cubicBezTo>
                  <a:pt x="2028" y="653"/>
                  <a:pt x="2028" y="653"/>
                  <a:pt x="2028" y="652"/>
                </a:cubicBezTo>
                <a:cubicBezTo>
                  <a:pt x="2028" y="652"/>
                  <a:pt x="2028" y="652"/>
                  <a:pt x="2028" y="652"/>
                </a:cubicBezTo>
                <a:cubicBezTo>
                  <a:pt x="2029" y="652"/>
                  <a:pt x="2030" y="652"/>
                  <a:pt x="2030" y="653"/>
                </a:cubicBezTo>
                <a:cubicBezTo>
                  <a:pt x="2030" y="654"/>
                  <a:pt x="2030" y="655"/>
                  <a:pt x="2029" y="656"/>
                </a:cubicBezTo>
                <a:cubicBezTo>
                  <a:pt x="2029" y="656"/>
                  <a:pt x="2029" y="656"/>
                  <a:pt x="2029" y="656"/>
                </a:cubicBezTo>
                <a:cubicBezTo>
                  <a:pt x="2029" y="656"/>
                  <a:pt x="2029" y="656"/>
                  <a:pt x="2029" y="656"/>
                </a:cubicBezTo>
                <a:cubicBezTo>
                  <a:pt x="2029" y="656"/>
                  <a:pt x="2029" y="656"/>
                  <a:pt x="2029" y="656"/>
                </a:cubicBezTo>
                <a:cubicBezTo>
                  <a:pt x="2031" y="659"/>
                  <a:pt x="2032" y="662"/>
                  <a:pt x="2033" y="665"/>
                </a:cubicBezTo>
                <a:cubicBezTo>
                  <a:pt x="2033" y="667"/>
                  <a:pt x="2037" y="668"/>
                  <a:pt x="2038" y="667"/>
                </a:cubicBezTo>
                <a:close/>
                <a:moveTo>
                  <a:pt x="2084" y="561"/>
                </a:moveTo>
                <a:cubicBezTo>
                  <a:pt x="2084" y="561"/>
                  <a:pt x="2084" y="561"/>
                  <a:pt x="2084" y="561"/>
                </a:cubicBezTo>
                <a:cubicBezTo>
                  <a:pt x="2084" y="562"/>
                  <a:pt x="2084" y="562"/>
                  <a:pt x="2084" y="562"/>
                </a:cubicBezTo>
                <a:cubicBezTo>
                  <a:pt x="2083" y="562"/>
                  <a:pt x="2083" y="562"/>
                  <a:pt x="2083" y="562"/>
                </a:cubicBezTo>
                <a:lnTo>
                  <a:pt x="2084" y="561"/>
                </a:lnTo>
                <a:close/>
                <a:moveTo>
                  <a:pt x="671" y="99"/>
                </a:moveTo>
                <a:cubicBezTo>
                  <a:pt x="671" y="100"/>
                  <a:pt x="673" y="100"/>
                  <a:pt x="674" y="100"/>
                </a:cubicBezTo>
                <a:cubicBezTo>
                  <a:pt x="676" y="100"/>
                  <a:pt x="678" y="100"/>
                  <a:pt x="680" y="101"/>
                </a:cubicBezTo>
                <a:cubicBezTo>
                  <a:pt x="681" y="102"/>
                  <a:pt x="682" y="102"/>
                  <a:pt x="683" y="101"/>
                </a:cubicBezTo>
                <a:cubicBezTo>
                  <a:pt x="684" y="100"/>
                  <a:pt x="684" y="99"/>
                  <a:pt x="685" y="99"/>
                </a:cubicBezTo>
                <a:cubicBezTo>
                  <a:pt x="685" y="99"/>
                  <a:pt x="685" y="99"/>
                  <a:pt x="685" y="99"/>
                </a:cubicBezTo>
                <a:cubicBezTo>
                  <a:pt x="685" y="99"/>
                  <a:pt x="685" y="99"/>
                  <a:pt x="685" y="99"/>
                </a:cubicBezTo>
                <a:cubicBezTo>
                  <a:pt x="685" y="99"/>
                  <a:pt x="685" y="99"/>
                  <a:pt x="685" y="99"/>
                </a:cubicBezTo>
                <a:cubicBezTo>
                  <a:pt x="687" y="98"/>
                  <a:pt x="689" y="97"/>
                  <a:pt x="691" y="95"/>
                </a:cubicBezTo>
                <a:cubicBezTo>
                  <a:pt x="692" y="94"/>
                  <a:pt x="694" y="93"/>
                  <a:pt x="696" y="92"/>
                </a:cubicBezTo>
                <a:cubicBezTo>
                  <a:pt x="696" y="91"/>
                  <a:pt x="697" y="90"/>
                  <a:pt x="697" y="89"/>
                </a:cubicBezTo>
                <a:cubicBezTo>
                  <a:pt x="698" y="87"/>
                  <a:pt x="699" y="87"/>
                  <a:pt x="701" y="87"/>
                </a:cubicBezTo>
                <a:cubicBezTo>
                  <a:pt x="701" y="87"/>
                  <a:pt x="701" y="87"/>
                  <a:pt x="701" y="87"/>
                </a:cubicBezTo>
                <a:cubicBezTo>
                  <a:pt x="701" y="87"/>
                  <a:pt x="701" y="87"/>
                  <a:pt x="701" y="87"/>
                </a:cubicBezTo>
                <a:cubicBezTo>
                  <a:pt x="701" y="86"/>
                  <a:pt x="701" y="86"/>
                  <a:pt x="702" y="87"/>
                </a:cubicBezTo>
                <a:cubicBezTo>
                  <a:pt x="701" y="87"/>
                  <a:pt x="701" y="87"/>
                  <a:pt x="701" y="87"/>
                </a:cubicBezTo>
                <a:cubicBezTo>
                  <a:pt x="701" y="89"/>
                  <a:pt x="701" y="89"/>
                  <a:pt x="703" y="90"/>
                </a:cubicBezTo>
                <a:cubicBezTo>
                  <a:pt x="704" y="90"/>
                  <a:pt x="704" y="90"/>
                  <a:pt x="705" y="90"/>
                </a:cubicBezTo>
                <a:cubicBezTo>
                  <a:pt x="706" y="88"/>
                  <a:pt x="706" y="86"/>
                  <a:pt x="708" y="85"/>
                </a:cubicBezTo>
                <a:cubicBezTo>
                  <a:pt x="710" y="83"/>
                  <a:pt x="712" y="82"/>
                  <a:pt x="712" y="80"/>
                </a:cubicBezTo>
                <a:cubicBezTo>
                  <a:pt x="712" y="77"/>
                  <a:pt x="712" y="74"/>
                  <a:pt x="710" y="72"/>
                </a:cubicBezTo>
                <a:cubicBezTo>
                  <a:pt x="710" y="71"/>
                  <a:pt x="709" y="71"/>
                  <a:pt x="709" y="70"/>
                </a:cubicBezTo>
                <a:cubicBezTo>
                  <a:pt x="709" y="70"/>
                  <a:pt x="709" y="69"/>
                  <a:pt x="709" y="68"/>
                </a:cubicBezTo>
                <a:cubicBezTo>
                  <a:pt x="710" y="66"/>
                  <a:pt x="711" y="65"/>
                  <a:pt x="713" y="64"/>
                </a:cubicBezTo>
                <a:cubicBezTo>
                  <a:pt x="713" y="62"/>
                  <a:pt x="712" y="60"/>
                  <a:pt x="713" y="58"/>
                </a:cubicBezTo>
                <a:cubicBezTo>
                  <a:pt x="714" y="57"/>
                  <a:pt x="714" y="55"/>
                  <a:pt x="714" y="54"/>
                </a:cubicBezTo>
                <a:cubicBezTo>
                  <a:pt x="714" y="52"/>
                  <a:pt x="712" y="52"/>
                  <a:pt x="711" y="50"/>
                </a:cubicBezTo>
                <a:cubicBezTo>
                  <a:pt x="709" y="49"/>
                  <a:pt x="708" y="48"/>
                  <a:pt x="706" y="47"/>
                </a:cubicBezTo>
                <a:cubicBezTo>
                  <a:pt x="706" y="47"/>
                  <a:pt x="705" y="46"/>
                  <a:pt x="705" y="45"/>
                </a:cubicBezTo>
                <a:cubicBezTo>
                  <a:pt x="705" y="43"/>
                  <a:pt x="705" y="41"/>
                  <a:pt x="705" y="38"/>
                </a:cubicBezTo>
                <a:cubicBezTo>
                  <a:pt x="706" y="36"/>
                  <a:pt x="706" y="34"/>
                  <a:pt x="706" y="32"/>
                </a:cubicBezTo>
                <a:cubicBezTo>
                  <a:pt x="707" y="29"/>
                  <a:pt x="705" y="27"/>
                  <a:pt x="703" y="25"/>
                </a:cubicBezTo>
                <a:cubicBezTo>
                  <a:pt x="701" y="23"/>
                  <a:pt x="699" y="23"/>
                  <a:pt x="697" y="23"/>
                </a:cubicBezTo>
                <a:cubicBezTo>
                  <a:pt x="696" y="24"/>
                  <a:pt x="695" y="25"/>
                  <a:pt x="695" y="26"/>
                </a:cubicBezTo>
                <a:cubicBezTo>
                  <a:pt x="695" y="27"/>
                  <a:pt x="695" y="27"/>
                  <a:pt x="696" y="28"/>
                </a:cubicBezTo>
                <a:cubicBezTo>
                  <a:pt x="697" y="28"/>
                  <a:pt x="698" y="29"/>
                  <a:pt x="699" y="29"/>
                </a:cubicBezTo>
                <a:cubicBezTo>
                  <a:pt x="700" y="29"/>
                  <a:pt x="700" y="30"/>
                  <a:pt x="700" y="31"/>
                </a:cubicBezTo>
                <a:cubicBezTo>
                  <a:pt x="700" y="31"/>
                  <a:pt x="699" y="31"/>
                  <a:pt x="699" y="31"/>
                </a:cubicBezTo>
                <a:cubicBezTo>
                  <a:pt x="698" y="31"/>
                  <a:pt x="696" y="31"/>
                  <a:pt x="695" y="31"/>
                </a:cubicBezTo>
                <a:cubicBezTo>
                  <a:pt x="693" y="32"/>
                  <a:pt x="692" y="32"/>
                  <a:pt x="691" y="32"/>
                </a:cubicBezTo>
                <a:cubicBezTo>
                  <a:pt x="689" y="33"/>
                  <a:pt x="688" y="35"/>
                  <a:pt x="688" y="37"/>
                </a:cubicBezTo>
                <a:cubicBezTo>
                  <a:pt x="688" y="38"/>
                  <a:pt x="689" y="39"/>
                  <a:pt x="689" y="40"/>
                </a:cubicBezTo>
                <a:cubicBezTo>
                  <a:pt x="689" y="40"/>
                  <a:pt x="689" y="41"/>
                  <a:pt x="689" y="41"/>
                </a:cubicBezTo>
                <a:cubicBezTo>
                  <a:pt x="689" y="41"/>
                  <a:pt x="688" y="41"/>
                  <a:pt x="688" y="41"/>
                </a:cubicBezTo>
                <a:cubicBezTo>
                  <a:pt x="687" y="40"/>
                  <a:pt x="685" y="40"/>
                  <a:pt x="684" y="41"/>
                </a:cubicBezTo>
                <a:cubicBezTo>
                  <a:pt x="683" y="42"/>
                  <a:pt x="681" y="43"/>
                  <a:pt x="679" y="42"/>
                </a:cubicBezTo>
                <a:cubicBezTo>
                  <a:pt x="677" y="42"/>
                  <a:pt x="677" y="44"/>
                  <a:pt x="677" y="45"/>
                </a:cubicBezTo>
                <a:cubicBezTo>
                  <a:pt x="678" y="47"/>
                  <a:pt x="678" y="48"/>
                  <a:pt x="679" y="49"/>
                </a:cubicBezTo>
                <a:cubicBezTo>
                  <a:pt x="680" y="50"/>
                  <a:pt x="681" y="52"/>
                  <a:pt x="681" y="53"/>
                </a:cubicBezTo>
                <a:cubicBezTo>
                  <a:pt x="681" y="53"/>
                  <a:pt x="682" y="53"/>
                  <a:pt x="682" y="53"/>
                </a:cubicBezTo>
                <a:cubicBezTo>
                  <a:pt x="682" y="53"/>
                  <a:pt x="682" y="54"/>
                  <a:pt x="682" y="54"/>
                </a:cubicBezTo>
                <a:cubicBezTo>
                  <a:pt x="683" y="54"/>
                  <a:pt x="683" y="54"/>
                  <a:pt x="683" y="54"/>
                </a:cubicBezTo>
                <a:cubicBezTo>
                  <a:pt x="683" y="54"/>
                  <a:pt x="683" y="54"/>
                  <a:pt x="682" y="54"/>
                </a:cubicBezTo>
                <a:cubicBezTo>
                  <a:pt x="682" y="54"/>
                  <a:pt x="682" y="54"/>
                  <a:pt x="681" y="54"/>
                </a:cubicBezTo>
                <a:cubicBezTo>
                  <a:pt x="681" y="54"/>
                  <a:pt x="681" y="53"/>
                  <a:pt x="681" y="53"/>
                </a:cubicBezTo>
                <a:cubicBezTo>
                  <a:pt x="680" y="53"/>
                  <a:pt x="678" y="52"/>
                  <a:pt x="677" y="51"/>
                </a:cubicBezTo>
                <a:cubicBezTo>
                  <a:pt x="676" y="51"/>
                  <a:pt x="675" y="51"/>
                  <a:pt x="675" y="52"/>
                </a:cubicBezTo>
                <a:cubicBezTo>
                  <a:pt x="672" y="56"/>
                  <a:pt x="671" y="62"/>
                  <a:pt x="669" y="66"/>
                </a:cubicBezTo>
                <a:cubicBezTo>
                  <a:pt x="668" y="68"/>
                  <a:pt x="669" y="70"/>
                  <a:pt x="670" y="71"/>
                </a:cubicBezTo>
                <a:cubicBezTo>
                  <a:pt x="672" y="72"/>
                  <a:pt x="673" y="73"/>
                  <a:pt x="675" y="73"/>
                </a:cubicBezTo>
                <a:cubicBezTo>
                  <a:pt x="676" y="73"/>
                  <a:pt x="677" y="73"/>
                  <a:pt x="677" y="74"/>
                </a:cubicBezTo>
                <a:cubicBezTo>
                  <a:pt x="678" y="74"/>
                  <a:pt x="678" y="75"/>
                  <a:pt x="678" y="76"/>
                </a:cubicBezTo>
                <a:cubicBezTo>
                  <a:pt x="678" y="76"/>
                  <a:pt x="677" y="77"/>
                  <a:pt x="677" y="77"/>
                </a:cubicBezTo>
                <a:cubicBezTo>
                  <a:pt x="676" y="77"/>
                  <a:pt x="676" y="77"/>
                  <a:pt x="675" y="77"/>
                </a:cubicBezTo>
                <a:cubicBezTo>
                  <a:pt x="671" y="76"/>
                  <a:pt x="669" y="77"/>
                  <a:pt x="668" y="81"/>
                </a:cubicBezTo>
                <a:cubicBezTo>
                  <a:pt x="667" y="84"/>
                  <a:pt x="666" y="86"/>
                  <a:pt x="666" y="89"/>
                </a:cubicBezTo>
                <a:cubicBezTo>
                  <a:pt x="665" y="94"/>
                  <a:pt x="667" y="97"/>
                  <a:pt x="671" y="99"/>
                </a:cubicBezTo>
                <a:close/>
                <a:moveTo>
                  <a:pt x="696" y="92"/>
                </a:moveTo>
                <a:cubicBezTo>
                  <a:pt x="696" y="92"/>
                  <a:pt x="696" y="92"/>
                  <a:pt x="696" y="92"/>
                </a:cubicBezTo>
                <a:cubicBezTo>
                  <a:pt x="696" y="92"/>
                  <a:pt x="696" y="92"/>
                  <a:pt x="696" y="92"/>
                </a:cubicBezTo>
                <a:cubicBezTo>
                  <a:pt x="696" y="92"/>
                  <a:pt x="696" y="92"/>
                  <a:pt x="696" y="92"/>
                </a:cubicBezTo>
                <a:cubicBezTo>
                  <a:pt x="696" y="92"/>
                  <a:pt x="696" y="92"/>
                  <a:pt x="696" y="92"/>
                </a:cubicBezTo>
                <a:close/>
                <a:moveTo>
                  <a:pt x="1882" y="944"/>
                </a:moveTo>
                <a:cubicBezTo>
                  <a:pt x="1882" y="944"/>
                  <a:pt x="1882" y="944"/>
                  <a:pt x="1882" y="944"/>
                </a:cubicBezTo>
                <a:cubicBezTo>
                  <a:pt x="1881" y="943"/>
                  <a:pt x="1881" y="942"/>
                  <a:pt x="1880" y="942"/>
                </a:cubicBezTo>
                <a:cubicBezTo>
                  <a:pt x="1880" y="941"/>
                  <a:pt x="1880" y="941"/>
                  <a:pt x="1880" y="941"/>
                </a:cubicBezTo>
                <a:cubicBezTo>
                  <a:pt x="1880" y="941"/>
                  <a:pt x="1880" y="941"/>
                  <a:pt x="1879" y="940"/>
                </a:cubicBezTo>
                <a:cubicBezTo>
                  <a:pt x="1880" y="940"/>
                  <a:pt x="1880" y="940"/>
                  <a:pt x="1880" y="940"/>
                </a:cubicBezTo>
                <a:cubicBezTo>
                  <a:pt x="1880" y="940"/>
                  <a:pt x="1880" y="941"/>
                  <a:pt x="1880" y="941"/>
                </a:cubicBezTo>
                <a:cubicBezTo>
                  <a:pt x="1880" y="941"/>
                  <a:pt x="1880" y="941"/>
                  <a:pt x="1880" y="942"/>
                </a:cubicBezTo>
                <a:cubicBezTo>
                  <a:pt x="1881" y="942"/>
                  <a:pt x="1882" y="943"/>
                  <a:pt x="1882" y="943"/>
                </a:cubicBezTo>
                <a:cubicBezTo>
                  <a:pt x="1882" y="944"/>
                  <a:pt x="1882" y="944"/>
                  <a:pt x="1882" y="944"/>
                </a:cubicBezTo>
                <a:cubicBezTo>
                  <a:pt x="1883" y="944"/>
                  <a:pt x="1884" y="944"/>
                  <a:pt x="1885" y="944"/>
                </a:cubicBezTo>
                <a:cubicBezTo>
                  <a:pt x="1885" y="944"/>
                  <a:pt x="1885" y="944"/>
                  <a:pt x="1886" y="944"/>
                </a:cubicBezTo>
                <a:cubicBezTo>
                  <a:pt x="1886" y="944"/>
                  <a:pt x="1887" y="943"/>
                  <a:pt x="1887" y="942"/>
                </a:cubicBezTo>
                <a:cubicBezTo>
                  <a:pt x="1885" y="939"/>
                  <a:pt x="1883" y="937"/>
                  <a:pt x="1881" y="934"/>
                </a:cubicBezTo>
                <a:cubicBezTo>
                  <a:pt x="1881" y="934"/>
                  <a:pt x="1880" y="934"/>
                  <a:pt x="1880" y="934"/>
                </a:cubicBezTo>
                <a:cubicBezTo>
                  <a:pt x="1879" y="934"/>
                  <a:pt x="1878" y="934"/>
                  <a:pt x="1877" y="935"/>
                </a:cubicBezTo>
                <a:cubicBezTo>
                  <a:pt x="1877" y="936"/>
                  <a:pt x="1876" y="936"/>
                  <a:pt x="1876" y="937"/>
                </a:cubicBezTo>
                <a:cubicBezTo>
                  <a:pt x="1875" y="938"/>
                  <a:pt x="1874" y="938"/>
                  <a:pt x="1873" y="936"/>
                </a:cubicBezTo>
                <a:cubicBezTo>
                  <a:pt x="1872" y="935"/>
                  <a:pt x="1872" y="933"/>
                  <a:pt x="1871" y="932"/>
                </a:cubicBezTo>
                <a:cubicBezTo>
                  <a:pt x="1871" y="931"/>
                  <a:pt x="1870" y="930"/>
                  <a:pt x="1869" y="929"/>
                </a:cubicBezTo>
                <a:cubicBezTo>
                  <a:pt x="1868" y="929"/>
                  <a:pt x="1867" y="929"/>
                  <a:pt x="1866" y="928"/>
                </a:cubicBezTo>
                <a:cubicBezTo>
                  <a:pt x="1865" y="928"/>
                  <a:pt x="1864" y="927"/>
                  <a:pt x="1865" y="927"/>
                </a:cubicBezTo>
                <a:cubicBezTo>
                  <a:pt x="1866" y="926"/>
                  <a:pt x="1864" y="924"/>
                  <a:pt x="1865" y="922"/>
                </a:cubicBezTo>
                <a:cubicBezTo>
                  <a:pt x="1866" y="922"/>
                  <a:pt x="1866" y="921"/>
                  <a:pt x="1865" y="920"/>
                </a:cubicBezTo>
                <a:cubicBezTo>
                  <a:pt x="1864" y="918"/>
                  <a:pt x="1861" y="917"/>
                  <a:pt x="1860" y="914"/>
                </a:cubicBezTo>
                <a:cubicBezTo>
                  <a:pt x="1860" y="913"/>
                  <a:pt x="1859" y="913"/>
                  <a:pt x="1859" y="912"/>
                </a:cubicBezTo>
                <a:cubicBezTo>
                  <a:pt x="1857" y="912"/>
                  <a:pt x="1855" y="911"/>
                  <a:pt x="1854" y="910"/>
                </a:cubicBezTo>
                <a:cubicBezTo>
                  <a:pt x="1853" y="910"/>
                  <a:pt x="1852" y="909"/>
                  <a:pt x="1852" y="909"/>
                </a:cubicBezTo>
                <a:cubicBezTo>
                  <a:pt x="1851" y="907"/>
                  <a:pt x="1849" y="906"/>
                  <a:pt x="1847" y="905"/>
                </a:cubicBezTo>
                <a:cubicBezTo>
                  <a:pt x="1845" y="903"/>
                  <a:pt x="1843" y="902"/>
                  <a:pt x="1841" y="901"/>
                </a:cubicBezTo>
                <a:cubicBezTo>
                  <a:pt x="1840" y="901"/>
                  <a:pt x="1839" y="900"/>
                  <a:pt x="1838" y="899"/>
                </a:cubicBezTo>
                <a:cubicBezTo>
                  <a:pt x="1837" y="897"/>
                  <a:pt x="1835" y="895"/>
                  <a:pt x="1834" y="894"/>
                </a:cubicBezTo>
                <a:cubicBezTo>
                  <a:pt x="1829" y="892"/>
                  <a:pt x="1825" y="888"/>
                  <a:pt x="1822" y="883"/>
                </a:cubicBezTo>
                <a:cubicBezTo>
                  <a:pt x="1821" y="882"/>
                  <a:pt x="1819" y="881"/>
                  <a:pt x="1817" y="881"/>
                </a:cubicBezTo>
                <a:cubicBezTo>
                  <a:pt x="1813" y="881"/>
                  <a:pt x="1810" y="880"/>
                  <a:pt x="1806" y="879"/>
                </a:cubicBezTo>
                <a:cubicBezTo>
                  <a:pt x="1805" y="878"/>
                  <a:pt x="1804" y="879"/>
                  <a:pt x="1804" y="879"/>
                </a:cubicBezTo>
                <a:cubicBezTo>
                  <a:pt x="1803" y="879"/>
                  <a:pt x="1802" y="881"/>
                  <a:pt x="1803" y="882"/>
                </a:cubicBezTo>
                <a:cubicBezTo>
                  <a:pt x="1803" y="883"/>
                  <a:pt x="1804" y="885"/>
                  <a:pt x="1805" y="886"/>
                </a:cubicBezTo>
                <a:cubicBezTo>
                  <a:pt x="1807" y="889"/>
                  <a:pt x="1810" y="891"/>
                  <a:pt x="1813" y="893"/>
                </a:cubicBezTo>
                <a:cubicBezTo>
                  <a:pt x="1815" y="894"/>
                  <a:pt x="1816" y="895"/>
                  <a:pt x="1817" y="897"/>
                </a:cubicBezTo>
                <a:cubicBezTo>
                  <a:pt x="1818" y="898"/>
                  <a:pt x="1820" y="899"/>
                  <a:pt x="1820" y="901"/>
                </a:cubicBezTo>
                <a:cubicBezTo>
                  <a:pt x="1822" y="904"/>
                  <a:pt x="1824" y="906"/>
                  <a:pt x="1827" y="909"/>
                </a:cubicBezTo>
                <a:cubicBezTo>
                  <a:pt x="1828" y="909"/>
                  <a:pt x="1829" y="910"/>
                  <a:pt x="1829" y="911"/>
                </a:cubicBezTo>
                <a:cubicBezTo>
                  <a:pt x="1830" y="913"/>
                  <a:pt x="1830" y="915"/>
                  <a:pt x="1831" y="917"/>
                </a:cubicBezTo>
                <a:cubicBezTo>
                  <a:pt x="1832" y="918"/>
                  <a:pt x="1832" y="919"/>
                  <a:pt x="1833" y="920"/>
                </a:cubicBezTo>
                <a:cubicBezTo>
                  <a:pt x="1837" y="923"/>
                  <a:pt x="1839" y="927"/>
                  <a:pt x="1840" y="931"/>
                </a:cubicBezTo>
                <a:cubicBezTo>
                  <a:pt x="1841" y="933"/>
                  <a:pt x="1842" y="935"/>
                  <a:pt x="1842" y="937"/>
                </a:cubicBezTo>
                <a:cubicBezTo>
                  <a:pt x="1843" y="939"/>
                  <a:pt x="1844" y="940"/>
                  <a:pt x="1845" y="942"/>
                </a:cubicBezTo>
                <a:cubicBezTo>
                  <a:pt x="1848" y="945"/>
                  <a:pt x="1851" y="947"/>
                  <a:pt x="1853" y="950"/>
                </a:cubicBezTo>
                <a:cubicBezTo>
                  <a:pt x="1856" y="953"/>
                  <a:pt x="1858" y="955"/>
                  <a:pt x="1861" y="958"/>
                </a:cubicBezTo>
                <a:cubicBezTo>
                  <a:pt x="1864" y="959"/>
                  <a:pt x="1866" y="961"/>
                  <a:pt x="1868" y="963"/>
                </a:cubicBezTo>
                <a:cubicBezTo>
                  <a:pt x="1869" y="964"/>
                  <a:pt x="1870" y="964"/>
                  <a:pt x="1871" y="964"/>
                </a:cubicBezTo>
                <a:cubicBezTo>
                  <a:pt x="1874" y="964"/>
                  <a:pt x="1877" y="963"/>
                  <a:pt x="1880" y="964"/>
                </a:cubicBezTo>
                <a:cubicBezTo>
                  <a:pt x="1880" y="961"/>
                  <a:pt x="1881" y="958"/>
                  <a:pt x="1881" y="954"/>
                </a:cubicBezTo>
                <a:cubicBezTo>
                  <a:pt x="1881" y="951"/>
                  <a:pt x="1882" y="947"/>
                  <a:pt x="1882" y="944"/>
                </a:cubicBezTo>
                <a:close/>
                <a:moveTo>
                  <a:pt x="1880" y="964"/>
                </a:moveTo>
                <a:cubicBezTo>
                  <a:pt x="1880" y="964"/>
                  <a:pt x="1880" y="964"/>
                  <a:pt x="1880" y="965"/>
                </a:cubicBezTo>
                <a:cubicBezTo>
                  <a:pt x="1880" y="965"/>
                  <a:pt x="1880" y="965"/>
                  <a:pt x="1880" y="965"/>
                </a:cubicBezTo>
                <a:cubicBezTo>
                  <a:pt x="1880" y="964"/>
                  <a:pt x="1881" y="964"/>
                  <a:pt x="1881" y="964"/>
                </a:cubicBezTo>
                <a:cubicBezTo>
                  <a:pt x="1880" y="964"/>
                  <a:pt x="1880" y="964"/>
                  <a:pt x="1880" y="964"/>
                </a:cubicBezTo>
                <a:close/>
                <a:moveTo>
                  <a:pt x="428" y="172"/>
                </a:moveTo>
                <a:cubicBezTo>
                  <a:pt x="428" y="174"/>
                  <a:pt x="427" y="177"/>
                  <a:pt x="427" y="179"/>
                </a:cubicBezTo>
                <a:cubicBezTo>
                  <a:pt x="427" y="180"/>
                  <a:pt x="429" y="181"/>
                  <a:pt x="429" y="181"/>
                </a:cubicBezTo>
                <a:cubicBezTo>
                  <a:pt x="432" y="181"/>
                  <a:pt x="435" y="180"/>
                  <a:pt x="438" y="178"/>
                </a:cubicBezTo>
                <a:cubicBezTo>
                  <a:pt x="438" y="178"/>
                  <a:pt x="438" y="178"/>
                  <a:pt x="438" y="178"/>
                </a:cubicBezTo>
                <a:cubicBezTo>
                  <a:pt x="438" y="177"/>
                  <a:pt x="438" y="177"/>
                  <a:pt x="438" y="177"/>
                </a:cubicBezTo>
                <a:cubicBezTo>
                  <a:pt x="438" y="178"/>
                  <a:pt x="438" y="178"/>
                  <a:pt x="438" y="178"/>
                </a:cubicBezTo>
                <a:cubicBezTo>
                  <a:pt x="438" y="178"/>
                  <a:pt x="438" y="178"/>
                  <a:pt x="438" y="178"/>
                </a:cubicBezTo>
                <a:cubicBezTo>
                  <a:pt x="439" y="179"/>
                  <a:pt x="440" y="180"/>
                  <a:pt x="442" y="180"/>
                </a:cubicBezTo>
                <a:cubicBezTo>
                  <a:pt x="443" y="180"/>
                  <a:pt x="444" y="180"/>
                  <a:pt x="446" y="179"/>
                </a:cubicBezTo>
                <a:cubicBezTo>
                  <a:pt x="446" y="178"/>
                  <a:pt x="447" y="177"/>
                  <a:pt x="448" y="176"/>
                </a:cubicBezTo>
                <a:cubicBezTo>
                  <a:pt x="449" y="175"/>
                  <a:pt x="450" y="173"/>
                  <a:pt x="451" y="172"/>
                </a:cubicBezTo>
                <a:cubicBezTo>
                  <a:pt x="453" y="170"/>
                  <a:pt x="454" y="168"/>
                  <a:pt x="457" y="168"/>
                </a:cubicBezTo>
                <a:cubicBezTo>
                  <a:pt x="459" y="168"/>
                  <a:pt x="460" y="167"/>
                  <a:pt x="461" y="166"/>
                </a:cubicBezTo>
                <a:cubicBezTo>
                  <a:pt x="462" y="165"/>
                  <a:pt x="463" y="164"/>
                  <a:pt x="465" y="163"/>
                </a:cubicBezTo>
                <a:cubicBezTo>
                  <a:pt x="466" y="162"/>
                  <a:pt x="467" y="161"/>
                  <a:pt x="468" y="161"/>
                </a:cubicBezTo>
                <a:cubicBezTo>
                  <a:pt x="471" y="161"/>
                  <a:pt x="474" y="160"/>
                  <a:pt x="477" y="159"/>
                </a:cubicBezTo>
                <a:cubicBezTo>
                  <a:pt x="478" y="158"/>
                  <a:pt x="479" y="158"/>
                  <a:pt x="480" y="158"/>
                </a:cubicBezTo>
                <a:cubicBezTo>
                  <a:pt x="480" y="159"/>
                  <a:pt x="480" y="159"/>
                  <a:pt x="480" y="159"/>
                </a:cubicBezTo>
                <a:cubicBezTo>
                  <a:pt x="480" y="159"/>
                  <a:pt x="480" y="159"/>
                  <a:pt x="480" y="159"/>
                </a:cubicBezTo>
                <a:cubicBezTo>
                  <a:pt x="480" y="158"/>
                  <a:pt x="480" y="158"/>
                  <a:pt x="480" y="158"/>
                </a:cubicBezTo>
                <a:cubicBezTo>
                  <a:pt x="482" y="157"/>
                  <a:pt x="483" y="157"/>
                  <a:pt x="485" y="157"/>
                </a:cubicBezTo>
                <a:cubicBezTo>
                  <a:pt x="487" y="157"/>
                  <a:pt x="488" y="157"/>
                  <a:pt x="489" y="157"/>
                </a:cubicBezTo>
                <a:cubicBezTo>
                  <a:pt x="491" y="155"/>
                  <a:pt x="492" y="155"/>
                  <a:pt x="494" y="155"/>
                </a:cubicBezTo>
                <a:cubicBezTo>
                  <a:pt x="495" y="150"/>
                  <a:pt x="494" y="146"/>
                  <a:pt x="494" y="141"/>
                </a:cubicBezTo>
                <a:cubicBezTo>
                  <a:pt x="494" y="139"/>
                  <a:pt x="493" y="137"/>
                  <a:pt x="491" y="135"/>
                </a:cubicBezTo>
                <a:cubicBezTo>
                  <a:pt x="490" y="134"/>
                  <a:pt x="488" y="134"/>
                  <a:pt x="487" y="134"/>
                </a:cubicBezTo>
                <a:cubicBezTo>
                  <a:pt x="484" y="134"/>
                  <a:pt x="482" y="133"/>
                  <a:pt x="480" y="131"/>
                </a:cubicBezTo>
                <a:cubicBezTo>
                  <a:pt x="479" y="130"/>
                  <a:pt x="478" y="130"/>
                  <a:pt x="477" y="129"/>
                </a:cubicBezTo>
                <a:cubicBezTo>
                  <a:pt x="475" y="125"/>
                  <a:pt x="473" y="125"/>
                  <a:pt x="469" y="125"/>
                </a:cubicBezTo>
                <a:cubicBezTo>
                  <a:pt x="466" y="126"/>
                  <a:pt x="464" y="125"/>
                  <a:pt x="461" y="125"/>
                </a:cubicBezTo>
                <a:cubicBezTo>
                  <a:pt x="460" y="125"/>
                  <a:pt x="458" y="126"/>
                  <a:pt x="457" y="126"/>
                </a:cubicBezTo>
                <a:cubicBezTo>
                  <a:pt x="456" y="126"/>
                  <a:pt x="455" y="127"/>
                  <a:pt x="454" y="128"/>
                </a:cubicBezTo>
                <a:cubicBezTo>
                  <a:pt x="454" y="130"/>
                  <a:pt x="454" y="132"/>
                  <a:pt x="454" y="133"/>
                </a:cubicBezTo>
                <a:cubicBezTo>
                  <a:pt x="454" y="135"/>
                  <a:pt x="453" y="137"/>
                  <a:pt x="451" y="138"/>
                </a:cubicBezTo>
                <a:cubicBezTo>
                  <a:pt x="448" y="140"/>
                  <a:pt x="446" y="142"/>
                  <a:pt x="443" y="144"/>
                </a:cubicBezTo>
                <a:cubicBezTo>
                  <a:pt x="442" y="146"/>
                  <a:pt x="441" y="147"/>
                  <a:pt x="441" y="149"/>
                </a:cubicBezTo>
                <a:cubicBezTo>
                  <a:pt x="441" y="149"/>
                  <a:pt x="440" y="150"/>
                  <a:pt x="440" y="150"/>
                </a:cubicBezTo>
                <a:cubicBezTo>
                  <a:pt x="435" y="153"/>
                  <a:pt x="431" y="157"/>
                  <a:pt x="427" y="160"/>
                </a:cubicBezTo>
                <a:cubicBezTo>
                  <a:pt x="426" y="161"/>
                  <a:pt x="425" y="162"/>
                  <a:pt x="424" y="163"/>
                </a:cubicBezTo>
                <a:cubicBezTo>
                  <a:pt x="424" y="164"/>
                  <a:pt x="425" y="165"/>
                  <a:pt x="426" y="166"/>
                </a:cubicBezTo>
                <a:cubicBezTo>
                  <a:pt x="427" y="168"/>
                  <a:pt x="428" y="170"/>
                  <a:pt x="428" y="172"/>
                </a:cubicBezTo>
                <a:close/>
                <a:moveTo>
                  <a:pt x="1071" y="451"/>
                </a:moveTo>
                <a:cubicBezTo>
                  <a:pt x="1073" y="453"/>
                  <a:pt x="1073" y="455"/>
                  <a:pt x="1072" y="458"/>
                </a:cubicBezTo>
                <a:cubicBezTo>
                  <a:pt x="1072" y="459"/>
                  <a:pt x="1073" y="459"/>
                  <a:pt x="1073" y="460"/>
                </a:cubicBezTo>
                <a:cubicBezTo>
                  <a:pt x="1075" y="461"/>
                  <a:pt x="1075" y="462"/>
                  <a:pt x="1074" y="463"/>
                </a:cubicBezTo>
                <a:cubicBezTo>
                  <a:pt x="1073" y="464"/>
                  <a:pt x="1073" y="464"/>
                  <a:pt x="1073" y="465"/>
                </a:cubicBezTo>
                <a:cubicBezTo>
                  <a:pt x="1073" y="466"/>
                  <a:pt x="1073" y="466"/>
                  <a:pt x="1074" y="466"/>
                </a:cubicBezTo>
                <a:cubicBezTo>
                  <a:pt x="1074" y="467"/>
                  <a:pt x="1074" y="467"/>
                  <a:pt x="1074" y="468"/>
                </a:cubicBezTo>
                <a:cubicBezTo>
                  <a:pt x="1076" y="470"/>
                  <a:pt x="1076" y="470"/>
                  <a:pt x="1078" y="468"/>
                </a:cubicBezTo>
                <a:cubicBezTo>
                  <a:pt x="1078" y="468"/>
                  <a:pt x="1079" y="468"/>
                  <a:pt x="1079" y="467"/>
                </a:cubicBezTo>
                <a:cubicBezTo>
                  <a:pt x="1079" y="468"/>
                  <a:pt x="1079" y="468"/>
                  <a:pt x="1079" y="469"/>
                </a:cubicBezTo>
                <a:cubicBezTo>
                  <a:pt x="1079" y="470"/>
                  <a:pt x="1079" y="472"/>
                  <a:pt x="1078" y="473"/>
                </a:cubicBezTo>
                <a:cubicBezTo>
                  <a:pt x="1078" y="475"/>
                  <a:pt x="1079" y="476"/>
                  <a:pt x="1081" y="476"/>
                </a:cubicBezTo>
                <a:cubicBezTo>
                  <a:pt x="1081" y="476"/>
                  <a:pt x="1081" y="476"/>
                  <a:pt x="1082" y="476"/>
                </a:cubicBezTo>
                <a:cubicBezTo>
                  <a:pt x="1083" y="476"/>
                  <a:pt x="1085" y="476"/>
                  <a:pt x="1086" y="476"/>
                </a:cubicBezTo>
                <a:cubicBezTo>
                  <a:pt x="1088" y="477"/>
                  <a:pt x="1087" y="479"/>
                  <a:pt x="1088" y="480"/>
                </a:cubicBezTo>
                <a:cubicBezTo>
                  <a:pt x="1088" y="481"/>
                  <a:pt x="1089" y="482"/>
                  <a:pt x="1089" y="482"/>
                </a:cubicBezTo>
                <a:cubicBezTo>
                  <a:pt x="1091" y="483"/>
                  <a:pt x="1091" y="484"/>
                  <a:pt x="1091" y="486"/>
                </a:cubicBezTo>
                <a:cubicBezTo>
                  <a:pt x="1090" y="490"/>
                  <a:pt x="1089" y="491"/>
                  <a:pt x="1084" y="490"/>
                </a:cubicBezTo>
                <a:cubicBezTo>
                  <a:pt x="1084" y="490"/>
                  <a:pt x="1083" y="490"/>
                  <a:pt x="1083" y="490"/>
                </a:cubicBezTo>
                <a:cubicBezTo>
                  <a:pt x="1082" y="490"/>
                  <a:pt x="1082" y="490"/>
                  <a:pt x="1082" y="491"/>
                </a:cubicBezTo>
                <a:cubicBezTo>
                  <a:pt x="1082" y="493"/>
                  <a:pt x="1082" y="496"/>
                  <a:pt x="1084" y="498"/>
                </a:cubicBezTo>
                <a:cubicBezTo>
                  <a:pt x="1084" y="498"/>
                  <a:pt x="1084" y="500"/>
                  <a:pt x="1083" y="501"/>
                </a:cubicBezTo>
                <a:cubicBezTo>
                  <a:pt x="1082" y="501"/>
                  <a:pt x="1081" y="502"/>
                  <a:pt x="1080" y="503"/>
                </a:cubicBezTo>
                <a:cubicBezTo>
                  <a:pt x="1080" y="503"/>
                  <a:pt x="1079" y="504"/>
                  <a:pt x="1078" y="504"/>
                </a:cubicBezTo>
                <a:cubicBezTo>
                  <a:pt x="1078" y="505"/>
                  <a:pt x="1078" y="506"/>
                  <a:pt x="1078" y="506"/>
                </a:cubicBezTo>
                <a:cubicBezTo>
                  <a:pt x="1078" y="506"/>
                  <a:pt x="1079" y="507"/>
                  <a:pt x="1079" y="507"/>
                </a:cubicBezTo>
                <a:cubicBezTo>
                  <a:pt x="1083" y="508"/>
                  <a:pt x="1086" y="509"/>
                  <a:pt x="1089" y="511"/>
                </a:cubicBezTo>
                <a:cubicBezTo>
                  <a:pt x="1089" y="511"/>
                  <a:pt x="1089" y="511"/>
                  <a:pt x="1090" y="511"/>
                </a:cubicBezTo>
                <a:cubicBezTo>
                  <a:pt x="1089" y="511"/>
                  <a:pt x="1089" y="512"/>
                  <a:pt x="1088" y="512"/>
                </a:cubicBezTo>
                <a:cubicBezTo>
                  <a:pt x="1085" y="511"/>
                  <a:pt x="1083" y="512"/>
                  <a:pt x="1082" y="515"/>
                </a:cubicBezTo>
                <a:cubicBezTo>
                  <a:pt x="1080" y="518"/>
                  <a:pt x="1077" y="520"/>
                  <a:pt x="1075" y="522"/>
                </a:cubicBezTo>
                <a:cubicBezTo>
                  <a:pt x="1075" y="522"/>
                  <a:pt x="1075" y="523"/>
                  <a:pt x="1076" y="523"/>
                </a:cubicBezTo>
                <a:cubicBezTo>
                  <a:pt x="1076" y="523"/>
                  <a:pt x="1076" y="523"/>
                  <a:pt x="1076" y="523"/>
                </a:cubicBezTo>
                <a:cubicBezTo>
                  <a:pt x="1077" y="523"/>
                  <a:pt x="1078" y="523"/>
                  <a:pt x="1079" y="523"/>
                </a:cubicBezTo>
                <a:cubicBezTo>
                  <a:pt x="1080" y="522"/>
                  <a:pt x="1082" y="521"/>
                  <a:pt x="1083" y="522"/>
                </a:cubicBezTo>
                <a:cubicBezTo>
                  <a:pt x="1086" y="522"/>
                  <a:pt x="1088" y="521"/>
                  <a:pt x="1090" y="519"/>
                </a:cubicBezTo>
                <a:cubicBezTo>
                  <a:pt x="1091" y="518"/>
                  <a:pt x="1092" y="518"/>
                  <a:pt x="1093" y="518"/>
                </a:cubicBezTo>
                <a:cubicBezTo>
                  <a:pt x="1096" y="518"/>
                  <a:pt x="1099" y="518"/>
                  <a:pt x="1102" y="518"/>
                </a:cubicBezTo>
                <a:cubicBezTo>
                  <a:pt x="1105" y="517"/>
                  <a:pt x="1109" y="516"/>
                  <a:pt x="1112" y="516"/>
                </a:cubicBezTo>
                <a:cubicBezTo>
                  <a:pt x="1116" y="516"/>
                  <a:pt x="1118" y="514"/>
                  <a:pt x="1121" y="512"/>
                </a:cubicBezTo>
                <a:cubicBezTo>
                  <a:pt x="1121" y="511"/>
                  <a:pt x="1121" y="510"/>
                  <a:pt x="1120" y="509"/>
                </a:cubicBezTo>
                <a:cubicBezTo>
                  <a:pt x="1120" y="509"/>
                  <a:pt x="1119" y="509"/>
                  <a:pt x="1119" y="509"/>
                </a:cubicBezTo>
                <a:cubicBezTo>
                  <a:pt x="1118" y="508"/>
                  <a:pt x="1118" y="507"/>
                  <a:pt x="1118" y="507"/>
                </a:cubicBezTo>
                <a:cubicBezTo>
                  <a:pt x="1119" y="505"/>
                  <a:pt x="1121" y="503"/>
                  <a:pt x="1122" y="501"/>
                </a:cubicBezTo>
                <a:cubicBezTo>
                  <a:pt x="1124" y="498"/>
                  <a:pt x="1121" y="494"/>
                  <a:pt x="1117" y="493"/>
                </a:cubicBezTo>
                <a:cubicBezTo>
                  <a:pt x="1116" y="493"/>
                  <a:pt x="1114" y="493"/>
                  <a:pt x="1113" y="493"/>
                </a:cubicBezTo>
                <a:cubicBezTo>
                  <a:pt x="1113" y="493"/>
                  <a:pt x="1113" y="493"/>
                  <a:pt x="1113" y="493"/>
                </a:cubicBezTo>
                <a:cubicBezTo>
                  <a:pt x="1113" y="493"/>
                  <a:pt x="1113" y="493"/>
                  <a:pt x="1113" y="493"/>
                </a:cubicBezTo>
                <a:cubicBezTo>
                  <a:pt x="1113" y="493"/>
                  <a:pt x="1113" y="493"/>
                  <a:pt x="1113" y="493"/>
                </a:cubicBezTo>
                <a:cubicBezTo>
                  <a:pt x="1113" y="493"/>
                  <a:pt x="1113" y="493"/>
                  <a:pt x="1113" y="493"/>
                </a:cubicBezTo>
                <a:cubicBezTo>
                  <a:pt x="1113" y="492"/>
                  <a:pt x="1113" y="491"/>
                  <a:pt x="1113" y="490"/>
                </a:cubicBezTo>
                <a:cubicBezTo>
                  <a:pt x="1111" y="488"/>
                  <a:pt x="1110" y="485"/>
                  <a:pt x="1109" y="482"/>
                </a:cubicBezTo>
                <a:cubicBezTo>
                  <a:pt x="1108" y="481"/>
                  <a:pt x="1107" y="479"/>
                  <a:pt x="1106" y="478"/>
                </a:cubicBezTo>
                <a:cubicBezTo>
                  <a:pt x="1103" y="477"/>
                  <a:pt x="1102" y="475"/>
                  <a:pt x="1101" y="472"/>
                </a:cubicBezTo>
                <a:cubicBezTo>
                  <a:pt x="1099" y="467"/>
                  <a:pt x="1097" y="464"/>
                  <a:pt x="1093" y="463"/>
                </a:cubicBezTo>
                <a:cubicBezTo>
                  <a:pt x="1092" y="463"/>
                  <a:pt x="1092" y="462"/>
                  <a:pt x="1092" y="462"/>
                </a:cubicBezTo>
                <a:cubicBezTo>
                  <a:pt x="1093" y="460"/>
                  <a:pt x="1093" y="459"/>
                  <a:pt x="1094" y="458"/>
                </a:cubicBezTo>
                <a:cubicBezTo>
                  <a:pt x="1095" y="455"/>
                  <a:pt x="1096" y="452"/>
                  <a:pt x="1097" y="450"/>
                </a:cubicBezTo>
                <a:cubicBezTo>
                  <a:pt x="1097" y="448"/>
                  <a:pt x="1096" y="447"/>
                  <a:pt x="1095" y="446"/>
                </a:cubicBezTo>
                <a:cubicBezTo>
                  <a:pt x="1094" y="446"/>
                  <a:pt x="1094" y="446"/>
                  <a:pt x="1093" y="446"/>
                </a:cubicBezTo>
                <a:cubicBezTo>
                  <a:pt x="1091" y="446"/>
                  <a:pt x="1089" y="446"/>
                  <a:pt x="1087" y="446"/>
                </a:cubicBezTo>
                <a:cubicBezTo>
                  <a:pt x="1087" y="446"/>
                  <a:pt x="1086" y="445"/>
                  <a:pt x="1086" y="445"/>
                </a:cubicBezTo>
                <a:cubicBezTo>
                  <a:pt x="1086" y="445"/>
                  <a:pt x="1086" y="445"/>
                  <a:pt x="1086" y="444"/>
                </a:cubicBezTo>
                <a:cubicBezTo>
                  <a:pt x="1087" y="443"/>
                  <a:pt x="1088" y="442"/>
                  <a:pt x="1089" y="440"/>
                </a:cubicBezTo>
                <a:cubicBezTo>
                  <a:pt x="1090" y="440"/>
                  <a:pt x="1090" y="439"/>
                  <a:pt x="1090" y="439"/>
                </a:cubicBezTo>
                <a:cubicBezTo>
                  <a:pt x="1090" y="438"/>
                  <a:pt x="1089" y="437"/>
                  <a:pt x="1088" y="437"/>
                </a:cubicBezTo>
                <a:cubicBezTo>
                  <a:pt x="1085" y="437"/>
                  <a:pt x="1083" y="437"/>
                  <a:pt x="1081" y="438"/>
                </a:cubicBezTo>
                <a:cubicBezTo>
                  <a:pt x="1079" y="438"/>
                  <a:pt x="1079" y="438"/>
                  <a:pt x="1078" y="440"/>
                </a:cubicBezTo>
                <a:cubicBezTo>
                  <a:pt x="1077" y="442"/>
                  <a:pt x="1075" y="445"/>
                  <a:pt x="1074" y="447"/>
                </a:cubicBezTo>
                <a:cubicBezTo>
                  <a:pt x="1074" y="448"/>
                  <a:pt x="1073" y="448"/>
                  <a:pt x="1072" y="448"/>
                </a:cubicBezTo>
                <a:cubicBezTo>
                  <a:pt x="1070" y="448"/>
                  <a:pt x="1069" y="449"/>
                  <a:pt x="1071" y="451"/>
                </a:cubicBezTo>
                <a:close/>
                <a:moveTo>
                  <a:pt x="1161" y="142"/>
                </a:moveTo>
                <a:cubicBezTo>
                  <a:pt x="1161" y="145"/>
                  <a:pt x="1163" y="147"/>
                  <a:pt x="1164" y="149"/>
                </a:cubicBezTo>
                <a:cubicBezTo>
                  <a:pt x="1165" y="150"/>
                  <a:pt x="1167" y="152"/>
                  <a:pt x="1167" y="154"/>
                </a:cubicBezTo>
                <a:cubicBezTo>
                  <a:pt x="1169" y="156"/>
                  <a:pt x="1171" y="159"/>
                  <a:pt x="1174" y="160"/>
                </a:cubicBezTo>
                <a:cubicBezTo>
                  <a:pt x="1174" y="160"/>
                  <a:pt x="1174" y="160"/>
                  <a:pt x="1174" y="160"/>
                </a:cubicBezTo>
                <a:cubicBezTo>
                  <a:pt x="1174" y="160"/>
                  <a:pt x="1174" y="160"/>
                  <a:pt x="1174" y="160"/>
                </a:cubicBezTo>
                <a:cubicBezTo>
                  <a:pt x="1175" y="159"/>
                  <a:pt x="1176" y="157"/>
                  <a:pt x="1177" y="156"/>
                </a:cubicBezTo>
                <a:cubicBezTo>
                  <a:pt x="1178" y="155"/>
                  <a:pt x="1178" y="154"/>
                  <a:pt x="1178" y="152"/>
                </a:cubicBezTo>
                <a:cubicBezTo>
                  <a:pt x="1178" y="152"/>
                  <a:pt x="1179" y="151"/>
                  <a:pt x="1179" y="151"/>
                </a:cubicBezTo>
                <a:cubicBezTo>
                  <a:pt x="1180" y="151"/>
                  <a:pt x="1180" y="151"/>
                  <a:pt x="1180" y="151"/>
                </a:cubicBezTo>
                <a:cubicBezTo>
                  <a:pt x="1181" y="154"/>
                  <a:pt x="1183" y="153"/>
                  <a:pt x="1185" y="153"/>
                </a:cubicBezTo>
                <a:cubicBezTo>
                  <a:pt x="1185" y="153"/>
                  <a:pt x="1185" y="153"/>
                  <a:pt x="1185" y="153"/>
                </a:cubicBezTo>
                <a:cubicBezTo>
                  <a:pt x="1186" y="154"/>
                  <a:pt x="1186" y="154"/>
                  <a:pt x="1185" y="154"/>
                </a:cubicBezTo>
                <a:cubicBezTo>
                  <a:pt x="1183" y="155"/>
                  <a:pt x="1182" y="157"/>
                  <a:pt x="1180" y="158"/>
                </a:cubicBezTo>
                <a:cubicBezTo>
                  <a:pt x="1179" y="160"/>
                  <a:pt x="1177" y="160"/>
                  <a:pt x="1174" y="160"/>
                </a:cubicBezTo>
                <a:cubicBezTo>
                  <a:pt x="1174" y="160"/>
                  <a:pt x="1174" y="160"/>
                  <a:pt x="1174" y="160"/>
                </a:cubicBezTo>
                <a:cubicBezTo>
                  <a:pt x="1174" y="160"/>
                  <a:pt x="1174" y="160"/>
                  <a:pt x="1174" y="160"/>
                </a:cubicBezTo>
                <a:cubicBezTo>
                  <a:pt x="1174" y="162"/>
                  <a:pt x="1174" y="163"/>
                  <a:pt x="1174" y="165"/>
                </a:cubicBezTo>
                <a:cubicBezTo>
                  <a:pt x="1174" y="166"/>
                  <a:pt x="1175" y="167"/>
                  <a:pt x="1176" y="167"/>
                </a:cubicBezTo>
                <a:cubicBezTo>
                  <a:pt x="1177" y="168"/>
                  <a:pt x="1179" y="168"/>
                  <a:pt x="1179" y="169"/>
                </a:cubicBezTo>
                <a:cubicBezTo>
                  <a:pt x="1179" y="169"/>
                  <a:pt x="1179" y="169"/>
                  <a:pt x="1179" y="169"/>
                </a:cubicBezTo>
                <a:cubicBezTo>
                  <a:pt x="1179" y="169"/>
                  <a:pt x="1180" y="169"/>
                  <a:pt x="1180" y="169"/>
                </a:cubicBezTo>
                <a:cubicBezTo>
                  <a:pt x="1180" y="169"/>
                  <a:pt x="1181" y="169"/>
                  <a:pt x="1182" y="169"/>
                </a:cubicBezTo>
                <a:cubicBezTo>
                  <a:pt x="1183" y="169"/>
                  <a:pt x="1183" y="170"/>
                  <a:pt x="1182" y="170"/>
                </a:cubicBezTo>
                <a:cubicBezTo>
                  <a:pt x="1182" y="170"/>
                  <a:pt x="1182" y="170"/>
                  <a:pt x="1181" y="170"/>
                </a:cubicBezTo>
                <a:cubicBezTo>
                  <a:pt x="1181" y="170"/>
                  <a:pt x="1180" y="170"/>
                  <a:pt x="1180" y="169"/>
                </a:cubicBezTo>
                <a:cubicBezTo>
                  <a:pt x="1179" y="169"/>
                  <a:pt x="1179" y="169"/>
                  <a:pt x="1179" y="169"/>
                </a:cubicBezTo>
                <a:cubicBezTo>
                  <a:pt x="1179" y="169"/>
                  <a:pt x="1179" y="169"/>
                  <a:pt x="1179" y="169"/>
                </a:cubicBezTo>
                <a:cubicBezTo>
                  <a:pt x="1178" y="169"/>
                  <a:pt x="1177" y="169"/>
                  <a:pt x="1176" y="170"/>
                </a:cubicBezTo>
                <a:cubicBezTo>
                  <a:pt x="1176" y="172"/>
                  <a:pt x="1176" y="173"/>
                  <a:pt x="1176" y="175"/>
                </a:cubicBezTo>
                <a:cubicBezTo>
                  <a:pt x="1179" y="179"/>
                  <a:pt x="1182" y="182"/>
                  <a:pt x="1187" y="183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7" y="183"/>
                  <a:pt x="1187" y="183"/>
                  <a:pt x="1187" y="183"/>
                </a:cubicBezTo>
                <a:cubicBezTo>
                  <a:pt x="1186" y="184"/>
                  <a:pt x="1186" y="184"/>
                  <a:pt x="1186" y="185"/>
                </a:cubicBezTo>
                <a:cubicBezTo>
                  <a:pt x="1187" y="187"/>
                  <a:pt x="1188" y="189"/>
                  <a:pt x="1190" y="191"/>
                </a:cubicBezTo>
                <a:cubicBezTo>
                  <a:pt x="1191" y="191"/>
                  <a:pt x="1193" y="191"/>
                  <a:pt x="1193" y="190"/>
                </a:cubicBezTo>
                <a:cubicBezTo>
                  <a:pt x="1194" y="190"/>
                  <a:pt x="1194" y="189"/>
                  <a:pt x="1194" y="188"/>
                </a:cubicBezTo>
                <a:cubicBezTo>
                  <a:pt x="1194" y="185"/>
                  <a:pt x="1195" y="181"/>
                  <a:pt x="1195" y="177"/>
                </a:cubicBezTo>
                <a:cubicBezTo>
                  <a:pt x="1195" y="175"/>
                  <a:pt x="1196" y="173"/>
                  <a:pt x="1197" y="172"/>
                </a:cubicBezTo>
                <a:cubicBezTo>
                  <a:pt x="1198" y="171"/>
                  <a:pt x="1199" y="169"/>
                  <a:pt x="1199" y="168"/>
                </a:cubicBezTo>
                <a:cubicBezTo>
                  <a:pt x="1198" y="164"/>
                  <a:pt x="1201" y="159"/>
                  <a:pt x="1201" y="155"/>
                </a:cubicBezTo>
                <a:cubicBezTo>
                  <a:pt x="1201" y="154"/>
                  <a:pt x="1201" y="154"/>
                  <a:pt x="1201" y="153"/>
                </a:cubicBezTo>
                <a:cubicBezTo>
                  <a:pt x="1202" y="151"/>
                  <a:pt x="1203" y="149"/>
                  <a:pt x="1205" y="149"/>
                </a:cubicBezTo>
                <a:cubicBezTo>
                  <a:pt x="1205" y="148"/>
                  <a:pt x="1206" y="148"/>
                  <a:pt x="1206" y="149"/>
                </a:cubicBezTo>
                <a:cubicBezTo>
                  <a:pt x="1206" y="150"/>
                  <a:pt x="1206" y="152"/>
                  <a:pt x="1206" y="152"/>
                </a:cubicBezTo>
                <a:cubicBezTo>
                  <a:pt x="1208" y="155"/>
                  <a:pt x="1209" y="159"/>
                  <a:pt x="1210" y="162"/>
                </a:cubicBezTo>
                <a:cubicBezTo>
                  <a:pt x="1211" y="163"/>
                  <a:pt x="1211" y="165"/>
                  <a:pt x="1211" y="166"/>
                </a:cubicBezTo>
                <a:cubicBezTo>
                  <a:pt x="1210" y="168"/>
                  <a:pt x="1210" y="169"/>
                  <a:pt x="1210" y="170"/>
                </a:cubicBezTo>
                <a:cubicBezTo>
                  <a:pt x="1209" y="171"/>
                  <a:pt x="1211" y="173"/>
                  <a:pt x="1212" y="173"/>
                </a:cubicBezTo>
                <a:cubicBezTo>
                  <a:pt x="1213" y="172"/>
                  <a:pt x="1215" y="171"/>
                  <a:pt x="1216" y="171"/>
                </a:cubicBezTo>
                <a:cubicBezTo>
                  <a:pt x="1217" y="170"/>
                  <a:pt x="1217" y="170"/>
                  <a:pt x="1218" y="172"/>
                </a:cubicBezTo>
                <a:cubicBezTo>
                  <a:pt x="1218" y="173"/>
                  <a:pt x="1218" y="173"/>
                  <a:pt x="1218" y="173"/>
                </a:cubicBezTo>
                <a:cubicBezTo>
                  <a:pt x="1219" y="175"/>
                  <a:pt x="1220" y="175"/>
                  <a:pt x="1221" y="174"/>
                </a:cubicBezTo>
                <a:cubicBezTo>
                  <a:pt x="1224" y="172"/>
                  <a:pt x="1226" y="168"/>
                  <a:pt x="1227" y="164"/>
                </a:cubicBezTo>
                <a:cubicBezTo>
                  <a:pt x="1227" y="163"/>
                  <a:pt x="1226" y="163"/>
                  <a:pt x="1226" y="163"/>
                </a:cubicBezTo>
                <a:cubicBezTo>
                  <a:pt x="1225" y="162"/>
                  <a:pt x="1225" y="162"/>
                  <a:pt x="1224" y="162"/>
                </a:cubicBezTo>
                <a:cubicBezTo>
                  <a:pt x="1221" y="162"/>
                  <a:pt x="1220" y="161"/>
                  <a:pt x="1220" y="158"/>
                </a:cubicBezTo>
                <a:cubicBezTo>
                  <a:pt x="1220" y="155"/>
                  <a:pt x="1219" y="155"/>
                  <a:pt x="1216" y="155"/>
                </a:cubicBezTo>
                <a:cubicBezTo>
                  <a:pt x="1214" y="156"/>
                  <a:pt x="1214" y="156"/>
                  <a:pt x="1215" y="154"/>
                </a:cubicBezTo>
                <a:cubicBezTo>
                  <a:pt x="1215" y="153"/>
                  <a:pt x="1215" y="153"/>
                  <a:pt x="1215" y="152"/>
                </a:cubicBezTo>
                <a:cubicBezTo>
                  <a:pt x="1215" y="150"/>
                  <a:pt x="1215" y="149"/>
                  <a:pt x="1213" y="148"/>
                </a:cubicBezTo>
                <a:cubicBezTo>
                  <a:pt x="1212" y="148"/>
                  <a:pt x="1210" y="148"/>
                  <a:pt x="1209" y="146"/>
                </a:cubicBezTo>
                <a:cubicBezTo>
                  <a:pt x="1208" y="144"/>
                  <a:pt x="1206" y="143"/>
                  <a:pt x="1205" y="140"/>
                </a:cubicBezTo>
                <a:cubicBezTo>
                  <a:pt x="1205" y="140"/>
                  <a:pt x="1204" y="139"/>
                  <a:pt x="1204" y="139"/>
                </a:cubicBezTo>
                <a:cubicBezTo>
                  <a:pt x="1203" y="139"/>
                  <a:pt x="1202" y="139"/>
                  <a:pt x="1201" y="138"/>
                </a:cubicBezTo>
                <a:cubicBezTo>
                  <a:pt x="1198" y="137"/>
                  <a:pt x="1196" y="136"/>
                  <a:pt x="1196" y="134"/>
                </a:cubicBezTo>
                <a:cubicBezTo>
                  <a:pt x="1195" y="131"/>
                  <a:pt x="1194" y="129"/>
                  <a:pt x="1192" y="128"/>
                </a:cubicBezTo>
                <a:cubicBezTo>
                  <a:pt x="1191" y="128"/>
                  <a:pt x="1191" y="127"/>
                  <a:pt x="1190" y="126"/>
                </a:cubicBezTo>
                <a:cubicBezTo>
                  <a:pt x="1189" y="125"/>
                  <a:pt x="1188" y="123"/>
                  <a:pt x="1186" y="123"/>
                </a:cubicBezTo>
                <a:cubicBezTo>
                  <a:pt x="1185" y="122"/>
                  <a:pt x="1184" y="122"/>
                  <a:pt x="1183" y="121"/>
                </a:cubicBezTo>
                <a:cubicBezTo>
                  <a:pt x="1182" y="121"/>
                  <a:pt x="1181" y="121"/>
                  <a:pt x="1181" y="123"/>
                </a:cubicBezTo>
                <a:cubicBezTo>
                  <a:pt x="1180" y="124"/>
                  <a:pt x="1180" y="126"/>
                  <a:pt x="1180" y="128"/>
                </a:cubicBezTo>
                <a:cubicBezTo>
                  <a:pt x="1180" y="128"/>
                  <a:pt x="1180" y="128"/>
                  <a:pt x="1180" y="128"/>
                </a:cubicBezTo>
                <a:cubicBezTo>
                  <a:pt x="1180" y="128"/>
                  <a:pt x="1180" y="129"/>
                  <a:pt x="1180" y="129"/>
                </a:cubicBezTo>
                <a:cubicBezTo>
                  <a:pt x="1181" y="130"/>
                  <a:pt x="1181" y="131"/>
                  <a:pt x="1181" y="132"/>
                </a:cubicBezTo>
                <a:cubicBezTo>
                  <a:pt x="1181" y="133"/>
                  <a:pt x="1181" y="133"/>
                  <a:pt x="1181" y="133"/>
                </a:cubicBezTo>
                <a:cubicBezTo>
                  <a:pt x="1180" y="134"/>
                  <a:pt x="1180" y="133"/>
                  <a:pt x="1180" y="132"/>
                </a:cubicBezTo>
                <a:cubicBezTo>
                  <a:pt x="1180" y="131"/>
                  <a:pt x="1180" y="130"/>
                  <a:pt x="1180" y="129"/>
                </a:cubicBezTo>
                <a:cubicBezTo>
                  <a:pt x="1180" y="129"/>
                  <a:pt x="1180" y="129"/>
                  <a:pt x="1179" y="129"/>
                </a:cubicBezTo>
                <a:cubicBezTo>
                  <a:pt x="1180" y="128"/>
                  <a:pt x="1180" y="128"/>
                  <a:pt x="1180" y="128"/>
                </a:cubicBezTo>
                <a:cubicBezTo>
                  <a:pt x="1179" y="128"/>
                  <a:pt x="1178" y="128"/>
                  <a:pt x="1178" y="128"/>
                </a:cubicBezTo>
                <a:cubicBezTo>
                  <a:pt x="1176" y="127"/>
                  <a:pt x="1174" y="128"/>
                  <a:pt x="1172" y="128"/>
                </a:cubicBezTo>
                <a:cubicBezTo>
                  <a:pt x="1172" y="128"/>
                  <a:pt x="1172" y="129"/>
                  <a:pt x="1172" y="129"/>
                </a:cubicBezTo>
                <a:cubicBezTo>
                  <a:pt x="1172" y="129"/>
                  <a:pt x="1172" y="129"/>
                  <a:pt x="1172" y="129"/>
                </a:cubicBezTo>
                <a:cubicBezTo>
                  <a:pt x="1172" y="129"/>
                  <a:pt x="1172" y="130"/>
                  <a:pt x="1172" y="130"/>
                </a:cubicBezTo>
                <a:cubicBezTo>
                  <a:pt x="1172" y="131"/>
                  <a:pt x="1172" y="131"/>
                  <a:pt x="1171" y="131"/>
                </a:cubicBezTo>
                <a:cubicBezTo>
                  <a:pt x="1171" y="131"/>
                  <a:pt x="1171" y="130"/>
                  <a:pt x="1170" y="130"/>
                </a:cubicBezTo>
                <a:cubicBezTo>
                  <a:pt x="1170" y="130"/>
                  <a:pt x="1170" y="129"/>
                  <a:pt x="1171" y="129"/>
                </a:cubicBezTo>
                <a:cubicBezTo>
                  <a:pt x="1171" y="129"/>
                  <a:pt x="1172" y="129"/>
                  <a:pt x="1172" y="129"/>
                </a:cubicBezTo>
                <a:cubicBezTo>
                  <a:pt x="1172" y="129"/>
                  <a:pt x="1172" y="128"/>
                  <a:pt x="1172" y="128"/>
                </a:cubicBezTo>
                <a:cubicBezTo>
                  <a:pt x="1172" y="128"/>
                  <a:pt x="1172" y="128"/>
                  <a:pt x="1172" y="128"/>
                </a:cubicBezTo>
                <a:cubicBezTo>
                  <a:pt x="1172" y="128"/>
                  <a:pt x="1172" y="128"/>
                  <a:pt x="1172" y="128"/>
                </a:cubicBezTo>
                <a:cubicBezTo>
                  <a:pt x="1172" y="125"/>
                  <a:pt x="1171" y="125"/>
                  <a:pt x="1169" y="125"/>
                </a:cubicBezTo>
                <a:cubicBezTo>
                  <a:pt x="1167" y="126"/>
                  <a:pt x="1164" y="127"/>
                  <a:pt x="1162" y="127"/>
                </a:cubicBezTo>
                <a:cubicBezTo>
                  <a:pt x="1160" y="127"/>
                  <a:pt x="1159" y="128"/>
                  <a:pt x="1159" y="129"/>
                </a:cubicBezTo>
                <a:cubicBezTo>
                  <a:pt x="1159" y="130"/>
                  <a:pt x="1158" y="131"/>
                  <a:pt x="1158" y="132"/>
                </a:cubicBezTo>
                <a:cubicBezTo>
                  <a:pt x="1157" y="135"/>
                  <a:pt x="1157" y="138"/>
                  <a:pt x="1160" y="140"/>
                </a:cubicBezTo>
                <a:cubicBezTo>
                  <a:pt x="1161" y="141"/>
                  <a:pt x="1161" y="142"/>
                  <a:pt x="1161" y="142"/>
                </a:cubicBezTo>
                <a:close/>
                <a:moveTo>
                  <a:pt x="1183" y="167"/>
                </a:moveTo>
                <a:cubicBezTo>
                  <a:pt x="1182" y="166"/>
                  <a:pt x="1182" y="166"/>
                  <a:pt x="1182" y="166"/>
                </a:cubicBezTo>
                <a:cubicBezTo>
                  <a:pt x="1183" y="166"/>
                  <a:pt x="1183" y="166"/>
                  <a:pt x="1183" y="166"/>
                </a:cubicBezTo>
                <a:lnTo>
                  <a:pt x="1183" y="167"/>
                </a:lnTo>
                <a:close/>
                <a:moveTo>
                  <a:pt x="1181" y="139"/>
                </a:moveTo>
                <a:cubicBezTo>
                  <a:pt x="1181" y="139"/>
                  <a:pt x="1181" y="139"/>
                  <a:pt x="1181" y="139"/>
                </a:cubicBezTo>
                <a:cubicBezTo>
                  <a:pt x="1181" y="139"/>
                  <a:pt x="1181" y="139"/>
                  <a:pt x="1181" y="139"/>
                </a:cubicBezTo>
                <a:cubicBezTo>
                  <a:pt x="1181" y="139"/>
                  <a:pt x="1181" y="139"/>
                  <a:pt x="1181" y="139"/>
                </a:cubicBezTo>
                <a:close/>
                <a:moveTo>
                  <a:pt x="697" y="160"/>
                </a:moveTo>
                <a:cubicBezTo>
                  <a:pt x="696" y="159"/>
                  <a:pt x="695" y="158"/>
                  <a:pt x="695" y="157"/>
                </a:cubicBezTo>
                <a:cubicBezTo>
                  <a:pt x="694" y="156"/>
                  <a:pt x="692" y="155"/>
                  <a:pt x="690" y="155"/>
                </a:cubicBezTo>
                <a:cubicBezTo>
                  <a:pt x="688" y="155"/>
                  <a:pt x="685" y="155"/>
                  <a:pt x="683" y="154"/>
                </a:cubicBezTo>
                <a:cubicBezTo>
                  <a:pt x="682" y="153"/>
                  <a:pt x="681" y="153"/>
                  <a:pt x="680" y="153"/>
                </a:cubicBezTo>
                <a:cubicBezTo>
                  <a:pt x="677" y="154"/>
                  <a:pt x="673" y="154"/>
                  <a:pt x="669" y="155"/>
                </a:cubicBezTo>
                <a:cubicBezTo>
                  <a:pt x="667" y="155"/>
                  <a:pt x="665" y="156"/>
                  <a:pt x="663" y="153"/>
                </a:cubicBezTo>
                <a:cubicBezTo>
                  <a:pt x="663" y="152"/>
                  <a:pt x="661" y="152"/>
                  <a:pt x="660" y="152"/>
                </a:cubicBezTo>
                <a:cubicBezTo>
                  <a:pt x="657" y="150"/>
                  <a:pt x="654" y="149"/>
                  <a:pt x="653" y="145"/>
                </a:cubicBezTo>
                <a:cubicBezTo>
                  <a:pt x="652" y="143"/>
                  <a:pt x="651" y="143"/>
                  <a:pt x="650" y="142"/>
                </a:cubicBezTo>
                <a:cubicBezTo>
                  <a:pt x="649" y="142"/>
                  <a:pt x="649" y="142"/>
                  <a:pt x="650" y="141"/>
                </a:cubicBezTo>
                <a:cubicBezTo>
                  <a:pt x="651" y="141"/>
                  <a:pt x="651" y="140"/>
                  <a:pt x="652" y="139"/>
                </a:cubicBezTo>
                <a:cubicBezTo>
                  <a:pt x="652" y="139"/>
                  <a:pt x="652" y="139"/>
                  <a:pt x="652" y="139"/>
                </a:cubicBezTo>
                <a:cubicBezTo>
                  <a:pt x="652" y="139"/>
                  <a:pt x="652" y="139"/>
                  <a:pt x="652" y="139"/>
                </a:cubicBezTo>
                <a:cubicBezTo>
                  <a:pt x="652" y="139"/>
                  <a:pt x="652" y="139"/>
                  <a:pt x="652" y="139"/>
                </a:cubicBezTo>
                <a:cubicBezTo>
                  <a:pt x="652" y="139"/>
                  <a:pt x="652" y="139"/>
                  <a:pt x="652" y="139"/>
                </a:cubicBezTo>
                <a:cubicBezTo>
                  <a:pt x="654" y="139"/>
                  <a:pt x="656" y="140"/>
                  <a:pt x="657" y="139"/>
                </a:cubicBezTo>
                <a:cubicBezTo>
                  <a:pt x="658" y="139"/>
                  <a:pt x="659" y="138"/>
                  <a:pt x="658" y="137"/>
                </a:cubicBezTo>
                <a:cubicBezTo>
                  <a:pt x="658" y="137"/>
                  <a:pt x="658" y="136"/>
                  <a:pt x="657" y="136"/>
                </a:cubicBezTo>
                <a:cubicBezTo>
                  <a:pt x="656" y="134"/>
                  <a:pt x="655" y="133"/>
                  <a:pt x="655" y="130"/>
                </a:cubicBezTo>
                <a:cubicBezTo>
                  <a:pt x="656" y="129"/>
                  <a:pt x="654" y="127"/>
                  <a:pt x="652" y="127"/>
                </a:cubicBezTo>
                <a:cubicBezTo>
                  <a:pt x="651" y="127"/>
                  <a:pt x="649" y="127"/>
                  <a:pt x="648" y="127"/>
                </a:cubicBezTo>
                <a:cubicBezTo>
                  <a:pt x="647" y="126"/>
                  <a:pt x="646" y="126"/>
                  <a:pt x="645" y="125"/>
                </a:cubicBezTo>
                <a:cubicBezTo>
                  <a:pt x="645" y="124"/>
                  <a:pt x="645" y="122"/>
                  <a:pt x="644" y="121"/>
                </a:cubicBezTo>
                <a:cubicBezTo>
                  <a:pt x="644" y="120"/>
                  <a:pt x="644" y="119"/>
                  <a:pt x="643" y="119"/>
                </a:cubicBezTo>
                <a:cubicBezTo>
                  <a:pt x="641" y="117"/>
                  <a:pt x="639" y="115"/>
                  <a:pt x="636" y="114"/>
                </a:cubicBezTo>
                <a:cubicBezTo>
                  <a:pt x="634" y="113"/>
                  <a:pt x="632" y="113"/>
                  <a:pt x="630" y="115"/>
                </a:cubicBezTo>
                <a:cubicBezTo>
                  <a:pt x="629" y="115"/>
                  <a:pt x="628" y="117"/>
                  <a:pt x="628" y="118"/>
                </a:cubicBezTo>
                <a:cubicBezTo>
                  <a:pt x="629" y="122"/>
                  <a:pt x="630" y="125"/>
                  <a:pt x="630" y="129"/>
                </a:cubicBezTo>
                <a:cubicBezTo>
                  <a:pt x="630" y="129"/>
                  <a:pt x="631" y="130"/>
                  <a:pt x="631" y="130"/>
                </a:cubicBezTo>
                <a:cubicBezTo>
                  <a:pt x="634" y="131"/>
                  <a:pt x="636" y="132"/>
                  <a:pt x="638" y="133"/>
                </a:cubicBezTo>
                <a:cubicBezTo>
                  <a:pt x="641" y="134"/>
                  <a:pt x="641" y="134"/>
                  <a:pt x="641" y="136"/>
                </a:cubicBezTo>
                <a:cubicBezTo>
                  <a:pt x="641" y="137"/>
                  <a:pt x="641" y="139"/>
                  <a:pt x="641" y="141"/>
                </a:cubicBezTo>
                <a:cubicBezTo>
                  <a:pt x="641" y="143"/>
                  <a:pt x="640" y="145"/>
                  <a:pt x="638" y="146"/>
                </a:cubicBezTo>
                <a:cubicBezTo>
                  <a:pt x="637" y="147"/>
                  <a:pt x="636" y="149"/>
                  <a:pt x="635" y="150"/>
                </a:cubicBezTo>
                <a:cubicBezTo>
                  <a:pt x="632" y="153"/>
                  <a:pt x="632" y="158"/>
                  <a:pt x="632" y="162"/>
                </a:cubicBezTo>
                <a:cubicBezTo>
                  <a:pt x="632" y="164"/>
                  <a:pt x="636" y="164"/>
                  <a:pt x="637" y="166"/>
                </a:cubicBezTo>
                <a:cubicBezTo>
                  <a:pt x="637" y="166"/>
                  <a:pt x="638" y="167"/>
                  <a:pt x="638" y="167"/>
                </a:cubicBezTo>
                <a:cubicBezTo>
                  <a:pt x="640" y="169"/>
                  <a:pt x="642" y="169"/>
                  <a:pt x="644" y="167"/>
                </a:cubicBezTo>
                <a:cubicBezTo>
                  <a:pt x="645" y="167"/>
                  <a:pt x="645" y="167"/>
                  <a:pt x="646" y="167"/>
                </a:cubicBezTo>
                <a:cubicBezTo>
                  <a:pt x="647" y="167"/>
                  <a:pt x="647" y="167"/>
                  <a:pt x="647" y="168"/>
                </a:cubicBezTo>
                <a:cubicBezTo>
                  <a:pt x="647" y="169"/>
                  <a:pt x="646" y="169"/>
                  <a:pt x="646" y="170"/>
                </a:cubicBezTo>
                <a:cubicBezTo>
                  <a:pt x="647" y="171"/>
                  <a:pt x="648" y="172"/>
                  <a:pt x="649" y="172"/>
                </a:cubicBezTo>
                <a:cubicBezTo>
                  <a:pt x="652" y="173"/>
                  <a:pt x="654" y="174"/>
                  <a:pt x="657" y="174"/>
                </a:cubicBezTo>
                <a:cubicBezTo>
                  <a:pt x="663" y="174"/>
                  <a:pt x="668" y="177"/>
                  <a:pt x="674" y="177"/>
                </a:cubicBezTo>
                <a:cubicBezTo>
                  <a:pt x="675" y="177"/>
                  <a:pt x="676" y="178"/>
                  <a:pt x="677" y="178"/>
                </a:cubicBezTo>
                <a:cubicBezTo>
                  <a:pt x="679" y="180"/>
                  <a:pt x="681" y="180"/>
                  <a:pt x="683" y="180"/>
                </a:cubicBezTo>
                <a:cubicBezTo>
                  <a:pt x="685" y="180"/>
                  <a:pt x="687" y="180"/>
                  <a:pt x="689" y="179"/>
                </a:cubicBezTo>
                <a:cubicBezTo>
                  <a:pt x="689" y="179"/>
                  <a:pt x="690" y="179"/>
                  <a:pt x="691" y="178"/>
                </a:cubicBezTo>
                <a:cubicBezTo>
                  <a:pt x="692" y="177"/>
                  <a:pt x="694" y="176"/>
                  <a:pt x="696" y="175"/>
                </a:cubicBezTo>
                <a:cubicBezTo>
                  <a:pt x="697" y="174"/>
                  <a:pt x="697" y="173"/>
                  <a:pt x="697" y="172"/>
                </a:cubicBezTo>
                <a:cubicBezTo>
                  <a:pt x="697" y="171"/>
                  <a:pt x="698" y="170"/>
                  <a:pt x="698" y="169"/>
                </a:cubicBezTo>
                <a:cubicBezTo>
                  <a:pt x="701" y="165"/>
                  <a:pt x="700" y="162"/>
                  <a:pt x="697" y="160"/>
                </a:cubicBezTo>
                <a:close/>
                <a:moveTo>
                  <a:pt x="549" y="122"/>
                </a:moveTo>
                <a:cubicBezTo>
                  <a:pt x="547" y="121"/>
                  <a:pt x="544" y="121"/>
                  <a:pt x="542" y="120"/>
                </a:cubicBezTo>
                <a:cubicBezTo>
                  <a:pt x="541" y="120"/>
                  <a:pt x="541" y="119"/>
                  <a:pt x="541" y="119"/>
                </a:cubicBezTo>
                <a:cubicBezTo>
                  <a:pt x="543" y="117"/>
                  <a:pt x="541" y="114"/>
                  <a:pt x="541" y="112"/>
                </a:cubicBezTo>
                <a:cubicBezTo>
                  <a:pt x="541" y="109"/>
                  <a:pt x="541" y="107"/>
                  <a:pt x="541" y="105"/>
                </a:cubicBezTo>
                <a:cubicBezTo>
                  <a:pt x="541" y="103"/>
                  <a:pt x="539" y="103"/>
                  <a:pt x="537" y="102"/>
                </a:cubicBezTo>
                <a:cubicBezTo>
                  <a:pt x="536" y="102"/>
                  <a:pt x="536" y="101"/>
                  <a:pt x="536" y="100"/>
                </a:cubicBezTo>
                <a:cubicBezTo>
                  <a:pt x="536" y="97"/>
                  <a:pt x="535" y="96"/>
                  <a:pt x="533" y="95"/>
                </a:cubicBezTo>
                <a:cubicBezTo>
                  <a:pt x="531" y="95"/>
                  <a:pt x="529" y="95"/>
                  <a:pt x="528" y="96"/>
                </a:cubicBezTo>
                <a:cubicBezTo>
                  <a:pt x="525" y="98"/>
                  <a:pt x="522" y="99"/>
                  <a:pt x="520" y="100"/>
                </a:cubicBezTo>
                <a:cubicBezTo>
                  <a:pt x="519" y="101"/>
                  <a:pt x="519" y="102"/>
                  <a:pt x="518" y="103"/>
                </a:cubicBezTo>
                <a:cubicBezTo>
                  <a:pt x="518" y="105"/>
                  <a:pt x="517" y="106"/>
                  <a:pt x="515" y="106"/>
                </a:cubicBezTo>
                <a:cubicBezTo>
                  <a:pt x="514" y="107"/>
                  <a:pt x="513" y="108"/>
                  <a:pt x="512" y="109"/>
                </a:cubicBezTo>
                <a:cubicBezTo>
                  <a:pt x="511" y="110"/>
                  <a:pt x="511" y="110"/>
                  <a:pt x="512" y="111"/>
                </a:cubicBezTo>
                <a:cubicBezTo>
                  <a:pt x="513" y="111"/>
                  <a:pt x="514" y="112"/>
                  <a:pt x="515" y="113"/>
                </a:cubicBezTo>
                <a:cubicBezTo>
                  <a:pt x="515" y="113"/>
                  <a:pt x="516" y="113"/>
                  <a:pt x="515" y="114"/>
                </a:cubicBezTo>
                <a:cubicBezTo>
                  <a:pt x="515" y="114"/>
                  <a:pt x="515" y="114"/>
                  <a:pt x="514" y="114"/>
                </a:cubicBezTo>
                <a:cubicBezTo>
                  <a:pt x="512" y="114"/>
                  <a:pt x="510" y="113"/>
                  <a:pt x="508" y="113"/>
                </a:cubicBezTo>
                <a:cubicBezTo>
                  <a:pt x="506" y="113"/>
                  <a:pt x="505" y="115"/>
                  <a:pt x="504" y="117"/>
                </a:cubicBezTo>
                <a:cubicBezTo>
                  <a:pt x="504" y="119"/>
                  <a:pt x="504" y="120"/>
                  <a:pt x="505" y="121"/>
                </a:cubicBezTo>
                <a:cubicBezTo>
                  <a:pt x="507" y="122"/>
                  <a:pt x="508" y="123"/>
                  <a:pt x="509" y="124"/>
                </a:cubicBezTo>
                <a:cubicBezTo>
                  <a:pt x="512" y="126"/>
                  <a:pt x="515" y="128"/>
                  <a:pt x="518" y="126"/>
                </a:cubicBezTo>
                <a:cubicBezTo>
                  <a:pt x="519" y="126"/>
                  <a:pt x="520" y="126"/>
                  <a:pt x="520" y="126"/>
                </a:cubicBezTo>
                <a:cubicBezTo>
                  <a:pt x="522" y="127"/>
                  <a:pt x="524" y="127"/>
                  <a:pt x="527" y="127"/>
                </a:cubicBezTo>
                <a:cubicBezTo>
                  <a:pt x="527" y="127"/>
                  <a:pt x="527" y="128"/>
                  <a:pt x="527" y="128"/>
                </a:cubicBezTo>
                <a:cubicBezTo>
                  <a:pt x="527" y="128"/>
                  <a:pt x="527" y="128"/>
                  <a:pt x="527" y="128"/>
                </a:cubicBezTo>
                <a:cubicBezTo>
                  <a:pt x="523" y="129"/>
                  <a:pt x="519" y="129"/>
                  <a:pt x="515" y="130"/>
                </a:cubicBezTo>
                <a:cubicBezTo>
                  <a:pt x="514" y="130"/>
                  <a:pt x="513" y="131"/>
                  <a:pt x="513" y="133"/>
                </a:cubicBezTo>
                <a:cubicBezTo>
                  <a:pt x="513" y="135"/>
                  <a:pt x="514" y="137"/>
                  <a:pt x="516" y="138"/>
                </a:cubicBezTo>
                <a:cubicBezTo>
                  <a:pt x="517" y="139"/>
                  <a:pt x="518" y="139"/>
                  <a:pt x="520" y="139"/>
                </a:cubicBezTo>
                <a:cubicBezTo>
                  <a:pt x="521" y="140"/>
                  <a:pt x="523" y="139"/>
                  <a:pt x="525" y="140"/>
                </a:cubicBezTo>
                <a:cubicBezTo>
                  <a:pt x="528" y="140"/>
                  <a:pt x="531" y="139"/>
                  <a:pt x="534" y="138"/>
                </a:cubicBezTo>
                <a:cubicBezTo>
                  <a:pt x="535" y="137"/>
                  <a:pt x="536" y="136"/>
                  <a:pt x="537" y="136"/>
                </a:cubicBezTo>
                <a:cubicBezTo>
                  <a:pt x="540" y="136"/>
                  <a:pt x="542" y="136"/>
                  <a:pt x="545" y="135"/>
                </a:cubicBezTo>
                <a:cubicBezTo>
                  <a:pt x="545" y="135"/>
                  <a:pt x="546" y="135"/>
                  <a:pt x="547" y="135"/>
                </a:cubicBezTo>
                <a:cubicBezTo>
                  <a:pt x="548" y="136"/>
                  <a:pt x="550" y="137"/>
                  <a:pt x="552" y="137"/>
                </a:cubicBezTo>
                <a:cubicBezTo>
                  <a:pt x="554" y="138"/>
                  <a:pt x="555" y="138"/>
                  <a:pt x="556" y="138"/>
                </a:cubicBezTo>
                <a:cubicBezTo>
                  <a:pt x="557" y="138"/>
                  <a:pt x="559" y="138"/>
                  <a:pt x="560" y="137"/>
                </a:cubicBezTo>
                <a:cubicBezTo>
                  <a:pt x="562" y="137"/>
                  <a:pt x="563" y="136"/>
                  <a:pt x="564" y="135"/>
                </a:cubicBezTo>
                <a:cubicBezTo>
                  <a:pt x="567" y="132"/>
                  <a:pt x="569" y="130"/>
                  <a:pt x="572" y="127"/>
                </a:cubicBezTo>
                <a:cubicBezTo>
                  <a:pt x="573" y="126"/>
                  <a:pt x="574" y="125"/>
                  <a:pt x="574" y="124"/>
                </a:cubicBezTo>
                <a:cubicBezTo>
                  <a:pt x="575" y="122"/>
                  <a:pt x="574" y="119"/>
                  <a:pt x="572" y="117"/>
                </a:cubicBezTo>
                <a:cubicBezTo>
                  <a:pt x="572" y="117"/>
                  <a:pt x="571" y="117"/>
                  <a:pt x="570" y="117"/>
                </a:cubicBezTo>
                <a:cubicBezTo>
                  <a:pt x="569" y="117"/>
                  <a:pt x="568" y="118"/>
                  <a:pt x="568" y="119"/>
                </a:cubicBezTo>
                <a:cubicBezTo>
                  <a:pt x="567" y="120"/>
                  <a:pt x="567" y="120"/>
                  <a:pt x="566" y="120"/>
                </a:cubicBezTo>
                <a:cubicBezTo>
                  <a:pt x="565" y="118"/>
                  <a:pt x="563" y="118"/>
                  <a:pt x="564" y="115"/>
                </a:cubicBezTo>
                <a:cubicBezTo>
                  <a:pt x="563" y="114"/>
                  <a:pt x="562" y="113"/>
                  <a:pt x="563" y="112"/>
                </a:cubicBezTo>
                <a:cubicBezTo>
                  <a:pt x="564" y="111"/>
                  <a:pt x="565" y="110"/>
                  <a:pt x="565" y="109"/>
                </a:cubicBezTo>
                <a:cubicBezTo>
                  <a:pt x="564" y="106"/>
                  <a:pt x="565" y="103"/>
                  <a:pt x="566" y="101"/>
                </a:cubicBezTo>
                <a:cubicBezTo>
                  <a:pt x="567" y="100"/>
                  <a:pt x="566" y="99"/>
                  <a:pt x="565" y="99"/>
                </a:cubicBezTo>
                <a:cubicBezTo>
                  <a:pt x="565" y="98"/>
                  <a:pt x="563" y="98"/>
                  <a:pt x="562" y="98"/>
                </a:cubicBezTo>
                <a:cubicBezTo>
                  <a:pt x="560" y="100"/>
                  <a:pt x="558" y="102"/>
                  <a:pt x="555" y="104"/>
                </a:cubicBezTo>
                <a:cubicBezTo>
                  <a:pt x="554" y="105"/>
                  <a:pt x="554" y="106"/>
                  <a:pt x="554" y="108"/>
                </a:cubicBezTo>
                <a:cubicBezTo>
                  <a:pt x="554" y="108"/>
                  <a:pt x="554" y="109"/>
                  <a:pt x="554" y="110"/>
                </a:cubicBezTo>
                <a:cubicBezTo>
                  <a:pt x="555" y="112"/>
                  <a:pt x="554" y="113"/>
                  <a:pt x="553" y="114"/>
                </a:cubicBezTo>
                <a:cubicBezTo>
                  <a:pt x="552" y="114"/>
                  <a:pt x="552" y="114"/>
                  <a:pt x="552" y="114"/>
                </a:cubicBezTo>
                <a:cubicBezTo>
                  <a:pt x="550" y="115"/>
                  <a:pt x="550" y="116"/>
                  <a:pt x="551" y="118"/>
                </a:cubicBezTo>
                <a:cubicBezTo>
                  <a:pt x="551" y="118"/>
                  <a:pt x="551" y="119"/>
                  <a:pt x="551" y="120"/>
                </a:cubicBezTo>
                <a:cubicBezTo>
                  <a:pt x="552" y="121"/>
                  <a:pt x="550" y="122"/>
                  <a:pt x="549" y="122"/>
                </a:cubicBezTo>
                <a:close/>
                <a:moveTo>
                  <a:pt x="2316" y="1301"/>
                </a:moveTo>
                <a:cubicBezTo>
                  <a:pt x="2315" y="1302"/>
                  <a:pt x="2313" y="1302"/>
                  <a:pt x="2312" y="1302"/>
                </a:cubicBezTo>
                <a:cubicBezTo>
                  <a:pt x="2310" y="1302"/>
                  <a:pt x="2311" y="1300"/>
                  <a:pt x="2310" y="1299"/>
                </a:cubicBezTo>
                <a:cubicBezTo>
                  <a:pt x="2310" y="1298"/>
                  <a:pt x="2310" y="1298"/>
                  <a:pt x="2309" y="1297"/>
                </a:cubicBezTo>
                <a:cubicBezTo>
                  <a:pt x="2309" y="1296"/>
                  <a:pt x="2307" y="1296"/>
                  <a:pt x="2306" y="1297"/>
                </a:cubicBezTo>
                <a:cubicBezTo>
                  <a:pt x="2306" y="1297"/>
                  <a:pt x="2305" y="1298"/>
                  <a:pt x="2304" y="1299"/>
                </a:cubicBezTo>
                <a:cubicBezTo>
                  <a:pt x="2303" y="1303"/>
                  <a:pt x="2300" y="1307"/>
                  <a:pt x="2296" y="1309"/>
                </a:cubicBezTo>
                <a:cubicBezTo>
                  <a:pt x="2295" y="1310"/>
                  <a:pt x="2294" y="1311"/>
                  <a:pt x="2294" y="1312"/>
                </a:cubicBezTo>
                <a:cubicBezTo>
                  <a:pt x="2293" y="1313"/>
                  <a:pt x="2292" y="1314"/>
                  <a:pt x="2292" y="1316"/>
                </a:cubicBezTo>
                <a:cubicBezTo>
                  <a:pt x="2290" y="1319"/>
                  <a:pt x="2288" y="1321"/>
                  <a:pt x="2285" y="1323"/>
                </a:cubicBezTo>
                <a:cubicBezTo>
                  <a:pt x="2282" y="1324"/>
                  <a:pt x="2279" y="1326"/>
                  <a:pt x="2275" y="1328"/>
                </a:cubicBezTo>
                <a:cubicBezTo>
                  <a:pt x="2273" y="1330"/>
                  <a:pt x="2271" y="1333"/>
                  <a:pt x="2267" y="1333"/>
                </a:cubicBezTo>
                <a:cubicBezTo>
                  <a:pt x="2266" y="1333"/>
                  <a:pt x="2266" y="1334"/>
                  <a:pt x="2265" y="1334"/>
                </a:cubicBezTo>
                <a:cubicBezTo>
                  <a:pt x="2261" y="1338"/>
                  <a:pt x="2256" y="1341"/>
                  <a:pt x="2253" y="1345"/>
                </a:cubicBezTo>
                <a:cubicBezTo>
                  <a:pt x="2249" y="1348"/>
                  <a:pt x="2247" y="1352"/>
                  <a:pt x="2245" y="1356"/>
                </a:cubicBezTo>
                <a:cubicBezTo>
                  <a:pt x="2245" y="1357"/>
                  <a:pt x="2246" y="1359"/>
                  <a:pt x="2247" y="1360"/>
                </a:cubicBezTo>
                <a:cubicBezTo>
                  <a:pt x="2250" y="1361"/>
                  <a:pt x="2252" y="1362"/>
                  <a:pt x="2254" y="1364"/>
                </a:cubicBezTo>
                <a:cubicBezTo>
                  <a:pt x="2254" y="1365"/>
                  <a:pt x="2255" y="1365"/>
                  <a:pt x="2255" y="1366"/>
                </a:cubicBezTo>
                <a:cubicBezTo>
                  <a:pt x="2257" y="1368"/>
                  <a:pt x="2260" y="1368"/>
                  <a:pt x="2262" y="1367"/>
                </a:cubicBezTo>
                <a:cubicBezTo>
                  <a:pt x="2267" y="1365"/>
                  <a:pt x="2270" y="1361"/>
                  <a:pt x="2274" y="1359"/>
                </a:cubicBezTo>
                <a:cubicBezTo>
                  <a:pt x="2275" y="1357"/>
                  <a:pt x="2276" y="1355"/>
                  <a:pt x="2278" y="1353"/>
                </a:cubicBezTo>
                <a:cubicBezTo>
                  <a:pt x="2278" y="1352"/>
                  <a:pt x="2279" y="1350"/>
                  <a:pt x="2280" y="1349"/>
                </a:cubicBezTo>
                <a:cubicBezTo>
                  <a:pt x="2282" y="1348"/>
                  <a:pt x="2283" y="1346"/>
                  <a:pt x="2284" y="1344"/>
                </a:cubicBezTo>
                <a:cubicBezTo>
                  <a:pt x="2287" y="1338"/>
                  <a:pt x="2286" y="1339"/>
                  <a:pt x="2292" y="1336"/>
                </a:cubicBezTo>
                <a:cubicBezTo>
                  <a:pt x="2294" y="1335"/>
                  <a:pt x="2295" y="1335"/>
                  <a:pt x="2297" y="1335"/>
                </a:cubicBezTo>
                <a:cubicBezTo>
                  <a:pt x="2299" y="1335"/>
                  <a:pt x="2300" y="1334"/>
                  <a:pt x="2300" y="1333"/>
                </a:cubicBezTo>
                <a:cubicBezTo>
                  <a:pt x="2299" y="1330"/>
                  <a:pt x="2300" y="1328"/>
                  <a:pt x="2303" y="1326"/>
                </a:cubicBezTo>
                <a:cubicBezTo>
                  <a:pt x="2304" y="1326"/>
                  <a:pt x="2305" y="1325"/>
                  <a:pt x="2305" y="1324"/>
                </a:cubicBezTo>
                <a:cubicBezTo>
                  <a:pt x="2308" y="1320"/>
                  <a:pt x="2312" y="1317"/>
                  <a:pt x="2315" y="1313"/>
                </a:cubicBezTo>
                <a:cubicBezTo>
                  <a:pt x="2316" y="1312"/>
                  <a:pt x="2316" y="1311"/>
                  <a:pt x="2317" y="1310"/>
                </a:cubicBezTo>
                <a:cubicBezTo>
                  <a:pt x="2317" y="1309"/>
                  <a:pt x="2317" y="1307"/>
                  <a:pt x="2317" y="1307"/>
                </a:cubicBezTo>
                <a:cubicBezTo>
                  <a:pt x="2317" y="1306"/>
                  <a:pt x="2317" y="1306"/>
                  <a:pt x="2317" y="1305"/>
                </a:cubicBezTo>
                <a:cubicBezTo>
                  <a:pt x="2317" y="1305"/>
                  <a:pt x="2317" y="1304"/>
                  <a:pt x="2317" y="1304"/>
                </a:cubicBezTo>
                <a:cubicBezTo>
                  <a:pt x="2318" y="1303"/>
                  <a:pt x="2317" y="1303"/>
                  <a:pt x="2318" y="1303"/>
                </a:cubicBezTo>
                <a:cubicBezTo>
                  <a:pt x="2318" y="1302"/>
                  <a:pt x="2316" y="1301"/>
                  <a:pt x="2316" y="1301"/>
                </a:cubicBezTo>
                <a:close/>
                <a:moveTo>
                  <a:pt x="1000" y="379"/>
                </a:moveTo>
                <a:cubicBezTo>
                  <a:pt x="1004" y="377"/>
                  <a:pt x="1008" y="375"/>
                  <a:pt x="1012" y="373"/>
                </a:cubicBezTo>
                <a:cubicBezTo>
                  <a:pt x="1013" y="373"/>
                  <a:pt x="1014" y="373"/>
                  <a:pt x="1014" y="372"/>
                </a:cubicBezTo>
                <a:cubicBezTo>
                  <a:pt x="1017" y="370"/>
                  <a:pt x="1019" y="369"/>
                  <a:pt x="1022" y="368"/>
                </a:cubicBezTo>
                <a:cubicBezTo>
                  <a:pt x="1023" y="368"/>
                  <a:pt x="1024" y="367"/>
                  <a:pt x="1025" y="366"/>
                </a:cubicBezTo>
                <a:cubicBezTo>
                  <a:pt x="1026" y="365"/>
                  <a:pt x="1027" y="364"/>
                  <a:pt x="1028" y="363"/>
                </a:cubicBezTo>
                <a:cubicBezTo>
                  <a:pt x="1028" y="362"/>
                  <a:pt x="1028" y="362"/>
                  <a:pt x="1028" y="361"/>
                </a:cubicBezTo>
                <a:cubicBezTo>
                  <a:pt x="1027" y="359"/>
                  <a:pt x="1028" y="357"/>
                  <a:pt x="1029" y="355"/>
                </a:cubicBezTo>
                <a:cubicBezTo>
                  <a:pt x="1030" y="354"/>
                  <a:pt x="1030" y="354"/>
                  <a:pt x="1030" y="354"/>
                </a:cubicBezTo>
                <a:cubicBezTo>
                  <a:pt x="1029" y="354"/>
                  <a:pt x="1029" y="353"/>
                  <a:pt x="1029" y="353"/>
                </a:cubicBezTo>
                <a:cubicBezTo>
                  <a:pt x="1028" y="353"/>
                  <a:pt x="1027" y="352"/>
                  <a:pt x="1026" y="351"/>
                </a:cubicBezTo>
                <a:cubicBezTo>
                  <a:pt x="1025" y="350"/>
                  <a:pt x="1025" y="349"/>
                  <a:pt x="1025" y="347"/>
                </a:cubicBezTo>
                <a:cubicBezTo>
                  <a:pt x="1025" y="346"/>
                  <a:pt x="1024" y="345"/>
                  <a:pt x="1023" y="344"/>
                </a:cubicBezTo>
                <a:cubicBezTo>
                  <a:pt x="1023" y="343"/>
                  <a:pt x="1022" y="343"/>
                  <a:pt x="1022" y="343"/>
                </a:cubicBezTo>
                <a:cubicBezTo>
                  <a:pt x="1020" y="343"/>
                  <a:pt x="1019" y="343"/>
                  <a:pt x="1018" y="342"/>
                </a:cubicBezTo>
                <a:cubicBezTo>
                  <a:pt x="1017" y="341"/>
                  <a:pt x="1015" y="341"/>
                  <a:pt x="1014" y="342"/>
                </a:cubicBezTo>
                <a:cubicBezTo>
                  <a:pt x="1011" y="345"/>
                  <a:pt x="1009" y="346"/>
                  <a:pt x="1005" y="345"/>
                </a:cubicBezTo>
                <a:cubicBezTo>
                  <a:pt x="1004" y="344"/>
                  <a:pt x="1003" y="345"/>
                  <a:pt x="1002" y="345"/>
                </a:cubicBezTo>
                <a:cubicBezTo>
                  <a:pt x="999" y="344"/>
                  <a:pt x="997" y="345"/>
                  <a:pt x="996" y="347"/>
                </a:cubicBezTo>
                <a:cubicBezTo>
                  <a:pt x="996" y="347"/>
                  <a:pt x="995" y="348"/>
                  <a:pt x="995" y="347"/>
                </a:cubicBezTo>
                <a:cubicBezTo>
                  <a:pt x="994" y="347"/>
                  <a:pt x="994" y="346"/>
                  <a:pt x="993" y="345"/>
                </a:cubicBezTo>
                <a:cubicBezTo>
                  <a:pt x="993" y="345"/>
                  <a:pt x="991" y="345"/>
                  <a:pt x="991" y="346"/>
                </a:cubicBezTo>
                <a:cubicBezTo>
                  <a:pt x="990" y="347"/>
                  <a:pt x="990" y="348"/>
                  <a:pt x="990" y="349"/>
                </a:cubicBezTo>
                <a:cubicBezTo>
                  <a:pt x="991" y="351"/>
                  <a:pt x="990" y="352"/>
                  <a:pt x="988" y="352"/>
                </a:cubicBezTo>
                <a:cubicBezTo>
                  <a:pt x="988" y="352"/>
                  <a:pt x="987" y="353"/>
                  <a:pt x="987" y="353"/>
                </a:cubicBezTo>
                <a:cubicBezTo>
                  <a:pt x="987" y="353"/>
                  <a:pt x="987" y="353"/>
                  <a:pt x="987" y="353"/>
                </a:cubicBezTo>
                <a:cubicBezTo>
                  <a:pt x="987" y="353"/>
                  <a:pt x="987" y="353"/>
                  <a:pt x="986" y="353"/>
                </a:cubicBezTo>
                <a:cubicBezTo>
                  <a:pt x="987" y="353"/>
                  <a:pt x="987" y="353"/>
                  <a:pt x="987" y="353"/>
                </a:cubicBezTo>
                <a:cubicBezTo>
                  <a:pt x="987" y="353"/>
                  <a:pt x="987" y="353"/>
                  <a:pt x="987" y="353"/>
                </a:cubicBezTo>
                <a:cubicBezTo>
                  <a:pt x="986" y="352"/>
                  <a:pt x="985" y="350"/>
                  <a:pt x="986" y="348"/>
                </a:cubicBezTo>
                <a:cubicBezTo>
                  <a:pt x="986" y="347"/>
                  <a:pt x="985" y="345"/>
                  <a:pt x="984" y="344"/>
                </a:cubicBezTo>
                <a:cubicBezTo>
                  <a:pt x="983" y="343"/>
                  <a:pt x="982" y="343"/>
                  <a:pt x="982" y="342"/>
                </a:cubicBezTo>
                <a:cubicBezTo>
                  <a:pt x="980" y="340"/>
                  <a:pt x="979" y="340"/>
                  <a:pt x="976" y="342"/>
                </a:cubicBezTo>
                <a:cubicBezTo>
                  <a:pt x="976" y="343"/>
                  <a:pt x="976" y="343"/>
                  <a:pt x="976" y="343"/>
                </a:cubicBezTo>
                <a:cubicBezTo>
                  <a:pt x="976" y="342"/>
                  <a:pt x="976" y="342"/>
                  <a:pt x="976" y="342"/>
                </a:cubicBezTo>
                <a:cubicBezTo>
                  <a:pt x="976" y="342"/>
                  <a:pt x="976" y="342"/>
                  <a:pt x="976" y="342"/>
                </a:cubicBezTo>
                <a:cubicBezTo>
                  <a:pt x="976" y="342"/>
                  <a:pt x="976" y="342"/>
                  <a:pt x="976" y="342"/>
                </a:cubicBezTo>
                <a:cubicBezTo>
                  <a:pt x="975" y="343"/>
                  <a:pt x="973" y="343"/>
                  <a:pt x="972" y="344"/>
                </a:cubicBezTo>
                <a:cubicBezTo>
                  <a:pt x="971" y="346"/>
                  <a:pt x="969" y="348"/>
                  <a:pt x="968" y="350"/>
                </a:cubicBezTo>
                <a:cubicBezTo>
                  <a:pt x="967" y="351"/>
                  <a:pt x="969" y="353"/>
                  <a:pt x="970" y="353"/>
                </a:cubicBezTo>
                <a:cubicBezTo>
                  <a:pt x="971" y="353"/>
                  <a:pt x="972" y="353"/>
                  <a:pt x="972" y="353"/>
                </a:cubicBezTo>
                <a:cubicBezTo>
                  <a:pt x="974" y="352"/>
                  <a:pt x="976" y="352"/>
                  <a:pt x="978" y="353"/>
                </a:cubicBezTo>
                <a:cubicBezTo>
                  <a:pt x="979" y="353"/>
                  <a:pt x="979" y="354"/>
                  <a:pt x="978" y="355"/>
                </a:cubicBezTo>
                <a:cubicBezTo>
                  <a:pt x="978" y="356"/>
                  <a:pt x="977" y="357"/>
                  <a:pt x="975" y="357"/>
                </a:cubicBezTo>
                <a:cubicBezTo>
                  <a:pt x="973" y="357"/>
                  <a:pt x="971" y="358"/>
                  <a:pt x="970" y="358"/>
                </a:cubicBezTo>
                <a:cubicBezTo>
                  <a:pt x="969" y="358"/>
                  <a:pt x="969" y="359"/>
                  <a:pt x="969" y="360"/>
                </a:cubicBezTo>
                <a:cubicBezTo>
                  <a:pt x="969" y="360"/>
                  <a:pt x="969" y="361"/>
                  <a:pt x="970" y="361"/>
                </a:cubicBezTo>
                <a:cubicBezTo>
                  <a:pt x="971" y="362"/>
                  <a:pt x="973" y="362"/>
                  <a:pt x="974" y="362"/>
                </a:cubicBezTo>
                <a:cubicBezTo>
                  <a:pt x="975" y="362"/>
                  <a:pt x="976" y="363"/>
                  <a:pt x="976" y="363"/>
                </a:cubicBezTo>
                <a:cubicBezTo>
                  <a:pt x="977" y="364"/>
                  <a:pt x="978" y="366"/>
                  <a:pt x="978" y="367"/>
                </a:cubicBezTo>
                <a:cubicBezTo>
                  <a:pt x="979" y="367"/>
                  <a:pt x="978" y="368"/>
                  <a:pt x="978" y="369"/>
                </a:cubicBezTo>
                <a:cubicBezTo>
                  <a:pt x="978" y="369"/>
                  <a:pt x="977" y="369"/>
                  <a:pt x="976" y="369"/>
                </a:cubicBezTo>
                <a:cubicBezTo>
                  <a:pt x="975" y="369"/>
                  <a:pt x="974" y="370"/>
                  <a:pt x="974" y="372"/>
                </a:cubicBezTo>
                <a:cubicBezTo>
                  <a:pt x="975" y="373"/>
                  <a:pt x="975" y="374"/>
                  <a:pt x="977" y="374"/>
                </a:cubicBezTo>
                <a:cubicBezTo>
                  <a:pt x="978" y="374"/>
                  <a:pt x="979" y="375"/>
                  <a:pt x="980" y="374"/>
                </a:cubicBezTo>
                <a:cubicBezTo>
                  <a:pt x="983" y="374"/>
                  <a:pt x="986" y="374"/>
                  <a:pt x="988" y="377"/>
                </a:cubicBezTo>
                <a:cubicBezTo>
                  <a:pt x="991" y="378"/>
                  <a:pt x="993" y="379"/>
                  <a:pt x="996" y="379"/>
                </a:cubicBezTo>
                <a:cubicBezTo>
                  <a:pt x="997" y="379"/>
                  <a:pt x="999" y="379"/>
                  <a:pt x="1000" y="379"/>
                </a:cubicBezTo>
                <a:close/>
                <a:moveTo>
                  <a:pt x="1519" y="53"/>
                </a:moveTo>
                <a:cubicBezTo>
                  <a:pt x="1519" y="54"/>
                  <a:pt x="1519" y="54"/>
                  <a:pt x="1520" y="55"/>
                </a:cubicBezTo>
                <a:cubicBezTo>
                  <a:pt x="1521" y="55"/>
                  <a:pt x="1522" y="55"/>
                  <a:pt x="1523" y="55"/>
                </a:cubicBezTo>
                <a:cubicBezTo>
                  <a:pt x="1524" y="56"/>
                  <a:pt x="1526" y="57"/>
                  <a:pt x="1528" y="57"/>
                </a:cubicBezTo>
                <a:cubicBezTo>
                  <a:pt x="1529" y="57"/>
                  <a:pt x="1529" y="57"/>
                  <a:pt x="1529" y="57"/>
                </a:cubicBezTo>
                <a:cubicBezTo>
                  <a:pt x="1529" y="58"/>
                  <a:pt x="1529" y="58"/>
                  <a:pt x="1528" y="58"/>
                </a:cubicBezTo>
                <a:cubicBezTo>
                  <a:pt x="1527" y="58"/>
                  <a:pt x="1526" y="59"/>
                  <a:pt x="1525" y="59"/>
                </a:cubicBezTo>
                <a:cubicBezTo>
                  <a:pt x="1524" y="59"/>
                  <a:pt x="1523" y="59"/>
                  <a:pt x="1522" y="61"/>
                </a:cubicBezTo>
                <a:cubicBezTo>
                  <a:pt x="1522" y="61"/>
                  <a:pt x="1522" y="62"/>
                  <a:pt x="1523" y="63"/>
                </a:cubicBezTo>
                <a:cubicBezTo>
                  <a:pt x="1525" y="65"/>
                  <a:pt x="1527" y="67"/>
                  <a:pt x="1528" y="68"/>
                </a:cubicBezTo>
                <a:cubicBezTo>
                  <a:pt x="1529" y="68"/>
                  <a:pt x="1529" y="69"/>
                  <a:pt x="1530" y="69"/>
                </a:cubicBezTo>
                <a:cubicBezTo>
                  <a:pt x="1533" y="68"/>
                  <a:pt x="1536" y="64"/>
                  <a:pt x="1535" y="61"/>
                </a:cubicBezTo>
                <a:cubicBezTo>
                  <a:pt x="1535" y="60"/>
                  <a:pt x="1534" y="59"/>
                  <a:pt x="1534" y="58"/>
                </a:cubicBezTo>
                <a:cubicBezTo>
                  <a:pt x="1535" y="58"/>
                  <a:pt x="1535" y="58"/>
                  <a:pt x="1535" y="58"/>
                </a:cubicBezTo>
                <a:cubicBezTo>
                  <a:pt x="1535" y="58"/>
                  <a:pt x="1536" y="58"/>
                  <a:pt x="1536" y="58"/>
                </a:cubicBezTo>
                <a:cubicBezTo>
                  <a:pt x="1537" y="59"/>
                  <a:pt x="1538" y="61"/>
                  <a:pt x="1538" y="63"/>
                </a:cubicBezTo>
                <a:cubicBezTo>
                  <a:pt x="1538" y="64"/>
                  <a:pt x="1538" y="65"/>
                  <a:pt x="1538" y="67"/>
                </a:cubicBezTo>
                <a:cubicBezTo>
                  <a:pt x="1537" y="70"/>
                  <a:pt x="1537" y="70"/>
                  <a:pt x="1540" y="70"/>
                </a:cubicBezTo>
                <a:cubicBezTo>
                  <a:pt x="1542" y="70"/>
                  <a:pt x="1544" y="70"/>
                  <a:pt x="1545" y="72"/>
                </a:cubicBezTo>
                <a:cubicBezTo>
                  <a:pt x="1547" y="75"/>
                  <a:pt x="1549" y="76"/>
                  <a:pt x="1552" y="76"/>
                </a:cubicBezTo>
                <a:cubicBezTo>
                  <a:pt x="1557" y="76"/>
                  <a:pt x="1562" y="77"/>
                  <a:pt x="1567" y="78"/>
                </a:cubicBezTo>
                <a:cubicBezTo>
                  <a:pt x="1568" y="78"/>
                  <a:pt x="1569" y="78"/>
                  <a:pt x="1569" y="78"/>
                </a:cubicBezTo>
                <a:cubicBezTo>
                  <a:pt x="1572" y="77"/>
                  <a:pt x="1574" y="76"/>
                  <a:pt x="1575" y="74"/>
                </a:cubicBezTo>
                <a:cubicBezTo>
                  <a:pt x="1576" y="73"/>
                  <a:pt x="1576" y="71"/>
                  <a:pt x="1575" y="71"/>
                </a:cubicBezTo>
                <a:cubicBezTo>
                  <a:pt x="1575" y="70"/>
                  <a:pt x="1575" y="70"/>
                  <a:pt x="1574" y="69"/>
                </a:cubicBezTo>
                <a:cubicBezTo>
                  <a:pt x="1573" y="69"/>
                  <a:pt x="1572" y="68"/>
                  <a:pt x="1571" y="67"/>
                </a:cubicBezTo>
                <a:cubicBezTo>
                  <a:pt x="1570" y="67"/>
                  <a:pt x="1570" y="66"/>
                  <a:pt x="1570" y="64"/>
                </a:cubicBezTo>
                <a:cubicBezTo>
                  <a:pt x="1571" y="62"/>
                  <a:pt x="1568" y="60"/>
                  <a:pt x="1568" y="58"/>
                </a:cubicBezTo>
                <a:cubicBezTo>
                  <a:pt x="1567" y="54"/>
                  <a:pt x="1564" y="51"/>
                  <a:pt x="1560" y="49"/>
                </a:cubicBezTo>
                <a:cubicBezTo>
                  <a:pt x="1558" y="48"/>
                  <a:pt x="1557" y="48"/>
                  <a:pt x="1555" y="49"/>
                </a:cubicBezTo>
                <a:cubicBezTo>
                  <a:pt x="1554" y="50"/>
                  <a:pt x="1552" y="50"/>
                  <a:pt x="1551" y="49"/>
                </a:cubicBezTo>
                <a:cubicBezTo>
                  <a:pt x="1549" y="47"/>
                  <a:pt x="1547" y="48"/>
                  <a:pt x="1546" y="49"/>
                </a:cubicBezTo>
                <a:cubicBezTo>
                  <a:pt x="1545" y="49"/>
                  <a:pt x="1545" y="49"/>
                  <a:pt x="1544" y="50"/>
                </a:cubicBezTo>
                <a:cubicBezTo>
                  <a:pt x="1544" y="50"/>
                  <a:pt x="1544" y="50"/>
                  <a:pt x="1544" y="50"/>
                </a:cubicBezTo>
                <a:cubicBezTo>
                  <a:pt x="1544" y="50"/>
                  <a:pt x="1544" y="50"/>
                  <a:pt x="1544" y="50"/>
                </a:cubicBezTo>
                <a:cubicBezTo>
                  <a:pt x="1542" y="51"/>
                  <a:pt x="1541" y="53"/>
                  <a:pt x="1540" y="54"/>
                </a:cubicBezTo>
                <a:cubicBezTo>
                  <a:pt x="1539" y="54"/>
                  <a:pt x="1539" y="54"/>
                  <a:pt x="1539" y="54"/>
                </a:cubicBezTo>
                <a:cubicBezTo>
                  <a:pt x="1538" y="53"/>
                  <a:pt x="1539" y="53"/>
                  <a:pt x="1539" y="53"/>
                </a:cubicBezTo>
                <a:cubicBezTo>
                  <a:pt x="1540" y="51"/>
                  <a:pt x="1541" y="50"/>
                  <a:pt x="1544" y="50"/>
                </a:cubicBezTo>
                <a:cubicBezTo>
                  <a:pt x="1544" y="50"/>
                  <a:pt x="1544" y="50"/>
                  <a:pt x="1544" y="50"/>
                </a:cubicBezTo>
                <a:cubicBezTo>
                  <a:pt x="1544" y="50"/>
                  <a:pt x="1544" y="50"/>
                  <a:pt x="1544" y="50"/>
                </a:cubicBezTo>
                <a:cubicBezTo>
                  <a:pt x="1544" y="47"/>
                  <a:pt x="1544" y="45"/>
                  <a:pt x="1542" y="43"/>
                </a:cubicBezTo>
                <a:cubicBezTo>
                  <a:pt x="1540" y="42"/>
                  <a:pt x="1539" y="39"/>
                  <a:pt x="1539" y="37"/>
                </a:cubicBezTo>
                <a:cubicBezTo>
                  <a:pt x="1539" y="36"/>
                  <a:pt x="1538" y="35"/>
                  <a:pt x="1537" y="35"/>
                </a:cubicBezTo>
                <a:cubicBezTo>
                  <a:pt x="1533" y="34"/>
                  <a:pt x="1530" y="32"/>
                  <a:pt x="1528" y="29"/>
                </a:cubicBezTo>
                <a:cubicBezTo>
                  <a:pt x="1527" y="28"/>
                  <a:pt x="1526" y="28"/>
                  <a:pt x="1524" y="27"/>
                </a:cubicBezTo>
                <a:cubicBezTo>
                  <a:pt x="1524" y="26"/>
                  <a:pt x="1522" y="27"/>
                  <a:pt x="1521" y="28"/>
                </a:cubicBezTo>
                <a:cubicBezTo>
                  <a:pt x="1521" y="30"/>
                  <a:pt x="1520" y="33"/>
                  <a:pt x="1519" y="34"/>
                </a:cubicBezTo>
                <a:cubicBezTo>
                  <a:pt x="1517" y="38"/>
                  <a:pt x="1516" y="41"/>
                  <a:pt x="1518" y="44"/>
                </a:cubicBezTo>
                <a:cubicBezTo>
                  <a:pt x="1519" y="47"/>
                  <a:pt x="1519" y="50"/>
                  <a:pt x="1519" y="53"/>
                </a:cubicBezTo>
                <a:close/>
                <a:moveTo>
                  <a:pt x="2358" y="1265"/>
                </a:moveTo>
                <a:cubicBezTo>
                  <a:pt x="2358" y="1264"/>
                  <a:pt x="2357" y="1264"/>
                  <a:pt x="2356" y="1265"/>
                </a:cubicBezTo>
                <a:cubicBezTo>
                  <a:pt x="2356" y="1265"/>
                  <a:pt x="2355" y="1265"/>
                  <a:pt x="2355" y="1266"/>
                </a:cubicBezTo>
                <a:cubicBezTo>
                  <a:pt x="2351" y="1268"/>
                  <a:pt x="2350" y="1268"/>
                  <a:pt x="2348" y="1265"/>
                </a:cubicBezTo>
                <a:cubicBezTo>
                  <a:pt x="2346" y="1264"/>
                  <a:pt x="2345" y="1263"/>
                  <a:pt x="2345" y="1261"/>
                </a:cubicBezTo>
                <a:cubicBezTo>
                  <a:pt x="2345" y="1259"/>
                  <a:pt x="2345" y="1257"/>
                  <a:pt x="2344" y="1255"/>
                </a:cubicBezTo>
                <a:cubicBezTo>
                  <a:pt x="2344" y="1254"/>
                  <a:pt x="2344" y="1253"/>
                  <a:pt x="2343" y="1253"/>
                </a:cubicBezTo>
                <a:cubicBezTo>
                  <a:pt x="2343" y="1252"/>
                  <a:pt x="2342" y="1252"/>
                  <a:pt x="2342" y="1252"/>
                </a:cubicBezTo>
                <a:cubicBezTo>
                  <a:pt x="2342" y="1252"/>
                  <a:pt x="2341" y="1252"/>
                  <a:pt x="2341" y="1252"/>
                </a:cubicBezTo>
                <a:cubicBezTo>
                  <a:pt x="2341" y="1253"/>
                  <a:pt x="2341" y="1253"/>
                  <a:pt x="2341" y="1254"/>
                </a:cubicBezTo>
                <a:cubicBezTo>
                  <a:pt x="2340" y="1254"/>
                  <a:pt x="2340" y="1255"/>
                  <a:pt x="2340" y="1255"/>
                </a:cubicBezTo>
                <a:cubicBezTo>
                  <a:pt x="2339" y="1255"/>
                  <a:pt x="2338" y="1254"/>
                  <a:pt x="2338" y="1253"/>
                </a:cubicBezTo>
                <a:cubicBezTo>
                  <a:pt x="2339" y="1249"/>
                  <a:pt x="2338" y="1245"/>
                  <a:pt x="2339" y="1241"/>
                </a:cubicBezTo>
                <a:cubicBezTo>
                  <a:pt x="2340" y="1239"/>
                  <a:pt x="2340" y="1237"/>
                  <a:pt x="2338" y="1235"/>
                </a:cubicBezTo>
                <a:cubicBezTo>
                  <a:pt x="2336" y="1232"/>
                  <a:pt x="2335" y="1229"/>
                  <a:pt x="2332" y="1228"/>
                </a:cubicBezTo>
                <a:cubicBezTo>
                  <a:pt x="2332" y="1227"/>
                  <a:pt x="2331" y="1226"/>
                  <a:pt x="2331" y="1225"/>
                </a:cubicBezTo>
                <a:cubicBezTo>
                  <a:pt x="2331" y="1225"/>
                  <a:pt x="2331" y="1225"/>
                  <a:pt x="2330" y="1225"/>
                </a:cubicBezTo>
                <a:cubicBezTo>
                  <a:pt x="2330" y="1224"/>
                  <a:pt x="2329" y="1224"/>
                  <a:pt x="2329" y="1225"/>
                </a:cubicBezTo>
                <a:cubicBezTo>
                  <a:pt x="2329" y="1225"/>
                  <a:pt x="2329" y="1225"/>
                  <a:pt x="2329" y="1225"/>
                </a:cubicBezTo>
                <a:cubicBezTo>
                  <a:pt x="2329" y="1228"/>
                  <a:pt x="2331" y="1230"/>
                  <a:pt x="2330" y="1232"/>
                </a:cubicBezTo>
                <a:cubicBezTo>
                  <a:pt x="2329" y="1234"/>
                  <a:pt x="2329" y="1235"/>
                  <a:pt x="2330" y="1237"/>
                </a:cubicBezTo>
                <a:cubicBezTo>
                  <a:pt x="2331" y="1240"/>
                  <a:pt x="2331" y="1242"/>
                  <a:pt x="2332" y="1245"/>
                </a:cubicBezTo>
                <a:cubicBezTo>
                  <a:pt x="2332" y="1247"/>
                  <a:pt x="2334" y="1250"/>
                  <a:pt x="2333" y="1252"/>
                </a:cubicBezTo>
                <a:cubicBezTo>
                  <a:pt x="2332" y="1253"/>
                  <a:pt x="2333" y="1254"/>
                  <a:pt x="2333" y="1255"/>
                </a:cubicBezTo>
                <a:cubicBezTo>
                  <a:pt x="2334" y="1256"/>
                  <a:pt x="2334" y="1257"/>
                  <a:pt x="2334" y="1258"/>
                </a:cubicBezTo>
                <a:cubicBezTo>
                  <a:pt x="2334" y="1261"/>
                  <a:pt x="2334" y="1263"/>
                  <a:pt x="2333" y="1266"/>
                </a:cubicBezTo>
                <a:cubicBezTo>
                  <a:pt x="2331" y="1268"/>
                  <a:pt x="2330" y="1271"/>
                  <a:pt x="2329" y="1274"/>
                </a:cubicBezTo>
                <a:cubicBezTo>
                  <a:pt x="2329" y="1275"/>
                  <a:pt x="2328" y="1276"/>
                  <a:pt x="2326" y="1277"/>
                </a:cubicBezTo>
                <a:cubicBezTo>
                  <a:pt x="2325" y="1277"/>
                  <a:pt x="2324" y="1278"/>
                  <a:pt x="2322" y="1279"/>
                </a:cubicBezTo>
                <a:cubicBezTo>
                  <a:pt x="2320" y="1280"/>
                  <a:pt x="2320" y="1283"/>
                  <a:pt x="2321" y="1285"/>
                </a:cubicBezTo>
                <a:cubicBezTo>
                  <a:pt x="2323" y="1286"/>
                  <a:pt x="2324" y="1288"/>
                  <a:pt x="2326" y="1289"/>
                </a:cubicBezTo>
                <a:cubicBezTo>
                  <a:pt x="2327" y="1290"/>
                  <a:pt x="2327" y="1292"/>
                  <a:pt x="2327" y="1294"/>
                </a:cubicBezTo>
                <a:cubicBezTo>
                  <a:pt x="2327" y="1295"/>
                  <a:pt x="2327" y="1297"/>
                  <a:pt x="2326" y="1298"/>
                </a:cubicBezTo>
                <a:cubicBezTo>
                  <a:pt x="2324" y="1300"/>
                  <a:pt x="2322" y="1302"/>
                  <a:pt x="2321" y="1304"/>
                </a:cubicBezTo>
                <a:cubicBezTo>
                  <a:pt x="2320" y="1304"/>
                  <a:pt x="2320" y="1305"/>
                  <a:pt x="2321" y="1305"/>
                </a:cubicBezTo>
                <a:cubicBezTo>
                  <a:pt x="2322" y="1307"/>
                  <a:pt x="2323" y="1308"/>
                  <a:pt x="2324" y="1309"/>
                </a:cubicBezTo>
                <a:cubicBezTo>
                  <a:pt x="2324" y="1309"/>
                  <a:pt x="2325" y="1309"/>
                  <a:pt x="2325" y="1309"/>
                </a:cubicBezTo>
                <a:cubicBezTo>
                  <a:pt x="2328" y="1308"/>
                  <a:pt x="2329" y="1306"/>
                  <a:pt x="2331" y="1305"/>
                </a:cubicBezTo>
                <a:cubicBezTo>
                  <a:pt x="2334" y="1302"/>
                  <a:pt x="2337" y="1299"/>
                  <a:pt x="2339" y="1296"/>
                </a:cubicBezTo>
                <a:cubicBezTo>
                  <a:pt x="2342" y="1293"/>
                  <a:pt x="2344" y="1290"/>
                  <a:pt x="2344" y="1286"/>
                </a:cubicBezTo>
                <a:cubicBezTo>
                  <a:pt x="2344" y="1284"/>
                  <a:pt x="2346" y="1282"/>
                  <a:pt x="2348" y="1282"/>
                </a:cubicBezTo>
                <a:cubicBezTo>
                  <a:pt x="2349" y="1282"/>
                  <a:pt x="2350" y="1282"/>
                  <a:pt x="2350" y="1282"/>
                </a:cubicBezTo>
                <a:cubicBezTo>
                  <a:pt x="2351" y="1282"/>
                  <a:pt x="2352" y="1282"/>
                  <a:pt x="2352" y="1281"/>
                </a:cubicBezTo>
                <a:cubicBezTo>
                  <a:pt x="2352" y="1279"/>
                  <a:pt x="2355" y="1277"/>
                  <a:pt x="2356" y="1275"/>
                </a:cubicBezTo>
                <a:cubicBezTo>
                  <a:pt x="2357" y="1275"/>
                  <a:pt x="2358" y="1274"/>
                  <a:pt x="2358" y="1273"/>
                </a:cubicBezTo>
                <a:cubicBezTo>
                  <a:pt x="2359" y="1271"/>
                  <a:pt x="2359" y="1269"/>
                  <a:pt x="2360" y="1268"/>
                </a:cubicBezTo>
                <a:cubicBezTo>
                  <a:pt x="2360" y="1267"/>
                  <a:pt x="2360" y="1265"/>
                  <a:pt x="2358" y="1265"/>
                </a:cubicBezTo>
                <a:close/>
                <a:moveTo>
                  <a:pt x="1803" y="75"/>
                </a:moveTo>
                <a:cubicBezTo>
                  <a:pt x="1804" y="77"/>
                  <a:pt x="1806" y="78"/>
                  <a:pt x="1806" y="81"/>
                </a:cubicBezTo>
                <a:cubicBezTo>
                  <a:pt x="1806" y="82"/>
                  <a:pt x="1807" y="82"/>
                  <a:pt x="1808" y="83"/>
                </a:cubicBezTo>
                <a:cubicBezTo>
                  <a:pt x="1809" y="84"/>
                  <a:pt x="1811" y="85"/>
                  <a:pt x="1812" y="85"/>
                </a:cubicBezTo>
                <a:cubicBezTo>
                  <a:pt x="1814" y="86"/>
                  <a:pt x="1816" y="87"/>
                  <a:pt x="1818" y="88"/>
                </a:cubicBezTo>
                <a:cubicBezTo>
                  <a:pt x="1819" y="90"/>
                  <a:pt x="1820" y="90"/>
                  <a:pt x="1822" y="90"/>
                </a:cubicBezTo>
                <a:cubicBezTo>
                  <a:pt x="1824" y="90"/>
                  <a:pt x="1825" y="90"/>
                  <a:pt x="1827" y="90"/>
                </a:cubicBezTo>
                <a:cubicBezTo>
                  <a:pt x="1827" y="90"/>
                  <a:pt x="1828" y="89"/>
                  <a:pt x="1829" y="88"/>
                </a:cubicBezTo>
                <a:cubicBezTo>
                  <a:pt x="1829" y="87"/>
                  <a:pt x="1829" y="86"/>
                  <a:pt x="1831" y="85"/>
                </a:cubicBezTo>
                <a:cubicBezTo>
                  <a:pt x="1832" y="84"/>
                  <a:pt x="1833" y="83"/>
                  <a:pt x="1833" y="81"/>
                </a:cubicBezTo>
                <a:cubicBezTo>
                  <a:pt x="1835" y="79"/>
                  <a:pt x="1837" y="78"/>
                  <a:pt x="1840" y="79"/>
                </a:cubicBezTo>
                <a:cubicBezTo>
                  <a:pt x="1841" y="79"/>
                  <a:pt x="1842" y="78"/>
                  <a:pt x="1843" y="78"/>
                </a:cubicBezTo>
                <a:cubicBezTo>
                  <a:pt x="1843" y="78"/>
                  <a:pt x="1844" y="77"/>
                  <a:pt x="1844" y="76"/>
                </a:cubicBezTo>
                <a:cubicBezTo>
                  <a:pt x="1845" y="76"/>
                  <a:pt x="1845" y="75"/>
                  <a:pt x="1845" y="75"/>
                </a:cubicBezTo>
                <a:cubicBezTo>
                  <a:pt x="1845" y="74"/>
                  <a:pt x="1846" y="73"/>
                  <a:pt x="1846" y="73"/>
                </a:cubicBezTo>
                <a:cubicBezTo>
                  <a:pt x="1847" y="72"/>
                  <a:pt x="1847" y="72"/>
                  <a:pt x="1848" y="71"/>
                </a:cubicBezTo>
                <a:cubicBezTo>
                  <a:pt x="1848" y="71"/>
                  <a:pt x="1849" y="70"/>
                  <a:pt x="1849" y="69"/>
                </a:cubicBezTo>
                <a:cubicBezTo>
                  <a:pt x="1849" y="68"/>
                  <a:pt x="1849" y="67"/>
                  <a:pt x="1849" y="66"/>
                </a:cubicBezTo>
                <a:cubicBezTo>
                  <a:pt x="1848" y="64"/>
                  <a:pt x="1848" y="63"/>
                  <a:pt x="1847" y="62"/>
                </a:cubicBezTo>
                <a:cubicBezTo>
                  <a:pt x="1848" y="59"/>
                  <a:pt x="1846" y="58"/>
                  <a:pt x="1844" y="58"/>
                </a:cubicBezTo>
                <a:cubicBezTo>
                  <a:pt x="1840" y="57"/>
                  <a:pt x="1837" y="56"/>
                  <a:pt x="1833" y="55"/>
                </a:cubicBezTo>
                <a:cubicBezTo>
                  <a:pt x="1833" y="55"/>
                  <a:pt x="1832" y="55"/>
                  <a:pt x="1832" y="55"/>
                </a:cubicBezTo>
                <a:cubicBezTo>
                  <a:pt x="1831" y="56"/>
                  <a:pt x="1831" y="56"/>
                  <a:pt x="1830" y="57"/>
                </a:cubicBezTo>
                <a:cubicBezTo>
                  <a:pt x="1830" y="57"/>
                  <a:pt x="1830" y="58"/>
                  <a:pt x="1830" y="58"/>
                </a:cubicBezTo>
                <a:cubicBezTo>
                  <a:pt x="1832" y="61"/>
                  <a:pt x="1833" y="63"/>
                  <a:pt x="1832" y="66"/>
                </a:cubicBezTo>
                <a:cubicBezTo>
                  <a:pt x="1832" y="67"/>
                  <a:pt x="1833" y="68"/>
                  <a:pt x="1833" y="69"/>
                </a:cubicBezTo>
                <a:cubicBezTo>
                  <a:pt x="1833" y="69"/>
                  <a:pt x="1833" y="69"/>
                  <a:pt x="1833" y="69"/>
                </a:cubicBezTo>
                <a:cubicBezTo>
                  <a:pt x="1833" y="69"/>
                  <a:pt x="1833" y="69"/>
                  <a:pt x="1833" y="69"/>
                </a:cubicBezTo>
                <a:cubicBezTo>
                  <a:pt x="1833" y="69"/>
                  <a:pt x="1833" y="69"/>
                  <a:pt x="1833" y="69"/>
                </a:cubicBezTo>
                <a:cubicBezTo>
                  <a:pt x="1833" y="69"/>
                  <a:pt x="1833" y="69"/>
                  <a:pt x="1833" y="69"/>
                </a:cubicBezTo>
                <a:cubicBezTo>
                  <a:pt x="1832" y="68"/>
                  <a:pt x="1832" y="68"/>
                  <a:pt x="1832" y="68"/>
                </a:cubicBezTo>
                <a:cubicBezTo>
                  <a:pt x="1830" y="65"/>
                  <a:pt x="1828" y="62"/>
                  <a:pt x="1828" y="59"/>
                </a:cubicBezTo>
                <a:cubicBezTo>
                  <a:pt x="1828" y="57"/>
                  <a:pt x="1826" y="56"/>
                  <a:pt x="1825" y="56"/>
                </a:cubicBezTo>
                <a:cubicBezTo>
                  <a:pt x="1823" y="55"/>
                  <a:pt x="1821" y="55"/>
                  <a:pt x="1820" y="55"/>
                </a:cubicBezTo>
                <a:cubicBezTo>
                  <a:pt x="1819" y="55"/>
                  <a:pt x="1818" y="55"/>
                  <a:pt x="1818" y="56"/>
                </a:cubicBezTo>
                <a:cubicBezTo>
                  <a:pt x="1818" y="57"/>
                  <a:pt x="1817" y="58"/>
                  <a:pt x="1817" y="59"/>
                </a:cubicBezTo>
                <a:cubicBezTo>
                  <a:pt x="1817" y="60"/>
                  <a:pt x="1817" y="62"/>
                  <a:pt x="1817" y="64"/>
                </a:cubicBezTo>
                <a:cubicBezTo>
                  <a:pt x="1817" y="64"/>
                  <a:pt x="1817" y="64"/>
                  <a:pt x="1817" y="64"/>
                </a:cubicBezTo>
                <a:cubicBezTo>
                  <a:pt x="1817" y="64"/>
                  <a:pt x="1818" y="64"/>
                  <a:pt x="1818" y="65"/>
                </a:cubicBezTo>
                <a:cubicBezTo>
                  <a:pt x="1818" y="64"/>
                  <a:pt x="1817" y="64"/>
                  <a:pt x="1817" y="64"/>
                </a:cubicBezTo>
                <a:cubicBezTo>
                  <a:pt x="1817" y="64"/>
                  <a:pt x="1817" y="64"/>
                  <a:pt x="1817" y="64"/>
                </a:cubicBezTo>
                <a:cubicBezTo>
                  <a:pt x="1815" y="63"/>
                  <a:pt x="1812" y="63"/>
                  <a:pt x="1810" y="60"/>
                </a:cubicBezTo>
                <a:cubicBezTo>
                  <a:pt x="1809" y="59"/>
                  <a:pt x="1806" y="58"/>
                  <a:pt x="1804" y="57"/>
                </a:cubicBezTo>
                <a:cubicBezTo>
                  <a:pt x="1803" y="57"/>
                  <a:pt x="1802" y="58"/>
                  <a:pt x="1801" y="59"/>
                </a:cubicBezTo>
                <a:cubicBezTo>
                  <a:pt x="1801" y="61"/>
                  <a:pt x="1800" y="63"/>
                  <a:pt x="1799" y="66"/>
                </a:cubicBezTo>
                <a:cubicBezTo>
                  <a:pt x="1799" y="66"/>
                  <a:pt x="1799" y="67"/>
                  <a:pt x="1799" y="68"/>
                </a:cubicBezTo>
                <a:cubicBezTo>
                  <a:pt x="1801" y="70"/>
                  <a:pt x="1802" y="73"/>
                  <a:pt x="1803" y="75"/>
                </a:cubicBezTo>
                <a:close/>
                <a:moveTo>
                  <a:pt x="1835" y="71"/>
                </a:moveTo>
                <a:cubicBezTo>
                  <a:pt x="1835" y="71"/>
                  <a:pt x="1835" y="71"/>
                  <a:pt x="1835" y="71"/>
                </a:cubicBezTo>
                <a:cubicBezTo>
                  <a:pt x="1835" y="71"/>
                  <a:pt x="1835" y="71"/>
                  <a:pt x="1835" y="71"/>
                </a:cubicBezTo>
                <a:cubicBezTo>
                  <a:pt x="1835" y="71"/>
                  <a:pt x="1834" y="71"/>
                  <a:pt x="1834" y="70"/>
                </a:cubicBezTo>
                <a:cubicBezTo>
                  <a:pt x="1834" y="70"/>
                  <a:pt x="1835" y="71"/>
                  <a:pt x="1835" y="71"/>
                </a:cubicBezTo>
                <a:close/>
                <a:moveTo>
                  <a:pt x="1819" y="65"/>
                </a:moveTo>
                <a:cubicBezTo>
                  <a:pt x="1819" y="66"/>
                  <a:pt x="1819" y="66"/>
                  <a:pt x="1819" y="66"/>
                </a:cubicBezTo>
                <a:cubicBezTo>
                  <a:pt x="1819" y="65"/>
                  <a:pt x="1819" y="65"/>
                  <a:pt x="1819" y="65"/>
                </a:cubicBezTo>
                <a:cubicBezTo>
                  <a:pt x="1819" y="65"/>
                  <a:pt x="1818" y="65"/>
                  <a:pt x="1818" y="65"/>
                </a:cubicBezTo>
                <a:cubicBezTo>
                  <a:pt x="1818" y="65"/>
                  <a:pt x="1819" y="65"/>
                  <a:pt x="1819" y="65"/>
                </a:cubicBezTo>
                <a:close/>
                <a:moveTo>
                  <a:pt x="594" y="176"/>
                </a:moveTo>
                <a:cubicBezTo>
                  <a:pt x="595" y="175"/>
                  <a:pt x="596" y="174"/>
                  <a:pt x="595" y="173"/>
                </a:cubicBezTo>
                <a:cubicBezTo>
                  <a:pt x="595" y="171"/>
                  <a:pt x="594" y="171"/>
                  <a:pt x="593" y="170"/>
                </a:cubicBezTo>
                <a:cubicBezTo>
                  <a:pt x="591" y="170"/>
                  <a:pt x="589" y="170"/>
                  <a:pt x="587" y="170"/>
                </a:cubicBezTo>
                <a:cubicBezTo>
                  <a:pt x="586" y="170"/>
                  <a:pt x="585" y="169"/>
                  <a:pt x="584" y="169"/>
                </a:cubicBezTo>
                <a:cubicBezTo>
                  <a:pt x="584" y="169"/>
                  <a:pt x="584" y="169"/>
                  <a:pt x="584" y="169"/>
                </a:cubicBezTo>
                <a:cubicBezTo>
                  <a:pt x="584" y="169"/>
                  <a:pt x="584" y="169"/>
                  <a:pt x="583" y="169"/>
                </a:cubicBezTo>
                <a:cubicBezTo>
                  <a:pt x="584" y="169"/>
                  <a:pt x="584" y="169"/>
                  <a:pt x="584" y="169"/>
                </a:cubicBezTo>
                <a:cubicBezTo>
                  <a:pt x="583" y="168"/>
                  <a:pt x="583" y="168"/>
                  <a:pt x="582" y="167"/>
                </a:cubicBezTo>
                <a:cubicBezTo>
                  <a:pt x="581" y="167"/>
                  <a:pt x="580" y="166"/>
                  <a:pt x="580" y="166"/>
                </a:cubicBezTo>
                <a:cubicBezTo>
                  <a:pt x="578" y="166"/>
                  <a:pt x="577" y="167"/>
                  <a:pt x="575" y="167"/>
                </a:cubicBezTo>
                <a:cubicBezTo>
                  <a:pt x="575" y="168"/>
                  <a:pt x="574" y="168"/>
                  <a:pt x="573" y="169"/>
                </a:cubicBezTo>
                <a:cubicBezTo>
                  <a:pt x="573" y="171"/>
                  <a:pt x="571" y="172"/>
                  <a:pt x="569" y="173"/>
                </a:cubicBezTo>
                <a:cubicBezTo>
                  <a:pt x="569" y="174"/>
                  <a:pt x="569" y="175"/>
                  <a:pt x="569" y="175"/>
                </a:cubicBezTo>
                <a:cubicBezTo>
                  <a:pt x="569" y="176"/>
                  <a:pt x="569" y="177"/>
                  <a:pt x="570" y="178"/>
                </a:cubicBezTo>
                <a:cubicBezTo>
                  <a:pt x="572" y="181"/>
                  <a:pt x="571" y="183"/>
                  <a:pt x="569" y="186"/>
                </a:cubicBezTo>
                <a:cubicBezTo>
                  <a:pt x="569" y="187"/>
                  <a:pt x="567" y="187"/>
                  <a:pt x="567" y="186"/>
                </a:cubicBezTo>
                <a:cubicBezTo>
                  <a:pt x="565" y="185"/>
                  <a:pt x="565" y="183"/>
                  <a:pt x="564" y="181"/>
                </a:cubicBezTo>
                <a:cubicBezTo>
                  <a:pt x="564" y="180"/>
                  <a:pt x="563" y="179"/>
                  <a:pt x="561" y="179"/>
                </a:cubicBezTo>
                <a:cubicBezTo>
                  <a:pt x="558" y="179"/>
                  <a:pt x="556" y="181"/>
                  <a:pt x="556" y="185"/>
                </a:cubicBezTo>
                <a:cubicBezTo>
                  <a:pt x="555" y="187"/>
                  <a:pt x="555" y="189"/>
                  <a:pt x="555" y="192"/>
                </a:cubicBezTo>
                <a:cubicBezTo>
                  <a:pt x="555" y="193"/>
                  <a:pt x="555" y="193"/>
                  <a:pt x="556" y="194"/>
                </a:cubicBezTo>
                <a:cubicBezTo>
                  <a:pt x="558" y="194"/>
                  <a:pt x="560" y="196"/>
                  <a:pt x="560" y="198"/>
                </a:cubicBezTo>
                <a:cubicBezTo>
                  <a:pt x="561" y="202"/>
                  <a:pt x="563" y="205"/>
                  <a:pt x="563" y="209"/>
                </a:cubicBezTo>
                <a:cubicBezTo>
                  <a:pt x="563" y="211"/>
                  <a:pt x="564" y="213"/>
                  <a:pt x="565" y="215"/>
                </a:cubicBezTo>
                <a:cubicBezTo>
                  <a:pt x="566" y="215"/>
                  <a:pt x="567" y="216"/>
                  <a:pt x="568" y="215"/>
                </a:cubicBezTo>
                <a:cubicBezTo>
                  <a:pt x="570" y="214"/>
                  <a:pt x="571" y="212"/>
                  <a:pt x="572" y="212"/>
                </a:cubicBezTo>
                <a:cubicBezTo>
                  <a:pt x="574" y="211"/>
                  <a:pt x="576" y="210"/>
                  <a:pt x="577" y="210"/>
                </a:cubicBezTo>
                <a:cubicBezTo>
                  <a:pt x="579" y="209"/>
                  <a:pt x="580" y="208"/>
                  <a:pt x="582" y="207"/>
                </a:cubicBezTo>
                <a:cubicBezTo>
                  <a:pt x="583" y="207"/>
                  <a:pt x="583" y="206"/>
                  <a:pt x="583" y="206"/>
                </a:cubicBezTo>
                <a:cubicBezTo>
                  <a:pt x="584" y="203"/>
                  <a:pt x="586" y="200"/>
                  <a:pt x="588" y="198"/>
                </a:cubicBezTo>
                <a:cubicBezTo>
                  <a:pt x="589" y="197"/>
                  <a:pt x="590" y="195"/>
                  <a:pt x="589" y="192"/>
                </a:cubicBezTo>
                <a:cubicBezTo>
                  <a:pt x="589" y="191"/>
                  <a:pt x="588" y="190"/>
                  <a:pt x="588" y="188"/>
                </a:cubicBezTo>
                <a:cubicBezTo>
                  <a:pt x="587" y="186"/>
                  <a:pt x="586" y="185"/>
                  <a:pt x="584" y="184"/>
                </a:cubicBezTo>
                <a:cubicBezTo>
                  <a:pt x="584" y="184"/>
                  <a:pt x="584" y="184"/>
                  <a:pt x="585" y="183"/>
                </a:cubicBezTo>
                <a:cubicBezTo>
                  <a:pt x="586" y="183"/>
                  <a:pt x="588" y="182"/>
                  <a:pt x="589" y="181"/>
                </a:cubicBezTo>
                <a:cubicBezTo>
                  <a:pt x="591" y="181"/>
                  <a:pt x="592" y="180"/>
                  <a:pt x="592" y="179"/>
                </a:cubicBezTo>
                <a:cubicBezTo>
                  <a:pt x="592" y="177"/>
                  <a:pt x="593" y="177"/>
                  <a:pt x="594" y="176"/>
                </a:cubicBezTo>
                <a:close/>
                <a:moveTo>
                  <a:pt x="1987" y="919"/>
                </a:moveTo>
                <a:cubicBezTo>
                  <a:pt x="1994" y="919"/>
                  <a:pt x="2000" y="919"/>
                  <a:pt x="2006" y="919"/>
                </a:cubicBezTo>
                <a:cubicBezTo>
                  <a:pt x="2012" y="920"/>
                  <a:pt x="2017" y="918"/>
                  <a:pt x="2020" y="912"/>
                </a:cubicBezTo>
                <a:cubicBezTo>
                  <a:pt x="2021" y="912"/>
                  <a:pt x="2020" y="911"/>
                  <a:pt x="2020" y="910"/>
                </a:cubicBezTo>
                <a:cubicBezTo>
                  <a:pt x="2019" y="909"/>
                  <a:pt x="2018" y="909"/>
                  <a:pt x="2017" y="910"/>
                </a:cubicBezTo>
                <a:cubicBezTo>
                  <a:pt x="2016" y="910"/>
                  <a:pt x="2015" y="912"/>
                  <a:pt x="2014" y="912"/>
                </a:cubicBezTo>
                <a:cubicBezTo>
                  <a:pt x="2012" y="914"/>
                  <a:pt x="2010" y="915"/>
                  <a:pt x="2008" y="914"/>
                </a:cubicBezTo>
                <a:cubicBezTo>
                  <a:pt x="2004" y="914"/>
                  <a:pt x="2001" y="914"/>
                  <a:pt x="1997" y="913"/>
                </a:cubicBezTo>
                <a:cubicBezTo>
                  <a:pt x="1995" y="913"/>
                  <a:pt x="1993" y="912"/>
                  <a:pt x="1990" y="912"/>
                </a:cubicBezTo>
                <a:cubicBezTo>
                  <a:pt x="1988" y="912"/>
                  <a:pt x="1986" y="915"/>
                  <a:pt x="1984" y="915"/>
                </a:cubicBezTo>
                <a:cubicBezTo>
                  <a:pt x="1983" y="915"/>
                  <a:pt x="1983" y="916"/>
                  <a:pt x="1983" y="916"/>
                </a:cubicBezTo>
                <a:cubicBezTo>
                  <a:pt x="1981" y="917"/>
                  <a:pt x="1980" y="918"/>
                  <a:pt x="1980" y="920"/>
                </a:cubicBezTo>
                <a:cubicBezTo>
                  <a:pt x="1980" y="921"/>
                  <a:pt x="1980" y="922"/>
                  <a:pt x="1980" y="923"/>
                </a:cubicBezTo>
                <a:cubicBezTo>
                  <a:pt x="1979" y="925"/>
                  <a:pt x="1979" y="926"/>
                  <a:pt x="1978" y="927"/>
                </a:cubicBezTo>
                <a:cubicBezTo>
                  <a:pt x="1977" y="928"/>
                  <a:pt x="1976" y="931"/>
                  <a:pt x="1976" y="933"/>
                </a:cubicBezTo>
                <a:cubicBezTo>
                  <a:pt x="1976" y="935"/>
                  <a:pt x="1975" y="937"/>
                  <a:pt x="1975" y="939"/>
                </a:cubicBezTo>
                <a:cubicBezTo>
                  <a:pt x="1974" y="940"/>
                  <a:pt x="1973" y="942"/>
                  <a:pt x="1973" y="943"/>
                </a:cubicBezTo>
                <a:cubicBezTo>
                  <a:pt x="1972" y="945"/>
                  <a:pt x="1973" y="946"/>
                  <a:pt x="1974" y="948"/>
                </a:cubicBezTo>
                <a:cubicBezTo>
                  <a:pt x="1975" y="948"/>
                  <a:pt x="1976" y="949"/>
                  <a:pt x="1976" y="949"/>
                </a:cubicBezTo>
                <a:cubicBezTo>
                  <a:pt x="1978" y="951"/>
                  <a:pt x="1978" y="952"/>
                  <a:pt x="1978" y="954"/>
                </a:cubicBezTo>
                <a:cubicBezTo>
                  <a:pt x="1977" y="956"/>
                  <a:pt x="1976" y="958"/>
                  <a:pt x="1977" y="960"/>
                </a:cubicBezTo>
                <a:cubicBezTo>
                  <a:pt x="1977" y="961"/>
                  <a:pt x="1977" y="962"/>
                  <a:pt x="1978" y="962"/>
                </a:cubicBezTo>
                <a:cubicBezTo>
                  <a:pt x="1979" y="964"/>
                  <a:pt x="1982" y="963"/>
                  <a:pt x="1983" y="963"/>
                </a:cubicBezTo>
                <a:cubicBezTo>
                  <a:pt x="1985" y="962"/>
                  <a:pt x="1984" y="961"/>
                  <a:pt x="1984" y="960"/>
                </a:cubicBezTo>
                <a:cubicBezTo>
                  <a:pt x="1984" y="954"/>
                  <a:pt x="1986" y="949"/>
                  <a:pt x="1986" y="944"/>
                </a:cubicBezTo>
                <a:cubicBezTo>
                  <a:pt x="1986" y="944"/>
                  <a:pt x="1987" y="943"/>
                  <a:pt x="1987" y="943"/>
                </a:cubicBezTo>
                <a:cubicBezTo>
                  <a:pt x="1988" y="943"/>
                  <a:pt x="1988" y="944"/>
                  <a:pt x="1988" y="944"/>
                </a:cubicBezTo>
                <a:cubicBezTo>
                  <a:pt x="1988" y="947"/>
                  <a:pt x="1988" y="950"/>
                  <a:pt x="1991" y="952"/>
                </a:cubicBezTo>
                <a:cubicBezTo>
                  <a:pt x="1992" y="953"/>
                  <a:pt x="1992" y="954"/>
                  <a:pt x="1992" y="955"/>
                </a:cubicBezTo>
                <a:cubicBezTo>
                  <a:pt x="1993" y="957"/>
                  <a:pt x="1993" y="958"/>
                  <a:pt x="1996" y="958"/>
                </a:cubicBezTo>
                <a:cubicBezTo>
                  <a:pt x="1997" y="958"/>
                  <a:pt x="1997" y="958"/>
                  <a:pt x="1998" y="958"/>
                </a:cubicBezTo>
                <a:cubicBezTo>
                  <a:pt x="1998" y="958"/>
                  <a:pt x="1998" y="957"/>
                  <a:pt x="1998" y="957"/>
                </a:cubicBezTo>
                <a:cubicBezTo>
                  <a:pt x="1998" y="957"/>
                  <a:pt x="1998" y="957"/>
                  <a:pt x="1998" y="957"/>
                </a:cubicBezTo>
                <a:cubicBezTo>
                  <a:pt x="1998" y="957"/>
                  <a:pt x="1998" y="957"/>
                  <a:pt x="1998" y="958"/>
                </a:cubicBezTo>
                <a:cubicBezTo>
                  <a:pt x="1998" y="958"/>
                  <a:pt x="1998" y="958"/>
                  <a:pt x="1998" y="958"/>
                </a:cubicBezTo>
                <a:cubicBezTo>
                  <a:pt x="1998" y="959"/>
                  <a:pt x="1998" y="961"/>
                  <a:pt x="2000" y="961"/>
                </a:cubicBezTo>
                <a:cubicBezTo>
                  <a:pt x="2000" y="962"/>
                  <a:pt x="2001" y="962"/>
                  <a:pt x="2001" y="962"/>
                </a:cubicBezTo>
                <a:cubicBezTo>
                  <a:pt x="2002" y="963"/>
                  <a:pt x="2004" y="962"/>
                  <a:pt x="2004" y="961"/>
                </a:cubicBezTo>
                <a:cubicBezTo>
                  <a:pt x="2005" y="958"/>
                  <a:pt x="2005" y="956"/>
                  <a:pt x="2005" y="954"/>
                </a:cubicBezTo>
                <a:cubicBezTo>
                  <a:pt x="2005" y="952"/>
                  <a:pt x="2004" y="951"/>
                  <a:pt x="2003" y="951"/>
                </a:cubicBezTo>
                <a:cubicBezTo>
                  <a:pt x="2002" y="951"/>
                  <a:pt x="2001" y="950"/>
                  <a:pt x="2001" y="950"/>
                </a:cubicBezTo>
                <a:cubicBezTo>
                  <a:pt x="2000" y="949"/>
                  <a:pt x="1999" y="948"/>
                  <a:pt x="1999" y="947"/>
                </a:cubicBezTo>
                <a:cubicBezTo>
                  <a:pt x="2000" y="945"/>
                  <a:pt x="1999" y="944"/>
                  <a:pt x="1998" y="943"/>
                </a:cubicBezTo>
                <a:cubicBezTo>
                  <a:pt x="1997" y="941"/>
                  <a:pt x="1996" y="940"/>
                  <a:pt x="1995" y="938"/>
                </a:cubicBezTo>
                <a:cubicBezTo>
                  <a:pt x="1995" y="938"/>
                  <a:pt x="1995" y="936"/>
                  <a:pt x="1996" y="936"/>
                </a:cubicBezTo>
                <a:cubicBezTo>
                  <a:pt x="1997" y="935"/>
                  <a:pt x="1999" y="934"/>
                  <a:pt x="2000" y="933"/>
                </a:cubicBezTo>
                <a:cubicBezTo>
                  <a:pt x="2001" y="932"/>
                  <a:pt x="2002" y="933"/>
                  <a:pt x="2003" y="933"/>
                </a:cubicBezTo>
                <a:cubicBezTo>
                  <a:pt x="2004" y="933"/>
                  <a:pt x="2005" y="933"/>
                  <a:pt x="2006" y="933"/>
                </a:cubicBezTo>
                <a:cubicBezTo>
                  <a:pt x="2007" y="933"/>
                  <a:pt x="2007" y="933"/>
                  <a:pt x="2007" y="932"/>
                </a:cubicBezTo>
                <a:cubicBezTo>
                  <a:pt x="2008" y="931"/>
                  <a:pt x="2008" y="929"/>
                  <a:pt x="2008" y="927"/>
                </a:cubicBezTo>
                <a:cubicBezTo>
                  <a:pt x="2008" y="927"/>
                  <a:pt x="2007" y="926"/>
                  <a:pt x="2007" y="926"/>
                </a:cubicBezTo>
                <a:cubicBezTo>
                  <a:pt x="2006" y="926"/>
                  <a:pt x="2004" y="925"/>
                  <a:pt x="2003" y="926"/>
                </a:cubicBezTo>
                <a:cubicBezTo>
                  <a:pt x="2001" y="926"/>
                  <a:pt x="1999" y="927"/>
                  <a:pt x="1996" y="927"/>
                </a:cubicBezTo>
                <a:cubicBezTo>
                  <a:pt x="1994" y="927"/>
                  <a:pt x="1991" y="928"/>
                  <a:pt x="1990" y="930"/>
                </a:cubicBezTo>
                <a:cubicBezTo>
                  <a:pt x="1989" y="931"/>
                  <a:pt x="1988" y="931"/>
                  <a:pt x="1988" y="930"/>
                </a:cubicBezTo>
                <a:cubicBezTo>
                  <a:pt x="1985" y="929"/>
                  <a:pt x="1984" y="927"/>
                  <a:pt x="1983" y="925"/>
                </a:cubicBezTo>
                <a:cubicBezTo>
                  <a:pt x="1982" y="922"/>
                  <a:pt x="1985" y="919"/>
                  <a:pt x="1987" y="919"/>
                </a:cubicBezTo>
                <a:close/>
                <a:moveTo>
                  <a:pt x="1999" y="956"/>
                </a:moveTo>
                <a:cubicBezTo>
                  <a:pt x="2000" y="956"/>
                  <a:pt x="2000" y="956"/>
                  <a:pt x="2000" y="956"/>
                </a:cubicBezTo>
                <a:cubicBezTo>
                  <a:pt x="2000" y="955"/>
                  <a:pt x="2001" y="955"/>
                  <a:pt x="2001" y="955"/>
                </a:cubicBezTo>
                <a:cubicBezTo>
                  <a:pt x="2002" y="955"/>
                  <a:pt x="2002" y="955"/>
                  <a:pt x="2002" y="956"/>
                </a:cubicBezTo>
                <a:cubicBezTo>
                  <a:pt x="2002" y="956"/>
                  <a:pt x="2002" y="956"/>
                  <a:pt x="2002" y="956"/>
                </a:cubicBezTo>
                <a:cubicBezTo>
                  <a:pt x="2001" y="956"/>
                  <a:pt x="2000" y="956"/>
                  <a:pt x="2000" y="956"/>
                </a:cubicBezTo>
                <a:cubicBezTo>
                  <a:pt x="2000" y="956"/>
                  <a:pt x="2000" y="956"/>
                  <a:pt x="2000" y="956"/>
                </a:cubicBezTo>
                <a:cubicBezTo>
                  <a:pt x="1999" y="956"/>
                  <a:pt x="1999" y="956"/>
                  <a:pt x="1999" y="956"/>
                </a:cubicBezTo>
                <a:cubicBezTo>
                  <a:pt x="1999" y="956"/>
                  <a:pt x="1999" y="956"/>
                  <a:pt x="1999" y="956"/>
                </a:cubicBezTo>
                <a:close/>
                <a:moveTo>
                  <a:pt x="761" y="535"/>
                </a:moveTo>
                <a:cubicBezTo>
                  <a:pt x="761" y="535"/>
                  <a:pt x="761" y="535"/>
                  <a:pt x="761" y="535"/>
                </a:cubicBezTo>
                <a:cubicBezTo>
                  <a:pt x="761" y="535"/>
                  <a:pt x="761" y="535"/>
                  <a:pt x="761" y="535"/>
                </a:cubicBezTo>
                <a:cubicBezTo>
                  <a:pt x="761" y="535"/>
                  <a:pt x="761" y="535"/>
                  <a:pt x="761" y="535"/>
                </a:cubicBezTo>
                <a:close/>
                <a:moveTo>
                  <a:pt x="758" y="522"/>
                </a:moveTo>
                <a:cubicBezTo>
                  <a:pt x="758" y="521"/>
                  <a:pt x="758" y="520"/>
                  <a:pt x="758" y="520"/>
                </a:cubicBezTo>
                <a:cubicBezTo>
                  <a:pt x="757" y="519"/>
                  <a:pt x="757" y="518"/>
                  <a:pt x="756" y="518"/>
                </a:cubicBezTo>
                <a:cubicBezTo>
                  <a:pt x="755" y="517"/>
                  <a:pt x="755" y="517"/>
                  <a:pt x="754" y="517"/>
                </a:cubicBezTo>
                <a:cubicBezTo>
                  <a:pt x="753" y="518"/>
                  <a:pt x="752" y="518"/>
                  <a:pt x="751" y="518"/>
                </a:cubicBezTo>
                <a:cubicBezTo>
                  <a:pt x="750" y="519"/>
                  <a:pt x="748" y="519"/>
                  <a:pt x="746" y="519"/>
                </a:cubicBezTo>
                <a:cubicBezTo>
                  <a:pt x="744" y="518"/>
                  <a:pt x="744" y="518"/>
                  <a:pt x="744" y="516"/>
                </a:cubicBezTo>
                <a:cubicBezTo>
                  <a:pt x="744" y="516"/>
                  <a:pt x="744" y="515"/>
                  <a:pt x="744" y="515"/>
                </a:cubicBezTo>
                <a:cubicBezTo>
                  <a:pt x="744" y="514"/>
                  <a:pt x="744" y="512"/>
                  <a:pt x="742" y="512"/>
                </a:cubicBezTo>
                <a:cubicBezTo>
                  <a:pt x="741" y="512"/>
                  <a:pt x="741" y="512"/>
                  <a:pt x="740" y="512"/>
                </a:cubicBezTo>
                <a:cubicBezTo>
                  <a:pt x="740" y="512"/>
                  <a:pt x="740" y="512"/>
                  <a:pt x="740" y="512"/>
                </a:cubicBezTo>
                <a:cubicBezTo>
                  <a:pt x="739" y="513"/>
                  <a:pt x="739" y="513"/>
                  <a:pt x="739" y="513"/>
                </a:cubicBezTo>
                <a:cubicBezTo>
                  <a:pt x="740" y="512"/>
                  <a:pt x="740" y="512"/>
                  <a:pt x="740" y="512"/>
                </a:cubicBezTo>
                <a:cubicBezTo>
                  <a:pt x="740" y="512"/>
                  <a:pt x="740" y="512"/>
                  <a:pt x="740" y="512"/>
                </a:cubicBezTo>
                <a:cubicBezTo>
                  <a:pt x="741" y="510"/>
                  <a:pt x="742" y="508"/>
                  <a:pt x="744" y="506"/>
                </a:cubicBezTo>
                <a:cubicBezTo>
                  <a:pt x="746" y="504"/>
                  <a:pt x="747" y="502"/>
                  <a:pt x="748" y="500"/>
                </a:cubicBezTo>
                <a:cubicBezTo>
                  <a:pt x="748" y="500"/>
                  <a:pt x="748" y="499"/>
                  <a:pt x="748" y="499"/>
                </a:cubicBezTo>
                <a:cubicBezTo>
                  <a:pt x="748" y="498"/>
                  <a:pt x="747" y="498"/>
                  <a:pt x="746" y="498"/>
                </a:cubicBezTo>
                <a:cubicBezTo>
                  <a:pt x="743" y="499"/>
                  <a:pt x="741" y="500"/>
                  <a:pt x="739" y="502"/>
                </a:cubicBezTo>
                <a:cubicBezTo>
                  <a:pt x="734" y="507"/>
                  <a:pt x="731" y="513"/>
                  <a:pt x="728" y="518"/>
                </a:cubicBezTo>
                <a:cubicBezTo>
                  <a:pt x="726" y="521"/>
                  <a:pt x="724" y="523"/>
                  <a:pt x="721" y="525"/>
                </a:cubicBezTo>
                <a:cubicBezTo>
                  <a:pt x="720" y="525"/>
                  <a:pt x="720" y="526"/>
                  <a:pt x="721" y="527"/>
                </a:cubicBezTo>
                <a:cubicBezTo>
                  <a:pt x="722" y="528"/>
                  <a:pt x="721" y="529"/>
                  <a:pt x="720" y="530"/>
                </a:cubicBezTo>
                <a:cubicBezTo>
                  <a:pt x="719" y="531"/>
                  <a:pt x="718" y="532"/>
                  <a:pt x="718" y="533"/>
                </a:cubicBezTo>
                <a:cubicBezTo>
                  <a:pt x="717" y="533"/>
                  <a:pt x="718" y="535"/>
                  <a:pt x="718" y="535"/>
                </a:cubicBezTo>
                <a:cubicBezTo>
                  <a:pt x="719" y="535"/>
                  <a:pt x="720" y="536"/>
                  <a:pt x="721" y="536"/>
                </a:cubicBezTo>
                <a:cubicBezTo>
                  <a:pt x="724" y="535"/>
                  <a:pt x="727" y="535"/>
                  <a:pt x="729" y="536"/>
                </a:cubicBezTo>
                <a:cubicBezTo>
                  <a:pt x="732" y="537"/>
                  <a:pt x="734" y="537"/>
                  <a:pt x="736" y="536"/>
                </a:cubicBezTo>
                <a:cubicBezTo>
                  <a:pt x="739" y="535"/>
                  <a:pt x="741" y="537"/>
                  <a:pt x="743" y="538"/>
                </a:cubicBezTo>
                <a:cubicBezTo>
                  <a:pt x="743" y="538"/>
                  <a:pt x="743" y="538"/>
                  <a:pt x="743" y="539"/>
                </a:cubicBezTo>
                <a:cubicBezTo>
                  <a:pt x="742" y="539"/>
                  <a:pt x="741" y="540"/>
                  <a:pt x="740" y="541"/>
                </a:cubicBezTo>
                <a:cubicBezTo>
                  <a:pt x="740" y="541"/>
                  <a:pt x="740" y="542"/>
                  <a:pt x="740" y="543"/>
                </a:cubicBezTo>
                <a:cubicBezTo>
                  <a:pt x="741" y="543"/>
                  <a:pt x="741" y="543"/>
                  <a:pt x="742" y="543"/>
                </a:cubicBezTo>
                <a:cubicBezTo>
                  <a:pt x="743" y="543"/>
                  <a:pt x="744" y="543"/>
                  <a:pt x="745" y="542"/>
                </a:cubicBezTo>
                <a:cubicBezTo>
                  <a:pt x="746" y="539"/>
                  <a:pt x="749" y="539"/>
                  <a:pt x="751" y="537"/>
                </a:cubicBezTo>
                <a:cubicBezTo>
                  <a:pt x="751" y="537"/>
                  <a:pt x="752" y="537"/>
                  <a:pt x="752" y="538"/>
                </a:cubicBezTo>
                <a:cubicBezTo>
                  <a:pt x="751" y="539"/>
                  <a:pt x="751" y="540"/>
                  <a:pt x="751" y="542"/>
                </a:cubicBezTo>
                <a:cubicBezTo>
                  <a:pt x="751" y="542"/>
                  <a:pt x="751" y="543"/>
                  <a:pt x="751" y="543"/>
                </a:cubicBezTo>
                <a:cubicBezTo>
                  <a:pt x="753" y="544"/>
                  <a:pt x="755" y="546"/>
                  <a:pt x="757" y="546"/>
                </a:cubicBezTo>
                <a:cubicBezTo>
                  <a:pt x="758" y="546"/>
                  <a:pt x="759" y="545"/>
                  <a:pt x="760" y="545"/>
                </a:cubicBezTo>
                <a:cubicBezTo>
                  <a:pt x="760" y="543"/>
                  <a:pt x="761" y="541"/>
                  <a:pt x="762" y="539"/>
                </a:cubicBezTo>
                <a:cubicBezTo>
                  <a:pt x="762" y="537"/>
                  <a:pt x="762" y="536"/>
                  <a:pt x="761" y="535"/>
                </a:cubicBezTo>
                <a:cubicBezTo>
                  <a:pt x="761" y="535"/>
                  <a:pt x="761" y="535"/>
                  <a:pt x="760" y="535"/>
                </a:cubicBezTo>
                <a:cubicBezTo>
                  <a:pt x="760" y="535"/>
                  <a:pt x="760" y="536"/>
                  <a:pt x="760" y="536"/>
                </a:cubicBezTo>
                <a:cubicBezTo>
                  <a:pt x="760" y="536"/>
                  <a:pt x="760" y="535"/>
                  <a:pt x="760" y="535"/>
                </a:cubicBezTo>
                <a:cubicBezTo>
                  <a:pt x="760" y="535"/>
                  <a:pt x="760" y="535"/>
                  <a:pt x="760" y="535"/>
                </a:cubicBezTo>
                <a:cubicBezTo>
                  <a:pt x="760" y="535"/>
                  <a:pt x="761" y="535"/>
                  <a:pt x="761" y="535"/>
                </a:cubicBezTo>
                <a:cubicBezTo>
                  <a:pt x="760" y="534"/>
                  <a:pt x="758" y="534"/>
                  <a:pt x="757" y="534"/>
                </a:cubicBezTo>
                <a:cubicBezTo>
                  <a:pt x="756" y="534"/>
                  <a:pt x="756" y="533"/>
                  <a:pt x="756" y="533"/>
                </a:cubicBezTo>
                <a:cubicBezTo>
                  <a:pt x="757" y="532"/>
                  <a:pt x="757" y="531"/>
                  <a:pt x="757" y="531"/>
                </a:cubicBezTo>
                <a:cubicBezTo>
                  <a:pt x="758" y="530"/>
                  <a:pt x="759" y="529"/>
                  <a:pt x="760" y="528"/>
                </a:cubicBezTo>
                <a:cubicBezTo>
                  <a:pt x="760" y="528"/>
                  <a:pt x="760" y="528"/>
                  <a:pt x="760" y="527"/>
                </a:cubicBezTo>
                <a:cubicBezTo>
                  <a:pt x="760" y="527"/>
                  <a:pt x="759" y="527"/>
                  <a:pt x="759" y="527"/>
                </a:cubicBezTo>
                <a:cubicBezTo>
                  <a:pt x="758" y="527"/>
                  <a:pt x="757" y="527"/>
                  <a:pt x="756" y="526"/>
                </a:cubicBezTo>
                <a:cubicBezTo>
                  <a:pt x="756" y="526"/>
                  <a:pt x="756" y="525"/>
                  <a:pt x="757" y="524"/>
                </a:cubicBezTo>
                <a:cubicBezTo>
                  <a:pt x="757" y="523"/>
                  <a:pt x="758" y="523"/>
                  <a:pt x="758" y="522"/>
                </a:cubicBezTo>
                <a:close/>
                <a:moveTo>
                  <a:pt x="489" y="93"/>
                </a:moveTo>
                <a:cubicBezTo>
                  <a:pt x="492" y="94"/>
                  <a:pt x="494" y="95"/>
                  <a:pt x="495" y="95"/>
                </a:cubicBezTo>
                <a:cubicBezTo>
                  <a:pt x="497" y="96"/>
                  <a:pt x="497" y="97"/>
                  <a:pt x="498" y="98"/>
                </a:cubicBezTo>
                <a:cubicBezTo>
                  <a:pt x="499" y="99"/>
                  <a:pt x="501" y="99"/>
                  <a:pt x="502" y="99"/>
                </a:cubicBezTo>
                <a:cubicBezTo>
                  <a:pt x="504" y="98"/>
                  <a:pt x="505" y="96"/>
                  <a:pt x="507" y="95"/>
                </a:cubicBezTo>
                <a:cubicBezTo>
                  <a:pt x="507" y="95"/>
                  <a:pt x="508" y="95"/>
                  <a:pt x="508" y="95"/>
                </a:cubicBezTo>
                <a:cubicBezTo>
                  <a:pt x="509" y="96"/>
                  <a:pt x="510" y="96"/>
                  <a:pt x="510" y="95"/>
                </a:cubicBezTo>
                <a:cubicBezTo>
                  <a:pt x="512" y="93"/>
                  <a:pt x="513" y="91"/>
                  <a:pt x="514" y="89"/>
                </a:cubicBezTo>
                <a:cubicBezTo>
                  <a:pt x="516" y="88"/>
                  <a:pt x="518" y="86"/>
                  <a:pt x="519" y="84"/>
                </a:cubicBezTo>
                <a:cubicBezTo>
                  <a:pt x="520" y="84"/>
                  <a:pt x="520" y="84"/>
                  <a:pt x="521" y="84"/>
                </a:cubicBezTo>
                <a:cubicBezTo>
                  <a:pt x="521" y="84"/>
                  <a:pt x="521" y="85"/>
                  <a:pt x="521" y="86"/>
                </a:cubicBezTo>
                <a:cubicBezTo>
                  <a:pt x="520" y="88"/>
                  <a:pt x="518" y="90"/>
                  <a:pt x="517" y="92"/>
                </a:cubicBezTo>
                <a:cubicBezTo>
                  <a:pt x="516" y="93"/>
                  <a:pt x="517" y="94"/>
                  <a:pt x="517" y="96"/>
                </a:cubicBezTo>
                <a:cubicBezTo>
                  <a:pt x="517" y="97"/>
                  <a:pt x="519" y="97"/>
                  <a:pt x="520" y="97"/>
                </a:cubicBezTo>
                <a:cubicBezTo>
                  <a:pt x="521" y="96"/>
                  <a:pt x="522" y="96"/>
                  <a:pt x="522" y="95"/>
                </a:cubicBezTo>
                <a:cubicBezTo>
                  <a:pt x="523" y="93"/>
                  <a:pt x="525" y="92"/>
                  <a:pt x="527" y="92"/>
                </a:cubicBezTo>
                <a:cubicBezTo>
                  <a:pt x="528" y="92"/>
                  <a:pt x="528" y="91"/>
                  <a:pt x="529" y="91"/>
                </a:cubicBezTo>
                <a:cubicBezTo>
                  <a:pt x="530" y="90"/>
                  <a:pt x="531" y="90"/>
                  <a:pt x="531" y="89"/>
                </a:cubicBezTo>
                <a:cubicBezTo>
                  <a:pt x="533" y="86"/>
                  <a:pt x="536" y="85"/>
                  <a:pt x="537" y="81"/>
                </a:cubicBezTo>
                <a:cubicBezTo>
                  <a:pt x="537" y="80"/>
                  <a:pt x="538" y="79"/>
                  <a:pt x="539" y="79"/>
                </a:cubicBezTo>
                <a:cubicBezTo>
                  <a:pt x="539" y="79"/>
                  <a:pt x="540" y="78"/>
                  <a:pt x="541" y="78"/>
                </a:cubicBezTo>
                <a:cubicBezTo>
                  <a:pt x="542" y="77"/>
                  <a:pt x="542" y="77"/>
                  <a:pt x="542" y="76"/>
                </a:cubicBezTo>
                <a:cubicBezTo>
                  <a:pt x="542" y="75"/>
                  <a:pt x="542" y="73"/>
                  <a:pt x="542" y="72"/>
                </a:cubicBezTo>
                <a:cubicBezTo>
                  <a:pt x="542" y="71"/>
                  <a:pt x="541" y="69"/>
                  <a:pt x="541" y="70"/>
                </a:cubicBezTo>
                <a:cubicBezTo>
                  <a:pt x="540" y="70"/>
                  <a:pt x="539" y="70"/>
                  <a:pt x="538" y="71"/>
                </a:cubicBezTo>
                <a:cubicBezTo>
                  <a:pt x="537" y="72"/>
                  <a:pt x="536" y="73"/>
                  <a:pt x="535" y="72"/>
                </a:cubicBezTo>
                <a:cubicBezTo>
                  <a:pt x="533" y="70"/>
                  <a:pt x="530" y="70"/>
                  <a:pt x="528" y="69"/>
                </a:cubicBezTo>
                <a:cubicBezTo>
                  <a:pt x="526" y="69"/>
                  <a:pt x="525" y="70"/>
                  <a:pt x="523" y="71"/>
                </a:cubicBezTo>
                <a:cubicBezTo>
                  <a:pt x="517" y="75"/>
                  <a:pt x="511" y="79"/>
                  <a:pt x="504" y="81"/>
                </a:cubicBezTo>
                <a:cubicBezTo>
                  <a:pt x="502" y="81"/>
                  <a:pt x="501" y="82"/>
                  <a:pt x="499" y="83"/>
                </a:cubicBezTo>
                <a:cubicBezTo>
                  <a:pt x="496" y="83"/>
                  <a:pt x="494" y="84"/>
                  <a:pt x="491" y="86"/>
                </a:cubicBezTo>
                <a:cubicBezTo>
                  <a:pt x="489" y="87"/>
                  <a:pt x="488" y="90"/>
                  <a:pt x="488" y="92"/>
                </a:cubicBezTo>
                <a:cubicBezTo>
                  <a:pt x="488" y="92"/>
                  <a:pt x="489" y="93"/>
                  <a:pt x="489" y="93"/>
                </a:cubicBezTo>
                <a:close/>
                <a:moveTo>
                  <a:pt x="1191" y="122"/>
                </a:moveTo>
                <a:cubicBezTo>
                  <a:pt x="1192" y="126"/>
                  <a:pt x="1194" y="127"/>
                  <a:pt x="1198" y="127"/>
                </a:cubicBezTo>
                <a:cubicBezTo>
                  <a:pt x="1199" y="127"/>
                  <a:pt x="1200" y="127"/>
                  <a:pt x="1202" y="127"/>
                </a:cubicBezTo>
                <a:cubicBezTo>
                  <a:pt x="1202" y="127"/>
                  <a:pt x="1202" y="127"/>
                  <a:pt x="1202" y="127"/>
                </a:cubicBezTo>
                <a:cubicBezTo>
                  <a:pt x="1202" y="127"/>
                  <a:pt x="1202" y="127"/>
                  <a:pt x="1203" y="127"/>
                </a:cubicBezTo>
                <a:cubicBezTo>
                  <a:pt x="1203" y="126"/>
                  <a:pt x="1204" y="126"/>
                  <a:pt x="1204" y="126"/>
                </a:cubicBezTo>
                <a:cubicBezTo>
                  <a:pt x="1205" y="126"/>
                  <a:pt x="1205" y="126"/>
                  <a:pt x="1205" y="126"/>
                </a:cubicBezTo>
                <a:cubicBezTo>
                  <a:pt x="1205" y="126"/>
                  <a:pt x="1205" y="127"/>
                  <a:pt x="1204" y="127"/>
                </a:cubicBezTo>
                <a:cubicBezTo>
                  <a:pt x="1204" y="127"/>
                  <a:pt x="1203" y="127"/>
                  <a:pt x="1203" y="127"/>
                </a:cubicBezTo>
                <a:cubicBezTo>
                  <a:pt x="1202" y="127"/>
                  <a:pt x="1202" y="127"/>
                  <a:pt x="1202" y="127"/>
                </a:cubicBezTo>
                <a:cubicBezTo>
                  <a:pt x="1202" y="127"/>
                  <a:pt x="1202" y="127"/>
                  <a:pt x="1202" y="127"/>
                </a:cubicBezTo>
                <a:cubicBezTo>
                  <a:pt x="1201" y="127"/>
                  <a:pt x="1201" y="128"/>
                  <a:pt x="1200" y="128"/>
                </a:cubicBezTo>
                <a:cubicBezTo>
                  <a:pt x="1199" y="129"/>
                  <a:pt x="1199" y="131"/>
                  <a:pt x="1200" y="131"/>
                </a:cubicBezTo>
                <a:cubicBezTo>
                  <a:pt x="1202" y="132"/>
                  <a:pt x="1203" y="133"/>
                  <a:pt x="1205" y="134"/>
                </a:cubicBezTo>
                <a:cubicBezTo>
                  <a:pt x="1206" y="135"/>
                  <a:pt x="1208" y="135"/>
                  <a:pt x="1209" y="135"/>
                </a:cubicBezTo>
                <a:cubicBezTo>
                  <a:pt x="1212" y="134"/>
                  <a:pt x="1213" y="134"/>
                  <a:pt x="1215" y="136"/>
                </a:cubicBezTo>
                <a:cubicBezTo>
                  <a:pt x="1217" y="138"/>
                  <a:pt x="1218" y="138"/>
                  <a:pt x="1221" y="136"/>
                </a:cubicBezTo>
                <a:cubicBezTo>
                  <a:pt x="1222" y="135"/>
                  <a:pt x="1222" y="134"/>
                  <a:pt x="1224" y="134"/>
                </a:cubicBezTo>
                <a:cubicBezTo>
                  <a:pt x="1227" y="134"/>
                  <a:pt x="1228" y="133"/>
                  <a:pt x="1229" y="130"/>
                </a:cubicBezTo>
                <a:cubicBezTo>
                  <a:pt x="1229" y="128"/>
                  <a:pt x="1230" y="127"/>
                  <a:pt x="1231" y="125"/>
                </a:cubicBezTo>
                <a:cubicBezTo>
                  <a:pt x="1234" y="123"/>
                  <a:pt x="1234" y="120"/>
                  <a:pt x="1234" y="117"/>
                </a:cubicBezTo>
                <a:cubicBezTo>
                  <a:pt x="1232" y="116"/>
                  <a:pt x="1231" y="115"/>
                  <a:pt x="1229" y="115"/>
                </a:cubicBezTo>
                <a:cubicBezTo>
                  <a:pt x="1226" y="114"/>
                  <a:pt x="1223" y="113"/>
                  <a:pt x="1220" y="112"/>
                </a:cubicBezTo>
                <a:cubicBezTo>
                  <a:pt x="1218" y="111"/>
                  <a:pt x="1217" y="112"/>
                  <a:pt x="1216" y="113"/>
                </a:cubicBezTo>
                <a:cubicBezTo>
                  <a:pt x="1215" y="114"/>
                  <a:pt x="1215" y="114"/>
                  <a:pt x="1214" y="112"/>
                </a:cubicBezTo>
                <a:cubicBezTo>
                  <a:pt x="1214" y="112"/>
                  <a:pt x="1213" y="111"/>
                  <a:pt x="1213" y="111"/>
                </a:cubicBezTo>
                <a:cubicBezTo>
                  <a:pt x="1213" y="110"/>
                  <a:pt x="1212" y="109"/>
                  <a:pt x="1211" y="110"/>
                </a:cubicBezTo>
                <a:cubicBezTo>
                  <a:pt x="1210" y="110"/>
                  <a:pt x="1210" y="110"/>
                  <a:pt x="1210" y="111"/>
                </a:cubicBezTo>
                <a:cubicBezTo>
                  <a:pt x="1209" y="112"/>
                  <a:pt x="1209" y="113"/>
                  <a:pt x="1209" y="113"/>
                </a:cubicBezTo>
                <a:cubicBezTo>
                  <a:pt x="1209" y="114"/>
                  <a:pt x="1209" y="115"/>
                  <a:pt x="1209" y="116"/>
                </a:cubicBezTo>
                <a:cubicBezTo>
                  <a:pt x="1208" y="117"/>
                  <a:pt x="1207" y="115"/>
                  <a:pt x="1207" y="115"/>
                </a:cubicBezTo>
                <a:cubicBezTo>
                  <a:pt x="1207" y="115"/>
                  <a:pt x="1206" y="115"/>
                  <a:pt x="1206" y="115"/>
                </a:cubicBezTo>
                <a:cubicBezTo>
                  <a:pt x="1203" y="115"/>
                  <a:pt x="1201" y="113"/>
                  <a:pt x="1199" y="111"/>
                </a:cubicBezTo>
                <a:cubicBezTo>
                  <a:pt x="1199" y="111"/>
                  <a:pt x="1198" y="111"/>
                  <a:pt x="1198" y="110"/>
                </a:cubicBezTo>
                <a:cubicBezTo>
                  <a:pt x="1197" y="110"/>
                  <a:pt x="1196" y="110"/>
                  <a:pt x="1196" y="112"/>
                </a:cubicBezTo>
                <a:cubicBezTo>
                  <a:pt x="1196" y="112"/>
                  <a:pt x="1196" y="113"/>
                  <a:pt x="1196" y="113"/>
                </a:cubicBezTo>
                <a:cubicBezTo>
                  <a:pt x="1196" y="114"/>
                  <a:pt x="1195" y="115"/>
                  <a:pt x="1195" y="115"/>
                </a:cubicBezTo>
                <a:cubicBezTo>
                  <a:pt x="1194" y="115"/>
                  <a:pt x="1194" y="114"/>
                  <a:pt x="1193" y="114"/>
                </a:cubicBezTo>
                <a:cubicBezTo>
                  <a:pt x="1193" y="114"/>
                  <a:pt x="1192" y="114"/>
                  <a:pt x="1192" y="114"/>
                </a:cubicBezTo>
                <a:cubicBezTo>
                  <a:pt x="1191" y="116"/>
                  <a:pt x="1190" y="117"/>
                  <a:pt x="1191" y="118"/>
                </a:cubicBezTo>
                <a:cubicBezTo>
                  <a:pt x="1191" y="119"/>
                  <a:pt x="1191" y="121"/>
                  <a:pt x="1191" y="122"/>
                </a:cubicBezTo>
                <a:close/>
                <a:moveTo>
                  <a:pt x="587" y="109"/>
                </a:moveTo>
                <a:cubicBezTo>
                  <a:pt x="586" y="110"/>
                  <a:pt x="586" y="111"/>
                  <a:pt x="586" y="112"/>
                </a:cubicBezTo>
                <a:cubicBezTo>
                  <a:pt x="585" y="114"/>
                  <a:pt x="585" y="116"/>
                  <a:pt x="584" y="118"/>
                </a:cubicBezTo>
                <a:cubicBezTo>
                  <a:pt x="583" y="118"/>
                  <a:pt x="583" y="119"/>
                  <a:pt x="583" y="119"/>
                </a:cubicBezTo>
                <a:cubicBezTo>
                  <a:pt x="584" y="122"/>
                  <a:pt x="585" y="125"/>
                  <a:pt x="584" y="128"/>
                </a:cubicBezTo>
                <a:cubicBezTo>
                  <a:pt x="583" y="128"/>
                  <a:pt x="584" y="128"/>
                  <a:pt x="585" y="129"/>
                </a:cubicBezTo>
                <a:cubicBezTo>
                  <a:pt x="585" y="129"/>
                  <a:pt x="586" y="130"/>
                  <a:pt x="586" y="130"/>
                </a:cubicBezTo>
                <a:cubicBezTo>
                  <a:pt x="585" y="133"/>
                  <a:pt x="587" y="133"/>
                  <a:pt x="589" y="134"/>
                </a:cubicBezTo>
                <a:cubicBezTo>
                  <a:pt x="592" y="134"/>
                  <a:pt x="594" y="134"/>
                  <a:pt x="597" y="135"/>
                </a:cubicBezTo>
                <a:cubicBezTo>
                  <a:pt x="597" y="135"/>
                  <a:pt x="598" y="135"/>
                  <a:pt x="598" y="135"/>
                </a:cubicBezTo>
                <a:cubicBezTo>
                  <a:pt x="597" y="135"/>
                  <a:pt x="597" y="136"/>
                  <a:pt x="597" y="136"/>
                </a:cubicBezTo>
                <a:cubicBezTo>
                  <a:pt x="596" y="137"/>
                  <a:pt x="595" y="137"/>
                  <a:pt x="594" y="137"/>
                </a:cubicBezTo>
                <a:cubicBezTo>
                  <a:pt x="592" y="138"/>
                  <a:pt x="591" y="139"/>
                  <a:pt x="591" y="141"/>
                </a:cubicBezTo>
                <a:cubicBezTo>
                  <a:pt x="591" y="142"/>
                  <a:pt x="591" y="143"/>
                  <a:pt x="590" y="144"/>
                </a:cubicBezTo>
                <a:cubicBezTo>
                  <a:pt x="590" y="145"/>
                  <a:pt x="591" y="146"/>
                  <a:pt x="592" y="147"/>
                </a:cubicBezTo>
                <a:cubicBezTo>
                  <a:pt x="594" y="147"/>
                  <a:pt x="597" y="148"/>
                  <a:pt x="599" y="149"/>
                </a:cubicBezTo>
                <a:cubicBezTo>
                  <a:pt x="601" y="149"/>
                  <a:pt x="604" y="148"/>
                  <a:pt x="605" y="146"/>
                </a:cubicBezTo>
                <a:cubicBezTo>
                  <a:pt x="605" y="145"/>
                  <a:pt x="605" y="145"/>
                  <a:pt x="605" y="144"/>
                </a:cubicBezTo>
                <a:cubicBezTo>
                  <a:pt x="606" y="142"/>
                  <a:pt x="608" y="141"/>
                  <a:pt x="610" y="141"/>
                </a:cubicBezTo>
                <a:cubicBezTo>
                  <a:pt x="610" y="139"/>
                  <a:pt x="611" y="137"/>
                  <a:pt x="612" y="136"/>
                </a:cubicBezTo>
                <a:cubicBezTo>
                  <a:pt x="613" y="134"/>
                  <a:pt x="614" y="132"/>
                  <a:pt x="615" y="131"/>
                </a:cubicBezTo>
                <a:cubicBezTo>
                  <a:pt x="616" y="131"/>
                  <a:pt x="616" y="130"/>
                  <a:pt x="616" y="130"/>
                </a:cubicBezTo>
                <a:cubicBezTo>
                  <a:pt x="617" y="128"/>
                  <a:pt x="619" y="125"/>
                  <a:pt x="620" y="123"/>
                </a:cubicBezTo>
                <a:cubicBezTo>
                  <a:pt x="620" y="122"/>
                  <a:pt x="620" y="122"/>
                  <a:pt x="620" y="121"/>
                </a:cubicBezTo>
                <a:cubicBezTo>
                  <a:pt x="620" y="120"/>
                  <a:pt x="619" y="119"/>
                  <a:pt x="619" y="118"/>
                </a:cubicBezTo>
                <a:cubicBezTo>
                  <a:pt x="618" y="117"/>
                  <a:pt x="617" y="117"/>
                  <a:pt x="616" y="117"/>
                </a:cubicBezTo>
                <a:cubicBezTo>
                  <a:pt x="614" y="117"/>
                  <a:pt x="613" y="116"/>
                  <a:pt x="612" y="115"/>
                </a:cubicBezTo>
                <a:cubicBezTo>
                  <a:pt x="609" y="114"/>
                  <a:pt x="607" y="114"/>
                  <a:pt x="605" y="115"/>
                </a:cubicBezTo>
                <a:cubicBezTo>
                  <a:pt x="604" y="116"/>
                  <a:pt x="603" y="118"/>
                  <a:pt x="603" y="119"/>
                </a:cubicBezTo>
                <a:cubicBezTo>
                  <a:pt x="603" y="121"/>
                  <a:pt x="603" y="123"/>
                  <a:pt x="603" y="125"/>
                </a:cubicBezTo>
                <a:cubicBezTo>
                  <a:pt x="603" y="126"/>
                  <a:pt x="603" y="126"/>
                  <a:pt x="602" y="126"/>
                </a:cubicBezTo>
                <a:cubicBezTo>
                  <a:pt x="602" y="126"/>
                  <a:pt x="602" y="126"/>
                  <a:pt x="602" y="125"/>
                </a:cubicBezTo>
                <a:cubicBezTo>
                  <a:pt x="601" y="123"/>
                  <a:pt x="600" y="121"/>
                  <a:pt x="599" y="119"/>
                </a:cubicBezTo>
                <a:cubicBezTo>
                  <a:pt x="599" y="119"/>
                  <a:pt x="598" y="118"/>
                  <a:pt x="598" y="118"/>
                </a:cubicBezTo>
                <a:cubicBezTo>
                  <a:pt x="597" y="118"/>
                  <a:pt x="596" y="119"/>
                  <a:pt x="596" y="119"/>
                </a:cubicBezTo>
                <a:cubicBezTo>
                  <a:pt x="595" y="122"/>
                  <a:pt x="594" y="124"/>
                  <a:pt x="593" y="127"/>
                </a:cubicBezTo>
                <a:cubicBezTo>
                  <a:pt x="593" y="127"/>
                  <a:pt x="593" y="127"/>
                  <a:pt x="593" y="127"/>
                </a:cubicBezTo>
                <a:cubicBezTo>
                  <a:pt x="592" y="127"/>
                  <a:pt x="592" y="127"/>
                  <a:pt x="592" y="127"/>
                </a:cubicBezTo>
                <a:cubicBezTo>
                  <a:pt x="593" y="127"/>
                  <a:pt x="593" y="127"/>
                  <a:pt x="593" y="127"/>
                </a:cubicBezTo>
                <a:cubicBezTo>
                  <a:pt x="593" y="127"/>
                  <a:pt x="593" y="127"/>
                  <a:pt x="593" y="127"/>
                </a:cubicBezTo>
                <a:cubicBezTo>
                  <a:pt x="592" y="125"/>
                  <a:pt x="591" y="124"/>
                  <a:pt x="592" y="122"/>
                </a:cubicBezTo>
                <a:cubicBezTo>
                  <a:pt x="592" y="121"/>
                  <a:pt x="593" y="120"/>
                  <a:pt x="592" y="120"/>
                </a:cubicBezTo>
                <a:cubicBezTo>
                  <a:pt x="591" y="118"/>
                  <a:pt x="591" y="115"/>
                  <a:pt x="591" y="113"/>
                </a:cubicBezTo>
                <a:cubicBezTo>
                  <a:pt x="591" y="112"/>
                  <a:pt x="591" y="112"/>
                  <a:pt x="591" y="111"/>
                </a:cubicBezTo>
                <a:cubicBezTo>
                  <a:pt x="591" y="111"/>
                  <a:pt x="590" y="110"/>
                  <a:pt x="590" y="109"/>
                </a:cubicBezTo>
                <a:cubicBezTo>
                  <a:pt x="589" y="108"/>
                  <a:pt x="587" y="108"/>
                  <a:pt x="587" y="109"/>
                </a:cubicBezTo>
                <a:close/>
                <a:moveTo>
                  <a:pt x="1057" y="474"/>
                </a:moveTo>
                <a:cubicBezTo>
                  <a:pt x="1057" y="475"/>
                  <a:pt x="1057" y="477"/>
                  <a:pt x="1056" y="478"/>
                </a:cubicBezTo>
                <a:cubicBezTo>
                  <a:pt x="1056" y="478"/>
                  <a:pt x="1055" y="479"/>
                  <a:pt x="1055" y="479"/>
                </a:cubicBezTo>
                <a:cubicBezTo>
                  <a:pt x="1053" y="479"/>
                  <a:pt x="1051" y="479"/>
                  <a:pt x="1049" y="479"/>
                </a:cubicBezTo>
                <a:cubicBezTo>
                  <a:pt x="1048" y="479"/>
                  <a:pt x="1048" y="480"/>
                  <a:pt x="1048" y="481"/>
                </a:cubicBezTo>
                <a:cubicBezTo>
                  <a:pt x="1047" y="482"/>
                  <a:pt x="1048" y="484"/>
                  <a:pt x="1047" y="486"/>
                </a:cubicBezTo>
                <a:cubicBezTo>
                  <a:pt x="1047" y="488"/>
                  <a:pt x="1048" y="489"/>
                  <a:pt x="1049" y="490"/>
                </a:cubicBezTo>
                <a:cubicBezTo>
                  <a:pt x="1050" y="491"/>
                  <a:pt x="1050" y="493"/>
                  <a:pt x="1049" y="494"/>
                </a:cubicBezTo>
                <a:cubicBezTo>
                  <a:pt x="1048" y="496"/>
                  <a:pt x="1047" y="497"/>
                  <a:pt x="1046" y="499"/>
                </a:cubicBezTo>
                <a:cubicBezTo>
                  <a:pt x="1046" y="499"/>
                  <a:pt x="1045" y="500"/>
                  <a:pt x="1045" y="500"/>
                </a:cubicBezTo>
                <a:cubicBezTo>
                  <a:pt x="1043" y="502"/>
                  <a:pt x="1044" y="505"/>
                  <a:pt x="1046" y="506"/>
                </a:cubicBezTo>
                <a:cubicBezTo>
                  <a:pt x="1049" y="508"/>
                  <a:pt x="1052" y="508"/>
                  <a:pt x="1055" y="507"/>
                </a:cubicBezTo>
                <a:cubicBezTo>
                  <a:pt x="1056" y="507"/>
                  <a:pt x="1058" y="506"/>
                  <a:pt x="1059" y="505"/>
                </a:cubicBezTo>
                <a:cubicBezTo>
                  <a:pt x="1062" y="503"/>
                  <a:pt x="1064" y="502"/>
                  <a:pt x="1067" y="502"/>
                </a:cubicBezTo>
                <a:cubicBezTo>
                  <a:pt x="1069" y="502"/>
                  <a:pt x="1069" y="501"/>
                  <a:pt x="1070" y="500"/>
                </a:cubicBezTo>
                <a:cubicBezTo>
                  <a:pt x="1072" y="497"/>
                  <a:pt x="1073" y="493"/>
                  <a:pt x="1072" y="489"/>
                </a:cubicBezTo>
                <a:cubicBezTo>
                  <a:pt x="1072" y="488"/>
                  <a:pt x="1072" y="487"/>
                  <a:pt x="1072" y="487"/>
                </a:cubicBezTo>
                <a:cubicBezTo>
                  <a:pt x="1071" y="485"/>
                  <a:pt x="1072" y="484"/>
                  <a:pt x="1073" y="483"/>
                </a:cubicBezTo>
                <a:cubicBezTo>
                  <a:pt x="1073" y="483"/>
                  <a:pt x="1073" y="483"/>
                  <a:pt x="1074" y="482"/>
                </a:cubicBezTo>
                <a:cubicBezTo>
                  <a:pt x="1076" y="480"/>
                  <a:pt x="1076" y="478"/>
                  <a:pt x="1075" y="476"/>
                </a:cubicBezTo>
                <a:cubicBezTo>
                  <a:pt x="1074" y="475"/>
                  <a:pt x="1074" y="474"/>
                  <a:pt x="1073" y="473"/>
                </a:cubicBezTo>
                <a:cubicBezTo>
                  <a:pt x="1072" y="472"/>
                  <a:pt x="1072" y="471"/>
                  <a:pt x="1071" y="471"/>
                </a:cubicBezTo>
                <a:cubicBezTo>
                  <a:pt x="1068" y="471"/>
                  <a:pt x="1066" y="471"/>
                  <a:pt x="1064" y="470"/>
                </a:cubicBezTo>
                <a:cubicBezTo>
                  <a:pt x="1063" y="470"/>
                  <a:pt x="1063" y="470"/>
                  <a:pt x="1062" y="471"/>
                </a:cubicBezTo>
                <a:cubicBezTo>
                  <a:pt x="1060" y="471"/>
                  <a:pt x="1058" y="472"/>
                  <a:pt x="1057" y="474"/>
                </a:cubicBezTo>
                <a:close/>
                <a:moveTo>
                  <a:pt x="2071" y="546"/>
                </a:moveTo>
                <a:cubicBezTo>
                  <a:pt x="2071" y="549"/>
                  <a:pt x="2074" y="550"/>
                  <a:pt x="2075" y="552"/>
                </a:cubicBezTo>
                <a:cubicBezTo>
                  <a:pt x="2075" y="554"/>
                  <a:pt x="2076" y="555"/>
                  <a:pt x="2077" y="557"/>
                </a:cubicBezTo>
                <a:cubicBezTo>
                  <a:pt x="2077" y="557"/>
                  <a:pt x="2078" y="558"/>
                  <a:pt x="2078" y="557"/>
                </a:cubicBezTo>
                <a:cubicBezTo>
                  <a:pt x="2080" y="556"/>
                  <a:pt x="2082" y="555"/>
                  <a:pt x="2084" y="553"/>
                </a:cubicBezTo>
                <a:cubicBezTo>
                  <a:pt x="2084" y="553"/>
                  <a:pt x="2084" y="552"/>
                  <a:pt x="2084" y="551"/>
                </a:cubicBezTo>
                <a:cubicBezTo>
                  <a:pt x="2082" y="550"/>
                  <a:pt x="2080" y="549"/>
                  <a:pt x="2078" y="548"/>
                </a:cubicBezTo>
                <a:cubicBezTo>
                  <a:pt x="2078" y="548"/>
                  <a:pt x="2078" y="547"/>
                  <a:pt x="2078" y="547"/>
                </a:cubicBezTo>
                <a:cubicBezTo>
                  <a:pt x="2079" y="546"/>
                  <a:pt x="2080" y="546"/>
                  <a:pt x="2081" y="546"/>
                </a:cubicBezTo>
                <a:cubicBezTo>
                  <a:pt x="2084" y="543"/>
                  <a:pt x="2087" y="544"/>
                  <a:pt x="2090" y="547"/>
                </a:cubicBezTo>
                <a:cubicBezTo>
                  <a:pt x="2092" y="548"/>
                  <a:pt x="2094" y="549"/>
                  <a:pt x="2096" y="549"/>
                </a:cubicBezTo>
                <a:cubicBezTo>
                  <a:pt x="2097" y="549"/>
                  <a:pt x="2097" y="549"/>
                  <a:pt x="2097" y="548"/>
                </a:cubicBezTo>
                <a:cubicBezTo>
                  <a:pt x="2098" y="546"/>
                  <a:pt x="2098" y="545"/>
                  <a:pt x="2098" y="543"/>
                </a:cubicBezTo>
                <a:cubicBezTo>
                  <a:pt x="2099" y="541"/>
                  <a:pt x="2100" y="539"/>
                  <a:pt x="2102" y="539"/>
                </a:cubicBezTo>
                <a:cubicBezTo>
                  <a:pt x="2104" y="538"/>
                  <a:pt x="2106" y="537"/>
                  <a:pt x="2108" y="536"/>
                </a:cubicBezTo>
                <a:cubicBezTo>
                  <a:pt x="2109" y="535"/>
                  <a:pt x="2110" y="533"/>
                  <a:pt x="2109" y="532"/>
                </a:cubicBezTo>
                <a:cubicBezTo>
                  <a:pt x="2108" y="531"/>
                  <a:pt x="2107" y="529"/>
                  <a:pt x="2106" y="528"/>
                </a:cubicBezTo>
                <a:cubicBezTo>
                  <a:pt x="2105" y="528"/>
                  <a:pt x="2105" y="527"/>
                  <a:pt x="2105" y="526"/>
                </a:cubicBezTo>
                <a:cubicBezTo>
                  <a:pt x="2104" y="524"/>
                  <a:pt x="2104" y="524"/>
                  <a:pt x="2103" y="525"/>
                </a:cubicBezTo>
                <a:cubicBezTo>
                  <a:pt x="2100" y="527"/>
                  <a:pt x="2098" y="526"/>
                  <a:pt x="2095" y="525"/>
                </a:cubicBezTo>
                <a:cubicBezTo>
                  <a:pt x="2091" y="523"/>
                  <a:pt x="2088" y="521"/>
                  <a:pt x="2085" y="518"/>
                </a:cubicBezTo>
                <a:cubicBezTo>
                  <a:pt x="2083" y="516"/>
                  <a:pt x="2081" y="514"/>
                  <a:pt x="2078" y="513"/>
                </a:cubicBezTo>
                <a:cubicBezTo>
                  <a:pt x="2077" y="512"/>
                  <a:pt x="2076" y="513"/>
                  <a:pt x="2076" y="513"/>
                </a:cubicBezTo>
                <a:cubicBezTo>
                  <a:pt x="2075" y="514"/>
                  <a:pt x="2075" y="515"/>
                  <a:pt x="2075" y="516"/>
                </a:cubicBezTo>
                <a:cubicBezTo>
                  <a:pt x="2075" y="517"/>
                  <a:pt x="2076" y="518"/>
                  <a:pt x="2077" y="520"/>
                </a:cubicBezTo>
                <a:cubicBezTo>
                  <a:pt x="2077" y="521"/>
                  <a:pt x="2078" y="522"/>
                  <a:pt x="2078" y="524"/>
                </a:cubicBezTo>
                <a:cubicBezTo>
                  <a:pt x="2078" y="528"/>
                  <a:pt x="2078" y="532"/>
                  <a:pt x="2078" y="536"/>
                </a:cubicBezTo>
                <a:cubicBezTo>
                  <a:pt x="2078" y="536"/>
                  <a:pt x="2078" y="537"/>
                  <a:pt x="2077" y="537"/>
                </a:cubicBezTo>
                <a:cubicBezTo>
                  <a:pt x="2077" y="537"/>
                  <a:pt x="2076" y="537"/>
                  <a:pt x="2076" y="537"/>
                </a:cubicBezTo>
                <a:cubicBezTo>
                  <a:pt x="2074" y="537"/>
                  <a:pt x="2074" y="537"/>
                  <a:pt x="2074" y="539"/>
                </a:cubicBezTo>
                <a:cubicBezTo>
                  <a:pt x="2074" y="540"/>
                  <a:pt x="2074" y="540"/>
                  <a:pt x="2074" y="541"/>
                </a:cubicBezTo>
                <a:cubicBezTo>
                  <a:pt x="2073" y="543"/>
                  <a:pt x="2072" y="544"/>
                  <a:pt x="2071" y="546"/>
                </a:cubicBezTo>
                <a:close/>
                <a:moveTo>
                  <a:pt x="612" y="76"/>
                </a:moveTo>
                <a:cubicBezTo>
                  <a:pt x="614" y="77"/>
                  <a:pt x="615" y="77"/>
                  <a:pt x="617" y="78"/>
                </a:cubicBezTo>
                <a:cubicBezTo>
                  <a:pt x="617" y="78"/>
                  <a:pt x="617" y="78"/>
                  <a:pt x="617" y="78"/>
                </a:cubicBezTo>
                <a:cubicBezTo>
                  <a:pt x="617" y="78"/>
                  <a:pt x="617" y="78"/>
                  <a:pt x="617" y="78"/>
                </a:cubicBezTo>
                <a:cubicBezTo>
                  <a:pt x="618" y="79"/>
                  <a:pt x="619" y="79"/>
                  <a:pt x="619" y="80"/>
                </a:cubicBezTo>
                <a:cubicBezTo>
                  <a:pt x="623" y="83"/>
                  <a:pt x="625" y="86"/>
                  <a:pt x="623" y="90"/>
                </a:cubicBezTo>
                <a:cubicBezTo>
                  <a:pt x="622" y="92"/>
                  <a:pt x="623" y="93"/>
                  <a:pt x="624" y="94"/>
                </a:cubicBezTo>
                <a:cubicBezTo>
                  <a:pt x="625" y="95"/>
                  <a:pt x="627" y="95"/>
                  <a:pt x="629" y="94"/>
                </a:cubicBezTo>
                <a:cubicBezTo>
                  <a:pt x="631" y="93"/>
                  <a:pt x="632" y="91"/>
                  <a:pt x="633" y="88"/>
                </a:cubicBezTo>
                <a:cubicBezTo>
                  <a:pt x="634" y="85"/>
                  <a:pt x="635" y="82"/>
                  <a:pt x="638" y="79"/>
                </a:cubicBezTo>
                <a:cubicBezTo>
                  <a:pt x="638" y="79"/>
                  <a:pt x="639" y="77"/>
                  <a:pt x="639" y="76"/>
                </a:cubicBezTo>
                <a:cubicBezTo>
                  <a:pt x="640" y="74"/>
                  <a:pt x="640" y="72"/>
                  <a:pt x="639" y="70"/>
                </a:cubicBezTo>
                <a:cubicBezTo>
                  <a:pt x="638" y="69"/>
                  <a:pt x="637" y="68"/>
                  <a:pt x="638" y="67"/>
                </a:cubicBezTo>
                <a:cubicBezTo>
                  <a:pt x="638" y="66"/>
                  <a:pt x="638" y="66"/>
                  <a:pt x="638" y="65"/>
                </a:cubicBezTo>
                <a:cubicBezTo>
                  <a:pt x="638" y="61"/>
                  <a:pt x="636" y="60"/>
                  <a:pt x="633" y="61"/>
                </a:cubicBezTo>
                <a:cubicBezTo>
                  <a:pt x="632" y="61"/>
                  <a:pt x="632" y="62"/>
                  <a:pt x="631" y="62"/>
                </a:cubicBezTo>
                <a:cubicBezTo>
                  <a:pt x="631" y="62"/>
                  <a:pt x="631" y="62"/>
                  <a:pt x="631" y="62"/>
                </a:cubicBezTo>
                <a:cubicBezTo>
                  <a:pt x="631" y="63"/>
                  <a:pt x="631" y="63"/>
                  <a:pt x="630" y="62"/>
                </a:cubicBezTo>
                <a:cubicBezTo>
                  <a:pt x="631" y="62"/>
                  <a:pt x="631" y="62"/>
                  <a:pt x="631" y="62"/>
                </a:cubicBezTo>
                <a:cubicBezTo>
                  <a:pt x="631" y="60"/>
                  <a:pt x="631" y="58"/>
                  <a:pt x="631" y="57"/>
                </a:cubicBezTo>
                <a:cubicBezTo>
                  <a:pt x="631" y="54"/>
                  <a:pt x="629" y="52"/>
                  <a:pt x="626" y="52"/>
                </a:cubicBezTo>
                <a:cubicBezTo>
                  <a:pt x="625" y="52"/>
                  <a:pt x="623" y="52"/>
                  <a:pt x="621" y="52"/>
                </a:cubicBezTo>
                <a:cubicBezTo>
                  <a:pt x="621" y="52"/>
                  <a:pt x="620" y="52"/>
                  <a:pt x="620" y="53"/>
                </a:cubicBezTo>
                <a:cubicBezTo>
                  <a:pt x="618" y="54"/>
                  <a:pt x="616" y="56"/>
                  <a:pt x="617" y="59"/>
                </a:cubicBezTo>
                <a:cubicBezTo>
                  <a:pt x="617" y="59"/>
                  <a:pt x="617" y="60"/>
                  <a:pt x="617" y="61"/>
                </a:cubicBezTo>
                <a:cubicBezTo>
                  <a:pt x="616" y="63"/>
                  <a:pt x="616" y="63"/>
                  <a:pt x="619" y="64"/>
                </a:cubicBezTo>
                <a:cubicBezTo>
                  <a:pt x="619" y="64"/>
                  <a:pt x="619" y="64"/>
                  <a:pt x="619" y="64"/>
                </a:cubicBezTo>
                <a:cubicBezTo>
                  <a:pt x="619" y="64"/>
                  <a:pt x="619" y="64"/>
                  <a:pt x="619" y="64"/>
                </a:cubicBezTo>
                <a:cubicBezTo>
                  <a:pt x="619" y="63"/>
                  <a:pt x="619" y="63"/>
                  <a:pt x="619" y="63"/>
                </a:cubicBezTo>
                <a:cubicBezTo>
                  <a:pt x="620" y="63"/>
                  <a:pt x="619" y="63"/>
                  <a:pt x="619" y="64"/>
                </a:cubicBezTo>
                <a:cubicBezTo>
                  <a:pt x="619" y="64"/>
                  <a:pt x="619" y="64"/>
                  <a:pt x="619" y="64"/>
                </a:cubicBezTo>
                <a:cubicBezTo>
                  <a:pt x="619" y="64"/>
                  <a:pt x="619" y="64"/>
                  <a:pt x="619" y="64"/>
                </a:cubicBezTo>
                <a:cubicBezTo>
                  <a:pt x="619" y="65"/>
                  <a:pt x="619" y="66"/>
                  <a:pt x="619" y="67"/>
                </a:cubicBezTo>
                <a:cubicBezTo>
                  <a:pt x="619" y="68"/>
                  <a:pt x="619" y="69"/>
                  <a:pt x="619" y="70"/>
                </a:cubicBezTo>
                <a:cubicBezTo>
                  <a:pt x="618" y="71"/>
                  <a:pt x="617" y="71"/>
                  <a:pt x="617" y="71"/>
                </a:cubicBezTo>
                <a:cubicBezTo>
                  <a:pt x="615" y="70"/>
                  <a:pt x="615" y="70"/>
                  <a:pt x="613" y="69"/>
                </a:cubicBezTo>
                <a:cubicBezTo>
                  <a:pt x="613" y="69"/>
                  <a:pt x="612" y="69"/>
                  <a:pt x="611" y="70"/>
                </a:cubicBezTo>
                <a:cubicBezTo>
                  <a:pt x="611" y="70"/>
                  <a:pt x="610" y="71"/>
                  <a:pt x="610" y="72"/>
                </a:cubicBezTo>
                <a:cubicBezTo>
                  <a:pt x="609" y="74"/>
                  <a:pt x="610" y="76"/>
                  <a:pt x="612" y="76"/>
                </a:cubicBezTo>
                <a:close/>
                <a:moveTo>
                  <a:pt x="1927" y="984"/>
                </a:moveTo>
                <a:cubicBezTo>
                  <a:pt x="1930" y="984"/>
                  <a:pt x="1933" y="984"/>
                  <a:pt x="1937" y="986"/>
                </a:cubicBezTo>
                <a:cubicBezTo>
                  <a:pt x="1938" y="987"/>
                  <a:pt x="1939" y="987"/>
                  <a:pt x="1940" y="986"/>
                </a:cubicBezTo>
                <a:cubicBezTo>
                  <a:pt x="1941" y="985"/>
                  <a:pt x="1942" y="985"/>
                  <a:pt x="1943" y="985"/>
                </a:cubicBezTo>
                <a:cubicBezTo>
                  <a:pt x="1944" y="985"/>
                  <a:pt x="1945" y="986"/>
                  <a:pt x="1946" y="986"/>
                </a:cubicBezTo>
                <a:cubicBezTo>
                  <a:pt x="1947" y="986"/>
                  <a:pt x="1949" y="984"/>
                  <a:pt x="1949" y="983"/>
                </a:cubicBezTo>
                <a:cubicBezTo>
                  <a:pt x="1949" y="983"/>
                  <a:pt x="1948" y="982"/>
                  <a:pt x="1947" y="982"/>
                </a:cubicBezTo>
                <a:cubicBezTo>
                  <a:pt x="1944" y="982"/>
                  <a:pt x="1941" y="981"/>
                  <a:pt x="1938" y="979"/>
                </a:cubicBezTo>
                <a:cubicBezTo>
                  <a:pt x="1938" y="978"/>
                  <a:pt x="1937" y="978"/>
                  <a:pt x="1937" y="978"/>
                </a:cubicBezTo>
                <a:cubicBezTo>
                  <a:pt x="1935" y="978"/>
                  <a:pt x="1934" y="978"/>
                  <a:pt x="1933" y="978"/>
                </a:cubicBezTo>
                <a:cubicBezTo>
                  <a:pt x="1932" y="978"/>
                  <a:pt x="1931" y="978"/>
                  <a:pt x="1931" y="977"/>
                </a:cubicBezTo>
                <a:cubicBezTo>
                  <a:pt x="1931" y="976"/>
                  <a:pt x="1931" y="976"/>
                  <a:pt x="1933" y="976"/>
                </a:cubicBezTo>
                <a:cubicBezTo>
                  <a:pt x="1933" y="975"/>
                  <a:pt x="1934" y="975"/>
                  <a:pt x="1934" y="975"/>
                </a:cubicBezTo>
                <a:cubicBezTo>
                  <a:pt x="1935" y="975"/>
                  <a:pt x="1936" y="975"/>
                  <a:pt x="1936" y="974"/>
                </a:cubicBezTo>
                <a:cubicBezTo>
                  <a:pt x="1936" y="974"/>
                  <a:pt x="1935" y="973"/>
                  <a:pt x="1934" y="973"/>
                </a:cubicBezTo>
                <a:cubicBezTo>
                  <a:pt x="1931" y="973"/>
                  <a:pt x="1927" y="972"/>
                  <a:pt x="1924" y="971"/>
                </a:cubicBezTo>
                <a:cubicBezTo>
                  <a:pt x="1922" y="971"/>
                  <a:pt x="1920" y="970"/>
                  <a:pt x="1919" y="969"/>
                </a:cubicBezTo>
                <a:cubicBezTo>
                  <a:pt x="1916" y="968"/>
                  <a:pt x="1914" y="968"/>
                  <a:pt x="1913" y="971"/>
                </a:cubicBezTo>
                <a:cubicBezTo>
                  <a:pt x="1912" y="972"/>
                  <a:pt x="1911" y="972"/>
                  <a:pt x="1910" y="972"/>
                </a:cubicBezTo>
                <a:cubicBezTo>
                  <a:pt x="1908" y="972"/>
                  <a:pt x="1907" y="972"/>
                  <a:pt x="1905" y="972"/>
                </a:cubicBezTo>
                <a:cubicBezTo>
                  <a:pt x="1903" y="971"/>
                  <a:pt x="1901" y="971"/>
                  <a:pt x="1899" y="969"/>
                </a:cubicBezTo>
                <a:cubicBezTo>
                  <a:pt x="1896" y="966"/>
                  <a:pt x="1893" y="966"/>
                  <a:pt x="1890" y="966"/>
                </a:cubicBezTo>
                <a:cubicBezTo>
                  <a:pt x="1887" y="966"/>
                  <a:pt x="1884" y="965"/>
                  <a:pt x="1880" y="965"/>
                </a:cubicBezTo>
                <a:cubicBezTo>
                  <a:pt x="1880" y="967"/>
                  <a:pt x="1879" y="969"/>
                  <a:pt x="1878" y="971"/>
                </a:cubicBezTo>
                <a:cubicBezTo>
                  <a:pt x="1877" y="971"/>
                  <a:pt x="1878" y="973"/>
                  <a:pt x="1879" y="973"/>
                </a:cubicBezTo>
                <a:cubicBezTo>
                  <a:pt x="1881" y="973"/>
                  <a:pt x="1883" y="974"/>
                  <a:pt x="1884" y="976"/>
                </a:cubicBezTo>
                <a:cubicBezTo>
                  <a:pt x="1884" y="977"/>
                  <a:pt x="1886" y="977"/>
                  <a:pt x="1887" y="977"/>
                </a:cubicBezTo>
                <a:cubicBezTo>
                  <a:pt x="1889" y="977"/>
                  <a:pt x="1891" y="978"/>
                  <a:pt x="1893" y="979"/>
                </a:cubicBezTo>
                <a:cubicBezTo>
                  <a:pt x="1895" y="980"/>
                  <a:pt x="1897" y="980"/>
                  <a:pt x="1899" y="979"/>
                </a:cubicBezTo>
                <a:cubicBezTo>
                  <a:pt x="1902" y="979"/>
                  <a:pt x="1906" y="979"/>
                  <a:pt x="1910" y="981"/>
                </a:cubicBezTo>
                <a:cubicBezTo>
                  <a:pt x="1913" y="983"/>
                  <a:pt x="1917" y="984"/>
                  <a:pt x="1920" y="984"/>
                </a:cubicBezTo>
                <a:cubicBezTo>
                  <a:pt x="1922" y="984"/>
                  <a:pt x="1924" y="984"/>
                  <a:pt x="1927" y="984"/>
                </a:cubicBezTo>
                <a:close/>
                <a:moveTo>
                  <a:pt x="1990" y="778"/>
                </a:moveTo>
                <a:cubicBezTo>
                  <a:pt x="1988" y="778"/>
                  <a:pt x="1987" y="778"/>
                  <a:pt x="1985" y="778"/>
                </a:cubicBezTo>
                <a:cubicBezTo>
                  <a:pt x="1982" y="776"/>
                  <a:pt x="1980" y="778"/>
                  <a:pt x="1979" y="781"/>
                </a:cubicBezTo>
                <a:cubicBezTo>
                  <a:pt x="1979" y="782"/>
                  <a:pt x="1978" y="783"/>
                  <a:pt x="1978" y="784"/>
                </a:cubicBezTo>
                <a:cubicBezTo>
                  <a:pt x="1978" y="787"/>
                  <a:pt x="1978" y="790"/>
                  <a:pt x="1977" y="793"/>
                </a:cubicBezTo>
                <a:cubicBezTo>
                  <a:pt x="1977" y="795"/>
                  <a:pt x="1977" y="796"/>
                  <a:pt x="1976" y="796"/>
                </a:cubicBezTo>
                <a:cubicBezTo>
                  <a:pt x="1976" y="797"/>
                  <a:pt x="1975" y="798"/>
                  <a:pt x="1975" y="798"/>
                </a:cubicBezTo>
                <a:cubicBezTo>
                  <a:pt x="1976" y="801"/>
                  <a:pt x="1977" y="804"/>
                  <a:pt x="1978" y="806"/>
                </a:cubicBezTo>
                <a:cubicBezTo>
                  <a:pt x="1978" y="808"/>
                  <a:pt x="1980" y="810"/>
                  <a:pt x="1982" y="810"/>
                </a:cubicBezTo>
                <a:cubicBezTo>
                  <a:pt x="1982" y="810"/>
                  <a:pt x="1982" y="810"/>
                  <a:pt x="1982" y="810"/>
                </a:cubicBezTo>
                <a:cubicBezTo>
                  <a:pt x="1982" y="810"/>
                  <a:pt x="1982" y="810"/>
                  <a:pt x="1982" y="810"/>
                </a:cubicBezTo>
                <a:cubicBezTo>
                  <a:pt x="1982" y="810"/>
                  <a:pt x="1982" y="810"/>
                  <a:pt x="1982" y="810"/>
                </a:cubicBezTo>
                <a:cubicBezTo>
                  <a:pt x="1982" y="810"/>
                  <a:pt x="1982" y="810"/>
                  <a:pt x="1982" y="810"/>
                </a:cubicBezTo>
                <a:cubicBezTo>
                  <a:pt x="1982" y="813"/>
                  <a:pt x="1982" y="815"/>
                  <a:pt x="1985" y="816"/>
                </a:cubicBezTo>
                <a:cubicBezTo>
                  <a:pt x="1986" y="816"/>
                  <a:pt x="1987" y="817"/>
                  <a:pt x="1987" y="817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8" y="817"/>
                  <a:pt x="1989" y="816"/>
                  <a:pt x="1991" y="815"/>
                </a:cubicBezTo>
                <a:cubicBezTo>
                  <a:pt x="1991" y="815"/>
                  <a:pt x="1992" y="815"/>
                  <a:pt x="1993" y="816"/>
                </a:cubicBezTo>
                <a:cubicBezTo>
                  <a:pt x="1993" y="816"/>
                  <a:pt x="1994" y="817"/>
                  <a:pt x="1994" y="817"/>
                </a:cubicBezTo>
                <a:cubicBezTo>
                  <a:pt x="1996" y="818"/>
                  <a:pt x="1998" y="819"/>
                  <a:pt x="2000" y="817"/>
                </a:cubicBezTo>
                <a:cubicBezTo>
                  <a:pt x="1999" y="817"/>
                  <a:pt x="1999" y="817"/>
                  <a:pt x="1999" y="817"/>
                </a:cubicBezTo>
                <a:cubicBezTo>
                  <a:pt x="2000" y="817"/>
                  <a:pt x="2000" y="817"/>
                  <a:pt x="2000" y="817"/>
                </a:cubicBezTo>
                <a:cubicBezTo>
                  <a:pt x="2000" y="817"/>
                  <a:pt x="2000" y="817"/>
                  <a:pt x="2000" y="817"/>
                </a:cubicBezTo>
                <a:cubicBezTo>
                  <a:pt x="2000" y="817"/>
                  <a:pt x="2000" y="817"/>
                  <a:pt x="2000" y="817"/>
                </a:cubicBezTo>
                <a:cubicBezTo>
                  <a:pt x="2000" y="818"/>
                  <a:pt x="2001" y="818"/>
                  <a:pt x="2002" y="819"/>
                </a:cubicBezTo>
                <a:cubicBezTo>
                  <a:pt x="2002" y="821"/>
                  <a:pt x="2003" y="822"/>
                  <a:pt x="2005" y="823"/>
                </a:cubicBezTo>
                <a:cubicBezTo>
                  <a:pt x="2006" y="823"/>
                  <a:pt x="2006" y="824"/>
                  <a:pt x="2005" y="825"/>
                </a:cubicBezTo>
                <a:cubicBezTo>
                  <a:pt x="2003" y="827"/>
                  <a:pt x="2003" y="828"/>
                  <a:pt x="2005" y="829"/>
                </a:cubicBezTo>
                <a:cubicBezTo>
                  <a:pt x="2006" y="829"/>
                  <a:pt x="2007" y="830"/>
                  <a:pt x="2008" y="830"/>
                </a:cubicBezTo>
                <a:cubicBezTo>
                  <a:pt x="2008" y="830"/>
                  <a:pt x="2009" y="830"/>
                  <a:pt x="2009" y="829"/>
                </a:cubicBezTo>
                <a:cubicBezTo>
                  <a:pt x="2009" y="827"/>
                  <a:pt x="2010" y="825"/>
                  <a:pt x="2010" y="824"/>
                </a:cubicBezTo>
                <a:cubicBezTo>
                  <a:pt x="2010" y="823"/>
                  <a:pt x="2010" y="822"/>
                  <a:pt x="2009" y="821"/>
                </a:cubicBezTo>
                <a:cubicBezTo>
                  <a:pt x="2008" y="820"/>
                  <a:pt x="2007" y="819"/>
                  <a:pt x="2006" y="818"/>
                </a:cubicBezTo>
                <a:cubicBezTo>
                  <a:pt x="2006" y="815"/>
                  <a:pt x="2005" y="814"/>
                  <a:pt x="2002" y="813"/>
                </a:cubicBezTo>
                <a:cubicBezTo>
                  <a:pt x="2001" y="813"/>
                  <a:pt x="2000" y="812"/>
                  <a:pt x="1999" y="811"/>
                </a:cubicBezTo>
                <a:cubicBezTo>
                  <a:pt x="1998" y="810"/>
                  <a:pt x="1997" y="810"/>
                  <a:pt x="1996" y="810"/>
                </a:cubicBezTo>
                <a:cubicBezTo>
                  <a:pt x="1996" y="811"/>
                  <a:pt x="1995" y="811"/>
                  <a:pt x="1994" y="811"/>
                </a:cubicBezTo>
                <a:cubicBezTo>
                  <a:pt x="1994" y="811"/>
                  <a:pt x="1994" y="811"/>
                  <a:pt x="1994" y="811"/>
                </a:cubicBezTo>
                <a:cubicBezTo>
                  <a:pt x="1993" y="811"/>
                  <a:pt x="1993" y="811"/>
                  <a:pt x="1992" y="811"/>
                </a:cubicBezTo>
                <a:cubicBezTo>
                  <a:pt x="1991" y="811"/>
                  <a:pt x="1991" y="810"/>
                  <a:pt x="1992" y="809"/>
                </a:cubicBezTo>
                <a:cubicBezTo>
                  <a:pt x="1994" y="806"/>
                  <a:pt x="1994" y="806"/>
                  <a:pt x="1991" y="806"/>
                </a:cubicBezTo>
                <a:cubicBezTo>
                  <a:pt x="1990" y="805"/>
                  <a:pt x="1989" y="805"/>
                  <a:pt x="1989" y="804"/>
                </a:cubicBezTo>
                <a:cubicBezTo>
                  <a:pt x="1989" y="802"/>
                  <a:pt x="1989" y="800"/>
                  <a:pt x="1991" y="799"/>
                </a:cubicBezTo>
                <a:cubicBezTo>
                  <a:pt x="1991" y="798"/>
                  <a:pt x="1992" y="798"/>
                  <a:pt x="1992" y="797"/>
                </a:cubicBezTo>
                <a:cubicBezTo>
                  <a:pt x="1994" y="794"/>
                  <a:pt x="1996" y="790"/>
                  <a:pt x="1994" y="786"/>
                </a:cubicBezTo>
                <a:cubicBezTo>
                  <a:pt x="1992" y="784"/>
                  <a:pt x="1992" y="782"/>
                  <a:pt x="1992" y="780"/>
                </a:cubicBezTo>
                <a:cubicBezTo>
                  <a:pt x="1992" y="779"/>
                  <a:pt x="1992" y="778"/>
                  <a:pt x="1990" y="778"/>
                </a:cubicBezTo>
                <a:close/>
                <a:moveTo>
                  <a:pt x="2135" y="1281"/>
                </a:moveTo>
                <a:cubicBezTo>
                  <a:pt x="2132" y="1281"/>
                  <a:pt x="2129" y="1281"/>
                  <a:pt x="2126" y="1282"/>
                </a:cubicBezTo>
                <a:cubicBezTo>
                  <a:pt x="2124" y="1283"/>
                  <a:pt x="2122" y="1282"/>
                  <a:pt x="2120" y="1281"/>
                </a:cubicBezTo>
                <a:cubicBezTo>
                  <a:pt x="2118" y="1280"/>
                  <a:pt x="2117" y="1279"/>
                  <a:pt x="2116" y="1278"/>
                </a:cubicBezTo>
                <a:cubicBezTo>
                  <a:pt x="2115" y="1277"/>
                  <a:pt x="2114" y="1277"/>
                  <a:pt x="2113" y="1277"/>
                </a:cubicBezTo>
                <a:cubicBezTo>
                  <a:pt x="2112" y="1277"/>
                  <a:pt x="2111" y="1278"/>
                  <a:pt x="2111" y="1280"/>
                </a:cubicBezTo>
                <a:cubicBezTo>
                  <a:pt x="2111" y="1280"/>
                  <a:pt x="2111" y="1281"/>
                  <a:pt x="2111" y="1281"/>
                </a:cubicBezTo>
                <a:cubicBezTo>
                  <a:pt x="2111" y="1287"/>
                  <a:pt x="2112" y="1292"/>
                  <a:pt x="2110" y="1297"/>
                </a:cubicBezTo>
                <a:cubicBezTo>
                  <a:pt x="2110" y="1297"/>
                  <a:pt x="2110" y="1297"/>
                  <a:pt x="2110" y="1299"/>
                </a:cubicBezTo>
                <a:cubicBezTo>
                  <a:pt x="2110" y="1301"/>
                  <a:pt x="2111" y="1303"/>
                  <a:pt x="2111" y="1306"/>
                </a:cubicBezTo>
                <a:cubicBezTo>
                  <a:pt x="2112" y="1309"/>
                  <a:pt x="2114" y="1311"/>
                  <a:pt x="2117" y="1311"/>
                </a:cubicBezTo>
                <a:cubicBezTo>
                  <a:pt x="2117" y="1311"/>
                  <a:pt x="2118" y="1311"/>
                  <a:pt x="2118" y="1311"/>
                </a:cubicBezTo>
                <a:cubicBezTo>
                  <a:pt x="2119" y="1310"/>
                  <a:pt x="2121" y="1309"/>
                  <a:pt x="2122" y="1308"/>
                </a:cubicBezTo>
                <a:cubicBezTo>
                  <a:pt x="2123" y="1307"/>
                  <a:pt x="2124" y="1306"/>
                  <a:pt x="2126" y="1307"/>
                </a:cubicBezTo>
                <a:cubicBezTo>
                  <a:pt x="2127" y="1307"/>
                  <a:pt x="2128" y="1306"/>
                  <a:pt x="2129" y="1305"/>
                </a:cubicBezTo>
                <a:cubicBezTo>
                  <a:pt x="2130" y="1301"/>
                  <a:pt x="2131" y="1298"/>
                  <a:pt x="2134" y="1295"/>
                </a:cubicBezTo>
                <a:cubicBezTo>
                  <a:pt x="2134" y="1295"/>
                  <a:pt x="2134" y="1294"/>
                  <a:pt x="2134" y="1293"/>
                </a:cubicBezTo>
                <a:cubicBezTo>
                  <a:pt x="2135" y="1291"/>
                  <a:pt x="2136" y="1288"/>
                  <a:pt x="2137" y="1285"/>
                </a:cubicBezTo>
                <a:cubicBezTo>
                  <a:pt x="2137" y="1284"/>
                  <a:pt x="2137" y="1284"/>
                  <a:pt x="2137" y="1283"/>
                </a:cubicBezTo>
                <a:cubicBezTo>
                  <a:pt x="2137" y="1282"/>
                  <a:pt x="2136" y="1280"/>
                  <a:pt x="2135" y="1281"/>
                </a:cubicBezTo>
                <a:close/>
                <a:moveTo>
                  <a:pt x="584" y="770"/>
                </a:moveTo>
                <a:cubicBezTo>
                  <a:pt x="585" y="770"/>
                  <a:pt x="585" y="768"/>
                  <a:pt x="584" y="767"/>
                </a:cubicBezTo>
                <a:cubicBezTo>
                  <a:pt x="584" y="766"/>
                  <a:pt x="583" y="765"/>
                  <a:pt x="582" y="765"/>
                </a:cubicBezTo>
                <a:cubicBezTo>
                  <a:pt x="576" y="762"/>
                  <a:pt x="570" y="759"/>
                  <a:pt x="564" y="757"/>
                </a:cubicBezTo>
                <a:cubicBezTo>
                  <a:pt x="562" y="756"/>
                  <a:pt x="561" y="755"/>
                  <a:pt x="559" y="754"/>
                </a:cubicBezTo>
                <a:cubicBezTo>
                  <a:pt x="557" y="753"/>
                  <a:pt x="555" y="752"/>
                  <a:pt x="553" y="751"/>
                </a:cubicBezTo>
                <a:cubicBezTo>
                  <a:pt x="552" y="751"/>
                  <a:pt x="550" y="750"/>
                  <a:pt x="550" y="750"/>
                </a:cubicBezTo>
                <a:cubicBezTo>
                  <a:pt x="547" y="747"/>
                  <a:pt x="544" y="746"/>
                  <a:pt x="541" y="746"/>
                </a:cubicBezTo>
                <a:cubicBezTo>
                  <a:pt x="538" y="746"/>
                  <a:pt x="536" y="746"/>
                  <a:pt x="534" y="745"/>
                </a:cubicBezTo>
                <a:cubicBezTo>
                  <a:pt x="533" y="744"/>
                  <a:pt x="531" y="744"/>
                  <a:pt x="530" y="744"/>
                </a:cubicBezTo>
                <a:cubicBezTo>
                  <a:pt x="526" y="745"/>
                  <a:pt x="522" y="745"/>
                  <a:pt x="518" y="747"/>
                </a:cubicBezTo>
                <a:cubicBezTo>
                  <a:pt x="514" y="749"/>
                  <a:pt x="513" y="752"/>
                  <a:pt x="510" y="755"/>
                </a:cubicBezTo>
                <a:cubicBezTo>
                  <a:pt x="510" y="755"/>
                  <a:pt x="511" y="756"/>
                  <a:pt x="511" y="756"/>
                </a:cubicBezTo>
                <a:cubicBezTo>
                  <a:pt x="512" y="756"/>
                  <a:pt x="513" y="756"/>
                  <a:pt x="514" y="755"/>
                </a:cubicBezTo>
                <a:cubicBezTo>
                  <a:pt x="518" y="753"/>
                  <a:pt x="523" y="752"/>
                  <a:pt x="527" y="750"/>
                </a:cubicBezTo>
                <a:cubicBezTo>
                  <a:pt x="528" y="749"/>
                  <a:pt x="529" y="750"/>
                  <a:pt x="530" y="751"/>
                </a:cubicBezTo>
                <a:cubicBezTo>
                  <a:pt x="531" y="752"/>
                  <a:pt x="532" y="753"/>
                  <a:pt x="533" y="753"/>
                </a:cubicBezTo>
                <a:cubicBezTo>
                  <a:pt x="535" y="754"/>
                  <a:pt x="537" y="754"/>
                  <a:pt x="539" y="754"/>
                </a:cubicBezTo>
                <a:cubicBezTo>
                  <a:pt x="541" y="755"/>
                  <a:pt x="542" y="755"/>
                  <a:pt x="543" y="756"/>
                </a:cubicBezTo>
                <a:cubicBezTo>
                  <a:pt x="546" y="757"/>
                  <a:pt x="549" y="758"/>
                  <a:pt x="552" y="758"/>
                </a:cubicBezTo>
                <a:cubicBezTo>
                  <a:pt x="553" y="758"/>
                  <a:pt x="554" y="759"/>
                  <a:pt x="555" y="761"/>
                </a:cubicBezTo>
                <a:cubicBezTo>
                  <a:pt x="556" y="764"/>
                  <a:pt x="559" y="765"/>
                  <a:pt x="562" y="765"/>
                </a:cubicBezTo>
                <a:cubicBezTo>
                  <a:pt x="562" y="765"/>
                  <a:pt x="562" y="766"/>
                  <a:pt x="562" y="766"/>
                </a:cubicBezTo>
                <a:cubicBezTo>
                  <a:pt x="563" y="766"/>
                  <a:pt x="564" y="767"/>
                  <a:pt x="563" y="768"/>
                </a:cubicBezTo>
                <a:cubicBezTo>
                  <a:pt x="563" y="768"/>
                  <a:pt x="562" y="769"/>
                  <a:pt x="562" y="769"/>
                </a:cubicBezTo>
                <a:cubicBezTo>
                  <a:pt x="561" y="770"/>
                  <a:pt x="562" y="772"/>
                  <a:pt x="563" y="772"/>
                </a:cubicBezTo>
                <a:cubicBezTo>
                  <a:pt x="565" y="772"/>
                  <a:pt x="567" y="772"/>
                  <a:pt x="571" y="772"/>
                </a:cubicBezTo>
                <a:cubicBezTo>
                  <a:pt x="575" y="773"/>
                  <a:pt x="579" y="771"/>
                  <a:pt x="584" y="770"/>
                </a:cubicBezTo>
                <a:close/>
                <a:moveTo>
                  <a:pt x="1583" y="72"/>
                </a:moveTo>
                <a:cubicBezTo>
                  <a:pt x="1583" y="73"/>
                  <a:pt x="1583" y="74"/>
                  <a:pt x="1583" y="73"/>
                </a:cubicBezTo>
                <a:cubicBezTo>
                  <a:pt x="1583" y="75"/>
                  <a:pt x="1582" y="76"/>
                  <a:pt x="1583" y="77"/>
                </a:cubicBezTo>
                <a:cubicBezTo>
                  <a:pt x="1583" y="80"/>
                  <a:pt x="1584" y="83"/>
                  <a:pt x="1585" y="87"/>
                </a:cubicBezTo>
                <a:cubicBezTo>
                  <a:pt x="1585" y="89"/>
                  <a:pt x="1586" y="91"/>
                  <a:pt x="1588" y="92"/>
                </a:cubicBezTo>
                <a:cubicBezTo>
                  <a:pt x="1589" y="93"/>
                  <a:pt x="1589" y="93"/>
                  <a:pt x="1590" y="93"/>
                </a:cubicBezTo>
                <a:cubicBezTo>
                  <a:pt x="1590" y="93"/>
                  <a:pt x="1591" y="92"/>
                  <a:pt x="1591" y="92"/>
                </a:cubicBezTo>
                <a:cubicBezTo>
                  <a:pt x="1595" y="87"/>
                  <a:pt x="1595" y="87"/>
                  <a:pt x="1601" y="83"/>
                </a:cubicBezTo>
                <a:cubicBezTo>
                  <a:pt x="1602" y="82"/>
                  <a:pt x="1604" y="81"/>
                  <a:pt x="1605" y="80"/>
                </a:cubicBezTo>
                <a:cubicBezTo>
                  <a:pt x="1606" y="78"/>
                  <a:pt x="1607" y="77"/>
                  <a:pt x="1608" y="76"/>
                </a:cubicBezTo>
                <a:cubicBezTo>
                  <a:pt x="1608" y="75"/>
                  <a:pt x="1608" y="74"/>
                  <a:pt x="1608" y="73"/>
                </a:cubicBezTo>
                <a:cubicBezTo>
                  <a:pt x="1607" y="72"/>
                  <a:pt x="1606" y="71"/>
                  <a:pt x="1606" y="70"/>
                </a:cubicBezTo>
                <a:cubicBezTo>
                  <a:pt x="1605" y="68"/>
                  <a:pt x="1604" y="66"/>
                  <a:pt x="1601" y="66"/>
                </a:cubicBezTo>
                <a:cubicBezTo>
                  <a:pt x="1599" y="65"/>
                  <a:pt x="1596" y="63"/>
                  <a:pt x="1594" y="62"/>
                </a:cubicBezTo>
                <a:cubicBezTo>
                  <a:pt x="1591" y="61"/>
                  <a:pt x="1588" y="60"/>
                  <a:pt x="1586" y="59"/>
                </a:cubicBezTo>
                <a:cubicBezTo>
                  <a:pt x="1585" y="58"/>
                  <a:pt x="1584" y="58"/>
                  <a:pt x="1582" y="58"/>
                </a:cubicBezTo>
                <a:cubicBezTo>
                  <a:pt x="1582" y="58"/>
                  <a:pt x="1581" y="58"/>
                  <a:pt x="1581" y="58"/>
                </a:cubicBezTo>
                <a:cubicBezTo>
                  <a:pt x="1580" y="61"/>
                  <a:pt x="1578" y="63"/>
                  <a:pt x="1580" y="66"/>
                </a:cubicBezTo>
                <a:cubicBezTo>
                  <a:pt x="1581" y="68"/>
                  <a:pt x="1582" y="70"/>
                  <a:pt x="1583" y="72"/>
                </a:cubicBezTo>
                <a:close/>
                <a:moveTo>
                  <a:pt x="2021" y="844"/>
                </a:moveTo>
                <a:cubicBezTo>
                  <a:pt x="2021" y="845"/>
                  <a:pt x="2021" y="845"/>
                  <a:pt x="2021" y="845"/>
                </a:cubicBezTo>
                <a:cubicBezTo>
                  <a:pt x="2020" y="847"/>
                  <a:pt x="2020" y="849"/>
                  <a:pt x="2019" y="850"/>
                </a:cubicBezTo>
                <a:cubicBezTo>
                  <a:pt x="2018" y="852"/>
                  <a:pt x="2017" y="852"/>
                  <a:pt x="2015" y="854"/>
                </a:cubicBezTo>
                <a:cubicBezTo>
                  <a:pt x="2015" y="854"/>
                  <a:pt x="2014" y="855"/>
                  <a:pt x="2014" y="855"/>
                </a:cubicBezTo>
                <a:cubicBezTo>
                  <a:pt x="2013" y="856"/>
                  <a:pt x="2012" y="857"/>
                  <a:pt x="2012" y="857"/>
                </a:cubicBezTo>
                <a:cubicBezTo>
                  <a:pt x="2011" y="858"/>
                  <a:pt x="2010" y="857"/>
                  <a:pt x="2010" y="857"/>
                </a:cubicBezTo>
                <a:cubicBezTo>
                  <a:pt x="2008" y="855"/>
                  <a:pt x="2006" y="854"/>
                  <a:pt x="2004" y="856"/>
                </a:cubicBezTo>
                <a:cubicBezTo>
                  <a:pt x="2002" y="858"/>
                  <a:pt x="2001" y="859"/>
                  <a:pt x="1999" y="860"/>
                </a:cubicBezTo>
                <a:cubicBezTo>
                  <a:pt x="1997" y="861"/>
                  <a:pt x="1996" y="863"/>
                  <a:pt x="1996" y="865"/>
                </a:cubicBezTo>
                <a:cubicBezTo>
                  <a:pt x="1996" y="865"/>
                  <a:pt x="1996" y="865"/>
                  <a:pt x="1996" y="866"/>
                </a:cubicBezTo>
                <a:cubicBezTo>
                  <a:pt x="1996" y="866"/>
                  <a:pt x="1996" y="867"/>
                  <a:pt x="1997" y="867"/>
                </a:cubicBezTo>
                <a:cubicBezTo>
                  <a:pt x="1997" y="867"/>
                  <a:pt x="1998" y="867"/>
                  <a:pt x="1998" y="867"/>
                </a:cubicBezTo>
                <a:cubicBezTo>
                  <a:pt x="1999" y="866"/>
                  <a:pt x="2000" y="865"/>
                  <a:pt x="2001" y="864"/>
                </a:cubicBezTo>
                <a:cubicBezTo>
                  <a:pt x="2003" y="865"/>
                  <a:pt x="2006" y="865"/>
                  <a:pt x="2008" y="864"/>
                </a:cubicBezTo>
                <a:cubicBezTo>
                  <a:pt x="2009" y="864"/>
                  <a:pt x="2011" y="865"/>
                  <a:pt x="2011" y="866"/>
                </a:cubicBezTo>
                <a:cubicBezTo>
                  <a:pt x="2011" y="867"/>
                  <a:pt x="2011" y="868"/>
                  <a:pt x="2011" y="869"/>
                </a:cubicBezTo>
                <a:cubicBezTo>
                  <a:pt x="2011" y="873"/>
                  <a:pt x="2013" y="876"/>
                  <a:pt x="2017" y="877"/>
                </a:cubicBezTo>
                <a:cubicBezTo>
                  <a:pt x="2018" y="877"/>
                  <a:pt x="2020" y="878"/>
                  <a:pt x="2021" y="878"/>
                </a:cubicBezTo>
                <a:cubicBezTo>
                  <a:pt x="2022" y="878"/>
                  <a:pt x="2023" y="877"/>
                  <a:pt x="2023" y="877"/>
                </a:cubicBezTo>
                <a:cubicBezTo>
                  <a:pt x="2024" y="876"/>
                  <a:pt x="2024" y="875"/>
                  <a:pt x="2024" y="873"/>
                </a:cubicBezTo>
                <a:cubicBezTo>
                  <a:pt x="2024" y="872"/>
                  <a:pt x="2022" y="870"/>
                  <a:pt x="2023" y="868"/>
                </a:cubicBezTo>
                <a:cubicBezTo>
                  <a:pt x="2023" y="868"/>
                  <a:pt x="2024" y="868"/>
                  <a:pt x="2024" y="868"/>
                </a:cubicBezTo>
                <a:cubicBezTo>
                  <a:pt x="2025" y="868"/>
                  <a:pt x="2025" y="868"/>
                  <a:pt x="2026" y="869"/>
                </a:cubicBezTo>
                <a:cubicBezTo>
                  <a:pt x="2027" y="870"/>
                  <a:pt x="2027" y="870"/>
                  <a:pt x="2028" y="869"/>
                </a:cubicBezTo>
                <a:cubicBezTo>
                  <a:pt x="2030" y="868"/>
                  <a:pt x="2031" y="866"/>
                  <a:pt x="2030" y="863"/>
                </a:cubicBezTo>
                <a:cubicBezTo>
                  <a:pt x="2029" y="860"/>
                  <a:pt x="2028" y="857"/>
                  <a:pt x="2028" y="855"/>
                </a:cubicBezTo>
                <a:cubicBezTo>
                  <a:pt x="2027" y="853"/>
                  <a:pt x="2027" y="851"/>
                  <a:pt x="2026" y="850"/>
                </a:cubicBezTo>
                <a:cubicBezTo>
                  <a:pt x="2024" y="849"/>
                  <a:pt x="2023" y="847"/>
                  <a:pt x="2022" y="845"/>
                </a:cubicBezTo>
                <a:cubicBezTo>
                  <a:pt x="2022" y="844"/>
                  <a:pt x="2022" y="844"/>
                  <a:pt x="2021" y="844"/>
                </a:cubicBezTo>
                <a:close/>
                <a:moveTo>
                  <a:pt x="587" y="785"/>
                </a:moveTo>
                <a:cubicBezTo>
                  <a:pt x="589" y="785"/>
                  <a:pt x="591" y="785"/>
                  <a:pt x="592" y="785"/>
                </a:cubicBezTo>
                <a:cubicBezTo>
                  <a:pt x="594" y="785"/>
                  <a:pt x="596" y="785"/>
                  <a:pt x="598" y="785"/>
                </a:cubicBezTo>
                <a:cubicBezTo>
                  <a:pt x="600" y="786"/>
                  <a:pt x="601" y="788"/>
                  <a:pt x="603" y="788"/>
                </a:cubicBezTo>
                <a:cubicBezTo>
                  <a:pt x="603" y="789"/>
                  <a:pt x="604" y="788"/>
                  <a:pt x="604" y="788"/>
                </a:cubicBezTo>
                <a:cubicBezTo>
                  <a:pt x="605" y="788"/>
                  <a:pt x="605" y="788"/>
                  <a:pt x="605" y="787"/>
                </a:cubicBezTo>
                <a:cubicBezTo>
                  <a:pt x="607" y="785"/>
                  <a:pt x="609" y="784"/>
                  <a:pt x="611" y="784"/>
                </a:cubicBezTo>
                <a:cubicBezTo>
                  <a:pt x="612" y="785"/>
                  <a:pt x="613" y="784"/>
                  <a:pt x="614" y="784"/>
                </a:cubicBezTo>
                <a:cubicBezTo>
                  <a:pt x="617" y="782"/>
                  <a:pt x="621" y="783"/>
                  <a:pt x="624" y="783"/>
                </a:cubicBezTo>
                <a:cubicBezTo>
                  <a:pt x="625" y="783"/>
                  <a:pt x="625" y="783"/>
                  <a:pt x="626" y="783"/>
                </a:cubicBezTo>
                <a:cubicBezTo>
                  <a:pt x="626" y="783"/>
                  <a:pt x="627" y="782"/>
                  <a:pt x="627" y="781"/>
                </a:cubicBezTo>
                <a:cubicBezTo>
                  <a:pt x="627" y="781"/>
                  <a:pt x="627" y="780"/>
                  <a:pt x="627" y="780"/>
                </a:cubicBezTo>
                <a:cubicBezTo>
                  <a:pt x="623" y="778"/>
                  <a:pt x="620" y="775"/>
                  <a:pt x="617" y="773"/>
                </a:cubicBezTo>
                <a:cubicBezTo>
                  <a:pt x="617" y="772"/>
                  <a:pt x="615" y="772"/>
                  <a:pt x="614" y="772"/>
                </a:cubicBezTo>
                <a:cubicBezTo>
                  <a:pt x="610" y="771"/>
                  <a:pt x="606" y="770"/>
                  <a:pt x="602" y="771"/>
                </a:cubicBezTo>
                <a:cubicBezTo>
                  <a:pt x="601" y="772"/>
                  <a:pt x="600" y="771"/>
                  <a:pt x="598" y="770"/>
                </a:cubicBezTo>
                <a:cubicBezTo>
                  <a:pt x="598" y="770"/>
                  <a:pt x="597" y="770"/>
                  <a:pt x="597" y="769"/>
                </a:cubicBezTo>
                <a:cubicBezTo>
                  <a:pt x="596" y="769"/>
                  <a:pt x="594" y="770"/>
                  <a:pt x="593" y="771"/>
                </a:cubicBezTo>
                <a:cubicBezTo>
                  <a:pt x="593" y="772"/>
                  <a:pt x="593" y="773"/>
                  <a:pt x="594" y="773"/>
                </a:cubicBezTo>
                <a:cubicBezTo>
                  <a:pt x="596" y="775"/>
                  <a:pt x="595" y="777"/>
                  <a:pt x="596" y="779"/>
                </a:cubicBezTo>
                <a:cubicBezTo>
                  <a:pt x="596" y="780"/>
                  <a:pt x="596" y="780"/>
                  <a:pt x="594" y="779"/>
                </a:cubicBezTo>
                <a:cubicBezTo>
                  <a:pt x="593" y="779"/>
                  <a:pt x="592" y="780"/>
                  <a:pt x="591" y="780"/>
                </a:cubicBezTo>
                <a:cubicBezTo>
                  <a:pt x="589" y="781"/>
                  <a:pt x="587" y="781"/>
                  <a:pt x="585" y="781"/>
                </a:cubicBezTo>
                <a:cubicBezTo>
                  <a:pt x="584" y="781"/>
                  <a:pt x="584" y="782"/>
                  <a:pt x="584" y="782"/>
                </a:cubicBezTo>
                <a:cubicBezTo>
                  <a:pt x="584" y="784"/>
                  <a:pt x="586" y="785"/>
                  <a:pt x="587" y="785"/>
                </a:cubicBezTo>
                <a:close/>
                <a:moveTo>
                  <a:pt x="678" y="202"/>
                </a:moveTo>
                <a:cubicBezTo>
                  <a:pt x="679" y="204"/>
                  <a:pt x="679" y="206"/>
                  <a:pt x="678" y="208"/>
                </a:cubicBezTo>
                <a:cubicBezTo>
                  <a:pt x="677" y="211"/>
                  <a:pt x="681" y="214"/>
                  <a:pt x="684" y="214"/>
                </a:cubicBezTo>
                <a:cubicBezTo>
                  <a:pt x="685" y="214"/>
                  <a:pt x="687" y="213"/>
                  <a:pt x="689" y="213"/>
                </a:cubicBezTo>
                <a:cubicBezTo>
                  <a:pt x="690" y="213"/>
                  <a:pt x="691" y="213"/>
                  <a:pt x="692" y="214"/>
                </a:cubicBezTo>
                <a:cubicBezTo>
                  <a:pt x="694" y="215"/>
                  <a:pt x="696" y="215"/>
                  <a:pt x="698" y="215"/>
                </a:cubicBezTo>
                <a:cubicBezTo>
                  <a:pt x="699" y="215"/>
                  <a:pt x="700" y="214"/>
                  <a:pt x="700" y="213"/>
                </a:cubicBezTo>
                <a:cubicBezTo>
                  <a:pt x="700" y="210"/>
                  <a:pt x="700" y="207"/>
                  <a:pt x="699" y="204"/>
                </a:cubicBezTo>
                <a:cubicBezTo>
                  <a:pt x="698" y="200"/>
                  <a:pt x="696" y="198"/>
                  <a:pt x="692" y="197"/>
                </a:cubicBezTo>
                <a:cubicBezTo>
                  <a:pt x="689" y="197"/>
                  <a:pt x="686" y="196"/>
                  <a:pt x="683" y="194"/>
                </a:cubicBezTo>
                <a:cubicBezTo>
                  <a:pt x="682" y="194"/>
                  <a:pt x="681" y="194"/>
                  <a:pt x="680" y="195"/>
                </a:cubicBezTo>
                <a:cubicBezTo>
                  <a:pt x="680" y="196"/>
                  <a:pt x="679" y="197"/>
                  <a:pt x="678" y="199"/>
                </a:cubicBezTo>
                <a:cubicBezTo>
                  <a:pt x="678" y="200"/>
                  <a:pt x="678" y="201"/>
                  <a:pt x="678" y="202"/>
                </a:cubicBezTo>
                <a:close/>
                <a:moveTo>
                  <a:pt x="678" y="199"/>
                </a:moveTo>
                <a:cubicBezTo>
                  <a:pt x="678" y="199"/>
                  <a:pt x="678" y="199"/>
                  <a:pt x="678" y="199"/>
                </a:cubicBezTo>
                <a:cubicBezTo>
                  <a:pt x="678" y="199"/>
                  <a:pt x="678" y="199"/>
                  <a:pt x="678" y="199"/>
                </a:cubicBezTo>
                <a:cubicBezTo>
                  <a:pt x="678" y="199"/>
                  <a:pt x="678" y="199"/>
                  <a:pt x="678" y="199"/>
                </a:cubicBezTo>
                <a:cubicBezTo>
                  <a:pt x="678" y="199"/>
                  <a:pt x="678" y="199"/>
                  <a:pt x="678" y="199"/>
                </a:cubicBezTo>
                <a:close/>
                <a:moveTo>
                  <a:pt x="1694" y="848"/>
                </a:moveTo>
                <a:cubicBezTo>
                  <a:pt x="1694" y="848"/>
                  <a:pt x="1693" y="848"/>
                  <a:pt x="1692" y="847"/>
                </a:cubicBezTo>
                <a:cubicBezTo>
                  <a:pt x="1692" y="847"/>
                  <a:pt x="1691" y="848"/>
                  <a:pt x="1691" y="848"/>
                </a:cubicBezTo>
                <a:cubicBezTo>
                  <a:pt x="1691" y="849"/>
                  <a:pt x="1692" y="850"/>
                  <a:pt x="1692" y="851"/>
                </a:cubicBezTo>
                <a:cubicBezTo>
                  <a:pt x="1689" y="854"/>
                  <a:pt x="1690" y="858"/>
                  <a:pt x="1689" y="861"/>
                </a:cubicBezTo>
                <a:cubicBezTo>
                  <a:pt x="1689" y="866"/>
                  <a:pt x="1690" y="870"/>
                  <a:pt x="1692" y="874"/>
                </a:cubicBezTo>
                <a:cubicBezTo>
                  <a:pt x="1693" y="876"/>
                  <a:pt x="1695" y="877"/>
                  <a:pt x="1697" y="877"/>
                </a:cubicBezTo>
                <a:cubicBezTo>
                  <a:pt x="1703" y="876"/>
                  <a:pt x="1707" y="870"/>
                  <a:pt x="1705" y="864"/>
                </a:cubicBezTo>
                <a:cubicBezTo>
                  <a:pt x="1703" y="858"/>
                  <a:pt x="1699" y="853"/>
                  <a:pt x="1694" y="848"/>
                </a:cubicBezTo>
                <a:close/>
                <a:moveTo>
                  <a:pt x="640" y="95"/>
                </a:moveTo>
                <a:cubicBezTo>
                  <a:pt x="640" y="97"/>
                  <a:pt x="641" y="97"/>
                  <a:pt x="642" y="97"/>
                </a:cubicBezTo>
                <a:cubicBezTo>
                  <a:pt x="645" y="98"/>
                  <a:pt x="648" y="98"/>
                  <a:pt x="652" y="98"/>
                </a:cubicBezTo>
                <a:cubicBezTo>
                  <a:pt x="652" y="98"/>
                  <a:pt x="653" y="97"/>
                  <a:pt x="654" y="96"/>
                </a:cubicBezTo>
                <a:cubicBezTo>
                  <a:pt x="654" y="95"/>
                  <a:pt x="654" y="93"/>
                  <a:pt x="656" y="92"/>
                </a:cubicBezTo>
                <a:cubicBezTo>
                  <a:pt x="656" y="92"/>
                  <a:pt x="656" y="92"/>
                  <a:pt x="656" y="92"/>
                </a:cubicBezTo>
                <a:cubicBezTo>
                  <a:pt x="656" y="92"/>
                  <a:pt x="656" y="92"/>
                  <a:pt x="656" y="92"/>
                </a:cubicBezTo>
                <a:cubicBezTo>
                  <a:pt x="655" y="92"/>
                  <a:pt x="655" y="92"/>
                  <a:pt x="655" y="92"/>
                </a:cubicBezTo>
                <a:cubicBezTo>
                  <a:pt x="657" y="90"/>
                  <a:pt x="657" y="87"/>
                  <a:pt x="656" y="85"/>
                </a:cubicBezTo>
                <a:cubicBezTo>
                  <a:pt x="654" y="83"/>
                  <a:pt x="653" y="80"/>
                  <a:pt x="651" y="78"/>
                </a:cubicBezTo>
                <a:cubicBezTo>
                  <a:pt x="651" y="77"/>
                  <a:pt x="651" y="76"/>
                  <a:pt x="650" y="75"/>
                </a:cubicBezTo>
                <a:cubicBezTo>
                  <a:pt x="649" y="74"/>
                  <a:pt x="647" y="74"/>
                  <a:pt x="646" y="75"/>
                </a:cubicBezTo>
                <a:cubicBezTo>
                  <a:pt x="643" y="78"/>
                  <a:pt x="641" y="82"/>
                  <a:pt x="641" y="86"/>
                </a:cubicBezTo>
                <a:cubicBezTo>
                  <a:pt x="641" y="88"/>
                  <a:pt x="640" y="89"/>
                  <a:pt x="639" y="91"/>
                </a:cubicBezTo>
                <a:cubicBezTo>
                  <a:pt x="639" y="92"/>
                  <a:pt x="640" y="94"/>
                  <a:pt x="640" y="95"/>
                </a:cubicBezTo>
                <a:close/>
                <a:moveTo>
                  <a:pt x="1321" y="93"/>
                </a:moveTo>
                <a:cubicBezTo>
                  <a:pt x="1319" y="93"/>
                  <a:pt x="1318" y="95"/>
                  <a:pt x="1318" y="97"/>
                </a:cubicBezTo>
                <a:cubicBezTo>
                  <a:pt x="1320" y="98"/>
                  <a:pt x="1320" y="98"/>
                  <a:pt x="1320" y="99"/>
                </a:cubicBezTo>
                <a:cubicBezTo>
                  <a:pt x="1320" y="100"/>
                  <a:pt x="1320" y="101"/>
                  <a:pt x="1320" y="102"/>
                </a:cubicBezTo>
                <a:cubicBezTo>
                  <a:pt x="1320" y="104"/>
                  <a:pt x="1321" y="106"/>
                  <a:pt x="1323" y="106"/>
                </a:cubicBezTo>
                <a:cubicBezTo>
                  <a:pt x="1324" y="106"/>
                  <a:pt x="1325" y="107"/>
                  <a:pt x="1326" y="107"/>
                </a:cubicBezTo>
                <a:cubicBezTo>
                  <a:pt x="1327" y="107"/>
                  <a:pt x="1328" y="106"/>
                  <a:pt x="1329" y="105"/>
                </a:cubicBezTo>
                <a:cubicBezTo>
                  <a:pt x="1330" y="104"/>
                  <a:pt x="1330" y="103"/>
                  <a:pt x="1331" y="101"/>
                </a:cubicBezTo>
                <a:cubicBezTo>
                  <a:pt x="1331" y="100"/>
                  <a:pt x="1331" y="99"/>
                  <a:pt x="1332" y="98"/>
                </a:cubicBezTo>
                <a:cubicBezTo>
                  <a:pt x="1334" y="97"/>
                  <a:pt x="1334" y="94"/>
                  <a:pt x="1336" y="92"/>
                </a:cubicBezTo>
                <a:cubicBezTo>
                  <a:pt x="1338" y="91"/>
                  <a:pt x="1338" y="89"/>
                  <a:pt x="1337" y="88"/>
                </a:cubicBezTo>
                <a:cubicBezTo>
                  <a:pt x="1336" y="86"/>
                  <a:pt x="1334" y="85"/>
                  <a:pt x="1333" y="83"/>
                </a:cubicBezTo>
                <a:cubicBezTo>
                  <a:pt x="1333" y="83"/>
                  <a:pt x="1332" y="83"/>
                  <a:pt x="1331" y="83"/>
                </a:cubicBezTo>
                <a:cubicBezTo>
                  <a:pt x="1329" y="84"/>
                  <a:pt x="1328" y="84"/>
                  <a:pt x="1328" y="87"/>
                </a:cubicBezTo>
                <a:cubicBezTo>
                  <a:pt x="1328" y="89"/>
                  <a:pt x="1327" y="91"/>
                  <a:pt x="1325" y="92"/>
                </a:cubicBezTo>
                <a:cubicBezTo>
                  <a:pt x="1325" y="92"/>
                  <a:pt x="1325" y="92"/>
                  <a:pt x="1325" y="92"/>
                </a:cubicBezTo>
                <a:cubicBezTo>
                  <a:pt x="1325" y="92"/>
                  <a:pt x="1325" y="92"/>
                  <a:pt x="1325" y="92"/>
                </a:cubicBezTo>
                <a:cubicBezTo>
                  <a:pt x="1325" y="92"/>
                  <a:pt x="1325" y="92"/>
                  <a:pt x="1325" y="92"/>
                </a:cubicBezTo>
                <a:cubicBezTo>
                  <a:pt x="1324" y="93"/>
                  <a:pt x="1323" y="93"/>
                  <a:pt x="1321" y="93"/>
                </a:cubicBezTo>
                <a:close/>
                <a:moveTo>
                  <a:pt x="1980" y="721"/>
                </a:moveTo>
                <a:cubicBezTo>
                  <a:pt x="1979" y="720"/>
                  <a:pt x="1979" y="720"/>
                  <a:pt x="1978" y="721"/>
                </a:cubicBezTo>
                <a:cubicBezTo>
                  <a:pt x="1977" y="722"/>
                  <a:pt x="1976" y="723"/>
                  <a:pt x="1975" y="724"/>
                </a:cubicBezTo>
                <a:cubicBezTo>
                  <a:pt x="1974" y="726"/>
                  <a:pt x="1973" y="728"/>
                  <a:pt x="1972" y="730"/>
                </a:cubicBezTo>
                <a:cubicBezTo>
                  <a:pt x="1971" y="732"/>
                  <a:pt x="1971" y="734"/>
                  <a:pt x="1971" y="737"/>
                </a:cubicBezTo>
                <a:cubicBezTo>
                  <a:pt x="1971" y="741"/>
                  <a:pt x="1971" y="744"/>
                  <a:pt x="1975" y="747"/>
                </a:cubicBezTo>
                <a:cubicBezTo>
                  <a:pt x="1976" y="748"/>
                  <a:pt x="1976" y="749"/>
                  <a:pt x="1977" y="749"/>
                </a:cubicBezTo>
                <a:cubicBezTo>
                  <a:pt x="1978" y="750"/>
                  <a:pt x="1978" y="750"/>
                  <a:pt x="1979" y="749"/>
                </a:cubicBezTo>
                <a:cubicBezTo>
                  <a:pt x="1979" y="748"/>
                  <a:pt x="1979" y="746"/>
                  <a:pt x="1980" y="745"/>
                </a:cubicBezTo>
                <a:cubicBezTo>
                  <a:pt x="1982" y="741"/>
                  <a:pt x="1982" y="738"/>
                  <a:pt x="1982" y="734"/>
                </a:cubicBezTo>
                <a:cubicBezTo>
                  <a:pt x="1982" y="731"/>
                  <a:pt x="1983" y="728"/>
                  <a:pt x="1983" y="725"/>
                </a:cubicBezTo>
                <a:cubicBezTo>
                  <a:pt x="1983" y="723"/>
                  <a:pt x="1982" y="721"/>
                  <a:pt x="1980" y="721"/>
                </a:cubicBezTo>
                <a:close/>
                <a:moveTo>
                  <a:pt x="1351" y="80"/>
                </a:moveTo>
                <a:cubicBezTo>
                  <a:pt x="1352" y="80"/>
                  <a:pt x="1352" y="81"/>
                  <a:pt x="1353" y="81"/>
                </a:cubicBezTo>
                <a:cubicBezTo>
                  <a:pt x="1353" y="81"/>
                  <a:pt x="1353" y="81"/>
                  <a:pt x="1353" y="81"/>
                </a:cubicBezTo>
                <a:cubicBezTo>
                  <a:pt x="1353" y="81"/>
                  <a:pt x="1353" y="81"/>
                  <a:pt x="1353" y="81"/>
                </a:cubicBezTo>
                <a:cubicBezTo>
                  <a:pt x="1353" y="81"/>
                  <a:pt x="1353" y="81"/>
                  <a:pt x="1353" y="81"/>
                </a:cubicBezTo>
                <a:cubicBezTo>
                  <a:pt x="1353" y="81"/>
                  <a:pt x="1353" y="81"/>
                  <a:pt x="1353" y="81"/>
                </a:cubicBezTo>
                <a:cubicBezTo>
                  <a:pt x="1352" y="81"/>
                  <a:pt x="1351" y="82"/>
                  <a:pt x="1350" y="82"/>
                </a:cubicBezTo>
                <a:cubicBezTo>
                  <a:pt x="1349" y="82"/>
                  <a:pt x="1349" y="83"/>
                  <a:pt x="1349" y="84"/>
                </a:cubicBezTo>
                <a:cubicBezTo>
                  <a:pt x="1349" y="84"/>
                  <a:pt x="1349" y="85"/>
                  <a:pt x="1350" y="85"/>
                </a:cubicBezTo>
                <a:cubicBezTo>
                  <a:pt x="1352" y="86"/>
                  <a:pt x="1355" y="86"/>
                  <a:pt x="1357" y="87"/>
                </a:cubicBezTo>
                <a:cubicBezTo>
                  <a:pt x="1358" y="88"/>
                  <a:pt x="1359" y="87"/>
                  <a:pt x="1360" y="87"/>
                </a:cubicBezTo>
                <a:cubicBezTo>
                  <a:pt x="1360" y="87"/>
                  <a:pt x="1361" y="87"/>
                  <a:pt x="1361" y="86"/>
                </a:cubicBezTo>
                <a:cubicBezTo>
                  <a:pt x="1362" y="83"/>
                  <a:pt x="1364" y="82"/>
                  <a:pt x="1366" y="80"/>
                </a:cubicBezTo>
                <a:cubicBezTo>
                  <a:pt x="1367" y="79"/>
                  <a:pt x="1367" y="78"/>
                  <a:pt x="1366" y="77"/>
                </a:cubicBezTo>
                <a:cubicBezTo>
                  <a:pt x="1366" y="77"/>
                  <a:pt x="1365" y="76"/>
                  <a:pt x="1365" y="76"/>
                </a:cubicBezTo>
                <a:cubicBezTo>
                  <a:pt x="1365" y="76"/>
                  <a:pt x="1365" y="76"/>
                  <a:pt x="1365" y="76"/>
                </a:cubicBezTo>
                <a:cubicBezTo>
                  <a:pt x="1365" y="76"/>
                  <a:pt x="1365" y="76"/>
                  <a:pt x="1365" y="76"/>
                </a:cubicBezTo>
                <a:cubicBezTo>
                  <a:pt x="1365" y="76"/>
                  <a:pt x="1365" y="76"/>
                  <a:pt x="1365" y="76"/>
                </a:cubicBezTo>
                <a:cubicBezTo>
                  <a:pt x="1365" y="77"/>
                  <a:pt x="1364" y="76"/>
                  <a:pt x="1364" y="76"/>
                </a:cubicBezTo>
                <a:cubicBezTo>
                  <a:pt x="1364" y="76"/>
                  <a:pt x="1363" y="76"/>
                  <a:pt x="1363" y="76"/>
                </a:cubicBezTo>
                <a:cubicBezTo>
                  <a:pt x="1363" y="76"/>
                  <a:pt x="1363" y="76"/>
                  <a:pt x="1363" y="76"/>
                </a:cubicBezTo>
                <a:cubicBezTo>
                  <a:pt x="1364" y="76"/>
                  <a:pt x="1364" y="76"/>
                  <a:pt x="1364" y="76"/>
                </a:cubicBezTo>
                <a:cubicBezTo>
                  <a:pt x="1363" y="76"/>
                  <a:pt x="1361" y="75"/>
                  <a:pt x="1360" y="75"/>
                </a:cubicBezTo>
                <a:cubicBezTo>
                  <a:pt x="1360" y="74"/>
                  <a:pt x="1359" y="74"/>
                  <a:pt x="1360" y="73"/>
                </a:cubicBezTo>
                <a:cubicBezTo>
                  <a:pt x="1360" y="70"/>
                  <a:pt x="1357" y="67"/>
                  <a:pt x="1359" y="63"/>
                </a:cubicBezTo>
                <a:cubicBezTo>
                  <a:pt x="1359" y="63"/>
                  <a:pt x="1359" y="62"/>
                  <a:pt x="1358" y="62"/>
                </a:cubicBezTo>
                <a:cubicBezTo>
                  <a:pt x="1356" y="60"/>
                  <a:pt x="1353" y="61"/>
                  <a:pt x="1353" y="64"/>
                </a:cubicBezTo>
                <a:cubicBezTo>
                  <a:pt x="1353" y="67"/>
                  <a:pt x="1353" y="70"/>
                  <a:pt x="1351" y="72"/>
                </a:cubicBezTo>
                <a:cubicBezTo>
                  <a:pt x="1350" y="73"/>
                  <a:pt x="1351" y="74"/>
                  <a:pt x="1352" y="74"/>
                </a:cubicBezTo>
                <a:cubicBezTo>
                  <a:pt x="1352" y="75"/>
                  <a:pt x="1352" y="75"/>
                  <a:pt x="1353" y="75"/>
                </a:cubicBezTo>
                <a:cubicBezTo>
                  <a:pt x="1353" y="75"/>
                  <a:pt x="1352" y="76"/>
                  <a:pt x="1352" y="76"/>
                </a:cubicBezTo>
                <a:cubicBezTo>
                  <a:pt x="1350" y="76"/>
                  <a:pt x="1348" y="76"/>
                  <a:pt x="1348" y="77"/>
                </a:cubicBezTo>
                <a:cubicBezTo>
                  <a:pt x="1348" y="80"/>
                  <a:pt x="1350" y="80"/>
                  <a:pt x="1351" y="80"/>
                </a:cubicBezTo>
                <a:close/>
                <a:moveTo>
                  <a:pt x="1358" y="78"/>
                </a:moveTo>
                <a:cubicBezTo>
                  <a:pt x="1358" y="78"/>
                  <a:pt x="1358" y="78"/>
                  <a:pt x="1358" y="78"/>
                </a:cubicBezTo>
                <a:cubicBezTo>
                  <a:pt x="1358" y="78"/>
                  <a:pt x="1358" y="78"/>
                  <a:pt x="1358" y="78"/>
                </a:cubicBezTo>
                <a:cubicBezTo>
                  <a:pt x="1358" y="77"/>
                  <a:pt x="1358" y="77"/>
                  <a:pt x="1358" y="77"/>
                </a:cubicBezTo>
                <a:lnTo>
                  <a:pt x="1358" y="78"/>
                </a:lnTo>
                <a:close/>
                <a:moveTo>
                  <a:pt x="611" y="149"/>
                </a:moveTo>
                <a:cubicBezTo>
                  <a:pt x="610" y="151"/>
                  <a:pt x="609" y="153"/>
                  <a:pt x="611" y="155"/>
                </a:cubicBezTo>
                <a:cubicBezTo>
                  <a:pt x="613" y="157"/>
                  <a:pt x="615" y="159"/>
                  <a:pt x="618" y="160"/>
                </a:cubicBezTo>
                <a:cubicBezTo>
                  <a:pt x="618" y="161"/>
                  <a:pt x="619" y="161"/>
                  <a:pt x="619" y="161"/>
                </a:cubicBezTo>
                <a:cubicBezTo>
                  <a:pt x="621" y="162"/>
                  <a:pt x="623" y="161"/>
                  <a:pt x="624" y="160"/>
                </a:cubicBezTo>
                <a:cubicBezTo>
                  <a:pt x="624" y="157"/>
                  <a:pt x="625" y="155"/>
                  <a:pt x="626" y="153"/>
                </a:cubicBezTo>
                <a:cubicBezTo>
                  <a:pt x="626" y="152"/>
                  <a:pt x="626" y="151"/>
                  <a:pt x="626" y="150"/>
                </a:cubicBezTo>
                <a:cubicBezTo>
                  <a:pt x="626" y="147"/>
                  <a:pt x="625" y="145"/>
                  <a:pt x="624" y="143"/>
                </a:cubicBezTo>
                <a:cubicBezTo>
                  <a:pt x="623" y="142"/>
                  <a:pt x="621" y="142"/>
                  <a:pt x="620" y="143"/>
                </a:cubicBezTo>
                <a:cubicBezTo>
                  <a:pt x="619" y="143"/>
                  <a:pt x="618" y="143"/>
                  <a:pt x="617" y="143"/>
                </a:cubicBezTo>
                <a:cubicBezTo>
                  <a:pt x="616" y="145"/>
                  <a:pt x="613" y="147"/>
                  <a:pt x="611" y="149"/>
                </a:cubicBezTo>
                <a:close/>
                <a:moveTo>
                  <a:pt x="617" y="143"/>
                </a:moveTo>
                <a:cubicBezTo>
                  <a:pt x="617" y="143"/>
                  <a:pt x="617" y="142"/>
                  <a:pt x="617" y="142"/>
                </a:cubicBezTo>
                <a:cubicBezTo>
                  <a:pt x="617" y="142"/>
                  <a:pt x="617" y="142"/>
                  <a:pt x="617" y="142"/>
                </a:cubicBezTo>
                <a:cubicBezTo>
                  <a:pt x="617" y="143"/>
                  <a:pt x="617" y="143"/>
                  <a:pt x="617" y="143"/>
                </a:cubicBezTo>
                <a:cubicBezTo>
                  <a:pt x="617" y="143"/>
                  <a:pt x="617" y="143"/>
                  <a:pt x="617" y="143"/>
                </a:cubicBezTo>
                <a:close/>
                <a:moveTo>
                  <a:pt x="1860" y="64"/>
                </a:moveTo>
                <a:cubicBezTo>
                  <a:pt x="1865" y="66"/>
                  <a:pt x="1869" y="67"/>
                  <a:pt x="1874" y="67"/>
                </a:cubicBezTo>
                <a:cubicBezTo>
                  <a:pt x="1875" y="67"/>
                  <a:pt x="1876" y="67"/>
                  <a:pt x="1877" y="67"/>
                </a:cubicBezTo>
                <a:cubicBezTo>
                  <a:pt x="1880" y="66"/>
                  <a:pt x="1881" y="65"/>
                  <a:pt x="1882" y="62"/>
                </a:cubicBezTo>
                <a:cubicBezTo>
                  <a:pt x="1882" y="61"/>
                  <a:pt x="1882" y="60"/>
                  <a:pt x="1882" y="60"/>
                </a:cubicBezTo>
                <a:cubicBezTo>
                  <a:pt x="1881" y="57"/>
                  <a:pt x="1879" y="56"/>
                  <a:pt x="1876" y="56"/>
                </a:cubicBezTo>
                <a:cubicBezTo>
                  <a:pt x="1874" y="56"/>
                  <a:pt x="1872" y="57"/>
                  <a:pt x="1870" y="57"/>
                </a:cubicBezTo>
                <a:cubicBezTo>
                  <a:pt x="1868" y="57"/>
                  <a:pt x="1865" y="57"/>
                  <a:pt x="1863" y="57"/>
                </a:cubicBezTo>
                <a:cubicBezTo>
                  <a:pt x="1863" y="57"/>
                  <a:pt x="1862" y="57"/>
                  <a:pt x="1861" y="57"/>
                </a:cubicBezTo>
                <a:cubicBezTo>
                  <a:pt x="1860" y="58"/>
                  <a:pt x="1859" y="58"/>
                  <a:pt x="1857" y="58"/>
                </a:cubicBezTo>
                <a:cubicBezTo>
                  <a:pt x="1857" y="58"/>
                  <a:pt x="1856" y="59"/>
                  <a:pt x="1856" y="60"/>
                </a:cubicBezTo>
                <a:cubicBezTo>
                  <a:pt x="1857" y="61"/>
                  <a:pt x="1859" y="63"/>
                  <a:pt x="1860" y="64"/>
                </a:cubicBezTo>
                <a:close/>
                <a:moveTo>
                  <a:pt x="2216" y="952"/>
                </a:moveTo>
                <a:cubicBezTo>
                  <a:pt x="2214" y="952"/>
                  <a:pt x="2212" y="952"/>
                  <a:pt x="2212" y="955"/>
                </a:cubicBezTo>
                <a:cubicBezTo>
                  <a:pt x="2211" y="958"/>
                  <a:pt x="2208" y="960"/>
                  <a:pt x="2206" y="961"/>
                </a:cubicBezTo>
                <a:cubicBezTo>
                  <a:pt x="2204" y="961"/>
                  <a:pt x="2202" y="961"/>
                  <a:pt x="2201" y="960"/>
                </a:cubicBezTo>
                <a:cubicBezTo>
                  <a:pt x="2201" y="959"/>
                  <a:pt x="2201" y="959"/>
                  <a:pt x="2201" y="959"/>
                </a:cubicBezTo>
                <a:cubicBezTo>
                  <a:pt x="2201" y="959"/>
                  <a:pt x="2201" y="959"/>
                  <a:pt x="2201" y="959"/>
                </a:cubicBezTo>
                <a:cubicBezTo>
                  <a:pt x="2201" y="960"/>
                  <a:pt x="2201" y="960"/>
                  <a:pt x="2201" y="960"/>
                </a:cubicBezTo>
                <a:cubicBezTo>
                  <a:pt x="2198" y="960"/>
                  <a:pt x="2196" y="961"/>
                  <a:pt x="2193" y="961"/>
                </a:cubicBezTo>
                <a:cubicBezTo>
                  <a:pt x="2192" y="961"/>
                  <a:pt x="2192" y="961"/>
                  <a:pt x="2191" y="961"/>
                </a:cubicBezTo>
                <a:cubicBezTo>
                  <a:pt x="2190" y="961"/>
                  <a:pt x="2190" y="961"/>
                  <a:pt x="2189" y="961"/>
                </a:cubicBezTo>
                <a:cubicBezTo>
                  <a:pt x="2189" y="961"/>
                  <a:pt x="2188" y="962"/>
                  <a:pt x="2188" y="962"/>
                </a:cubicBezTo>
                <a:cubicBezTo>
                  <a:pt x="2188" y="963"/>
                  <a:pt x="2188" y="964"/>
                  <a:pt x="2188" y="964"/>
                </a:cubicBezTo>
                <a:cubicBezTo>
                  <a:pt x="2194" y="968"/>
                  <a:pt x="2200" y="969"/>
                  <a:pt x="2206" y="968"/>
                </a:cubicBezTo>
                <a:cubicBezTo>
                  <a:pt x="2207" y="968"/>
                  <a:pt x="2207" y="967"/>
                  <a:pt x="2208" y="967"/>
                </a:cubicBezTo>
                <a:cubicBezTo>
                  <a:pt x="2211" y="966"/>
                  <a:pt x="2212" y="963"/>
                  <a:pt x="2215" y="962"/>
                </a:cubicBezTo>
                <a:cubicBezTo>
                  <a:pt x="2215" y="962"/>
                  <a:pt x="2216" y="961"/>
                  <a:pt x="2216" y="961"/>
                </a:cubicBezTo>
                <a:cubicBezTo>
                  <a:pt x="2216" y="959"/>
                  <a:pt x="2217" y="958"/>
                  <a:pt x="2218" y="956"/>
                </a:cubicBezTo>
                <a:cubicBezTo>
                  <a:pt x="2219" y="954"/>
                  <a:pt x="2218" y="952"/>
                  <a:pt x="2216" y="952"/>
                </a:cubicBezTo>
                <a:close/>
                <a:moveTo>
                  <a:pt x="570" y="61"/>
                </a:moveTo>
                <a:cubicBezTo>
                  <a:pt x="572" y="62"/>
                  <a:pt x="574" y="63"/>
                  <a:pt x="576" y="65"/>
                </a:cubicBezTo>
                <a:cubicBezTo>
                  <a:pt x="578" y="65"/>
                  <a:pt x="579" y="67"/>
                  <a:pt x="581" y="68"/>
                </a:cubicBezTo>
                <a:cubicBezTo>
                  <a:pt x="584" y="70"/>
                  <a:pt x="589" y="68"/>
                  <a:pt x="589" y="64"/>
                </a:cubicBezTo>
                <a:cubicBezTo>
                  <a:pt x="589" y="63"/>
                  <a:pt x="589" y="62"/>
                  <a:pt x="590" y="61"/>
                </a:cubicBezTo>
                <a:cubicBezTo>
                  <a:pt x="590" y="61"/>
                  <a:pt x="590" y="60"/>
                  <a:pt x="590" y="60"/>
                </a:cubicBezTo>
                <a:cubicBezTo>
                  <a:pt x="590" y="57"/>
                  <a:pt x="588" y="55"/>
                  <a:pt x="586" y="56"/>
                </a:cubicBezTo>
                <a:cubicBezTo>
                  <a:pt x="583" y="56"/>
                  <a:pt x="581" y="57"/>
                  <a:pt x="578" y="57"/>
                </a:cubicBezTo>
                <a:cubicBezTo>
                  <a:pt x="576" y="56"/>
                  <a:pt x="574" y="57"/>
                  <a:pt x="572" y="57"/>
                </a:cubicBezTo>
                <a:cubicBezTo>
                  <a:pt x="571" y="57"/>
                  <a:pt x="570" y="58"/>
                  <a:pt x="570" y="59"/>
                </a:cubicBezTo>
                <a:cubicBezTo>
                  <a:pt x="569" y="59"/>
                  <a:pt x="569" y="60"/>
                  <a:pt x="569" y="60"/>
                </a:cubicBezTo>
                <a:cubicBezTo>
                  <a:pt x="569" y="61"/>
                  <a:pt x="570" y="61"/>
                  <a:pt x="570" y="61"/>
                </a:cubicBezTo>
                <a:close/>
                <a:moveTo>
                  <a:pt x="1850" y="112"/>
                </a:moveTo>
                <a:cubicBezTo>
                  <a:pt x="1851" y="112"/>
                  <a:pt x="1851" y="112"/>
                  <a:pt x="1851" y="112"/>
                </a:cubicBezTo>
                <a:cubicBezTo>
                  <a:pt x="1854" y="110"/>
                  <a:pt x="1856" y="110"/>
                  <a:pt x="1859" y="110"/>
                </a:cubicBezTo>
                <a:cubicBezTo>
                  <a:pt x="1863" y="110"/>
                  <a:pt x="1866" y="109"/>
                  <a:pt x="1869" y="109"/>
                </a:cubicBezTo>
                <a:cubicBezTo>
                  <a:pt x="1870" y="109"/>
                  <a:pt x="1871" y="107"/>
                  <a:pt x="1870" y="106"/>
                </a:cubicBezTo>
                <a:cubicBezTo>
                  <a:pt x="1869" y="103"/>
                  <a:pt x="1867" y="101"/>
                  <a:pt x="1864" y="100"/>
                </a:cubicBezTo>
                <a:cubicBezTo>
                  <a:pt x="1862" y="100"/>
                  <a:pt x="1861" y="99"/>
                  <a:pt x="1860" y="99"/>
                </a:cubicBezTo>
                <a:cubicBezTo>
                  <a:pt x="1858" y="98"/>
                  <a:pt x="1857" y="99"/>
                  <a:pt x="1855" y="99"/>
                </a:cubicBezTo>
                <a:cubicBezTo>
                  <a:pt x="1854" y="99"/>
                  <a:pt x="1852" y="100"/>
                  <a:pt x="1852" y="101"/>
                </a:cubicBezTo>
                <a:cubicBezTo>
                  <a:pt x="1852" y="103"/>
                  <a:pt x="1851" y="105"/>
                  <a:pt x="1851" y="108"/>
                </a:cubicBezTo>
                <a:cubicBezTo>
                  <a:pt x="1851" y="108"/>
                  <a:pt x="1850" y="110"/>
                  <a:pt x="1850" y="111"/>
                </a:cubicBezTo>
                <a:cubicBezTo>
                  <a:pt x="1850" y="112"/>
                  <a:pt x="1850" y="112"/>
                  <a:pt x="1850" y="112"/>
                </a:cubicBezTo>
                <a:close/>
                <a:moveTo>
                  <a:pt x="1909" y="769"/>
                </a:moveTo>
                <a:cubicBezTo>
                  <a:pt x="1910" y="768"/>
                  <a:pt x="1909" y="767"/>
                  <a:pt x="1908" y="767"/>
                </a:cubicBezTo>
                <a:cubicBezTo>
                  <a:pt x="1907" y="766"/>
                  <a:pt x="1906" y="766"/>
                  <a:pt x="1905" y="766"/>
                </a:cubicBezTo>
                <a:cubicBezTo>
                  <a:pt x="1905" y="766"/>
                  <a:pt x="1904" y="766"/>
                  <a:pt x="1904" y="766"/>
                </a:cubicBezTo>
                <a:cubicBezTo>
                  <a:pt x="1900" y="766"/>
                  <a:pt x="1896" y="768"/>
                  <a:pt x="1894" y="771"/>
                </a:cubicBezTo>
                <a:cubicBezTo>
                  <a:pt x="1893" y="771"/>
                  <a:pt x="1893" y="772"/>
                  <a:pt x="1893" y="773"/>
                </a:cubicBezTo>
                <a:cubicBezTo>
                  <a:pt x="1892" y="776"/>
                  <a:pt x="1894" y="779"/>
                  <a:pt x="1897" y="780"/>
                </a:cubicBezTo>
                <a:cubicBezTo>
                  <a:pt x="1900" y="781"/>
                  <a:pt x="1904" y="780"/>
                  <a:pt x="1906" y="777"/>
                </a:cubicBezTo>
                <a:cubicBezTo>
                  <a:pt x="1908" y="775"/>
                  <a:pt x="1909" y="772"/>
                  <a:pt x="1909" y="769"/>
                </a:cubicBezTo>
                <a:close/>
                <a:moveTo>
                  <a:pt x="1166" y="607"/>
                </a:moveTo>
                <a:cubicBezTo>
                  <a:pt x="1167" y="610"/>
                  <a:pt x="1167" y="614"/>
                  <a:pt x="1167" y="617"/>
                </a:cubicBezTo>
                <a:cubicBezTo>
                  <a:pt x="1167" y="622"/>
                  <a:pt x="1170" y="623"/>
                  <a:pt x="1174" y="620"/>
                </a:cubicBezTo>
                <a:cubicBezTo>
                  <a:pt x="1175" y="620"/>
                  <a:pt x="1176" y="619"/>
                  <a:pt x="1176" y="618"/>
                </a:cubicBezTo>
                <a:cubicBezTo>
                  <a:pt x="1176" y="616"/>
                  <a:pt x="1176" y="614"/>
                  <a:pt x="1176" y="612"/>
                </a:cubicBezTo>
                <a:cubicBezTo>
                  <a:pt x="1176" y="612"/>
                  <a:pt x="1176" y="612"/>
                  <a:pt x="1176" y="612"/>
                </a:cubicBezTo>
                <a:cubicBezTo>
                  <a:pt x="1176" y="611"/>
                  <a:pt x="1176" y="610"/>
                  <a:pt x="1176" y="609"/>
                </a:cubicBezTo>
                <a:cubicBezTo>
                  <a:pt x="1176" y="608"/>
                  <a:pt x="1176" y="607"/>
                  <a:pt x="1176" y="606"/>
                </a:cubicBezTo>
                <a:cubicBezTo>
                  <a:pt x="1176" y="604"/>
                  <a:pt x="1173" y="600"/>
                  <a:pt x="1169" y="603"/>
                </a:cubicBezTo>
                <a:cubicBezTo>
                  <a:pt x="1168" y="603"/>
                  <a:pt x="1167" y="604"/>
                  <a:pt x="1166" y="605"/>
                </a:cubicBezTo>
                <a:cubicBezTo>
                  <a:pt x="1166" y="605"/>
                  <a:pt x="1165" y="606"/>
                  <a:pt x="1166" y="607"/>
                </a:cubicBezTo>
                <a:close/>
                <a:moveTo>
                  <a:pt x="663" y="294"/>
                </a:moveTo>
                <a:cubicBezTo>
                  <a:pt x="662" y="297"/>
                  <a:pt x="664" y="299"/>
                  <a:pt x="666" y="299"/>
                </a:cubicBezTo>
                <a:cubicBezTo>
                  <a:pt x="671" y="299"/>
                  <a:pt x="675" y="297"/>
                  <a:pt x="677" y="293"/>
                </a:cubicBezTo>
                <a:cubicBezTo>
                  <a:pt x="677" y="292"/>
                  <a:pt x="678" y="290"/>
                  <a:pt x="678" y="289"/>
                </a:cubicBezTo>
                <a:cubicBezTo>
                  <a:pt x="679" y="288"/>
                  <a:pt x="678" y="286"/>
                  <a:pt x="676" y="285"/>
                </a:cubicBezTo>
                <a:cubicBezTo>
                  <a:pt x="674" y="284"/>
                  <a:pt x="672" y="284"/>
                  <a:pt x="670" y="285"/>
                </a:cubicBezTo>
                <a:cubicBezTo>
                  <a:pt x="667" y="287"/>
                  <a:pt x="664" y="290"/>
                  <a:pt x="663" y="294"/>
                </a:cubicBezTo>
                <a:cubicBezTo>
                  <a:pt x="663" y="294"/>
                  <a:pt x="663" y="294"/>
                  <a:pt x="663" y="294"/>
                </a:cubicBezTo>
                <a:close/>
                <a:moveTo>
                  <a:pt x="247" y="418"/>
                </a:moveTo>
                <a:cubicBezTo>
                  <a:pt x="246" y="417"/>
                  <a:pt x="244" y="418"/>
                  <a:pt x="244" y="419"/>
                </a:cubicBezTo>
                <a:cubicBezTo>
                  <a:pt x="243" y="420"/>
                  <a:pt x="242" y="422"/>
                  <a:pt x="242" y="423"/>
                </a:cubicBezTo>
                <a:cubicBezTo>
                  <a:pt x="242" y="425"/>
                  <a:pt x="242" y="426"/>
                  <a:pt x="243" y="428"/>
                </a:cubicBezTo>
                <a:cubicBezTo>
                  <a:pt x="243" y="428"/>
                  <a:pt x="242" y="428"/>
                  <a:pt x="242" y="428"/>
                </a:cubicBezTo>
                <a:cubicBezTo>
                  <a:pt x="243" y="430"/>
                  <a:pt x="243" y="431"/>
                  <a:pt x="243" y="432"/>
                </a:cubicBezTo>
                <a:cubicBezTo>
                  <a:pt x="243" y="436"/>
                  <a:pt x="244" y="439"/>
                  <a:pt x="246" y="442"/>
                </a:cubicBezTo>
                <a:cubicBezTo>
                  <a:pt x="246" y="443"/>
                  <a:pt x="246" y="443"/>
                  <a:pt x="247" y="443"/>
                </a:cubicBezTo>
                <a:cubicBezTo>
                  <a:pt x="247" y="443"/>
                  <a:pt x="248" y="443"/>
                  <a:pt x="248" y="443"/>
                </a:cubicBezTo>
                <a:cubicBezTo>
                  <a:pt x="248" y="443"/>
                  <a:pt x="248" y="443"/>
                  <a:pt x="248" y="443"/>
                </a:cubicBezTo>
                <a:cubicBezTo>
                  <a:pt x="247" y="438"/>
                  <a:pt x="248" y="434"/>
                  <a:pt x="249" y="429"/>
                </a:cubicBezTo>
                <a:cubicBezTo>
                  <a:pt x="250" y="427"/>
                  <a:pt x="251" y="424"/>
                  <a:pt x="252" y="422"/>
                </a:cubicBezTo>
                <a:cubicBezTo>
                  <a:pt x="252" y="421"/>
                  <a:pt x="252" y="421"/>
                  <a:pt x="251" y="420"/>
                </a:cubicBezTo>
                <a:cubicBezTo>
                  <a:pt x="250" y="419"/>
                  <a:pt x="248" y="419"/>
                  <a:pt x="247" y="418"/>
                </a:cubicBezTo>
                <a:close/>
                <a:moveTo>
                  <a:pt x="2007" y="1000"/>
                </a:moveTo>
                <a:cubicBezTo>
                  <a:pt x="2010" y="999"/>
                  <a:pt x="2013" y="998"/>
                  <a:pt x="2016" y="995"/>
                </a:cubicBezTo>
                <a:cubicBezTo>
                  <a:pt x="2018" y="993"/>
                  <a:pt x="2021" y="991"/>
                  <a:pt x="2025" y="990"/>
                </a:cubicBezTo>
                <a:cubicBezTo>
                  <a:pt x="2026" y="990"/>
                  <a:pt x="2028" y="989"/>
                  <a:pt x="2029" y="989"/>
                </a:cubicBezTo>
                <a:cubicBezTo>
                  <a:pt x="2030" y="988"/>
                  <a:pt x="2031" y="988"/>
                  <a:pt x="2031" y="986"/>
                </a:cubicBezTo>
                <a:cubicBezTo>
                  <a:pt x="2031" y="986"/>
                  <a:pt x="2030" y="985"/>
                  <a:pt x="2028" y="985"/>
                </a:cubicBezTo>
                <a:cubicBezTo>
                  <a:pt x="2024" y="985"/>
                  <a:pt x="2019" y="985"/>
                  <a:pt x="2015" y="988"/>
                </a:cubicBezTo>
                <a:cubicBezTo>
                  <a:pt x="2014" y="989"/>
                  <a:pt x="2012" y="989"/>
                  <a:pt x="2011" y="990"/>
                </a:cubicBezTo>
                <a:cubicBezTo>
                  <a:pt x="2010" y="990"/>
                  <a:pt x="2009" y="991"/>
                  <a:pt x="2008" y="992"/>
                </a:cubicBezTo>
                <a:cubicBezTo>
                  <a:pt x="2006" y="994"/>
                  <a:pt x="2005" y="997"/>
                  <a:pt x="2005" y="999"/>
                </a:cubicBezTo>
                <a:cubicBezTo>
                  <a:pt x="2006" y="1000"/>
                  <a:pt x="2007" y="1000"/>
                  <a:pt x="2007" y="1000"/>
                </a:cubicBezTo>
                <a:close/>
                <a:moveTo>
                  <a:pt x="64" y="228"/>
                </a:moveTo>
                <a:cubicBezTo>
                  <a:pt x="65" y="228"/>
                  <a:pt x="66" y="228"/>
                  <a:pt x="67" y="228"/>
                </a:cubicBezTo>
                <a:cubicBezTo>
                  <a:pt x="69" y="229"/>
                  <a:pt x="70" y="229"/>
                  <a:pt x="71" y="231"/>
                </a:cubicBezTo>
                <a:cubicBezTo>
                  <a:pt x="71" y="233"/>
                  <a:pt x="72" y="234"/>
                  <a:pt x="72" y="236"/>
                </a:cubicBezTo>
                <a:cubicBezTo>
                  <a:pt x="73" y="237"/>
                  <a:pt x="74" y="237"/>
                  <a:pt x="75" y="237"/>
                </a:cubicBezTo>
                <a:cubicBezTo>
                  <a:pt x="76" y="236"/>
                  <a:pt x="78" y="236"/>
                  <a:pt x="80" y="235"/>
                </a:cubicBezTo>
                <a:cubicBezTo>
                  <a:pt x="80" y="235"/>
                  <a:pt x="80" y="235"/>
                  <a:pt x="80" y="235"/>
                </a:cubicBezTo>
                <a:cubicBezTo>
                  <a:pt x="80" y="234"/>
                  <a:pt x="80" y="234"/>
                  <a:pt x="80" y="234"/>
                </a:cubicBezTo>
                <a:cubicBezTo>
                  <a:pt x="79" y="232"/>
                  <a:pt x="78" y="230"/>
                  <a:pt x="77" y="228"/>
                </a:cubicBezTo>
                <a:cubicBezTo>
                  <a:pt x="76" y="225"/>
                  <a:pt x="75" y="224"/>
                  <a:pt x="72" y="223"/>
                </a:cubicBezTo>
                <a:cubicBezTo>
                  <a:pt x="71" y="223"/>
                  <a:pt x="69" y="222"/>
                  <a:pt x="68" y="221"/>
                </a:cubicBezTo>
                <a:cubicBezTo>
                  <a:pt x="68" y="221"/>
                  <a:pt x="67" y="221"/>
                  <a:pt x="67" y="221"/>
                </a:cubicBezTo>
                <a:cubicBezTo>
                  <a:pt x="66" y="222"/>
                  <a:pt x="64" y="223"/>
                  <a:pt x="64" y="225"/>
                </a:cubicBezTo>
                <a:cubicBezTo>
                  <a:pt x="63" y="226"/>
                  <a:pt x="64" y="227"/>
                  <a:pt x="64" y="228"/>
                </a:cubicBezTo>
                <a:close/>
                <a:moveTo>
                  <a:pt x="651" y="111"/>
                </a:moveTo>
                <a:cubicBezTo>
                  <a:pt x="653" y="111"/>
                  <a:pt x="654" y="110"/>
                  <a:pt x="655" y="109"/>
                </a:cubicBezTo>
                <a:cubicBezTo>
                  <a:pt x="655" y="109"/>
                  <a:pt x="656" y="107"/>
                  <a:pt x="655" y="107"/>
                </a:cubicBezTo>
                <a:cubicBezTo>
                  <a:pt x="652" y="104"/>
                  <a:pt x="648" y="101"/>
                  <a:pt x="643" y="101"/>
                </a:cubicBezTo>
                <a:cubicBezTo>
                  <a:pt x="641" y="100"/>
                  <a:pt x="639" y="102"/>
                  <a:pt x="639" y="104"/>
                </a:cubicBezTo>
                <a:cubicBezTo>
                  <a:pt x="638" y="105"/>
                  <a:pt x="639" y="106"/>
                  <a:pt x="639" y="107"/>
                </a:cubicBezTo>
                <a:cubicBezTo>
                  <a:pt x="643" y="109"/>
                  <a:pt x="647" y="110"/>
                  <a:pt x="650" y="111"/>
                </a:cubicBezTo>
                <a:cubicBezTo>
                  <a:pt x="651" y="111"/>
                  <a:pt x="651" y="111"/>
                  <a:pt x="651" y="111"/>
                </a:cubicBezTo>
                <a:close/>
                <a:moveTo>
                  <a:pt x="2013" y="825"/>
                </a:moveTo>
                <a:cubicBezTo>
                  <a:pt x="2012" y="825"/>
                  <a:pt x="2011" y="826"/>
                  <a:pt x="2012" y="827"/>
                </a:cubicBezTo>
                <a:cubicBezTo>
                  <a:pt x="2012" y="829"/>
                  <a:pt x="2013" y="830"/>
                  <a:pt x="2014" y="831"/>
                </a:cubicBezTo>
                <a:cubicBezTo>
                  <a:pt x="2014" y="831"/>
                  <a:pt x="2014" y="831"/>
                  <a:pt x="2014" y="831"/>
                </a:cubicBezTo>
                <a:cubicBezTo>
                  <a:pt x="2014" y="831"/>
                  <a:pt x="2014" y="831"/>
                  <a:pt x="2014" y="831"/>
                </a:cubicBezTo>
                <a:cubicBezTo>
                  <a:pt x="2014" y="831"/>
                  <a:pt x="2014" y="831"/>
                  <a:pt x="2014" y="831"/>
                </a:cubicBezTo>
                <a:cubicBezTo>
                  <a:pt x="2014" y="832"/>
                  <a:pt x="2014" y="832"/>
                  <a:pt x="2015" y="832"/>
                </a:cubicBezTo>
                <a:cubicBezTo>
                  <a:pt x="2015" y="832"/>
                  <a:pt x="2015" y="833"/>
                  <a:pt x="2015" y="833"/>
                </a:cubicBezTo>
                <a:cubicBezTo>
                  <a:pt x="2014" y="833"/>
                  <a:pt x="2014" y="833"/>
                  <a:pt x="2014" y="833"/>
                </a:cubicBezTo>
                <a:cubicBezTo>
                  <a:pt x="2014" y="832"/>
                  <a:pt x="2014" y="832"/>
                  <a:pt x="2014" y="831"/>
                </a:cubicBezTo>
                <a:cubicBezTo>
                  <a:pt x="2014" y="831"/>
                  <a:pt x="2014" y="831"/>
                  <a:pt x="2014" y="831"/>
                </a:cubicBezTo>
                <a:cubicBezTo>
                  <a:pt x="2013" y="831"/>
                  <a:pt x="2013" y="832"/>
                  <a:pt x="2013" y="832"/>
                </a:cubicBezTo>
                <a:cubicBezTo>
                  <a:pt x="2012" y="834"/>
                  <a:pt x="2011" y="836"/>
                  <a:pt x="2013" y="838"/>
                </a:cubicBezTo>
                <a:cubicBezTo>
                  <a:pt x="2014" y="840"/>
                  <a:pt x="2015" y="841"/>
                  <a:pt x="2016" y="843"/>
                </a:cubicBezTo>
                <a:cubicBezTo>
                  <a:pt x="2016" y="843"/>
                  <a:pt x="2017" y="843"/>
                  <a:pt x="2017" y="843"/>
                </a:cubicBezTo>
                <a:cubicBezTo>
                  <a:pt x="2018" y="843"/>
                  <a:pt x="2019" y="842"/>
                  <a:pt x="2019" y="841"/>
                </a:cubicBezTo>
                <a:cubicBezTo>
                  <a:pt x="2018" y="840"/>
                  <a:pt x="2018" y="840"/>
                  <a:pt x="2018" y="839"/>
                </a:cubicBezTo>
                <a:cubicBezTo>
                  <a:pt x="2018" y="838"/>
                  <a:pt x="2018" y="837"/>
                  <a:pt x="2018" y="837"/>
                </a:cubicBezTo>
                <a:cubicBezTo>
                  <a:pt x="2021" y="836"/>
                  <a:pt x="2021" y="834"/>
                  <a:pt x="2021" y="832"/>
                </a:cubicBezTo>
                <a:cubicBezTo>
                  <a:pt x="2020" y="830"/>
                  <a:pt x="2020" y="828"/>
                  <a:pt x="2019" y="827"/>
                </a:cubicBezTo>
                <a:cubicBezTo>
                  <a:pt x="2018" y="825"/>
                  <a:pt x="2016" y="824"/>
                  <a:pt x="2013" y="825"/>
                </a:cubicBezTo>
                <a:close/>
                <a:moveTo>
                  <a:pt x="1374" y="78"/>
                </a:moveTo>
                <a:cubicBezTo>
                  <a:pt x="1374" y="78"/>
                  <a:pt x="1373" y="78"/>
                  <a:pt x="1373" y="79"/>
                </a:cubicBezTo>
                <a:cubicBezTo>
                  <a:pt x="1373" y="81"/>
                  <a:pt x="1373" y="84"/>
                  <a:pt x="1374" y="87"/>
                </a:cubicBezTo>
                <a:cubicBezTo>
                  <a:pt x="1375" y="87"/>
                  <a:pt x="1376" y="89"/>
                  <a:pt x="1377" y="89"/>
                </a:cubicBezTo>
                <a:cubicBezTo>
                  <a:pt x="1379" y="89"/>
                  <a:pt x="1382" y="89"/>
                  <a:pt x="1384" y="87"/>
                </a:cubicBezTo>
                <a:cubicBezTo>
                  <a:pt x="1384" y="86"/>
                  <a:pt x="1385" y="85"/>
                  <a:pt x="1384" y="84"/>
                </a:cubicBezTo>
                <a:cubicBezTo>
                  <a:pt x="1384" y="84"/>
                  <a:pt x="1384" y="84"/>
                  <a:pt x="1384" y="84"/>
                </a:cubicBezTo>
                <a:cubicBezTo>
                  <a:pt x="1383" y="83"/>
                  <a:pt x="1383" y="83"/>
                  <a:pt x="1383" y="82"/>
                </a:cubicBezTo>
                <a:cubicBezTo>
                  <a:pt x="1382" y="81"/>
                  <a:pt x="1382" y="81"/>
                  <a:pt x="1383" y="79"/>
                </a:cubicBezTo>
                <a:cubicBezTo>
                  <a:pt x="1384" y="78"/>
                  <a:pt x="1385" y="77"/>
                  <a:pt x="1384" y="76"/>
                </a:cubicBezTo>
                <a:cubicBezTo>
                  <a:pt x="1383" y="74"/>
                  <a:pt x="1381" y="75"/>
                  <a:pt x="1380" y="75"/>
                </a:cubicBezTo>
                <a:cubicBezTo>
                  <a:pt x="1379" y="76"/>
                  <a:pt x="1378" y="76"/>
                  <a:pt x="1377" y="76"/>
                </a:cubicBezTo>
                <a:cubicBezTo>
                  <a:pt x="1377" y="76"/>
                  <a:pt x="1377" y="76"/>
                  <a:pt x="1377" y="76"/>
                </a:cubicBezTo>
                <a:cubicBezTo>
                  <a:pt x="1377" y="76"/>
                  <a:pt x="1377" y="76"/>
                  <a:pt x="1377" y="76"/>
                </a:cubicBezTo>
                <a:cubicBezTo>
                  <a:pt x="1377" y="76"/>
                  <a:pt x="1377" y="76"/>
                  <a:pt x="1377" y="76"/>
                </a:cubicBezTo>
                <a:cubicBezTo>
                  <a:pt x="1376" y="77"/>
                  <a:pt x="1375" y="77"/>
                  <a:pt x="1374" y="78"/>
                </a:cubicBezTo>
                <a:close/>
                <a:moveTo>
                  <a:pt x="1309" y="98"/>
                </a:moveTo>
                <a:cubicBezTo>
                  <a:pt x="1311" y="99"/>
                  <a:pt x="1314" y="99"/>
                  <a:pt x="1316" y="99"/>
                </a:cubicBezTo>
                <a:cubicBezTo>
                  <a:pt x="1318" y="100"/>
                  <a:pt x="1317" y="98"/>
                  <a:pt x="1318" y="97"/>
                </a:cubicBezTo>
                <a:cubicBezTo>
                  <a:pt x="1317" y="97"/>
                  <a:pt x="1317" y="96"/>
                  <a:pt x="1317" y="96"/>
                </a:cubicBezTo>
                <a:cubicBezTo>
                  <a:pt x="1316" y="94"/>
                  <a:pt x="1316" y="93"/>
                  <a:pt x="1317" y="92"/>
                </a:cubicBezTo>
                <a:cubicBezTo>
                  <a:pt x="1318" y="91"/>
                  <a:pt x="1319" y="91"/>
                  <a:pt x="1321" y="91"/>
                </a:cubicBezTo>
                <a:cubicBezTo>
                  <a:pt x="1322" y="92"/>
                  <a:pt x="1323" y="92"/>
                  <a:pt x="1325" y="92"/>
                </a:cubicBezTo>
                <a:cubicBezTo>
                  <a:pt x="1325" y="91"/>
                  <a:pt x="1325" y="91"/>
                  <a:pt x="1324" y="90"/>
                </a:cubicBezTo>
                <a:cubicBezTo>
                  <a:pt x="1323" y="88"/>
                  <a:pt x="1320" y="87"/>
                  <a:pt x="1318" y="87"/>
                </a:cubicBezTo>
                <a:cubicBezTo>
                  <a:pt x="1317" y="87"/>
                  <a:pt x="1315" y="87"/>
                  <a:pt x="1314" y="87"/>
                </a:cubicBezTo>
                <a:cubicBezTo>
                  <a:pt x="1312" y="89"/>
                  <a:pt x="1309" y="91"/>
                  <a:pt x="1307" y="94"/>
                </a:cubicBezTo>
                <a:cubicBezTo>
                  <a:pt x="1306" y="95"/>
                  <a:pt x="1307" y="98"/>
                  <a:pt x="1309" y="98"/>
                </a:cubicBezTo>
                <a:close/>
                <a:moveTo>
                  <a:pt x="1318" y="97"/>
                </a:moveTo>
                <a:cubicBezTo>
                  <a:pt x="1318" y="97"/>
                  <a:pt x="1318" y="97"/>
                  <a:pt x="1318" y="97"/>
                </a:cubicBezTo>
                <a:cubicBezTo>
                  <a:pt x="1318" y="97"/>
                  <a:pt x="1318" y="97"/>
                  <a:pt x="1318" y="97"/>
                </a:cubicBezTo>
                <a:cubicBezTo>
                  <a:pt x="1318" y="97"/>
                  <a:pt x="1318" y="97"/>
                  <a:pt x="1318" y="97"/>
                </a:cubicBezTo>
                <a:close/>
                <a:moveTo>
                  <a:pt x="1360" y="92"/>
                </a:moveTo>
                <a:cubicBezTo>
                  <a:pt x="1360" y="93"/>
                  <a:pt x="1359" y="93"/>
                  <a:pt x="1359" y="94"/>
                </a:cubicBezTo>
                <a:cubicBezTo>
                  <a:pt x="1359" y="96"/>
                  <a:pt x="1360" y="98"/>
                  <a:pt x="1362" y="99"/>
                </a:cubicBezTo>
                <a:cubicBezTo>
                  <a:pt x="1362" y="100"/>
                  <a:pt x="1364" y="101"/>
                  <a:pt x="1365" y="100"/>
                </a:cubicBezTo>
                <a:cubicBezTo>
                  <a:pt x="1366" y="100"/>
                  <a:pt x="1367" y="99"/>
                  <a:pt x="1368" y="99"/>
                </a:cubicBezTo>
                <a:cubicBezTo>
                  <a:pt x="1370" y="98"/>
                  <a:pt x="1370" y="97"/>
                  <a:pt x="1371" y="96"/>
                </a:cubicBezTo>
                <a:cubicBezTo>
                  <a:pt x="1371" y="95"/>
                  <a:pt x="1372" y="94"/>
                  <a:pt x="1372" y="93"/>
                </a:cubicBezTo>
                <a:cubicBezTo>
                  <a:pt x="1373" y="92"/>
                  <a:pt x="1373" y="91"/>
                  <a:pt x="1372" y="90"/>
                </a:cubicBezTo>
                <a:cubicBezTo>
                  <a:pt x="1371" y="89"/>
                  <a:pt x="1370" y="89"/>
                  <a:pt x="1368" y="89"/>
                </a:cubicBezTo>
                <a:cubicBezTo>
                  <a:pt x="1368" y="88"/>
                  <a:pt x="1367" y="88"/>
                  <a:pt x="1367" y="89"/>
                </a:cubicBezTo>
                <a:cubicBezTo>
                  <a:pt x="1365" y="91"/>
                  <a:pt x="1363" y="92"/>
                  <a:pt x="1360" y="92"/>
                </a:cubicBezTo>
                <a:close/>
                <a:moveTo>
                  <a:pt x="1387" y="75"/>
                </a:moveTo>
                <a:cubicBezTo>
                  <a:pt x="1388" y="75"/>
                  <a:pt x="1389" y="75"/>
                  <a:pt x="1389" y="75"/>
                </a:cubicBezTo>
                <a:cubicBezTo>
                  <a:pt x="1390" y="73"/>
                  <a:pt x="1391" y="70"/>
                  <a:pt x="1393" y="69"/>
                </a:cubicBezTo>
                <a:cubicBezTo>
                  <a:pt x="1393" y="69"/>
                  <a:pt x="1393" y="68"/>
                  <a:pt x="1393" y="67"/>
                </a:cubicBezTo>
                <a:cubicBezTo>
                  <a:pt x="1391" y="65"/>
                  <a:pt x="1391" y="62"/>
                  <a:pt x="1389" y="60"/>
                </a:cubicBezTo>
                <a:cubicBezTo>
                  <a:pt x="1388" y="60"/>
                  <a:pt x="1387" y="60"/>
                  <a:pt x="1386" y="60"/>
                </a:cubicBezTo>
                <a:cubicBezTo>
                  <a:pt x="1385" y="62"/>
                  <a:pt x="1384" y="63"/>
                  <a:pt x="1383" y="64"/>
                </a:cubicBezTo>
                <a:cubicBezTo>
                  <a:pt x="1383" y="65"/>
                  <a:pt x="1383" y="66"/>
                  <a:pt x="1383" y="66"/>
                </a:cubicBezTo>
                <a:cubicBezTo>
                  <a:pt x="1382" y="71"/>
                  <a:pt x="1384" y="73"/>
                  <a:pt x="1387" y="75"/>
                </a:cubicBezTo>
                <a:close/>
                <a:moveTo>
                  <a:pt x="2042" y="948"/>
                </a:moveTo>
                <a:cubicBezTo>
                  <a:pt x="2047" y="947"/>
                  <a:pt x="2053" y="947"/>
                  <a:pt x="2058" y="949"/>
                </a:cubicBezTo>
                <a:cubicBezTo>
                  <a:pt x="2058" y="950"/>
                  <a:pt x="2059" y="950"/>
                  <a:pt x="2059" y="950"/>
                </a:cubicBezTo>
                <a:cubicBezTo>
                  <a:pt x="2060" y="950"/>
                  <a:pt x="2061" y="949"/>
                  <a:pt x="2061" y="948"/>
                </a:cubicBezTo>
                <a:cubicBezTo>
                  <a:pt x="2061" y="948"/>
                  <a:pt x="2061" y="947"/>
                  <a:pt x="2060" y="946"/>
                </a:cubicBezTo>
                <a:cubicBezTo>
                  <a:pt x="2060" y="945"/>
                  <a:pt x="2059" y="945"/>
                  <a:pt x="2058" y="944"/>
                </a:cubicBezTo>
                <a:cubicBezTo>
                  <a:pt x="2053" y="942"/>
                  <a:pt x="2048" y="941"/>
                  <a:pt x="2043" y="942"/>
                </a:cubicBezTo>
                <a:cubicBezTo>
                  <a:pt x="2041" y="943"/>
                  <a:pt x="2040" y="944"/>
                  <a:pt x="2040" y="945"/>
                </a:cubicBezTo>
                <a:cubicBezTo>
                  <a:pt x="2040" y="947"/>
                  <a:pt x="2041" y="948"/>
                  <a:pt x="2042" y="948"/>
                </a:cubicBezTo>
                <a:close/>
                <a:moveTo>
                  <a:pt x="2308" y="1101"/>
                </a:moveTo>
                <a:cubicBezTo>
                  <a:pt x="2308" y="1101"/>
                  <a:pt x="2309" y="1101"/>
                  <a:pt x="2310" y="1100"/>
                </a:cubicBezTo>
                <a:cubicBezTo>
                  <a:pt x="2310" y="1100"/>
                  <a:pt x="2310" y="1100"/>
                  <a:pt x="2310" y="1100"/>
                </a:cubicBezTo>
                <a:cubicBezTo>
                  <a:pt x="2310" y="1099"/>
                  <a:pt x="2310" y="1099"/>
                  <a:pt x="2310" y="1098"/>
                </a:cubicBezTo>
                <a:cubicBezTo>
                  <a:pt x="2307" y="1094"/>
                  <a:pt x="2303" y="1091"/>
                  <a:pt x="2300" y="1087"/>
                </a:cubicBezTo>
                <a:cubicBezTo>
                  <a:pt x="2299" y="1086"/>
                  <a:pt x="2298" y="1085"/>
                  <a:pt x="2296" y="1083"/>
                </a:cubicBezTo>
                <a:cubicBezTo>
                  <a:pt x="2296" y="1083"/>
                  <a:pt x="2295" y="1083"/>
                  <a:pt x="2295" y="1083"/>
                </a:cubicBezTo>
                <a:cubicBezTo>
                  <a:pt x="2294" y="1082"/>
                  <a:pt x="2294" y="1082"/>
                  <a:pt x="2293" y="1083"/>
                </a:cubicBezTo>
                <a:cubicBezTo>
                  <a:pt x="2293" y="1083"/>
                  <a:pt x="2293" y="1084"/>
                  <a:pt x="2293" y="1084"/>
                </a:cubicBezTo>
                <a:cubicBezTo>
                  <a:pt x="2294" y="1088"/>
                  <a:pt x="2296" y="1091"/>
                  <a:pt x="2299" y="1093"/>
                </a:cubicBezTo>
                <a:cubicBezTo>
                  <a:pt x="2302" y="1096"/>
                  <a:pt x="2304" y="1099"/>
                  <a:pt x="2308" y="1101"/>
                </a:cubicBezTo>
                <a:close/>
                <a:moveTo>
                  <a:pt x="1952" y="987"/>
                </a:moveTo>
                <a:cubicBezTo>
                  <a:pt x="1954" y="988"/>
                  <a:pt x="1955" y="988"/>
                  <a:pt x="1957" y="989"/>
                </a:cubicBezTo>
                <a:cubicBezTo>
                  <a:pt x="1958" y="989"/>
                  <a:pt x="1959" y="989"/>
                  <a:pt x="1960" y="990"/>
                </a:cubicBezTo>
                <a:cubicBezTo>
                  <a:pt x="1965" y="989"/>
                  <a:pt x="1970" y="988"/>
                  <a:pt x="1974" y="987"/>
                </a:cubicBezTo>
                <a:cubicBezTo>
                  <a:pt x="1975" y="987"/>
                  <a:pt x="1975" y="986"/>
                  <a:pt x="1974" y="985"/>
                </a:cubicBezTo>
                <a:cubicBezTo>
                  <a:pt x="1972" y="983"/>
                  <a:pt x="1969" y="982"/>
                  <a:pt x="1966" y="982"/>
                </a:cubicBezTo>
                <a:cubicBezTo>
                  <a:pt x="1965" y="982"/>
                  <a:pt x="1965" y="983"/>
                  <a:pt x="1965" y="983"/>
                </a:cubicBezTo>
                <a:cubicBezTo>
                  <a:pt x="1964" y="984"/>
                  <a:pt x="1964" y="984"/>
                  <a:pt x="1964" y="985"/>
                </a:cubicBezTo>
                <a:cubicBezTo>
                  <a:pt x="1961" y="983"/>
                  <a:pt x="1958" y="985"/>
                  <a:pt x="1955" y="984"/>
                </a:cubicBezTo>
                <a:cubicBezTo>
                  <a:pt x="1953" y="983"/>
                  <a:pt x="1952" y="984"/>
                  <a:pt x="1952" y="985"/>
                </a:cubicBezTo>
                <a:cubicBezTo>
                  <a:pt x="1951" y="986"/>
                  <a:pt x="1951" y="987"/>
                  <a:pt x="1952" y="987"/>
                </a:cubicBezTo>
                <a:close/>
                <a:moveTo>
                  <a:pt x="1999" y="987"/>
                </a:moveTo>
                <a:cubicBezTo>
                  <a:pt x="2000" y="987"/>
                  <a:pt x="2001" y="986"/>
                  <a:pt x="2001" y="985"/>
                </a:cubicBezTo>
                <a:cubicBezTo>
                  <a:pt x="2002" y="985"/>
                  <a:pt x="2002" y="985"/>
                  <a:pt x="2002" y="984"/>
                </a:cubicBezTo>
                <a:cubicBezTo>
                  <a:pt x="2003" y="984"/>
                  <a:pt x="2003" y="983"/>
                  <a:pt x="2002" y="983"/>
                </a:cubicBezTo>
                <a:cubicBezTo>
                  <a:pt x="2002" y="983"/>
                  <a:pt x="2001" y="982"/>
                  <a:pt x="2001" y="982"/>
                </a:cubicBezTo>
                <a:cubicBezTo>
                  <a:pt x="1999" y="983"/>
                  <a:pt x="1996" y="984"/>
                  <a:pt x="1994" y="984"/>
                </a:cubicBezTo>
                <a:cubicBezTo>
                  <a:pt x="1991" y="983"/>
                  <a:pt x="1989" y="983"/>
                  <a:pt x="1986" y="983"/>
                </a:cubicBezTo>
                <a:cubicBezTo>
                  <a:pt x="1986" y="983"/>
                  <a:pt x="1985" y="982"/>
                  <a:pt x="1985" y="982"/>
                </a:cubicBezTo>
                <a:cubicBezTo>
                  <a:pt x="1983" y="982"/>
                  <a:pt x="1981" y="983"/>
                  <a:pt x="1980" y="984"/>
                </a:cubicBezTo>
                <a:cubicBezTo>
                  <a:pt x="1979" y="985"/>
                  <a:pt x="1979" y="985"/>
                  <a:pt x="1979" y="986"/>
                </a:cubicBezTo>
                <a:cubicBezTo>
                  <a:pt x="1979" y="986"/>
                  <a:pt x="1980" y="987"/>
                  <a:pt x="1980" y="987"/>
                </a:cubicBezTo>
                <a:cubicBezTo>
                  <a:pt x="1982" y="988"/>
                  <a:pt x="1985" y="988"/>
                  <a:pt x="1987" y="988"/>
                </a:cubicBezTo>
                <a:cubicBezTo>
                  <a:pt x="1991" y="988"/>
                  <a:pt x="1995" y="987"/>
                  <a:pt x="1999" y="987"/>
                </a:cubicBezTo>
                <a:close/>
                <a:moveTo>
                  <a:pt x="1383" y="292"/>
                </a:moveTo>
                <a:cubicBezTo>
                  <a:pt x="1382" y="293"/>
                  <a:pt x="1382" y="294"/>
                  <a:pt x="1382" y="295"/>
                </a:cubicBezTo>
                <a:cubicBezTo>
                  <a:pt x="1382" y="296"/>
                  <a:pt x="1383" y="298"/>
                  <a:pt x="1383" y="299"/>
                </a:cubicBezTo>
                <a:cubicBezTo>
                  <a:pt x="1384" y="301"/>
                  <a:pt x="1386" y="301"/>
                  <a:pt x="1387" y="301"/>
                </a:cubicBezTo>
                <a:cubicBezTo>
                  <a:pt x="1391" y="300"/>
                  <a:pt x="1392" y="297"/>
                  <a:pt x="1393" y="294"/>
                </a:cubicBezTo>
                <a:cubicBezTo>
                  <a:pt x="1393" y="293"/>
                  <a:pt x="1393" y="293"/>
                  <a:pt x="1393" y="292"/>
                </a:cubicBezTo>
                <a:cubicBezTo>
                  <a:pt x="1391" y="290"/>
                  <a:pt x="1388" y="289"/>
                  <a:pt x="1386" y="290"/>
                </a:cubicBezTo>
                <a:cubicBezTo>
                  <a:pt x="1384" y="290"/>
                  <a:pt x="1383" y="291"/>
                  <a:pt x="1383" y="292"/>
                </a:cubicBezTo>
                <a:close/>
                <a:moveTo>
                  <a:pt x="612" y="356"/>
                </a:moveTo>
                <a:cubicBezTo>
                  <a:pt x="612" y="356"/>
                  <a:pt x="612" y="355"/>
                  <a:pt x="612" y="354"/>
                </a:cubicBezTo>
                <a:cubicBezTo>
                  <a:pt x="612" y="354"/>
                  <a:pt x="611" y="353"/>
                  <a:pt x="611" y="353"/>
                </a:cubicBezTo>
                <a:cubicBezTo>
                  <a:pt x="610" y="353"/>
                  <a:pt x="609" y="353"/>
                  <a:pt x="609" y="353"/>
                </a:cubicBezTo>
                <a:cubicBezTo>
                  <a:pt x="607" y="353"/>
                  <a:pt x="606" y="353"/>
                  <a:pt x="605" y="353"/>
                </a:cubicBezTo>
                <a:cubicBezTo>
                  <a:pt x="604" y="353"/>
                  <a:pt x="603" y="354"/>
                  <a:pt x="603" y="354"/>
                </a:cubicBezTo>
                <a:cubicBezTo>
                  <a:pt x="601" y="355"/>
                  <a:pt x="600" y="356"/>
                  <a:pt x="599" y="358"/>
                </a:cubicBezTo>
                <a:cubicBezTo>
                  <a:pt x="598" y="358"/>
                  <a:pt x="598" y="359"/>
                  <a:pt x="599" y="360"/>
                </a:cubicBezTo>
                <a:cubicBezTo>
                  <a:pt x="599" y="361"/>
                  <a:pt x="599" y="362"/>
                  <a:pt x="600" y="362"/>
                </a:cubicBezTo>
                <a:cubicBezTo>
                  <a:pt x="601" y="362"/>
                  <a:pt x="603" y="362"/>
                  <a:pt x="604" y="362"/>
                </a:cubicBezTo>
                <a:cubicBezTo>
                  <a:pt x="607" y="361"/>
                  <a:pt x="610" y="359"/>
                  <a:pt x="612" y="356"/>
                </a:cubicBezTo>
                <a:close/>
                <a:moveTo>
                  <a:pt x="1694" y="142"/>
                </a:moveTo>
                <a:cubicBezTo>
                  <a:pt x="1694" y="144"/>
                  <a:pt x="1695" y="145"/>
                  <a:pt x="1697" y="146"/>
                </a:cubicBezTo>
                <a:cubicBezTo>
                  <a:pt x="1697" y="146"/>
                  <a:pt x="1698" y="146"/>
                  <a:pt x="1699" y="146"/>
                </a:cubicBezTo>
                <a:cubicBezTo>
                  <a:pt x="1699" y="146"/>
                  <a:pt x="1700" y="146"/>
                  <a:pt x="1700" y="146"/>
                </a:cubicBezTo>
                <a:cubicBezTo>
                  <a:pt x="1702" y="146"/>
                  <a:pt x="1704" y="145"/>
                  <a:pt x="1704" y="143"/>
                </a:cubicBezTo>
                <a:cubicBezTo>
                  <a:pt x="1703" y="141"/>
                  <a:pt x="1703" y="139"/>
                  <a:pt x="1702" y="138"/>
                </a:cubicBezTo>
                <a:cubicBezTo>
                  <a:pt x="1701" y="137"/>
                  <a:pt x="1700" y="136"/>
                  <a:pt x="1699" y="137"/>
                </a:cubicBezTo>
                <a:cubicBezTo>
                  <a:pt x="1697" y="137"/>
                  <a:pt x="1696" y="138"/>
                  <a:pt x="1695" y="138"/>
                </a:cubicBezTo>
                <a:cubicBezTo>
                  <a:pt x="1694" y="139"/>
                  <a:pt x="1693" y="140"/>
                  <a:pt x="1694" y="141"/>
                </a:cubicBezTo>
                <a:cubicBezTo>
                  <a:pt x="1694" y="142"/>
                  <a:pt x="1694" y="142"/>
                  <a:pt x="1694" y="142"/>
                </a:cubicBezTo>
                <a:close/>
                <a:moveTo>
                  <a:pt x="690" y="511"/>
                </a:moveTo>
                <a:cubicBezTo>
                  <a:pt x="689" y="511"/>
                  <a:pt x="689" y="511"/>
                  <a:pt x="688" y="512"/>
                </a:cubicBezTo>
                <a:cubicBezTo>
                  <a:pt x="688" y="512"/>
                  <a:pt x="688" y="513"/>
                  <a:pt x="688" y="514"/>
                </a:cubicBezTo>
                <a:cubicBezTo>
                  <a:pt x="689" y="514"/>
                  <a:pt x="689" y="515"/>
                  <a:pt x="690" y="515"/>
                </a:cubicBezTo>
                <a:cubicBezTo>
                  <a:pt x="691" y="517"/>
                  <a:pt x="693" y="518"/>
                  <a:pt x="695" y="519"/>
                </a:cubicBezTo>
                <a:cubicBezTo>
                  <a:pt x="697" y="520"/>
                  <a:pt x="699" y="521"/>
                  <a:pt x="702" y="521"/>
                </a:cubicBezTo>
                <a:cubicBezTo>
                  <a:pt x="702" y="521"/>
                  <a:pt x="702" y="521"/>
                  <a:pt x="702" y="521"/>
                </a:cubicBezTo>
                <a:cubicBezTo>
                  <a:pt x="703" y="521"/>
                  <a:pt x="703" y="520"/>
                  <a:pt x="704" y="520"/>
                </a:cubicBezTo>
                <a:cubicBezTo>
                  <a:pt x="704" y="520"/>
                  <a:pt x="704" y="519"/>
                  <a:pt x="703" y="519"/>
                </a:cubicBezTo>
                <a:cubicBezTo>
                  <a:pt x="700" y="514"/>
                  <a:pt x="695" y="512"/>
                  <a:pt x="690" y="511"/>
                </a:cubicBezTo>
                <a:close/>
                <a:moveTo>
                  <a:pt x="1341" y="658"/>
                </a:moveTo>
                <a:cubicBezTo>
                  <a:pt x="1343" y="657"/>
                  <a:pt x="1344" y="657"/>
                  <a:pt x="1346" y="656"/>
                </a:cubicBezTo>
                <a:cubicBezTo>
                  <a:pt x="1348" y="655"/>
                  <a:pt x="1349" y="652"/>
                  <a:pt x="1350" y="650"/>
                </a:cubicBezTo>
                <a:cubicBezTo>
                  <a:pt x="1349" y="650"/>
                  <a:pt x="1349" y="650"/>
                  <a:pt x="1349" y="650"/>
                </a:cubicBezTo>
                <a:cubicBezTo>
                  <a:pt x="1347" y="650"/>
                  <a:pt x="1344" y="650"/>
                  <a:pt x="1342" y="651"/>
                </a:cubicBezTo>
                <a:cubicBezTo>
                  <a:pt x="1340" y="651"/>
                  <a:pt x="1338" y="652"/>
                  <a:pt x="1337" y="653"/>
                </a:cubicBezTo>
                <a:cubicBezTo>
                  <a:pt x="1336" y="654"/>
                  <a:pt x="1336" y="655"/>
                  <a:pt x="1336" y="656"/>
                </a:cubicBezTo>
                <a:cubicBezTo>
                  <a:pt x="1337" y="658"/>
                  <a:pt x="1339" y="658"/>
                  <a:pt x="1341" y="658"/>
                </a:cubicBezTo>
                <a:close/>
                <a:moveTo>
                  <a:pt x="514" y="100"/>
                </a:moveTo>
                <a:cubicBezTo>
                  <a:pt x="514" y="100"/>
                  <a:pt x="514" y="99"/>
                  <a:pt x="514" y="99"/>
                </a:cubicBezTo>
                <a:cubicBezTo>
                  <a:pt x="513" y="99"/>
                  <a:pt x="513" y="99"/>
                  <a:pt x="512" y="99"/>
                </a:cubicBezTo>
                <a:cubicBezTo>
                  <a:pt x="508" y="100"/>
                  <a:pt x="504" y="102"/>
                  <a:pt x="500" y="105"/>
                </a:cubicBezTo>
                <a:cubicBezTo>
                  <a:pt x="499" y="106"/>
                  <a:pt x="499" y="107"/>
                  <a:pt x="501" y="108"/>
                </a:cubicBezTo>
                <a:cubicBezTo>
                  <a:pt x="502" y="109"/>
                  <a:pt x="503" y="109"/>
                  <a:pt x="504" y="109"/>
                </a:cubicBezTo>
                <a:cubicBezTo>
                  <a:pt x="507" y="106"/>
                  <a:pt x="510" y="103"/>
                  <a:pt x="514" y="101"/>
                </a:cubicBezTo>
                <a:cubicBezTo>
                  <a:pt x="514" y="101"/>
                  <a:pt x="514" y="100"/>
                  <a:pt x="514" y="100"/>
                </a:cubicBezTo>
                <a:close/>
                <a:moveTo>
                  <a:pt x="1173" y="599"/>
                </a:moveTo>
                <a:cubicBezTo>
                  <a:pt x="1173" y="598"/>
                  <a:pt x="1174" y="598"/>
                  <a:pt x="1174" y="597"/>
                </a:cubicBezTo>
                <a:cubicBezTo>
                  <a:pt x="1174" y="595"/>
                  <a:pt x="1174" y="593"/>
                  <a:pt x="1175" y="592"/>
                </a:cubicBezTo>
                <a:cubicBezTo>
                  <a:pt x="1174" y="591"/>
                  <a:pt x="1174" y="590"/>
                  <a:pt x="1174" y="590"/>
                </a:cubicBezTo>
                <a:cubicBezTo>
                  <a:pt x="1174" y="590"/>
                  <a:pt x="1174" y="589"/>
                  <a:pt x="1174" y="589"/>
                </a:cubicBezTo>
                <a:cubicBezTo>
                  <a:pt x="1174" y="588"/>
                  <a:pt x="1173" y="587"/>
                  <a:pt x="1172" y="587"/>
                </a:cubicBezTo>
                <a:cubicBezTo>
                  <a:pt x="1171" y="588"/>
                  <a:pt x="1170" y="588"/>
                  <a:pt x="1169" y="589"/>
                </a:cubicBezTo>
                <a:cubicBezTo>
                  <a:pt x="1167" y="590"/>
                  <a:pt x="1167" y="591"/>
                  <a:pt x="1167" y="593"/>
                </a:cubicBezTo>
                <a:cubicBezTo>
                  <a:pt x="1167" y="595"/>
                  <a:pt x="1168" y="597"/>
                  <a:pt x="1170" y="599"/>
                </a:cubicBezTo>
                <a:cubicBezTo>
                  <a:pt x="1170" y="600"/>
                  <a:pt x="1172" y="600"/>
                  <a:pt x="1173" y="599"/>
                </a:cubicBezTo>
                <a:close/>
                <a:moveTo>
                  <a:pt x="1962" y="854"/>
                </a:moveTo>
                <a:cubicBezTo>
                  <a:pt x="1962" y="854"/>
                  <a:pt x="1962" y="855"/>
                  <a:pt x="1962" y="855"/>
                </a:cubicBezTo>
                <a:cubicBezTo>
                  <a:pt x="1962" y="855"/>
                  <a:pt x="1963" y="855"/>
                  <a:pt x="1963" y="855"/>
                </a:cubicBezTo>
                <a:cubicBezTo>
                  <a:pt x="1963" y="855"/>
                  <a:pt x="1963" y="855"/>
                  <a:pt x="1964" y="855"/>
                </a:cubicBezTo>
                <a:cubicBezTo>
                  <a:pt x="1966" y="854"/>
                  <a:pt x="1969" y="852"/>
                  <a:pt x="1971" y="849"/>
                </a:cubicBezTo>
                <a:cubicBezTo>
                  <a:pt x="1973" y="846"/>
                  <a:pt x="1975" y="843"/>
                  <a:pt x="1978" y="842"/>
                </a:cubicBezTo>
                <a:cubicBezTo>
                  <a:pt x="1979" y="841"/>
                  <a:pt x="1979" y="841"/>
                  <a:pt x="1978" y="840"/>
                </a:cubicBezTo>
                <a:cubicBezTo>
                  <a:pt x="1976" y="837"/>
                  <a:pt x="1975" y="838"/>
                  <a:pt x="1974" y="839"/>
                </a:cubicBezTo>
                <a:cubicBezTo>
                  <a:pt x="1970" y="844"/>
                  <a:pt x="1967" y="849"/>
                  <a:pt x="1963" y="853"/>
                </a:cubicBezTo>
                <a:cubicBezTo>
                  <a:pt x="1962" y="853"/>
                  <a:pt x="1962" y="854"/>
                  <a:pt x="1962" y="854"/>
                </a:cubicBezTo>
                <a:close/>
                <a:moveTo>
                  <a:pt x="2006" y="840"/>
                </a:moveTo>
                <a:cubicBezTo>
                  <a:pt x="2006" y="838"/>
                  <a:pt x="2004" y="838"/>
                  <a:pt x="2003" y="837"/>
                </a:cubicBezTo>
                <a:cubicBezTo>
                  <a:pt x="2003" y="836"/>
                  <a:pt x="2003" y="836"/>
                  <a:pt x="2003" y="836"/>
                </a:cubicBezTo>
                <a:cubicBezTo>
                  <a:pt x="2003" y="836"/>
                  <a:pt x="2003" y="837"/>
                  <a:pt x="2003" y="837"/>
                </a:cubicBezTo>
                <a:cubicBezTo>
                  <a:pt x="2003" y="837"/>
                  <a:pt x="2003" y="837"/>
                  <a:pt x="2003" y="837"/>
                </a:cubicBezTo>
                <a:cubicBezTo>
                  <a:pt x="2002" y="837"/>
                  <a:pt x="2002" y="838"/>
                  <a:pt x="2001" y="838"/>
                </a:cubicBezTo>
                <a:cubicBezTo>
                  <a:pt x="2001" y="840"/>
                  <a:pt x="2001" y="843"/>
                  <a:pt x="1999" y="845"/>
                </a:cubicBezTo>
                <a:cubicBezTo>
                  <a:pt x="1998" y="847"/>
                  <a:pt x="1998" y="848"/>
                  <a:pt x="2000" y="849"/>
                </a:cubicBezTo>
                <a:cubicBezTo>
                  <a:pt x="2001" y="850"/>
                  <a:pt x="2002" y="850"/>
                  <a:pt x="2003" y="851"/>
                </a:cubicBezTo>
                <a:cubicBezTo>
                  <a:pt x="2004" y="851"/>
                  <a:pt x="2005" y="851"/>
                  <a:pt x="2005" y="850"/>
                </a:cubicBezTo>
                <a:cubicBezTo>
                  <a:pt x="2006" y="849"/>
                  <a:pt x="2007" y="847"/>
                  <a:pt x="2006" y="845"/>
                </a:cubicBezTo>
                <a:cubicBezTo>
                  <a:pt x="2007" y="845"/>
                  <a:pt x="2007" y="845"/>
                  <a:pt x="2007" y="845"/>
                </a:cubicBezTo>
                <a:cubicBezTo>
                  <a:pt x="2007" y="845"/>
                  <a:pt x="2007" y="845"/>
                  <a:pt x="2007" y="845"/>
                </a:cubicBezTo>
                <a:cubicBezTo>
                  <a:pt x="2007" y="845"/>
                  <a:pt x="2006" y="845"/>
                  <a:pt x="2006" y="845"/>
                </a:cubicBezTo>
                <a:cubicBezTo>
                  <a:pt x="2005" y="844"/>
                  <a:pt x="2005" y="842"/>
                  <a:pt x="2006" y="840"/>
                </a:cubicBezTo>
                <a:close/>
                <a:moveTo>
                  <a:pt x="561" y="781"/>
                </a:moveTo>
                <a:cubicBezTo>
                  <a:pt x="559" y="782"/>
                  <a:pt x="558" y="782"/>
                  <a:pt x="556" y="782"/>
                </a:cubicBezTo>
                <a:cubicBezTo>
                  <a:pt x="555" y="782"/>
                  <a:pt x="555" y="783"/>
                  <a:pt x="556" y="784"/>
                </a:cubicBezTo>
                <a:cubicBezTo>
                  <a:pt x="558" y="787"/>
                  <a:pt x="561" y="789"/>
                  <a:pt x="566" y="788"/>
                </a:cubicBezTo>
                <a:cubicBezTo>
                  <a:pt x="567" y="787"/>
                  <a:pt x="568" y="787"/>
                  <a:pt x="568" y="787"/>
                </a:cubicBezTo>
                <a:cubicBezTo>
                  <a:pt x="569" y="786"/>
                  <a:pt x="569" y="785"/>
                  <a:pt x="569" y="784"/>
                </a:cubicBezTo>
                <a:cubicBezTo>
                  <a:pt x="567" y="782"/>
                  <a:pt x="564" y="781"/>
                  <a:pt x="561" y="781"/>
                </a:cubicBezTo>
                <a:close/>
                <a:moveTo>
                  <a:pt x="2003" y="837"/>
                </a:moveTo>
                <a:cubicBezTo>
                  <a:pt x="2003" y="836"/>
                  <a:pt x="2003" y="835"/>
                  <a:pt x="2003" y="835"/>
                </a:cubicBezTo>
                <a:cubicBezTo>
                  <a:pt x="2003" y="834"/>
                  <a:pt x="2003" y="834"/>
                  <a:pt x="2002" y="833"/>
                </a:cubicBezTo>
                <a:cubicBezTo>
                  <a:pt x="2000" y="832"/>
                  <a:pt x="1997" y="831"/>
                  <a:pt x="1995" y="830"/>
                </a:cubicBezTo>
                <a:cubicBezTo>
                  <a:pt x="1995" y="830"/>
                  <a:pt x="1994" y="830"/>
                  <a:pt x="1994" y="831"/>
                </a:cubicBezTo>
                <a:cubicBezTo>
                  <a:pt x="1994" y="833"/>
                  <a:pt x="1994" y="836"/>
                  <a:pt x="1995" y="839"/>
                </a:cubicBezTo>
                <a:cubicBezTo>
                  <a:pt x="1995" y="840"/>
                  <a:pt x="1996" y="840"/>
                  <a:pt x="1997" y="840"/>
                </a:cubicBezTo>
                <a:cubicBezTo>
                  <a:pt x="1998" y="841"/>
                  <a:pt x="1999" y="841"/>
                  <a:pt x="2000" y="840"/>
                </a:cubicBezTo>
                <a:cubicBezTo>
                  <a:pt x="2000" y="839"/>
                  <a:pt x="2001" y="839"/>
                  <a:pt x="2001" y="838"/>
                </a:cubicBezTo>
                <a:cubicBezTo>
                  <a:pt x="2001" y="838"/>
                  <a:pt x="2001" y="838"/>
                  <a:pt x="2001" y="838"/>
                </a:cubicBezTo>
                <a:cubicBezTo>
                  <a:pt x="2001" y="838"/>
                  <a:pt x="2001" y="838"/>
                  <a:pt x="2001" y="838"/>
                </a:cubicBezTo>
                <a:cubicBezTo>
                  <a:pt x="2001" y="838"/>
                  <a:pt x="2001" y="838"/>
                  <a:pt x="2001" y="838"/>
                </a:cubicBezTo>
                <a:cubicBezTo>
                  <a:pt x="2002" y="838"/>
                  <a:pt x="2002" y="837"/>
                  <a:pt x="2003" y="837"/>
                </a:cubicBezTo>
                <a:close/>
                <a:moveTo>
                  <a:pt x="71" y="292"/>
                </a:moveTo>
                <a:cubicBezTo>
                  <a:pt x="72" y="292"/>
                  <a:pt x="74" y="289"/>
                  <a:pt x="73" y="288"/>
                </a:cubicBezTo>
                <a:cubicBezTo>
                  <a:pt x="73" y="287"/>
                  <a:pt x="72" y="285"/>
                  <a:pt x="70" y="285"/>
                </a:cubicBezTo>
                <a:cubicBezTo>
                  <a:pt x="68" y="286"/>
                  <a:pt x="66" y="286"/>
                  <a:pt x="63" y="287"/>
                </a:cubicBezTo>
                <a:cubicBezTo>
                  <a:pt x="63" y="287"/>
                  <a:pt x="63" y="288"/>
                  <a:pt x="63" y="288"/>
                </a:cubicBezTo>
                <a:cubicBezTo>
                  <a:pt x="63" y="289"/>
                  <a:pt x="63" y="290"/>
                  <a:pt x="64" y="291"/>
                </a:cubicBezTo>
                <a:cubicBezTo>
                  <a:pt x="66" y="293"/>
                  <a:pt x="68" y="293"/>
                  <a:pt x="71" y="292"/>
                </a:cubicBezTo>
                <a:close/>
                <a:moveTo>
                  <a:pt x="1484" y="218"/>
                </a:moveTo>
                <a:cubicBezTo>
                  <a:pt x="1486" y="219"/>
                  <a:pt x="1490" y="218"/>
                  <a:pt x="1491" y="215"/>
                </a:cubicBezTo>
                <a:cubicBezTo>
                  <a:pt x="1491" y="215"/>
                  <a:pt x="1491" y="215"/>
                  <a:pt x="1491" y="214"/>
                </a:cubicBezTo>
                <a:cubicBezTo>
                  <a:pt x="1490" y="212"/>
                  <a:pt x="1489" y="211"/>
                  <a:pt x="1487" y="210"/>
                </a:cubicBezTo>
                <a:cubicBezTo>
                  <a:pt x="1487" y="209"/>
                  <a:pt x="1486" y="209"/>
                  <a:pt x="1486" y="209"/>
                </a:cubicBezTo>
                <a:cubicBezTo>
                  <a:pt x="1482" y="210"/>
                  <a:pt x="1481" y="212"/>
                  <a:pt x="1482" y="216"/>
                </a:cubicBezTo>
                <a:cubicBezTo>
                  <a:pt x="1482" y="217"/>
                  <a:pt x="1483" y="217"/>
                  <a:pt x="1484" y="218"/>
                </a:cubicBezTo>
                <a:close/>
                <a:moveTo>
                  <a:pt x="1277" y="650"/>
                </a:moveTo>
                <a:cubicBezTo>
                  <a:pt x="1277" y="650"/>
                  <a:pt x="1276" y="650"/>
                  <a:pt x="1275" y="651"/>
                </a:cubicBezTo>
                <a:cubicBezTo>
                  <a:pt x="1275" y="651"/>
                  <a:pt x="1275" y="651"/>
                  <a:pt x="1275" y="652"/>
                </a:cubicBezTo>
                <a:cubicBezTo>
                  <a:pt x="1274" y="652"/>
                  <a:pt x="1275" y="653"/>
                  <a:pt x="1275" y="653"/>
                </a:cubicBezTo>
                <a:cubicBezTo>
                  <a:pt x="1278" y="654"/>
                  <a:pt x="1281" y="655"/>
                  <a:pt x="1283" y="655"/>
                </a:cubicBezTo>
                <a:cubicBezTo>
                  <a:pt x="1284" y="655"/>
                  <a:pt x="1284" y="655"/>
                  <a:pt x="1284" y="655"/>
                </a:cubicBezTo>
                <a:cubicBezTo>
                  <a:pt x="1287" y="655"/>
                  <a:pt x="1289" y="655"/>
                  <a:pt x="1291" y="654"/>
                </a:cubicBezTo>
                <a:cubicBezTo>
                  <a:pt x="1291" y="654"/>
                  <a:pt x="1292" y="654"/>
                  <a:pt x="1292" y="654"/>
                </a:cubicBezTo>
                <a:cubicBezTo>
                  <a:pt x="1292" y="653"/>
                  <a:pt x="1292" y="653"/>
                  <a:pt x="1291" y="652"/>
                </a:cubicBezTo>
                <a:cubicBezTo>
                  <a:pt x="1289" y="651"/>
                  <a:pt x="1287" y="650"/>
                  <a:pt x="1285" y="650"/>
                </a:cubicBezTo>
                <a:cubicBezTo>
                  <a:pt x="1282" y="651"/>
                  <a:pt x="1280" y="651"/>
                  <a:pt x="1277" y="650"/>
                </a:cubicBezTo>
                <a:close/>
                <a:moveTo>
                  <a:pt x="645" y="782"/>
                </a:moveTo>
                <a:cubicBezTo>
                  <a:pt x="644" y="782"/>
                  <a:pt x="642" y="782"/>
                  <a:pt x="641" y="782"/>
                </a:cubicBezTo>
                <a:cubicBezTo>
                  <a:pt x="639" y="782"/>
                  <a:pt x="638" y="782"/>
                  <a:pt x="636" y="782"/>
                </a:cubicBezTo>
                <a:cubicBezTo>
                  <a:pt x="636" y="783"/>
                  <a:pt x="635" y="784"/>
                  <a:pt x="635" y="784"/>
                </a:cubicBezTo>
                <a:cubicBezTo>
                  <a:pt x="634" y="785"/>
                  <a:pt x="635" y="786"/>
                  <a:pt x="636" y="786"/>
                </a:cubicBezTo>
                <a:cubicBezTo>
                  <a:pt x="636" y="787"/>
                  <a:pt x="637" y="787"/>
                  <a:pt x="637" y="787"/>
                </a:cubicBezTo>
                <a:cubicBezTo>
                  <a:pt x="641" y="788"/>
                  <a:pt x="644" y="787"/>
                  <a:pt x="646" y="785"/>
                </a:cubicBezTo>
                <a:cubicBezTo>
                  <a:pt x="647" y="785"/>
                  <a:pt x="647" y="784"/>
                  <a:pt x="646" y="784"/>
                </a:cubicBezTo>
                <a:cubicBezTo>
                  <a:pt x="646" y="783"/>
                  <a:pt x="645" y="782"/>
                  <a:pt x="645" y="782"/>
                </a:cubicBezTo>
                <a:close/>
                <a:moveTo>
                  <a:pt x="1983" y="818"/>
                </a:moveTo>
                <a:cubicBezTo>
                  <a:pt x="1983" y="818"/>
                  <a:pt x="1982" y="819"/>
                  <a:pt x="1982" y="819"/>
                </a:cubicBezTo>
                <a:cubicBezTo>
                  <a:pt x="1983" y="822"/>
                  <a:pt x="1984" y="824"/>
                  <a:pt x="1986" y="827"/>
                </a:cubicBezTo>
                <a:cubicBezTo>
                  <a:pt x="1987" y="828"/>
                  <a:pt x="1989" y="828"/>
                  <a:pt x="1990" y="826"/>
                </a:cubicBezTo>
                <a:cubicBezTo>
                  <a:pt x="1991" y="824"/>
                  <a:pt x="1991" y="822"/>
                  <a:pt x="1990" y="821"/>
                </a:cubicBezTo>
                <a:cubicBezTo>
                  <a:pt x="1989" y="819"/>
                  <a:pt x="1988" y="818"/>
                  <a:pt x="1987" y="817"/>
                </a:cubicBezTo>
                <a:cubicBezTo>
                  <a:pt x="1986" y="817"/>
                  <a:pt x="1984" y="817"/>
                  <a:pt x="1983" y="818"/>
                </a:cubicBezTo>
                <a:close/>
                <a:moveTo>
                  <a:pt x="1974" y="994"/>
                </a:moveTo>
                <a:cubicBezTo>
                  <a:pt x="1976" y="995"/>
                  <a:pt x="1979" y="997"/>
                  <a:pt x="1981" y="998"/>
                </a:cubicBezTo>
                <a:cubicBezTo>
                  <a:pt x="1982" y="998"/>
                  <a:pt x="1983" y="998"/>
                  <a:pt x="1984" y="998"/>
                </a:cubicBezTo>
                <a:cubicBezTo>
                  <a:pt x="1985" y="998"/>
                  <a:pt x="1986" y="996"/>
                  <a:pt x="1985" y="995"/>
                </a:cubicBezTo>
                <a:cubicBezTo>
                  <a:pt x="1985" y="995"/>
                  <a:pt x="1985" y="994"/>
                  <a:pt x="1984" y="994"/>
                </a:cubicBezTo>
                <a:cubicBezTo>
                  <a:pt x="1982" y="991"/>
                  <a:pt x="1979" y="991"/>
                  <a:pt x="1976" y="991"/>
                </a:cubicBezTo>
                <a:cubicBezTo>
                  <a:pt x="1976" y="991"/>
                  <a:pt x="1975" y="991"/>
                  <a:pt x="1974" y="991"/>
                </a:cubicBezTo>
                <a:cubicBezTo>
                  <a:pt x="1973" y="991"/>
                  <a:pt x="1973" y="992"/>
                  <a:pt x="1973" y="993"/>
                </a:cubicBezTo>
                <a:cubicBezTo>
                  <a:pt x="1973" y="993"/>
                  <a:pt x="1973" y="994"/>
                  <a:pt x="1974" y="994"/>
                </a:cubicBezTo>
                <a:close/>
                <a:moveTo>
                  <a:pt x="594" y="99"/>
                </a:moveTo>
                <a:cubicBezTo>
                  <a:pt x="594" y="100"/>
                  <a:pt x="596" y="99"/>
                  <a:pt x="596" y="99"/>
                </a:cubicBezTo>
                <a:cubicBezTo>
                  <a:pt x="598" y="96"/>
                  <a:pt x="598" y="93"/>
                  <a:pt x="598" y="89"/>
                </a:cubicBezTo>
                <a:cubicBezTo>
                  <a:pt x="598" y="89"/>
                  <a:pt x="598" y="88"/>
                  <a:pt x="598" y="87"/>
                </a:cubicBezTo>
                <a:cubicBezTo>
                  <a:pt x="598" y="87"/>
                  <a:pt x="597" y="86"/>
                  <a:pt x="597" y="86"/>
                </a:cubicBezTo>
                <a:cubicBezTo>
                  <a:pt x="596" y="86"/>
                  <a:pt x="596" y="86"/>
                  <a:pt x="595" y="87"/>
                </a:cubicBezTo>
                <a:cubicBezTo>
                  <a:pt x="594" y="89"/>
                  <a:pt x="593" y="91"/>
                  <a:pt x="592" y="94"/>
                </a:cubicBezTo>
                <a:cubicBezTo>
                  <a:pt x="592" y="95"/>
                  <a:pt x="592" y="96"/>
                  <a:pt x="592" y="97"/>
                </a:cubicBezTo>
                <a:cubicBezTo>
                  <a:pt x="592" y="98"/>
                  <a:pt x="593" y="99"/>
                  <a:pt x="594" y="99"/>
                </a:cubicBezTo>
                <a:close/>
                <a:moveTo>
                  <a:pt x="2236" y="962"/>
                </a:moveTo>
                <a:cubicBezTo>
                  <a:pt x="2236" y="962"/>
                  <a:pt x="2235" y="962"/>
                  <a:pt x="2235" y="962"/>
                </a:cubicBezTo>
                <a:cubicBezTo>
                  <a:pt x="2235" y="963"/>
                  <a:pt x="2234" y="963"/>
                  <a:pt x="2234" y="964"/>
                </a:cubicBezTo>
                <a:cubicBezTo>
                  <a:pt x="2235" y="967"/>
                  <a:pt x="2236" y="969"/>
                  <a:pt x="2238" y="971"/>
                </a:cubicBezTo>
                <a:cubicBezTo>
                  <a:pt x="2238" y="972"/>
                  <a:pt x="2241" y="972"/>
                  <a:pt x="2242" y="971"/>
                </a:cubicBezTo>
                <a:cubicBezTo>
                  <a:pt x="2243" y="970"/>
                  <a:pt x="2243" y="968"/>
                  <a:pt x="2242" y="967"/>
                </a:cubicBezTo>
                <a:cubicBezTo>
                  <a:pt x="2241" y="965"/>
                  <a:pt x="2238" y="963"/>
                  <a:pt x="2236" y="962"/>
                </a:cubicBezTo>
                <a:close/>
                <a:moveTo>
                  <a:pt x="622" y="361"/>
                </a:moveTo>
                <a:cubicBezTo>
                  <a:pt x="619" y="363"/>
                  <a:pt x="618" y="366"/>
                  <a:pt x="619" y="369"/>
                </a:cubicBezTo>
                <a:cubicBezTo>
                  <a:pt x="619" y="370"/>
                  <a:pt x="620" y="371"/>
                  <a:pt x="620" y="371"/>
                </a:cubicBezTo>
                <a:cubicBezTo>
                  <a:pt x="621" y="371"/>
                  <a:pt x="622" y="371"/>
                  <a:pt x="622" y="370"/>
                </a:cubicBezTo>
                <a:cubicBezTo>
                  <a:pt x="623" y="369"/>
                  <a:pt x="624" y="368"/>
                  <a:pt x="625" y="366"/>
                </a:cubicBezTo>
                <a:cubicBezTo>
                  <a:pt x="625" y="366"/>
                  <a:pt x="626" y="365"/>
                  <a:pt x="626" y="365"/>
                </a:cubicBezTo>
                <a:cubicBezTo>
                  <a:pt x="626" y="364"/>
                  <a:pt x="626" y="362"/>
                  <a:pt x="625" y="362"/>
                </a:cubicBezTo>
                <a:cubicBezTo>
                  <a:pt x="624" y="361"/>
                  <a:pt x="623" y="361"/>
                  <a:pt x="622" y="361"/>
                </a:cubicBezTo>
                <a:close/>
                <a:moveTo>
                  <a:pt x="2150" y="306"/>
                </a:moveTo>
                <a:cubicBezTo>
                  <a:pt x="2150" y="307"/>
                  <a:pt x="2149" y="307"/>
                  <a:pt x="2148" y="308"/>
                </a:cubicBezTo>
                <a:cubicBezTo>
                  <a:pt x="2147" y="309"/>
                  <a:pt x="2147" y="310"/>
                  <a:pt x="2147" y="312"/>
                </a:cubicBezTo>
                <a:cubicBezTo>
                  <a:pt x="2148" y="314"/>
                  <a:pt x="2148" y="316"/>
                  <a:pt x="2149" y="317"/>
                </a:cubicBezTo>
                <a:cubicBezTo>
                  <a:pt x="2149" y="318"/>
                  <a:pt x="2149" y="318"/>
                  <a:pt x="2150" y="318"/>
                </a:cubicBezTo>
                <a:cubicBezTo>
                  <a:pt x="2150" y="318"/>
                  <a:pt x="2150" y="317"/>
                  <a:pt x="2150" y="317"/>
                </a:cubicBezTo>
                <a:cubicBezTo>
                  <a:pt x="2151" y="315"/>
                  <a:pt x="2152" y="313"/>
                  <a:pt x="2154" y="311"/>
                </a:cubicBezTo>
                <a:cubicBezTo>
                  <a:pt x="2154" y="310"/>
                  <a:pt x="2154" y="308"/>
                  <a:pt x="2153" y="307"/>
                </a:cubicBezTo>
                <a:cubicBezTo>
                  <a:pt x="2152" y="306"/>
                  <a:pt x="2151" y="306"/>
                  <a:pt x="2150" y="306"/>
                </a:cubicBezTo>
                <a:close/>
                <a:moveTo>
                  <a:pt x="685" y="547"/>
                </a:moveTo>
                <a:cubicBezTo>
                  <a:pt x="685" y="547"/>
                  <a:pt x="685" y="547"/>
                  <a:pt x="685" y="547"/>
                </a:cubicBezTo>
                <a:cubicBezTo>
                  <a:pt x="685" y="547"/>
                  <a:pt x="685" y="547"/>
                  <a:pt x="685" y="547"/>
                </a:cubicBezTo>
                <a:cubicBezTo>
                  <a:pt x="685" y="547"/>
                  <a:pt x="685" y="548"/>
                  <a:pt x="686" y="548"/>
                </a:cubicBezTo>
                <a:cubicBezTo>
                  <a:pt x="685" y="547"/>
                  <a:pt x="685" y="547"/>
                  <a:pt x="685" y="547"/>
                </a:cubicBezTo>
                <a:close/>
                <a:moveTo>
                  <a:pt x="691" y="551"/>
                </a:moveTo>
                <a:cubicBezTo>
                  <a:pt x="692" y="551"/>
                  <a:pt x="693" y="551"/>
                  <a:pt x="694" y="551"/>
                </a:cubicBezTo>
                <a:cubicBezTo>
                  <a:pt x="694" y="546"/>
                  <a:pt x="695" y="547"/>
                  <a:pt x="691" y="545"/>
                </a:cubicBezTo>
                <a:cubicBezTo>
                  <a:pt x="688" y="544"/>
                  <a:pt x="686" y="543"/>
                  <a:pt x="684" y="541"/>
                </a:cubicBezTo>
                <a:cubicBezTo>
                  <a:pt x="684" y="541"/>
                  <a:pt x="683" y="541"/>
                  <a:pt x="683" y="542"/>
                </a:cubicBezTo>
                <a:cubicBezTo>
                  <a:pt x="682" y="542"/>
                  <a:pt x="682" y="542"/>
                  <a:pt x="683" y="542"/>
                </a:cubicBezTo>
                <a:cubicBezTo>
                  <a:pt x="683" y="544"/>
                  <a:pt x="684" y="546"/>
                  <a:pt x="685" y="547"/>
                </a:cubicBezTo>
                <a:cubicBezTo>
                  <a:pt x="686" y="548"/>
                  <a:pt x="687" y="548"/>
                  <a:pt x="688" y="548"/>
                </a:cubicBezTo>
                <a:cubicBezTo>
                  <a:pt x="689" y="549"/>
                  <a:pt x="690" y="550"/>
                  <a:pt x="691" y="551"/>
                </a:cubicBezTo>
                <a:close/>
                <a:moveTo>
                  <a:pt x="691" y="551"/>
                </a:moveTo>
                <a:cubicBezTo>
                  <a:pt x="691" y="551"/>
                  <a:pt x="690" y="551"/>
                  <a:pt x="690" y="551"/>
                </a:cubicBezTo>
                <a:cubicBezTo>
                  <a:pt x="690" y="551"/>
                  <a:pt x="691" y="551"/>
                  <a:pt x="691" y="551"/>
                </a:cubicBezTo>
                <a:cubicBezTo>
                  <a:pt x="691" y="551"/>
                  <a:pt x="691" y="551"/>
                  <a:pt x="691" y="551"/>
                </a:cubicBezTo>
                <a:cubicBezTo>
                  <a:pt x="691" y="551"/>
                  <a:pt x="691" y="551"/>
                  <a:pt x="691" y="551"/>
                </a:cubicBezTo>
                <a:close/>
                <a:moveTo>
                  <a:pt x="2115" y="518"/>
                </a:moveTo>
                <a:cubicBezTo>
                  <a:pt x="2118" y="514"/>
                  <a:pt x="2121" y="511"/>
                  <a:pt x="2124" y="508"/>
                </a:cubicBezTo>
                <a:cubicBezTo>
                  <a:pt x="2124" y="508"/>
                  <a:pt x="2124" y="507"/>
                  <a:pt x="2124" y="507"/>
                </a:cubicBezTo>
                <a:cubicBezTo>
                  <a:pt x="2123" y="506"/>
                  <a:pt x="2123" y="506"/>
                  <a:pt x="2123" y="506"/>
                </a:cubicBezTo>
                <a:cubicBezTo>
                  <a:pt x="2122" y="506"/>
                  <a:pt x="2121" y="507"/>
                  <a:pt x="2120" y="507"/>
                </a:cubicBezTo>
                <a:cubicBezTo>
                  <a:pt x="2118" y="508"/>
                  <a:pt x="2117" y="509"/>
                  <a:pt x="2116" y="511"/>
                </a:cubicBezTo>
                <a:cubicBezTo>
                  <a:pt x="2116" y="512"/>
                  <a:pt x="2115" y="514"/>
                  <a:pt x="2114" y="515"/>
                </a:cubicBezTo>
                <a:cubicBezTo>
                  <a:pt x="2114" y="516"/>
                  <a:pt x="2114" y="516"/>
                  <a:pt x="2114" y="517"/>
                </a:cubicBezTo>
                <a:cubicBezTo>
                  <a:pt x="2114" y="517"/>
                  <a:pt x="2114" y="518"/>
                  <a:pt x="2115" y="518"/>
                </a:cubicBezTo>
                <a:cubicBezTo>
                  <a:pt x="2115" y="518"/>
                  <a:pt x="2115" y="518"/>
                  <a:pt x="2115" y="518"/>
                </a:cubicBezTo>
                <a:close/>
                <a:moveTo>
                  <a:pt x="2034" y="949"/>
                </a:moveTo>
                <a:cubicBezTo>
                  <a:pt x="2034" y="948"/>
                  <a:pt x="2034" y="948"/>
                  <a:pt x="2034" y="947"/>
                </a:cubicBezTo>
                <a:cubicBezTo>
                  <a:pt x="2034" y="947"/>
                  <a:pt x="2034" y="946"/>
                  <a:pt x="2034" y="946"/>
                </a:cubicBezTo>
                <a:cubicBezTo>
                  <a:pt x="2032" y="943"/>
                  <a:pt x="2028" y="943"/>
                  <a:pt x="2026" y="946"/>
                </a:cubicBezTo>
                <a:cubicBezTo>
                  <a:pt x="2025" y="946"/>
                  <a:pt x="2025" y="948"/>
                  <a:pt x="2026" y="948"/>
                </a:cubicBezTo>
                <a:cubicBezTo>
                  <a:pt x="2027" y="950"/>
                  <a:pt x="2029" y="951"/>
                  <a:pt x="2032" y="950"/>
                </a:cubicBezTo>
                <a:cubicBezTo>
                  <a:pt x="2032" y="950"/>
                  <a:pt x="2033" y="949"/>
                  <a:pt x="2034" y="949"/>
                </a:cubicBezTo>
                <a:close/>
                <a:moveTo>
                  <a:pt x="1013" y="209"/>
                </a:moveTo>
                <a:cubicBezTo>
                  <a:pt x="1013" y="210"/>
                  <a:pt x="1013" y="211"/>
                  <a:pt x="1013" y="212"/>
                </a:cubicBezTo>
                <a:cubicBezTo>
                  <a:pt x="1012" y="213"/>
                  <a:pt x="1013" y="215"/>
                  <a:pt x="1014" y="215"/>
                </a:cubicBezTo>
                <a:cubicBezTo>
                  <a:pt x="1016" y="216"/>
                  <a:pt x="1017" y="216"/>
                  <a:pt x="1019" y="215"/>
                </a:cubicBezTo>
                <a:cubicBezTo>
                  <a:pt x="1019" y="215"/>
                  <a:pt x="1019" y="215"/>
                  <a:pt x="1020" y="215"/>
                </a:cubicBezTo>
                <a:cubicBezTo>
                  <a:pt x="1020" y="214"/>
                  <a:pt x="1020" y="214"/>
                  <a:pt x="1020" y="214"/>
                </a:cubicBezTo>
                <a:cubicBezTo>
                  <a:pt x="1019" y="212"/>
                  <a:pt x="1018" y="211"/>
                  <a:pt x="1018" y="209"/>
                </a:cubicBezTo>
                <a:cubicBezTo>
                  <a:pt x="1017" y="208"/>
                  <a:pt x="1014" y="208"/>
                  <a:pt x="1013" y="209"/>
                </a:cubicBezTo>
                <a:close/>
                <a:moveTo>
                  <a:pt x="22" y="380"/>
                </a:moveTo>
                <a:cubicBezTo>
                  <a:pt x="21" y="380"/>
                  <a:pt x="20" y="380"/>
                  <a:pt x="20" y="380"/>
                </a:cubicBezTo>
                <a:cubicBezTo>
                  <a:pt x="18" y="382"/>
                  <a:pt x="16" y="385"/>
                  <a:pt x="14" y="387"/>
                </a:cubicBezTo>
                <a:cubicBezTo>
                  <a:pt x="14" y="387"/>
                  <a:pt x="14" y="387"/>
                  <a:pt x="14" y="388"/>
                </a:cubicBezTo>
                <a:cubicBezTo>
                  <a:pt x="14" y="388"/>
                  <a:pt x="14" y="388"/>
                  <a:pt x="15" y="388"/>
                </a:cubicBezTo>
                <a:cubicBezTo>
                  <a:pt x="18" y="388"/>
                  <a:pt x="21" y="386"/>
                  <a:pt x="23" y="384"/>
                </a:cubicBezTo>
                <a:cubicBezTo>
                  <a:pt x="24" y="384"/>
                  <a:pt x="24" y="383"/>
                  <a:pt x="24" y="382"/>
                </a:cubicBezTo>
                <a:cubicBezTo>
                  <a:pt x="24" y="381"/>
                  <a:pt x="23" y="380"/>
                  <a:pt x="22" y="380"/>
                </a:cubicBezTo>
                <a:close/>
                <a:moveTo>
                  <a:pt x="658" y="52"/>
                </a:moveTo>
                <a:cubicBezTo>
                  <a:pt x="658" y="53"/>
                  <a:pt x="660" y="53"/>
                  <a:pt x="660" y="53"/>
                </a:cubicBezTo>
                <a:cubicBezTo>
                  <a:pt x="661" y="51"/>
                  <a:pt x="663" y="50"/>
                  <a:pt x="663" y="47"/>
                </a:cubicBezTo>
                <a:cubicBezTo>
                  <a:pt x="663" y="47"/>
                  <a:pt x="663" y="46"/>
                  <a:pt x="663" y="46"/>
                </a:cubicBezTo>
                <a:cubicBezTo>
                  <a:pt x="662" y="45"/>
                  <a:pt x="661" y="45"/>
                  <a:pt x="660" y="44"/>
                </a:cubicBezTo>
                <a:cubicBezTo>
                  <a:pt x="657" y="45"/>
                  <a:pt x="655" y="47"/>
                  <a:pt x="657" y="50"/>
                </a:cubicBezTo>
                <a:cubicBezTo>
                  <a:pt x="657" y="51"/>
                  <a:pt x="657" y="52"/>
                  <a:pt x="658" y="52"/>
                </a:cubicBezTo>
                <a:close/>
                <a:moveTo>
                  <a:pt x="661" y="119"/>
                </a:moveTo>
                <a:cubicBezTo>
                  <a:pt x="661" y="119"/>
                  <a:pt x="661" y="119"/>
                  <a:pt x="661" y="119"/>
                </a:cubicBezTo>
                <a:cubicBezTo>
                  <a:pt x="662" y="120"/>
                  <a:pt x="664" y="120"/>
                  <a:pt x="665" y="119"/>
                </a:cubicBezTo>
                <a:cubicBezTo>
                  <a:pt x="667" y="119"/>
                  <a:pt x="667" y="118"/>
                  <a:pt x="668" y="116"/>
                </a:cubicBezTo>
                <a:cubicBezTo>
                  <a:pt x="668" y="114"/>
                  <a:pt x="666" y="112"/>
                  <a:pt x="664" y="112"/>
                </a:cubicBezTo>
                <a:cubicBezTo>
                  <a:pt x="663" y="112"/>
                  <a:pt x="663" y="113"/>
                  <a:pt x="662" y="113"/>
                </a:cubicBezTo>
                <a:cubicBezTo>
                  <a:pt x="661" y="115"/>
                  <a:pt x="661" y="116"/>
                  <a:pt x="661" y="119"/>
                </a:cubicBezTo>
                <a:close/>
                <a:moveTo>
                  <a:pt x="9" y="385"/>
                </a:moveTo>
                <a:cubicBezTo>
                  <a:pt x="8" y="385"/>
                  <a:pt x="7" y="385"/>
                  <a:pt x="7" y="385"/>
                </a:cubicBezTo>
                <a:cubicBezTo>
                  <a:pt x="4" y="387"/>
                  <a:pt x="2" y="389"/>
                  <a:pt x="0" y="391"/>
                </a:cubicBezTo>
                <a:cubicBezTo>
                  <a:pt x="0" y="392"/>
                  <a:pt x="0" y="392"/>
                  <a:pt x="1" y="393"/>
                </a:cubicBezTo>
                <a:cubicBezTo>
                  <a:pt x="1" y="393"/>
                  <a:pt x="1" y="393"/>
                  <a:pt x="1" y="393"/>
                </a:cubicBezTo>
                <a:cubicBezTo>
                  <a:pt x="5" y="391"/>
                  <a:pt x="8" y="390"/>
                  <a:pt x="10" y="387"/>
                </a:cubicBezTo>
                <a:cubicBezTo>
                  <a:pt x="10" y="387"/>
                  <a:pt x="10" y="386"/>
                  <a:pt x="10" y="386"/>
                </a:cubicBezTo>
                <a:cubicBezTo>
                  <a:pt x="10" y="386"/>
                  <a:pt x="9" y="385"/>
                  <a:pt x="9" y="385"/>
                </a:cubicBezTo>
                <a:close/>
                <a:moveTo>
                  <a:pt x="1844" y="94"/>
                </a:moveTo>
                <a:cubicBezTo>
                  <a:pt x="1844" y="93"/>
                  <a:pt x="1843" y="94"/>
                  <a:pt x="1842" y="94"/>
                </a:cubicBezTo>
                <a:cubicBezTo>
                  <a:pt x="1841" y="94"/>
                  <a:pt x="1841" y="95"/>
                  <a:pt x="1841" y="96"/>
                </a:cubicBezTo>
                <a:cubicBezTo>
                  <a:pt x="1841" y="99"/>
                  <a:pt x="1843" y="100"/>
                  <a:pt x="1845" y="101"/>
                </a:cubicBezTo>
                <a:cubicBezTo>
                  <a:pt x="1846" y="102"/>
                  <a:pt x="1847" y="101"/>
                  <a:pt x="1847" y="101"/>
                </a:cubicBezTo>
                <a:cubicBezTo>
                  <a:pt x="1847" y="100"/>
                  <a:pt x="1848" y="99"/>
                  <a:pt x="1848" y="98"/>
                </a:cubicBezTo>
                <a:cubicBezTo>
                  <a:pt x="1848" y="96"/>
                  <a:pt x="1846" y="94"/>
                  <a:pt x="1844" y="94"/>
                </a:cubicBezTo>
                <a:close/>
                <a:moveTo>
                  <a:pt x="612" y="90"/>
                </a:moveTo>
                <a:cubicBezTo>
                  <a:pt x="613" y="92"/>
                  <a:pt x="614" y="93"/>
                  <a:pt x="616" y="94"/>
                </a:cubicBezTo>
                <a:cubicBezTo>
                  <a:pt x="618" y="94"/>
                  <a:pt x="619" y="92"/>
                  <a:pt x="619" y="91"/>
                </a:cubicBezTo>
                <a:cubicBezTo>
                  <a:pt x="619" y="88"/>
                  <a:pt x="617" y="87"/>
                  <a:pt x="614" y="87"/>
                </a:cubicBezTo>
                <a:cubicBezTo>
                  <a:pt x="613" y="87"/>
                  <a:pt x="611" y="89"/>
                  <a:pt x="612" y="90"/>
                </a:cubicBezTo>
                <a:close/>
                <a:moveTo>
                  <a:pt x="557" y="73"/>
                </a:moveTo>
                <a:cubicBezTo>
                  <a:pt x="557" y="73"/>
                  <a:pt x="557" y="73"/>
                  <a:pt x="557" y="73"/>
                </a:cubicBezTo>
                <a:cubicBezTo>
                  <a:pt x="557" y="73"/>
                  <a:pt x="557" y="73"/>
                  <a:pt x="557" y="73"/>
                </a:cubicBezTo>
                <a:cubicBezTo>
                  <a:pt x="557" y="74"/>
                  <a:pt x="557" y="75"/>
                  <a:pt x="556" y="76"/>
                </a:cubicBezTo>
                <a:cubicBezTo>
                  <a:pt x="556" y="77"/>
                  <a:pt x="556" y="79"/>
                  <a:pt x="557" y="80"/>
                </a:cubicBezTo>
                <a:cubicBezTo>
                  <a:pt x="558" y="81"/>
                  <a:pt x="559" y="82"/>
                  <a:pt x="559" y="83"/>
                </a:cubicBezTo>
                <a:cubicBezTo>
                  <a:pt x="560" y="84"/>
                  <a:pt x="561" y="85"/>
                  <a:pt x="562" y="85"/>
                </a:cubicBezTo>
                <a:cubicBezTo>
                  <a:pt x="564" y="85"/>
                  <a:pt x="565" y="85"/>
                  <a:pt x="566" y="85"/>
                </a:cubicBezTo>
                <a:cubicBezTo>
                  <a:pt x="568" y="85"/>
                  <a:pt x="570" y="85"/>
                  <a:pt x="571" y="83"/>
                </a:cubicBezTo>
                <a:cubicBezTo>
                  <a:pt x="572" y="82"/>
                  <a:pt x="573" y="80"/>
                  <a:pt x="574" y="79"/>
                </a:cubicBezTo>
                <a:cubicBezTo>
                  <a:pt x="574" y="77"/>
                  <a:pt x="575" y="77"/>
                  <a:pt x="576" y="76"/>
                </a:cubicBezTo>
                <a:cubicBezTo>
                  <a:pt x="577" y="75"/>
                  <a:pt x="578" y="75"/>
                  <a:pt x="579" y="74"/>
                </a:cubicBezTo>
                <a:cubicBezTo>
                  <a:pt x="580" y="74"/>
                  <a:pt x="580" y="73"/>
                  <a:pt x="580" y="72"/>
                </a:cubicBezTo>
                <a:cubicBezTo>
                  <a:pt x="579" y="72"/>
                  <a:pt x="579" y="71"/>
                  <a:pt x="578" y="71"/>
                </a:cubicBezTo>
                <a:cubicBezTo>
                  <a:pt x="575" y="70"/>
                  <a:pt x="571" y="69"/>
                  <a:pt x="567" y="69"/>
                </a:cubicBezTo>
                <a:cubicBezTo>
                  <a:pt x="564" y="69"/>
                  <a:pt x="562" y="69"/>
                  <a:pt x="559" y="71"/>
                </a:cubicBezTo>
                <a:cubicBezTo>
                  <a:pt x="559" y="71"/>
                  <a:pt x="559" y="71"/>
                  <a:pt x="559" y="71"/>
                </a:cubicBezTo>
                <a:cubicBezTo>
                  <a:pt x="559" y="71"/>
                  <a:pt x="559" y="71"/>
                  <a:pt x="559" y="71"/>
                </a:cubicBezTo>
                <a:cubicBezTo>
                  <a:pt x="559" y="71"/>
                  <a:pt x="559" y="71"/>
                  <a:pt x="559" y="71"/>
                </a:cubicBezTo>
                <a:cubicBezTo>
                  <a:pt x="559" y="71"/>
                  <a:pt x="559" y="71"/>
                  <a:pt x="558" y="72"/>
                </a:cubicBezTo>
                <a:cubicBezTo>
                  <a:pt x="559" y="71"/>
                  <a:pt x="559" y="71"/>
                  <a:pt x="559" y="71"/>
                </a:cubicBezTo>
                <a:cubicBezTo>
                  <a:pt x="559" y="69"/>
                  <a:pt x="559" y="68"/>
                  <a:pt x="559" y="66"/>
                </a:cubicBezTo>
                <a:cubicBezTo>
                  <a:pt x="559" y="65"/>
                  <a:pt x="557" y="64"/>
                  <a:pt x="556" y="64"/>
                </a:cubicBezTo>
                <a:cubicBezTo>
                  <a:pt x="555" y="65"/>
                  <a:pt x="554" y="66"/>
                  <a:pt x="554" y="67"/>
                </a:cubicBezTo>
                <a:cubicBezTo>
                  <a:pt x="553" y="68"/>
                  <a:pt x="553" y="69"/>
                  <a:pt x="554" y="71"/>
                </a:cubicBezTo>
                <a:cubicBezTo>
                  <a:pt x="555" y="72"/>
                  <a:pt x="556" y="72"/>
                  <a:pt x="557" y="73"/>
                </a:cubicBezTo>
                <a:close/>
                <a:moveTo>
                  <a:pt x="2149" y="445"/>
                </a:moveTo>
                <a:cubicBezTo>
                  <a:pt x="2151" y="442"/>
                  <a:pt x="2152" y="439"/>
                  <a:pt x="2152" y="436"/>
                </a:cubicBezTo>
                <a:cubicBezTo>
                  <a:pt x="2152" y="436"/>
                  <a:pt x="2151" y="435"/>
                  <a:pt x="2151" y="435"/>
                </a:cubicBezTo>
                <a:cubicBezTo>
                  <a:pt x="2151" y="435"/>
                  <a:pt x="2150" y="435"/>
                  <a:pt x="2150" y="435"/>
                </a:cubicBezTo>
                <a:cubicBezTo>
                  <a:pt x="2150" y="436"/>
                  <a:pt x="2149" y="436"/>
                  <a:pt x="2149" y="436"/>
                </a:cubicBezTo>
                <a:cubicBezTo>
                  <a:pt x="2148" y="438"/>
                  <a:pt x="2147" y="441"/>
                  <a:pt x="2146" y="443"/>
                </a:cubicBezTo>
                <a:cubicBezTo>
                  <a:pt x="2146" y="444"/>
                  <a:pt x="2147" y="444"/>
                  <a:pt x="2147" y="445"/>
                </a:cubicBezTo>
                <a:cubicBezTo>
                  <a:pt x="2147" y="445"/>
                  <a:pt x="2147" y="445"/>
                  <a:pt x="2148" y="445"/>
                </a:cubicBezTo>
                <a:cubicBezTo>
                  <a:pt x="2148" y="445"/>
                  <a:pt x="2149" y="445"/>
                  <a:pt x="2149" y="445"/>
                </a:cubicBezTo>
                <a:close/>
                <a:moveTo>
                  <a:pt x="603" y="441"/>
                </a:moveTo>
                <a:cubicBezTo>
                  <a:pt x="605" y="440"/>
                  <a:pt x="606" y="439"/>
                  <a:pt x="608" y="437"/>
                </a:cubicBezTo>
                <a:cubicBezTo>
                  <a:pt x="608" y="437"/>
                  <a:pt x="608" y="436"/>
                  <a:pt x="607" y="436"/>
                </a:cubicBezTo>
                <a:cubicBezTo>
                  <a:pt x="607" y="434"/>
                  <a:pt x="606" y="434"/>
                  <a:pt x="605" y="434"/>
                </a:cubicBezTo>
                <a:cubicBezTo>
                  <a:pt x="604" y="435"/>
                  <a:pt x="603" y="435"/>
                  <a:pt x="601" y="435"/>
                </a:cubicBezTo>
                <a:cubicBezTo>
                  <a:pt x="600" y="436"/>
                  <a:pt x="600" y="437"/>
                  <a:pt x="600" y="438"/>
                </a:cubicBezTo>
                <a:cubicBezTo>
                  <a:pt x="600" y="438"/>
                  <a:pt x="600" y="439"/>
                  <a:pt x="600" y="439"/>
                </a:cubicBezTo>
                <a:cubicBezTo>
                  <a:pt x="600" y="440"/>
                  <a:pt x="602" y="441"/>
                  <a:pt x="603" y="441"/>
                </a:cubicBezTo>
                <a:close/>
                <a:moveTo>
                  <a:pt x="1798" y="82"/>
                </a:moveTo>
                <a:cubicBezTo>
                  <a:pt x="1798" y="82"/>
                  <a:pt x="1799" y="82"/>
                  <a:pt x="1799" y="82"/>
                </a:cubicBezTo>
                <a:cubicBezTo>
                  <a:pt x="1799" y="82"/>
                  <a:pt x="1799" y="81"/>
                  <a:pt x="1800" y="81"/>
                </a:cubicBezTo>
                <a:cubicBezTo>
                  <a:pt x="1800" y="80"/>
                  <a:pt x="1799" y="79"/>
                  <a:pt x="1799" y="78"/>
                </a:cubicBezTo>
                <a:cubicBezTo>
                  <a:pt x="1798" y="76"/>
                  <a:pt x="1797" y="74"/>
                  <a:pt x="1795" y="74"/>
                </a:cubicBezTo>
                <a:cubicBezTo>
                  <a:pt x="1794" y="73"/>
                  <a:pt x="1794" y="73"/>
                  <a:pt x="1793" y="73"/>
                </a:cubicBezTo>
                <a:cubicBezTo>
                  <a:pt x="1793" y="72"/>
                  <a:pt x="1792" y="72"/>
                  <a:pt x="1792" y="73"/>
                </a:cubicBezTo>
                <a:cubicBezTo>
                  <a:pt x="1792" y="73"/>
                  <a:pt x="1792" y="74"/>
                  <a:pt x="1792" y="74"/>
                </a:cubicBezTo>
                <a:cubicBezTo>
                  <a:pt x="1794" y="77"/>
                  <a:pt x="1796" y="79"/>
                  <a:pt x="1798" y="82"/>
                </a:cubicBezTo>
                <a:close/>
                <a:moveTo>
                  <a:pt x="591" y="169"/>
                </a:moveTo>
                <a:cubicBezTo>
                  <a:pt x="592" y="169"/>
                  <a:pt x="593" y="168"/>
                  <a:pt x="594" y="168"/>
                </a:cubicBezTo>
                <a:cubicBezTo>
                  <a:pt x="594" y="168"/>
                  <a:pt x="594" y="167"/>
                  <a:pt x="595" y="166"/>
                </a:cubicBezTo>
                <a:cubicBezTo>
                  <a:pt x="595" y="166"/>
                  <a:pt x="594" y="166"/>
                  <a:pt x="594" y="166"/>
                </a:cubicBezTo>
                <a:cubicBezTo>
                  <a:pt x="592" y="165"/>
                  <a:pt x="589" y="165"/>
                  <a:pt x="587" y="166"/>
                </a:cubicBezTo>
                <a:cubicBezTo>
                  <a:pt x="585" y="166"/>
                  <a:pt x="584" y="167"/>
                  <a:pt x="584" y="169"/>
                </a:cubicBezTo>
                <a:cubicBezTo>
                  <a:pt x="586" y="169"/>
                  <a:pt x="589" y="170"/>
                  <a:pt x="591" y="169"/>
                </a:cubicBezTo>
                <a:close/>
                <a:moveTo>
                  <a:pt x="571" y="139"/>
                </a:moveTo>
                <a:cubicBezTo>
                  <a:pt x="572" y="139"/>
                  <a:pt x="574" y="139"/>
                  <a:pt x="575" y="137"/>
                </a:cubicBezTo>
                <a:cubicBezTo>
                  <a:pt x="575" y="136"/>
                  <a:pt x="575" y="135"/>
                  <a:pt x="575" y="133"/>
                </a:cubicBezTo>
                <a:cubicBezTo>
                  <a:pt x="574" y="133"/>
                  <a:pt x="574" y="133"/>
                  <a:pt x="573" y="133"/>
                </a:cubicBezTo>
                <a:cubicBezTo>
                  <a:pt x="571" y="133"/>
                  <a:pt x="570" y="135"/>
                  <a:pt x="569" y="136"/>
                </a:cubicBezTo>
                <a:cubicBezTo>
                  <a:pt x="569" y="137"/>
                  <a:pt x="570" y="139"/>
                  <a:pt x="571" y="139"/>
                </a:cubicBezTo>
                <a:close/>
                <a:moveTo>
                  <a:pt x="1159" y="147"/>
                </a:moveTo>
                <a:cubicBezTo>
                  <a:pt x="1159" y="147"/>
                  <a:pt x="1159" y="148"/>
                  <a:pt x="1159" y="148"/>
                </a:cubicBezTo>
                <a:cubicBezTo>
                  <a:pt x="1159" y="152"/>
                  <a:pt x="1161" y="155"/>
                  <a:pt x="1164" y="157"/>
                </a:cubicBezTo>
                <a:cubicBezTo>
                  <a:pt x="1165" y="157"/>
                  <a:pt x="1165" y="157"/>
                  <a:pt x="1165" y="157"/>
                </a:cubicBezTo>
                <a:cubicBezTo>
                  <a:pt x="1165" y="157"/>
                  <a:pt x="1165" y="156"/>
                  <a:pt x="1165" y="156"/>
                </a:cubicBezTo>
                <a:cubicBezTo>
                  <a:pt x="1164" y="153"/>
                  <a:pt x="1162" y="150"/>
                  <a:pt x="1160" y="147"/>
                </a:cubicBezTo>
                <a:cubicBezTo>
                  <a:pt x="1160" y="147"/>
                  <a:pt x="1160" y="147"/>
                  <a:pt x="1159" y="147"/>
                </a:cubicBezTo>
                <a:close/>
                <a:moveTo>
                  <a:pt x="636" y="349"/>
                </a:moveTo>
                <a:cubicBezTo>
                  <a:pt x="635" y="350"/>
                  <a:pt x="635" y="351"/>
                  <a:pt x="636" y="353"/>
                </a:cubicBezTo>
                <a:cubicBezTo>
                  <a:pt x="637" y="353"/>
                  <a:pt x="637" y="354"/>
                  <a:pt x="637" y="354"/>
                </a:cubicBezTo>
                <a:cubicBezTo>
                  <a:pt x="638" y="355"/>
                  <a:pt x="639" y="355"/>
                  <a:pt x="640" y="354"/>
                </a:cubicBezTo>
                <a:cubicBezTo>
                  <a:pt x="640" y="354"/>
                  <a:pt x="641" y="353"/>
                  <a:pt x="641" y="353"/>
                </a:cubicBezTo>
                <a:cubicBezTo>
                  <a:pt x="641" y="351"/>
                  <a:pt x="641" y="350"/>
                  <a:pt x="640" y="350"/>
                </a:cubicBezTo>
                <a:cubicBezTo>
                  <a:pt x="638" y="349"/>
                  <a:pt x="637" y="348"/>
                  <a:pt x="636" y="349"/>
                </a:cubicBezTo>
                <a:close/>
                <a:moveTo>
                  <a:pt x="580" y="470"/>
                </a:moveTo>
                <a:cubicBezTo>
                  <a:pt x="580" y="470"/>
                  <a:pt x="579" y="471"/>
                  <a:pt x="579" y="472"/>
                </a:cubicBezTo>
                <a:cubicBezTo>
                  <a:pt x="579" y="472"/>
                  <a:pt x="579" y="473"/>
                  <a:pt x="579" y="473"/>
                </a:cubicBezTo>
                <a:cubicBezTo>
                  <a:pt x="581" y="474"/>
                  <a:pt x="582" y="474"/>
                  <a:pt x="583" y="474"/>
                </a:cubicBezTo>
                <a:cubicBezTo>
                  <a:pt x="584" y="474"/>
                  <a:pt x="584" y="475"/>
                  <a:pt x="584" y="474"/>
                </a:cubicBezTo>
                <a:cubicBezTo>
                  <a:pt x="585" y="474"/>
                  <a:pt x="585" y="474"/>
                  <a:pt x="586" y="474"/>
                </a:cubicBezTo>
                <a:cubicBezTo>
                  <a:pt x="586" y="473"/>
                  <a:pt x="586" y="472"/>
                  <a:pt x="586" y="471"/>
                </a:cubicBezTo>
                <a:cubicBezTo>
                  <a:pt x="584" y="470"/>
                  <a:pt x="582" y="469"/>
                  <a:pt x="580" y="470"/>
                </a:cubicBezTo>
                <a:close/>
                <a:moveTo>
                  <a:pt x="2006" y="400"/>
                </a:moveTo>
                <a:cubicBezTo>
                  <a:pt x="2004" y="399"/>
                  <a:pt x="2003" y="400"/>
                  <a:pt x="2002" y="401"/>
                </a:cubicBezTo>
                <a:cubicBezTo>
                  <a:pt x="2001" y="403"/>
                  <a:pt x="2002" y="404"/>
                  <a:pt x="2004" y="404"/>
                </a:cubicBezTo>
                <a:cubicBezTo>
                  <a:pt x="2004" y="405"/>
                  <a:pt x="2005" y="405"/>
                  <a:pt x="2005" y="405"/>
                </a:cubicBezTo>
                <a:cubicBezTo>
                  <a:pt x="2006" y="405"/>
                  <a:pt x="2007" y="404"/>
                  <a:pt x="2007" y="404"/>
                </a:cubicBezTo>
                <a:cubicBezTo>
                  <a:pt x="2008" y="402"/>
                  <a:pt x="2007" y="400"/>
                  <a:pt x="2006" y="400"/>
                </a:cubicBezTo>
                <a:close/>
                <a:moveTo>
                  <a:pt x="2071" y="1220"/>
                </a:moveTo>
                <a:cubicBezTo>
                  <a:pt x="2070" y="1220"/>
                  <a:pt x="2070" y="1221"/>
                  <a:pt x="2070" y="1221"/>
                </a:cubicBezTo>
                <a:cubicBezTo>
                  <a:pt x="2070" y="1221"/>
                  <a:pt x="2071" y="1222"/>
                  <a:pt x="2071" y="1222"/>
                </a:cubicBezTo>
                <a:cubicBezTo>
                  <a:pt x="2072" y="1222"/>
                  <a:pt x="2073" y="1222"/>
                  <a:pt x="2074" y="1222"/>
                </a:cubicBezTo>
                <a:cubicBezTo>
                  <a:pt x="2075" y="1222"/>
                  <a:pt x="2075" y="1222"/>
                  <a:pt x="2076" y="1222"/>
                </a:cubicBezTo>
                <a:cubicBezTo>
                  <a:pt x="2076" y="1222"/>
                  <a:pt x="2077" y="1222"/>
                  <a:pt x="2077" y="1222"/>
                </a:cubicBezTo>
                <a:cubicBezTo>
                  <a:pt x="2077" y="1222"/>
                  <a:pt x="2078" y="1221"/>
                  <a:pt x="2078" y="1221"/>
                </a:cubicBezTo>
                <a:cubicBezTo>
                  <a:pt x="2078" y="1220"/>
                  <a:pt x="2078" y="1220"/>
                  <a:pt x="2077" y="1219"/>
                </a:cubicBezTo>
                <a:cubicBezTo>
                  <a:pt x="2075" y="1218"/>
                  <a:pt x="2073" y="1218"/>
                  <a:pt x="2071" y="1220"/>
                </a:cubicBezTo>
                <a:close/>
                <a:moveTo>
                  <a:pt x="1534" y="208"/>
                </a:moveTo>
                <a:cubicBezTo>
                  <a:pt x="1534" y="208"/>
                  <a:pt x="1533" y="208"/>
                  <a:pt x="1533" y="208"/>
                </a:cubicBezTo>
                <a:cubicBezTo>
                  <a:pt x="1531" y="209"/>
                  <a:pt x="1530" y="212"/>
                  <a:pt x="1532" y="213"/>
                </a:cubicBezTo>
                <a:cubicBezTo>
                  <a:pt x="1533" y="214"/>
                  <a:pt x="1534" y="215"/>
                  <a:pt x="1535" y="214"/>
                </a:cubicBezTo>
                <a:cubicBezTo>
                  <a:pt x="1536" y="214"/>
                  <a:pt x="1536" y="214"/>
                  <a:pt x="1537" y="213"/>
                </a:cubicBezTo>
                <a:cubicBezTo>
                  <a:pt x="1537" y="211"/>
                  <a:pt x="1536" y="209"/>
                  <a:pt x="1534" y="208"/>
                </a:cubicBezTo>
                <a:close/>
                <a:moveTo>
                  <a:pt x="2087" y="963"/>
                </a:moveTo>
                <a:cubicBezTo>
                  <a:pt x="2087" y="963"/>
                  <a:pt x="2086" y="963"/>
                  <a:pt x="2086" y="963"/>
                </a:cubicBezTo>
                <a:cubicBezTo>
                  <a:pt x="2085" y="965"/>
                  <a:pt x="2084" y="967"/>
                  <a:pt x="2084" y="970"/>
                </a:cubicBezTo>
                <a:cubicBezTo>
                  <a:pt x="2084" y="970"/>
                  <a:pt x="2085" y="971"/>
                  <a:pt x="2085" y="971"/>
                </a:cubicBezTo>
                <a:cubicBezTo>
                  <a:pt x="2085" y="971"/>
                  <a:pt x="2085" y="971"/>
                  <a:pt x="2086" y="971"/>
                </a:cubicBezTo>
                <a:cubicBezTo>
                  <a:pt x="2088" y="970"/>
                  <a:pt x="2089" y="967"/>
                  <a:pt x="2088" y="964"/>
                </a:cubicBezTo>
                <a:cubicBezTo>
                  <a:pt x="2088" y="963"/>
                  <a:pt x="2088" y="963"/>
                  <a:pt x="2087" y="963"/>
                </a:cubicBezTo>
                <a:close/>
                <a:moveTo>
                  <a:pt x="2059" y="1011"/>
                </a:moveTo>
                <a:cubicBezTo>
                  <a:pt x="2060" y="1011"/>
                  <a:pt x="2061" y="1010"/>
                  <a:pt x="2062" y="1009"/>
                </a:cubicBezTo>
                <a:cubicBezTo>
                  <a:pt x="2063" y="1008"/>
                  <a:pt x="2062" y="1007"/>
                  <a:pt x="2061" y="1007"/>
                </a:cubicBezTo>
                <a:cubicBezTo>
                  <a:pt x="2061" y="1006"/>
                  <a:pt x="2060" y="1006"/>
                  <a:pt x="2059" y="1006"/>
                </a:cubicBezTo>
                <a:cubicBezTo>
                  <a:pt x="2058" y="1006"/>
                  <a:pt x="2057" y="1006"/>
                  <a:pt x="2056" y="1007"/>
                </a:cubicBezTo>
                <a:cubicBezTo>
                  <a:pt x="2055" y="1007"/>
                  <a:pt x="2055" y="1007"/>
                  <a:pt x="2055" y="1008"/>
                </a:cubicBezTo>
                <a:cubicBezTo>
                  <a:pt x="2055" y="1008"/>
                  <a:pt x="2055" y="1009"/>
                  <a:pt x="2055" y="1009"/>
                </a:cubicBezTo>
                <a:cubicBezTo>
                  <a:pt x="2056" y="1010"/>
                  <a:pt x="2058" y="1010"/>
                  <a:pt x="2059" y="1011"/>
                </a:cubicBezTo>
                <a:close/>
                <a:moveTo>
                  <a:pt x="141" y="334"/>
                </a:moveTo>
                <a:cubicBezTo>
                  <a:pt x="139" y="336"/>
                  <a:pt x="137" y="337"/>
                  <a:pt x="137" y="339"/>
                </a:cubicBezTo>
                <a:cubicBezTo>
                  <a:pt x="139" y="339"/>
                  <a:pt x="141" y="340"/>
                  <a:pt x="143" y="339"/>
                </a:cubicBezTo>
                <a:cubicBezTo>
                  <a:pt x="143" y="339"/>
                  <a:pt x="144" y="338"/>
                  <a:pt x="144" y="338"/>
                </a:cubicBezTo>
                <a:cubicBezTo>
                  <a:pt x="145" y="337"/>
                  <a:pt x="144" y="336"/>
                  <a:pt x="144" y="335"/>
                </a:cubicBezTo>
                <a:cubicBezTo>
                  <a:pt x="143" y="334"/>
                  <a:pt x="141" y="334"/>
                  <a:pt x="141" y="334"/>
                </a:cubicBezTo>
                <a:close/>
                <a:moveTo>
                  <a:pt x="137" y="339"/>
                </a:moveTo>
                <a:cubicBezTo>
                  <a:pt x="136" y="340"/>
                  <a:pt x="134" y="341"/>
                  <a:pt x="133" y="340"/>
                </a:cubicBezTo>
                <a:cubicBezTo>
                  <a:pt x="131" y="340"/>
                  <a:pt x="130" y="340"/>
                  <a:pt x="129" y="342"/>
                </a:cubicBezTo>
                <a:cubicBezTo>
                  <a:pt x="129" y="342"/>
                  <a:pt x="129" y="343"/>
                  <a:pt x="128" y="343"/>
                </a:cubicBezTo>
                <a:cubicBezTo>
                  <a:pt x="128" y="343"/>
                  <a:pt x="128" y="343"/>
                  <a:pt x="127" y="343"/>
                </a:cubicBezTo>
                <a:cubicBezTo>
                  <a:pt x="121" y="344"/>
                  <a:pt x="120" y="345"/>
                  <a:pt x="120" y="351"/>
                </a:cubicBezTo>
                <a:cubicBezTo>
                  <a:pt x="120" y="352"/>
                  <a:pt x="120" y="353"/>
                  <a:pt x="121" y="353"/>
                </a:cubicBezTo>
                <a:cubicBezTo>
                  <a:pt x="122" y="354"/>
                  <a:pt x="122" y="355"/>
                  <a:pt x="122" y="355"/>
                </a:cubicBezTo>
                <a:cubicBezTo>
                  <a:pt x="123" y="356"/>
                  <a:pt x="124" y="356"/>
                  <a:pt x="124" y="356"/>
                </a:cubicBezTo>
                <a:cubicBezTo>
                  <a:pt x="127" y="353"/>
                  <a:pt x="130" y="351"/>
                  <a:pt x="134" y="349"/>
                </a:cubicBezTo>
                <a:cubicBezTo>
                  <a:pt x="136" y="349"/>
                  <a:pt x="137" y="347"/>
                  <a:pt x="139" y="346"/>
                </a:cubicBezTo>
                <a:cubicBezTo>
                  <a:pt x="140" y="345"/>
                  <a:pt x="140" y="344"/>
                  <a:pt x="140" y="342"/>
                </a:cubicBezTo>
                <a:cubicBezTo>
                  <a:pt x="140" y="341"/>
                  <a:pt x="139" y="341"/>
                  <a:pt x="138" y="340"/>
                </a:cubicBezTo>
                <a:cubicBezTo>
                  <a:pt x="138" y="340"/>
                  <a:pt x="137" y="339"/>
                  <a:pt x="137" y="339"/>
                </a:cubicBezTo>
                <a:cubicBezTo>
                  <a:pt x="137" y="339"/>
                  <a:pt x="137" y="339"/>
                  <a:pt x="137" y="339"/>
                </a:cubicBezTo>
                <a:cubicBezTo>
                  <a:pt x="137" y="339"/>
                  <a:pt x="137" y="339"/>
                  <a:pt x="137" y="339"/>
                </a:cubicBezTo>
                <a:close/>
                <a:moveTo>
                  <a:pt x="2249" y="1366"/>
                </a:moveTo>
                <a:cubicBezTo>
                  <a:pt x="2248" y="1368"/>
                  <a:pt x="2247" y="1369"/>
                  <a:pt x="2247" y="1372"/>
                </a:cubicBezTo>
                <a:cubicBezTo>
                  <a:pt x="2247" y="1372"/>
                  <a:pt x="2247" y="1372"/>
                  <a:pt x="2247" y="1372"/>
                </a:cubicBezTo>
                <a:cubicBezTo>
                  <a:pt x="2248" y="1372"/>
                  <a:pt x="2250" y="1372"/>
                  <a:pt x="2251" y="1371"/>
                </a:cubicBezTo>
                <a:cubicBezTo>
                  <a:pt x="2252" y="1371"/>
                  <a:pt x="2252" y="1369"/>
                  <a:pt x="2251" y="1367"/>
                </a:cubicBezTo>
                <a:cubicBezTo>
                  <a:pt x="2251" y="1366"/>
                  <a:pt x="2250" y="1366"/>
                  <a:pt x="2249" y="1366"/>
                </a:cubicBezTo>
                <a:close/>
                <a:moveTo>
                  <a:pt x="673" y="843"/>
                </a:moveTo>
                <a:cubicBezTo>
                  <a:pt x="673" y="845"/>
                  <a:pt x="673" y="846"/>
                  <a:pt x="675" y="846"/>
                </a:cubicBezTo>
                <a:cubicBezTo>
                  <a:pt x="676" y="846"/>
                  <a:pt x="677" y="845"/>
                  <a:pt x="678" y="843"/>
                </a:cubicBezTo>
                <a:cubicBezTo>
                  <a:pt x="678" y="842"/>
                  <a:pt x="677" y="840"/>
                  <a:pt x="675" y="840"/>
                </a:cubicBezTo>
                <a:cubicBezTo>
                  <a:pt x="674" y="840"/>
                  <a:pt x="673" y="841"/>
                  <a:pt x="673" y="842"/>
                </a:cubicBezTo>
                <a:cubicBezTo>
                  <a:pt x="673" y="842"/>
                  <a:pt x="673" y="843"/>
                  <a:pt x="673" y="843"/>
                </a:cubicBezTo>
                <a:close/>
                <a:moveTo>
                  <a:pt x="1377" y="76"/>
                </a:moveTo>
                <a:cubicBezTo>
                  <a:pt x="1378" y="75"/>
                  <a:pt x="1379" y="75"/>
                  <a:pt x="1379" y="74"/>
                </a:cubicBezTo>
                <a:cubicBezTo>
                  <a:pt x="1379" y="73"/>
                  <a:pt x="1379" y="71"/>
                  <a:pt x="1377" y="71"/>
                </a:cubicBezTo>
                <a:cubicBezTo>
                  <a:pt x="1376" y="70"/>
                  <a:pt x="1375" y="71"/>
                  <a:pt x="1374" y="71"/>
                </a:cubicBezTo>
                <a:cubicBezTo>
                  <a:pt x="1372" y="72"/>
                  <a:pt x="1372" y="74"/>
                  <a:pt x="1374" y="75"/>
                </a:cubicBezTo>
                <a:cubicBezTo>
                  <a:pt x="1375" y="76"/>
                  <a:pt x="1376" y="76"/>
                  <a:pt x="1377" y="76"/>
                </a:cubicBezTo>
                <a:close/>
                <a:moveTo>
                  <a:pt x="1501" y="826"/>
                </a:moveTo>
                <a:cubicBezTo>
                  <a:pt x="1500" y="826"/>
                  <a:pt x="1500" y="826"/>
                  <a:pt x="1500" y="826"/>
                </a:cubicBezTo>
                <a:cubicBezTo>
                  <a:pt x="1499" y="826"/>
                  <a:pt x="1498" y="827"/>
                  <a:pt x="1498" y="827"/>
                </a:cubicBezTo>
                <a:cubicBezTo>
                  <a:pt x="1497" y="828"/>
                  <a:pt x="1499" y="830"/>
                  <a:pt x="1500" y="830"/>
                </a:cubicBezTo>
                <a:cubicBezTo>
                  <a:pt x="1501" y="830"/>
                  <a:pt x="1503" y="830"/>
                  <a:pt x="1504" y="828"/>
                </a:cubicBezTo>
                <a:cubicBezTo>
                  <a:pt x="1504" y="827"/>
                  <a:pt x="1504" y="827"/>
                  <a:pt x="1504" y="826"/>
                </a:cubicBezTo>
                <a:cubicBezTo>
                  <a:pt x="1503" y="826"/>
                  <a:pt x="1501" y="826"/>
                  <a:pt x="1501" y="826"/>
                </a:cubicBezTo>
                <a:close/>
                <a:moveTo>
                  <a:pt x="664" y="268"/>
                </a:moveTo>
                <a:cubicBezTo>
                  <a:pt x="664" y="269"/>
                  <a:pt x="663" y="269"/>
                  <a:pt x="663" y="269"/>
                </a:cubicBezTo>
                <a:cubicBezTo>
                  <a:pt x="661" y="270"/>
                  <a:pt x="659" y="270"/>
                  <a:pt x="658" y="272"/>
                </a:cubicBezTo>
                <a:cubicBezTo>
                  <a:pt x="658" y="272"/>
                  <a:pt x="658" y="273"/>
                  <a:pt x="658" y="274"/>
                </a:cubicBezTo>
                <a:cubicBezTo>
                  <a:pt x="658" y="274"/>
                  <a:pt x="658" y="274"/>
                  <a:pt x="659" y="274"/>
                </a:cubicBezTo>
                <a:cubicBezTo>
                  <a:pt x="660" y="274"/>
                  <a:pt x="661" y="274"/>
                  <a:pt x="661" y="274"/>
                </a:cubicBezTo>
                <a:cubicBezTo>
                  <a:pt x="663" y="273"/>
                  <a:pt x="664" y="272"/>
                  <a:pt x="665" y="271"/>
                </a:cubicBezTo>
                <a:cubicBezTo>
                  <a:pt x="666" y="270"/>
                  <a:pt x="666" y="269"/>
                  <a:pt x="666" y="269"/>
                </a:cubicBezTo>
                <a:cubicBezTo>
                  <a:pt x="665" y="268"/>
                  <a:pt x="665" y="268"/>
                  <a:pt x="664" y="268"/>
                </a:cubicBezTo>
                <a:close/>
                <a:moveTo>
                  <a:pt x="2319" y="1039"/>
                </a:moveTo>
                <a:cubicBezTo>
                  <a:pt x="2318" y="1038"/>
                  <a:pt x="2317" y="1037"/>
                  <a:pt x="2316" y="1036"/>
                </a:cubicBezTo>
                <a:cubicBezTo>
                  <a:pt x="2315" y="1036"/>
                  <a:pt x="2315" y="1036"/>
                  <a:pt x="2315" y="1037"/>
                </a:cubicBezTo>
                <a:cubicBezTo>
                  <a:pt x="2314" y="1038"/>
                  <a:pt x="2315" y="1040"/>
                  <a:pt x="2315" y="1041"/>
                </a:cubicBezTo>
                <a:cubicBezTo>
                  <a:pt x="2315" y="1042"/>
                  <a:pt x="2316" y="1042"/>
                  <a:pt x="2318" y="1042"/>
                </a:cubicBezTo>
                <a:cubicBezTo>
                  <a:pt x="2319" y="1041"/>
                  <a:pt x="2319" y="1040"/>
                  <a:pt x="2319" y="1039"/>
                </a:cubicBezTo>
                <a:close/>
                <a:moveTo>
                  <a:pt x="685" y="294"/>
                </a:moveTo>
                <a:cubicBezTo>
                  <a:pt x="685" y="294"/>
                  <a:pt x="686" y="293"/>
                  <a:pt x="686" y="293"/>
                </a:cubicBezTo>
                <a:cubicBezTo>
                  <a:pt x="686" y="292"/>
                  <a:pt x="686" y="292"/>
                  <a:pt x="686" y="291"/>
                </a:cubicBezTo>
                <a:cubicBezTo>
                  <a:pt x="685" y="290"/>
                  <a:pt x="683" y="290"/>
                  <a:pt x="682" y="290"/>
                </a:cubicBezTo>
                <a:cubicBezTo>
                  <a:pt x="681" y="290"/>
                  <a:pt x="680" y="290"/>
                  <a:pt x="680" y="291"/>
                </a:cubicBezTo>
                <a:cubicBezTo>
                  <a:pt x="680" y="292"/>
                  <a:pt x="680" y="293"/>
                  <a:pt x="681" y="293"/>
                </a:cubicBezTo>
                <a:cubicBezTo>
                  <a:pt x="682" y="294"/>
                  <a:pt x="683" y="295"/>
                  <a:pt x="685" y="294"/>
                </a:cubicBezTo>
                <a:close/>
                <a:moveTo>
                  <a:pt x="2282" y="993"/>
                </a:moveTo>
                <a:cubicBezTo>
                  <a:pt x="2282" y="993"/>
                  <a:pt x="2282" y="992"/>
                  <a:pt x="2282" y="992"/>
                </a:cubicBezTo>
                <a:cubicBezTo>
                  <a:pt x="2283" y="992"/>
                  <a:pt x="2283" y="992"/>
                  <a:pt x="2283" y="992"/>
                </a:cubicBezTo>
                <a:cubicBezTo>
                  <a:pt x="2282" y="991"/>
                  <a:pt x="2281" y="990"/>
                  <a:pt x="2281" y="989"/>
                </a:cubicBezTo>
                <a:cubicBezTo>
                  <a:pt x="2281" y="989"/>
                  <a:pt x="2281" y="989"/>
                  <a:pt x="2281" y="989"/>
                </a:cubicBezTo>
                <a:cubicBezTo>
                  <a:pt x="2280" y="988"/>
                  <a:pt x="2279" y="987"/>
                  <a:pt x="2278" y="986"/>
                </a:cubicBezTo>
                <a:cubicBezTo>
                  <a:pt x="2278" y="985"/>
                  <a:pt x="2277" y="985"/>
                  <a:pt x="2277" y="985"/>
                </a:cubicBezTo>
                <a:cubicBezTo>
                  <a:pt x="2277" y="985"/>
                  <a:pt x="2276" y="987"/>
                  <a:pt x="2277" y="987"/>
                </a:cubicBezTo>
                <a:cubicBezTo>
                  <a:pt x="2278" y="990"/>
                  <a:pt x="2279" y="991"/>
                  <a:pt x="2282" y="993"/>
                </a:cubicBezTo>
                <a:close/>
                <a:moveTo>
                  <a:pt x="1353" y="91"/>
                </a:moveTo>
                <a:cubicBezTo>
                  <a:pt x="1352" y="91"/>
                  <a:pt x="1351" y="90"/>
                  <a:pt x="1350" y="90"/>
                </a:cubicBezTo>
                <a:cubicBezTo>
                  <a:pt x="1350" y="90"/>
                  <a:pt x="1349" y="91"/>
                  <a:pt x="1349" y="91"/>
                </a:cubicBezTo>
                <a:cubicBezTo>
                  <a:pt x="1348" y="91"/>
                  <a:pt x="1348" y="92"/>
                  <a:pt x="1348" y="92"/>
                </a:cubicBezTo>
                <a:cubicBezTo>
                  <a:pt x="1347" y="93"/>
                  <a:pt x="1348" y="93"/>
                  <a:pt x="1348" y="93"/>
                </a:cubicBezTo>
                <a:cubicBezTo>
                  <a:pt x="1351" y="93"/>
                  <a:pt x="1353" y="94"/>
                  <a:pt x="1355" y="95"/>
                </a:cubicBezTo>
                <a:cubicBezTo>
                  <a:pt x="1355" y="94"/>
                  <a:pt x="1355" y="94"/>
                  <a:pt x="1355" y="93"/>
                </a:cubicBezTo>
                <a:cubicBezTo>
                  <a:pt x="1354" y="91"/>
                  <a:pt x="1354" y="91"/>
                  <a:pt x="1353" y="91"/>
                </a:cubicBezTo>
                <a:close/>
                <a:moveTo>
                  <a:pt x="1355" y="95"/>
                </a:moveTo>
                <a:cubicBezTo>
                  <a:pt x="1355" y="95"/>
                  <a:pt x="1355" y="95"/>
                  <a:pt x="1355" y="95"/>
                </a:cubicBezTo>
                <a:cubicBezTo>
                  <a:pt x="1355" y="95"/>
                  <a:pt x="1355" y="95"/>
                  <a:pt x="1355" y="95"/>
                </a:cubicBezTo>
                <a:cubicBezTo>
                  <a:pt x="1355" y="95"/>
                  <a:pt x="1355" y="95"/>
                  <a:pt x="1355" y="95"/>
                </a:cubicBezTo>
                <a:cubicBezTo>
                  <a:pt x="1355" y="95"/>
                  <a:pt x="1355" y="95"/>
                  <a:pt x="1355" y="95"/>
                </a:cubicBezTo>
                <a:close/>
                <a:moveTo>
                  <a:pt x="1580" y="118"/>
                </a:moveTo>
                <a:cubicBezTo>
                  <a:pt x="1582" y="118"/>
                  <a:pt x="1584" y="116"/>
                  <a:pt x="1584" y="114"/>
                </a:cubicBezTo>
                <a:cubicBezTo>
                  <a:pt x="1584" y="114"/>
                  <a:pt x="1584" y="113"/>
                  <a:pt x="1583" y="113"/>
                </a:cubicBezTo>
                <a:cubicBezTo>
                  <a:pt x="1583" y="113"/>
                  <a:pt x="1583" y="113"/>
                  <a:pt x="1583" y="113"/>
                </a:cubicBezTo>
                <a:cubicBezTo>
                  <a:pt x="1582" y="113"/>
                  <a:pt x="1580" y="114"/>
                  <a:pt x="1579" y="115"/>
                </a:cubicBezTo>
                <a:cubicBezTo>
                  <a:pt x="1579" y="115"/>
                  <a:pt x="1579" y="116"/>
                  <a:pt x="1579" y="117"/>
                </a:cubicBezTo>
                <a:cubicBezTo>
                  <a:pt x="1579" y="117"/>
                  <a:pt x="1579" y="118"/>
                  <a:pt x="1580" y="118"/>
                </a:cubicBezTo>
                <a:close/>
                <a:moveTo>
                  <a:pt x="1624" y="77"/>
                </a:moveTo>
                <a:cubicBezTo>
                  <a:pt x="1624" y="77"/>
                  <a:pt x="1624" y="77"/>
                  <a:pt x="1624" y="77"/>
                </a:cubicBezTo>
                <a:cubicBezTo>
                  <a:pt x="1624" y="76"/>
                  <a:pt x="1624" y="76"/>
                  <a:pt x="1623" y="75"/>
                </a:cubicBezTo>
                <a:cubicBezTo>
                  <a:pt x="1621" y="75"/>
                  <a:pt x="1619" y="76"/>
                  <a:pt x="1617" y="75"/>
                </a:cubicBezTo>
                <a:cubicBezTo>
                  <a:pt x="1617" y="75"/>
                  <a:pt x="1616" y="75"/>
                  <a:pt x="1616" y="76"/>
                </a:cubicBezTo>
                <a:cubicBezTo>
                  <a:pt x="1616" y="76"/>
                  <a:pt x="1616" y="76"/>
                  <a:pt x="1616" y="76"/>
                </a:cubicBezTo>
                <a:cubicBezTo>
                  <a:pt x="1618" y="79"/>
                  <a:pt x="1621" y="79"/>
                  <a:pt x="1624" y="77"/>
                </a:cubicBezTo>
                <a:close/>
                <a:moveTo>
                  <a:pt x="761" y="1154"/>
                </a:moveTo>
                <a:cubicBezTo>
                  <a:pt x="761" y="1154"/>
                  <a:pt x="761" y="1154"/>
                  <a:pt x="761" y="1154"/>
                </a:cubicBezTo>
                <a:cubicBezTo>
                  <a:pt x="761" y="1154"/>
                  <a:pt x="761" y="1154"/>
                  <a:pt x="761" y="1154"/>
                </a:cubicBezTo>
                <a:cubicBezTo>
                  <a:pt x="761" y="1154"/>
                  <a:pt x="761" y="1154"/>
                  <a:pt x="761" y="1154"/>
                </a:cubicBezTo>
                <a:cubicBezTo>
                  <a:pt x="761" y="1154"/>
                  <a:pt x="761" y="1154"/>
                  <a:pt x="761" y="1154"/>
                </a:cubicBezTo>
                <a:close/>
                <a:moveTo>
                  <a:pt x="755" y="1157"/>
                </a:moveTo>
                <a:cubicBezTo>
                  <a:pt x="755" y="1158"/>
                  <a:pt x="754" y="1159"/>
                  <a:pt x="753" y="1160"/>
                </a:cubicBezTo>
                <a:cubicBezTo>
                  <a:pt x="752" y="1161"/>
                  <a:pt x="752" y="1162"/>
                  <a:pt x="752" y="1162"/>
                </a:cubicBezTo>
                <a:cubicBezTo>
                  <a:pt x="757" y="1162"/>
                  <a:pt x="759" y="1159"/>
                  <a:pt x="761" y="1155"/>
                </a:cubicBezTo>
                <a:cubicBezTo>
                  <a:pt x="761" y="1154"/>
                  <a:pt x="761" y="1154"/>
                  <a:pt x="761" y="1154"/>
                </a:cubicBezTo>
                <a:cubicBezTo>
                  <a:pt x="760" y="1154"/>
                  <a:pt x="759" y="1154"/>
                  <a:pt x="759" y="1155"/>
                </a:cubicBezTo>
                <a:cubicBezTo>
                  <a:pt x="757" y="1156"/>
                  <a:pt x="756" y="1156"/>
                  <a:pt x="755" y="1157"/>
                </a:cubicBezTo>
                <a:close/>
                <a:moveTo>
                  <a:pt x="755" y="1157"/>
                </a:moveTo>
                <a:cubicBezTo>
                  <a:pt x="755" y="1157"/>
                  <a:pt x="756" y="1157"/>
                  <a:pt x="756" y="1157"/>
                </a:cubicBezTo>
                <a:cubicBezTo>
                  <a:pt x="755" y="1157"/>
                  <a:pt x="755" y="1157"/>
                  <a:pt x="755" y="1157"/>
                </a:cubicBezTo>
                <a:cubicBezTo>
                  <a:pt x="755" y="1157"/>
                  <a:pt x="755" y="1157"/>
                  <a:pt x="755" y="1157"/>
                </a:cubicBezTo>
                <a:cubicBezTo>
                  <a:pt x="755" y="1157"/>
                  <a:pt x="755" y="1157"/>
                  <a:pt x="755" y="1157"/>
                </a:cubicBezTo>
                <a:close/>
                <a:moveTo>
                  <a:pt x="922" y="39"/>
                </a:moveTo>
                <a:cubicBezTo>
                  <a:pt x="923" y="39"/>
                  <a:pt x="923" y="39"/>
                  <a:pt x="924" y="39"/>
                </a:cubicBezTo>
                <a:cubicBezTo>
                  <a:pt x="924" y="39"/>
                  <a:pt x="925" y="38"/>
                  <a:pt x="925" y="38"/>
                </a:cubicBezTo>
                <a:cubicBezTo>
                  <a:pt x="926" y="36"/>
                  <a:pt x="925" y="35"/>
                  <a:pt x="924" y="35"/>
                </a:cubicBezTo>
                <a:cubicBezTo>
                  <a:pt x="923" y="34"/>
                  <a:pt x="922" y="35"/>
                  <a:pt x="921" y="36"/>
                </a:cubicBezTo>
                <a:cubicBezTo>
                  <a:pt x="921" y="37"/>
                  <a:pt x="921" y="38"/>
                  <a:pt x="922" y="39"/>
                </a:cubicBezTo>
                <a:close/>
                <a:moveTo>
                  <a:pt x="2020" y="936"/>
                </a:moveTo>
                <a:cubicBezTo>
                  <a:pt x="2021" y="936"/>
                  <a:pt x="2022" y="936"/>
                  <a:pt x="2023" y="936"/>
                </a:cubicBezTo>
                <a:cubicBezTo>
                  <a:pt x="2023" y="936"/>
                  <a:pt x="2024" y="936"/>
                  <a:pt x="2024" y="935"/>
                </a:cubicBezTo>
                <a:cubicBezTo>
                  <a:pt x="2024" y="935"/>
                  <a:pt x="2024" y="935"/>
                  <a:pt x="2023" y="935"/>
                </a:cubicBezTo>
                <a:cubicBezTo>
                  <a:pt x="2021" y="935"/>
                  <a:pt x="2018" y="934"/>
                  <a:pt x="2016" y="934"/>
                </a:cubicBezTo>
                <a:cubicBezTo>
                  <a:pt x="2015" y="934"/>
                  <a:pt x="2015" y="935"/>
                  <a:pt x="2015" y="935"/>
                </a:cubicBezTo>
                <a:cubicBezTo>
                  <a:pt x="2014" y="936"/>
                  <a:pt x="2015" y="936"/>
                  <a:pt x="2015" y="936"/>
                </a:cubicBezTo>
                <a:cubicBezTo>
                  <a:pt x="2017" y="936"/>
                  <a:pt x="2018" y="936"/>
                  <a:pt x="2020" y="936"/>
                </a:cubicBezTo>
                <a:cubicBezTo>
                  <a:pt x="2020" y="936"/>
                  <a:pt x="2020" y="936"/>
                  <a:pt x="2020" y="936"/>
                </a:cubicBezTo>
                <a:close/>
                <a:moveTo>
                  <a:pt x="2275" y="995"/>
                </a:moveTo>
                <a:cubicBezTo>
                  <a:pt x="2275" y="995"/>
                  <a:pt x="2276" y="995"/>
                  <a:pt x="2276" y="994"/>
                </a:cubicBezTo>
                <a:cubicBezTo>
                  <a:pt x="2276" y="994"/>
                  <a:pt x="2276" y="993"/>
                  <a:pt x="2276" y="993"/>
                </a:cubicBezTo>
                <a:cubicBezTo>
                  <a:pt x="2275" y="992"/>
                  <a:pt x="2273" y="991"/>
                  <a:pt x="2271" y="991"/>
                </a:cubicBezTo>
                <a:cubicBezTo>
                  <a:pt x="2271" y="991"/>
                  <a:pt x="2270" y="991"/>
                  <a:pt x="2270" y="992"/>
                </a:cubicBezTo>
                <a:cubicBezTo>
                  <a:pt x="2269" y="992"/>
                  <a:pt x="2270" y="993"/>
                  <a:pt x="2270" y="994"/>
                </a:cubicBezTo>
                <a:cubicBezTo>
                  <a:pt x="2272" y="995"/>
                  <a:pt x="2273" y="995"/>
                  <a:pt x="2275" y="995"/>
                </a:cubicBezTo>
                <a:close/>
                <a:moveTo>
                  <a:pt x="2107" y="528"/>
                </a:moveTo>
                <a:cubicBezTo>
                  <a:pt x="2106" y="528"/>
                  <a:pt x="2106" y="528"/>
                  <a:pt x="2106" y="528"/>
                </a:cubicBezTo>
                <a:cubicBezTo>
                  <a:pt x="2106" y="528"/>
                  <a:pt x="2106" y="528"/>
                  <a:pt x="2106" y="528"/>
                </a:cubicBezTo>
                <a:cubicBezTo>
                  <a:pt x="2106" y="528"/>
                  <a:pt x="2106" y="528"/>
                  <a:pt x="2107" y="528"/>
                </a:cubicBezTo>
                <a:cubicBezTo>
                  <a:pt x="2107" y="528"/>
                  <a:pt x="2107" y="528"/>
                  <a:pt x="2107" y="528"/>
                </a:cubicBezTo>
                <a:close/>
                <a:moveTo>
                  <a:pt x="2110" y="521"/>
                </a:moveTo>
                <a:cubicBezTo>
                  <a:pt x="2110" y="520"/>
                  <a:pt x="2109" y="520"/>
                  <a:pt x="2109" y="520"/>
                </a:cubicBezTo>
                <a:cubicBezTo>
                  <a:pt x="2108" y="521"/>
                  <a:pt x="2108" y="521"/>
                  <a:pt x="2108" y="522"/>
                </a:cubicBezTo>
                <a:cubicBezTo>
                  <a:pt x="2107" y="524"/>
                  <a:pt x="2106" y="526"/>
                  <a:pt x="2107" y="528"/>
                </a:cubicBezTo>
                <a:cubicBezTo>
                  <a:pt x="2109" y="526"/>
                  <a:pt x="2111" y="524"/>
                  <a:pt x="2111" y="521"/>
                </a:cubicBezTo>
                <a:cubicBezTo>
                  <a:pt x="2111" y="521"/>
                  <a:pt x="2111" y="521"/>
                  <a:pt x="2110" y="521"/>
                </a:cubicBezTo>
                <a:close/>
                <a:moveTo>
                  <a:pt x="1337" y="106"/>
                </a:moveTo>
                <a:cubicBezTo>
                  <a:pt x="1337" y="107"/>
                  <a:pt x="1337" y="108"/>
                  <a:pt x="1337" y="108"/>
                </a:cubicBezTo>
                <a:cubicBezTo>
                  <a:pt x="1338" y="109"/>
                  <a:pt x="1341" y="108"/>
                  <a:pt x="1342" y="107"/>
                </a:cubicBezTo>
                <a:cubicBezTo>
                  <a:pt x="1342" y="107"/>
                  <a:pt x="1342" y="107"/>
                  <a:pt x="1342" y="106"/>
                </a:cubicBezTo>
                <a:cubicBezTo>
                  <a:pt x="1341" y="106"/>
                  <a:pt x="1341" y="104"/>
                  <a:pt x="1340" y="104"/>
                </a:cubicBezTo>
                <a:cubicBezTo>
                  <a:pt x="1339" y="103"/>
                  <a:pt x="1338" y="104"/>
                  <a:pt x="1337" y="104"/>
                </a:cubicBezTo>
                <a:cubicBezTo>
                  <a:pt x="1337" y="105"/>
                  <a:pt x="1337" y="106"/>
                  <a:pt x="1337" y="106"/>
                </a:cubicBezTo>
                <a:close/>
                <a:moveTo>
                  <a:pt x="1376" y="100"/>
                </a:moveTo>
                <a:cubicBezTo>
                  <a:pt x="1376" y="101"/>
                  <a:pt x="1377" y="102"/>
                  <a:pt x="1378" y="102"/>
                </a:cubicBezTo>
                <a:cubicBezTo>
                  <a:pt x="1380" y="101"/>
                  <a:pt x="1381" y="100"/>
                  <a:pt x="1381" y="99"/>
                </a:cubicBezTo>
                <a:cubicBezTo>
                  <a:pt x="1381" y="98"/>
                  <a:pt x="1379" y="97"/>
                  <a:pt x="1378" y="97"/>
                </a:cubicBezTo>
                <a:cubicBezTo>
                  <a:pt x="1377" y="97"/>
                  <a:pt x="1376" y="98"/>
                  <a:pt x="1376" y="100"/>
                </a:cubicBezTo>
                <a:close/>
                <a:moveTo>
                  <a:pt x="1820" y="911"/>
                </a:moveTo>
                <a:cubicBezTo>
                  <a:pt x="1820" y="911"/>
                  <a:pt x="1819" y="911"/>
                  <a:pt x="1819" y="911"/>
                </a:cubicBezTo>
                <a:cubicBezTo>
                  <a:pt x="1819" y="911"/>
                  <a:pt x="1818" y="911"/>
                  <a:pt x="1818" y="912"/>
                </a:cubicBezTo>
                <a:cubicBezTo>
                  <a:pt x="1818" y="914"/>
                  <a:pt x="1819" y="915"/>
                  <a:pt x="1821" y="916"/>
                </a:cubicBezTo>
                <a:cubicBezTo>
                  <a:pt x="1821" y="916"/>
                  <a:pt x="1821" y="916"/>
                  <a:pt x="1821" y="916"/>
                </a:cubicBezTo>
                <a:cubicBezTo>
                  <a:pt x="1822" y="916"/>
                  <a:pt x="1822" y="915"/>
                  <a:pt x="1822" y="915"/>
                </a:cubicBezTo>
                <a:cubicBezTo>
                  <a:pt x="1822" y="913"/>
                  <a:pt x="1821" y="912"/>
                  <a:pt x="1820" y="911"/>
                </a:cubicBezTo>
                <a:close/>
                <a:moveTo>
                  <a:pt x="1349" y="101"/>
                </a:moveTo>
                <a:cubicBezTo>
                  <a:pt x="1351" y="100"/>
                  <a:pt x="1353" y="99"/>
                  <a:pt x="1354" y="97"/>
                </a:cubicBezTo>
                <a:cubicBezTo>
                  <a:pt x="1352" y="97"/>
                  <a:pt x="1351" y="97"/>
                  <a:pt x="1349" y="97"/>
                </a:cubicBezTo>
                <a:cubicBezTo>
                  <a:pt x="1348" y="97"/>
                  <a:pt x="1347" y="98"/>
                  <a:pt x="1347" y="100"/>
                </a:cubicBezTo>
                <a:cubicBezTo>
                  <a:pt x="1347" y="100"/>
                  <a:pt x="1347" y="101"/>
                  <a:pt x="1348" y="101"/>
                </a:cubicBezTo>
                <a:cubicBezTo>
                  <a:pt x="1348" y="101"/>
                  <a:pt x="1349" y="101"/>
                  <a:pt x="1349" y="101"/>
                </a:cubicBezTo>
                <a:close/>
                <a:moveTo>
                  <a:pt x="188" y="316"/>
                </a:moveTo>
                <a:cubicBezTo>
                  <a:pt x="188" y="316"/>
                  <a:pt x="188" y="316"/>
                  <a:pt x="188" y="316"/>
                </a:cubicBezTo>
                <a:cubicBezTo>
                  <a:pt x="188" y="316"/>
                  <a:pt x="188" y="316"/>
                  <a:pt x="188" y="316"/>
                </a:cubicBezTo>
                <a:cubicBezTo>
                  <a:pt x="188" y="316"/>
                  <a:pt x="188" y="316"/>
                  <a:pt x="188" y="316"/>
                </a:cubicBezTo>
                <a:cubicBezTo>
                  <a:pt x="188" y="316"/>
                  <a:pt x="188" y="316"/>
                  <a:pt x="188" y="316"/>
                </a:cubicBezTo>
                <a:close/>
                <a:moveTo>
                  <a:pt x="2129" y="503"/>
                </a:moveTo>
                <a:cubicBezTo>
                  <a:pt x="2132" y="502"/>
                  <a:pt x="2133" y="500"/>
                  <a:pt x="2132" y="497"/>
                </a:cubicBezTo>
                <a:cubicBezTo>
                  <a:pt x="2132" y="497"/>
                  <a:pt x="2132" y="497"/>
                  <a:pt x="2132" y="497"/>
                </a:cubicBezTo>
                <a:cubicBezTo>
                  <a:pt x="2132" y="497"/>
                  <a:pt x="2131" y="497"/>
                  <a:pt x="2131" y="497"/>
                </a:cubicBezTo>
                <a:cubicBezTo>
                  <a:pt x="2130" y="498"/>
                  <a:pt x="2129" y="500"/>
                  <a:pt x="2128" y="502"/>
                </a:cubicBezTo>
                <a:cubicBezTo>
                  <a:pt x="2128" y="502"/>
                  <a:pt x="2128" y="502"/>
                  <a:pt x="2129" y="503"/>
                </a:cubicBezTo>
                <a:cubicBezTo>
                  <a:pt x="2129" y="503"/>
                  <a:pt x="2129" y="503"/>
                  <a:pt x="2129" y="503"/>
                </a:cubicBezTo>
                <a:close/>
                <a:moveTo>
                  <a:pt x="1067" y="446"/>
                </a:moveTo>
                <a:cubicBezTo>
                  <a:pt x="1067" y="446"/>
                  <a:pt x="1067" y="446"/>
                  <a:pt x="1067" y="446"/>
                </a:cubicBezTo>
                <a:cubicBezTo>
                  <a:pt x="1067" y="446"/>
                  <a:pt x="1067" y="446"/>
                  <a:pt x="1067" y="446"/>
                </a:cubicBezTo>
                <a:cubicBezTo>
                  <a:pt x="1067" y="446"/>
                  <a:pt x="1067" y="446"/>
                  <a:pt x="1067" y="446"/>
                </a:cubicBezTo>
                <a:cubicBezTo>
                  <a:pt x="1067" y="446"/>
                  <a:pt x="1067" y="446"/>
                  <a:pt x="1067" y="446"/>
                </a:cubicBezTo>
                <a:close/>
                <a:moveTo>
                  <a:pt x="1072" y="441"/>
                </a:moveTo>
                <a:cubicBezTo>
                  <a:pt x="1072" y="440"/>
                  <a:pt x="1072" y="440"/>
                  <a:pt x="1071" y="440"/>
                </a:cubicBezTo>
                <a:cubicBezTo>
                  <a:pt x="1071" y="439"/>
                  <a:pt x="1071" y="439"/>
                  <a:pt x="1071" y="439"/>
                </a:cubicBezTo>
                <a:cubicBezTo>
                  <a:pt x="1069" y="440"/>
                  <a:pt x="1068" y="441"/>
                  <a:pt x="1068" y="442"/>
                </a:cubicBezTo>
                <a:cubicBezTo>
                  <a:pt x="1067" y="443"/>
                  <a:pt x="1067" y="444"/>
                  <a:pt x="1067" y="446"/>
                </a:cubicBezTo>
                <a:cubicBezTo>
                  <a:pt x="1068" y="445"/>
                  <a:pt x="1068" y="445"/>
                  <a:pt x="1069" y="445"/>
                </a:cubicBezTo>
                <a:cubicBezTo>
                  <a:pt x="1071" y="444"/>
                  <a:pt x="1071" y="443"/>
                  <a:pt x="1072" y="441"/>
                </a:cubicBezTo>
                <a:close/>
                <a:moveTo>
                  <a:pt x="1894" y="941"/>
                </a:moveTo>
                <a:cubicBezTo>
                  <a:pt x="1893" y="941"/>
                  <a:pt x="1893" y="941"/>
                  <a:pt x="1893" y="941"/>
                </a:cubicBezTo>
                <a:cubicBezTo>
                  <a:pt x="1893" y="942"/>
                  <a:pt x="1892" y="943"/>
                  <a:pt x="1893" y="944"/>
                </a:cubicBezTo>
                <a:cubicBezTo>
                  <a:pt x="1893" y="945"/>
                  <a:pt x="1894" y="945"/>
                  <a:pt x="1896" y="945"/>
                </a:cubicBezTo>
                <a:cubicBezTo>
                  <a:pt x="1896" y="945"/>
                  <a:pt x="1897" y="944"/>
                  <a:pt x="1898" y="944"/>
                </a:cubicBezTo>
                <a:cubicBezTo>
                  <a:pt x="1898" y="944"/>
                  <a:pt x="1898" y="943"/>
                  <a:pt x="1898" y="943"/>
                </a:cubicBezTo>
                <a:cubicBezTo>
                  <a:pt x="1897" y="941"/>
                  <a:pt x="1895" y="940"/>
                  <a:pt x="1894" y="941"/>
                </a:cubicBezTo>
                <a:close/>
                <a:moveTo>
                  <a:pt x="2268" y="983"/>
                </a:moveTo>
                <a:cubicBezTo>
                  <a:pt x="2268" y="983"/>
                  <a:pt x="2269" y="983"/>
                  <a:pt x="2269" y="983"/>
                </a:cubicBezTo>
                <a:cubicBezTo>
                  <a:pt x="2269" y="982"/>
                  <a:pt x="2269" y="982"/>
                  <a:pt x="2269" y="981"/>
                </a:cubicBezTo>
                <a:cubicBezTo>
                  <a:pt x="2268" y="979"/>
                  <a:pt x="2266" y="978"/>
                  <a:pt x="2264" y="978"/>
                </a:cubicBezTo>
                <a:cubicBezTo>
                  <a:pt x="2264" y="978"/>
                  <a:pt x="2263" y="978"/>
                  <a:pt x="2263" y="978"/>
                </a:cubicBezTo>
                <a:cubicBezTo>
                  <a:pt x="2263" y="979"/>
                  <a:pt x="2263" y="979"/>
                  <a:pt x="2263" y="979"/>
                </a:cubicBezTo>
                <a:cubicBezTo>
                  <a:pt x="2264" y="981"/>
                  <a:pt x="2266" y="982"/>
                  <a:pt x="2268" y="983"/>
                </a:cubicBezTo>
                <a:close/>
                <a:moveTo>
                  <a:pt x="538" y="247"/>
                </a:moveTo>
                <a:cubicBezTo>
                  <a:pt x="537" y="248"/>
                  <a:pt x="536" y="248"/>
                  <a:pt x="535" y="249"/>
                </a:cubicBezTo>
                <a:cubicBezTo>
                  <a:pt x="534" y="250"/>
                  <a:pt x="534" y="251"/>
                  <a:pt x="534" y="252"/>
                </a:cubicBezTo>
                <a:cubicBezTo>
                  <a:pt x="535" y="253"/>
                  <a:pt x="535" y="253"/>
                  <a:pt x="536" y="253"/>
                </a:cubicBezTo>
                <a:cubicBezTo>
                  <a:pt x="537" y="252"/>
                  <a:pt x="539" y="250"/>
                  <a:pt x="539" y="248"/>
                </a:cubicBezTo>
                <a:cubicBezTo>
                  <a:pt x="539" y="248"/>
                  <a:pt x="539" y="248"/>
                  <a:pt x="539" y="248"/>
                </a:cubicBezTo>
                <a:cubicBezTo>
                  <a:pt x="539" y="247"/>
                  <a:pt x="538" y="247"/>
                  <a:pt x="538" y="247"/>
                </a:cubicBezTo>
                <a:close/>
                <a:moveTo>
                  <a:pt x="1830" y="930"/>
                </a:moveTo>
                <a:cubicBezTo>
                  <a:pt x="1830" y="929"/>
                  <a:pt x="1829" y="930"/>
                  <a:pt x="1829" y="930"/>
                </a:cubicBezTo>
                <a:cubicBezTo>
                  <a:pt x="1828" y="930"/>
                  <a:pt x="1828" y="931"/>
                  <a:pt x="1828" y="931"/>
                </a:cubicBezTo>
                <a:cubicBezTo>
                  <a:pt x="1829" y="933"/>
                  <a:pt x="1829" y="934"/>
                  <a:pt x="1831" y="934"/>
                </a:cubicBezTo>
                <a:cubicBezTo>
                  <a:pt x="1831" y="934"/>
                  <a:pt x="1831" y="934"/>
                  <a:pt x="1832" y="934"/>
                </a:cubicBezTo>
                <a:cubicBezTo>
                  <a:pt x="1832" y="934"/>
                  <a:pt x="1832" y="933"/>
                  <a:pt x="1832" y="933"/>
                </a:cubicBezTo>
                <a:cubicBezTo>
                  <a:pt x="1832" y="931"/>
                  <a:pt x="1831" y="930"/>
                  <a:pt x="1830" y="930"/>
                </a:cubicBezTo>
                <a:close/>
                <a:moveTo>
                  <a:pt x="690" y="393"/>
                </a:moveTo>
                <a:cubicBezTo>
                  <a:pt x="689" y="393"/>
                  <a:pt x="688" y="394"/>
                  <a:pt x="688" y="394"/>
                </a:cubicBezTo>
                <a:cubicBezTo>
                  <a:pt x="688" y="395"/>
                  <a:pt x="688" y="395"/>
                  <a:pt x="688" y="395"/>
                </a:cubicBezTo>
                <a:cubicBezTo>
                  <a:pt x="688" y="396"/>
                  <a:pt x="689" y="396"/>
                  <a:pt x="689" y="396"/>
                </a:cubicBezTo>
                <a:cubicBezTo>
                  <a:pt x="690" y="396"/>
                  <a:pt x="691" y="395"/>
                  <a:pt x="691" y="395"/>
                </a:cubicBezTo>
                <a:cubicBezTo>
                  <a:pt x="692" y="394"/>
                  <a:pt x="692" y="394"/>
                  <a:pt x="692" y="393"/>
                </a:cubicBezTo>
                <a:cubicBezTo>
                  <a:pt x="691" y="392"/>
                  <a:pt x="690" y="392"/>
                  <a:pt x="690" y="393"/>
                </a:cubicBezTo>
                <a:close/>
                <a:moveTo>
                  <a:pt x="2281" y="1000"/>
                </a:moveTo>
                <a:cubicBezTo>
                  <a:pt x="2281" y="1000"/>
                  <a:pt x="2281" y="1000"/>
                  <a:pt x="2281" y="1001"/>
                </a:cubicBezTo>
                <a:cubicBezTo>
                  <a:pt x="2282" y="1002"/>
                  <a:pt x="2283" y="1003"/>
                  <a:pt x="2284" y="1003"/>
                </a:cubicBezTo>
                <a:cubicBezTo>
                  <a:pt x="2285" y="1003"/>
                  <a:pt x="2286" y="1002"/>
                  <a:pt x="2286" y="1002"/>
                </a:cubicBezTo>
                <a:cubicBezTo>
                  <a:pt x="2286" y="1002"/>
                  <a:pt x="2286" y="1001"/>
                  <a:pt x="2286" y="1001"/>
                </a:cubicBezTo>
                <a:cubicBezTo>
                  <a:pt x="2285" y="1000"/>
                  <a:pt x="2284" y="999"/>
                  <a:pt x="2282" y="999"/>
                </a:cubicBezTo>
                <a:cubicBezTo>
                  <a:pt x="2282" y="999"/>
                  <a:pt x="2281" y="999"/>
                  <a:pt x="2281" y="1000"/>
                </a:cubicBezTo>
                <a:close/>
                <a:moveTo>
                  <a:pt x="608" y="112"/>
                </a:moveTo>
                <a:cubicBezTo>
                  <a:pt x="608" y="112"/>
                  <a:pt x="608" y="111"/>
                  <a:pt x="607" y="111"/>
                </a:cubicBezTo>
                <a:cubicBezTo>
                  <a:pt x="606" y="111"/>
                  <a:pt x="604" y="111"/>
                  <a:pt x="603" y="112"/>
                </a:cubicBezTo>
                <a:cubicBezTo>
                  <a:pt x="602" y="112"/>
                  <a:pt x="602" y="113"/>
                  <a:pt x="603" y="113"/>
                </a:cubicBezTo>
                <a:cubicBezTo>
                  <a:pt x="603" y="114"/>
                  <a:pt x="604" y="114"/>
                  <a:pt x="605" y="115"/>
                </a:cubicBezTo>
                <a:cubicBezTo>
                  <a:pt x="606" y="114"/>
                  <a:pt x="607" y="113"/>
                  <a:pt x="608" y="113"/>
                </a:cubicBezTo>
                <a:cubicBezTo>
                  <a:pt x="608" y="112"/>
                  <a:pt x="608" y="112"/>
                  <a:pt x="608" y="112"/>
                </a:cubicBezTo>
                <a:close/>
                <a:moveTo>
                  <a:pt x="605" y="115"/>
                </a:moveTo>
                <a:cubicBezTo>
                  <a:pt x="605" y="115"/>
                  <a:pt x="604" y="115"/>
                  <a:pt x="604" y="115"/>
                </a:cubicBezTo>
                <a:cubicBezTo>
                  <a:pt x="604" y="115"/>
                  <a:pt x="605" y="115"/>
                  <a:pt x="605" y="115"/>
                </a:cubicBezTo>
                <a:cubicBezTo>
                  <a:pt x="605" y="115"/>
                  <a:pt x="605" y="115"/>
                  <a:pt x="605" y="115"/>
                </a:cubicBezTo>
                <a:cubicBezTo>
                  <a:pt x="605" y="115"/>
                  <a:pt x="605" y="115"/>
                  <a:pt x="605" y="115"/>
                </a:cubicBezTo>
                <a:close/>
                <a:moveTo>
                  <a:pt x="615" y="310"/>
                </a:moveTo>
                <a:cubicBezTo>
                  <a:pt x="614" y="310"/>
                  <a:pt x="614" y="311"/>
                  <a:pt x="614" y="311"/>
                </a:cubicBezTo>
                <a:cubicBezTo>
                  <a:pt x="614" y="312"/>
                  <a:pt x="614" y="312"/>
                  <a:pt x="614" y="313"/>
                </a:cubicBezTo>
                <a:cubicBezTo>
                  <a:pt x="614" y="314"/>
                  <a:pt x="615" y="314"/>
                  <a:pt x="616" y="315"/>
                </a:cubicBezTo>
                <a:cubicBezTo>
                  <a:pt x="616" y="315"/>
                  <a:pt x="617" y="315"/>
                  <a:pt x="617" y="315"/>
                </a:cubicBezTo>
                <a:cubicBezTo>
                  <a:pt x="617" y="315"/>
                  <a:pt x="618" y="315"/>
                  <a:pt x="617" y="314"/>
                </a:cubicBezTo>
                <a:cubicBezTo>
                  <a:pt x="617" y="312"/>
                  <a:pt x="616" y="311"/>
                  <a:pt x="615" y="310"/>
                </a:cubicBezTo>
                <a:close/>
                <a:moveTo>
                  <a:pt x="713" y="380"/>
                </a:moveTo>
                <a:cubicBezTo>
                  <a:pt x="712" y="380"/>
                  <a:pt x="712" y="380"/>
                  <a:pt x="712" y="380"/>
                </a:cubicBezTo>
                <a:cubicBezTo>
                  <a:pt x="711" y="381"/>
                  <a:pt x="710" y="381"/>
                  <a:pt x="710" y="382"/>
                </a:cubicBezTo>
                <a:cubicBezTo>
                  <a:pt x="710" y="383"/>
                  <a:pt x="711" y="384"/>
                  <a:pt x="711" y="384"/>
                </a:cubicBezTo>
                <a:cubicBezTo>
                  <a:pt x="711" y="385"/>
                  <a:pt x="712" y="385"/>
                  <a:pt x="712" y="385"/>
                </a:cubicBezTo>
                <a:cubicBezTo>
                  <a:pt x="713" y="384"/>
                  <a:pt x="713" y="384"/>
                  <a:pt x="714" y="383"/>
                </a:cubicBezTo>
                <a:cubicBezTo>
                  <a:pt x="714" y="382"/>
                  <a:pt x="714" y="381"/>
                  <a:pt x="713" y="380"/>
                </a:cubicBezTo>
                <a:cubicBezTo>
                  <a:pt x="713" y="380"/>
                  <a:pt x="713" y="380"/>
                  <a:pt x="713" y="380"/>
                </a:cubicBezTo>
                <a:close/>
                <a:moveTo>
                  <a:pt x="2219" y="947"/>
                </a:moveTo>
                <a:cubicBezTo>
                  <a:pt x="2219" y="950"/>
                  <a:pt x="2220" y="952"/>
                  <a:pt x="2221" y="955"/>
                </a:cubicBezTo>
                <a:cubicBezTo>
                  <a:pt x="2221" y="955"/>
                  <a:pt x="2221" y="955"/>
                  <a:pt x="2222" y="955"/>
                </a:cubicBezTo>
                <a:cubicBezTo>
                  <a:pt x="2222" y="955"/>
                  <a:pt x="2223" y="954"/>
                  <a:pt x="2223" y="953"/>
                </a:cubicBezTo>
                <a:cubicBezTo>
                  <a:pt x="2223" y="951"/>
                  <a:pt x="2221" y="948"/>
                  <a:pt x="2219" y="947"/>
                </a:cubicBezTo>
                <a:close/>
                <a:moveTo>
                  <a:pt x="1356" y="57"/>
                </a:moveTo>
                <a:cubicBezTo>
                  <a:pt x="1357" y="57"/>
                  <a:pt x="1357" y="57"/>
                  <a:pt x="1358" y="57"/>
                </a:cubicBezTo>
                <a:cubicBezTo>
                  <a:pt x="1359" y="57"/>
                  <a:pt x="1360" y="55"/>
                  <a:pt x="1359" y="54"/>
                </a:cubicBezTo>
                <a:cubicBezTo>
                  <a:pt x="1359" y="54"/>
                  <a:pt x="1358" y="53"/>
                  <a:pt x="1357" y="53"/>
                </a:cubicBezTo>
                <a:cubicBezTo>
                  <a:pt x="1356" y="53"/>
                  <a:pt x="1355" y="54"/>
                  <a:pt x="1355" y="55"/>
                </a:cubicBezTo>
                <a:cubicBezTo>
                  <a:pt x="1355" y="56"/>
                  <a:pt x="1356" y="56"/>
                  <a:pt x="1356" y="57"/>
                </a:cubicBezTo>
                <a:close/>
                <a:moveTo>
                  <a:pt x="1378" y="56"/>
                </a:moveTo>
                <a:cubicBezTo>
                  <a:pt x="1380" y="56"/>
                  <a:pt x="1380" y="55"/>
                  <a:pt x="1380" y="55"/>
                </a:cubicBezTo>
                <a:cubicBezTo>
                  <a:pt x="1380" y="54"/>
                  <a:pt x="1379" y="54"/>
                  <a:pt x="1378" y="54"/>
                </a:cubicBezTo>
                <a:cubicBezTo>
                  <a:pt x="1377" y="54"/>
                  <a:pt x="1376" y="55"/>
                  <a:pt x="1377" y="55"/>
                </a:cubicBezTo>
                <a:cubicBezTo>
                  <a:pt x="1377" y="56"/>
                  <a:pt x="1378" y="56"/>
                  <a:pt x="1378" y="56"/>
                </a:cubicBezTo>
                <a:close/>
                <a:moveTo>
                  <a:pt x="540" y="89"/>
                </a:moveTo>
                <a:cubicBezTo>
                  <a:pt x="540" y="90"/>
                  <a:pt x="541" y="90"/>
                  <a:pt x="541" y="91"/>
                </a:cubicBezTo>
                <a:cubicBezTo>
                  <a:pt x="541" y="92"/>
                  <a:pt x="542" y="92"/>
                  <a:pt x="543" y="92"/>
                </a:cubicBezTo>
                <a:cubicBezTo>
                  <a:pt x="544" y="92"/>
                  <a:pt x="545" y="91"/>
                  <a:pt x="545" y="90"/>
                </a:cubicBezTo>
                <a:cubicBezTo>
                  <a:pt x="544" y="90"/>
                  <a:pt x="544" y="89"/>
                  <a:pt x="544" y="89"/>
                </a:cubicBezTo>
                <a:cubicBezTo>
                  <a:pt x="543" y="89"/>
                  <a:pt x="542" y="88"/>
                  <a:pt x="542" y="88"/>
                </a:cubicBezTo>
                <a:cubicBezTo>
                  <a:pt x="541" y="88"/>
                  <a:pt x="540" y="89"/>
                  <a:pt x="540" y="89"/>
                </a:cubicBezTo>
                <a:close/>
                <a:moveTo>
                  <a:pt x="1872" y="914"/>
                </a:moveTo>
                <a:cubicBezTo>
                  <a:pt x="1872" y="914"/>
                  <a:pt x="1872" y="914"/>
                  <a:pt x="1872" y="913"/>
                </a:cubicBezTo>
                <a:cubicBezTo>
                  <a:pt x="1872" y="913"/>
                  <a:pt x="1872" y="912"/>
                  <a:pt x="1871" y="912"/>
                </a:cubicBezTo>
                <a:cubicBezTo>
                  <a:pt x="1871" y="912"/>
                  <a:pt x="1870" y="912"/>
                  <a:pt x="1869" y="912"/>
                </a:cubicBezTo>
                <a:cubicBezTo>
                  <a:pt x="1868" y="912"/>
                  <a:pt x="1868" y="912"/>
                  <a:pt x="1867" y="912"/>
                </a:cubicBezTo>
                <a:cubicBezTo>
                  <a:pt x="1868" y="913"/>
                  <a:pt x="1869" y="914"/>
                  <a:pt x="1871" y="915"/>
                </a:cubicBezTo>
                <a:cubicBezTo>
                  <a:pt x="1871" y="915"/>
                  <a:pt x="1872" y="914"/>
                  <a:pt x="1872" y="914"/>
                </a:cubicBezTo>
                <a:close/>
                <a:moveTo>
                  <a:pt x="2060" y="922"/>
                </a:moveTo>
                <a:cubicBezTo>
                  <a:pt x="2060" y="922"/>
                  <a:pt x="2060" y="923"/>
                  <a:pt x="2060" y="923"/>
                </a:cubicBezTo>
                <a:cubicBezTo>
                  <a:pt x="2060" y="923"/>
                  <a:pt x="2061" y="924"/>
                  <a:pt x="2061" y="924"/>
                </a:cubicBezTo>
                <a:cubicBezTo>
                  <a:pt x="2062" y="924"/>
                  <a:pt x="2063" y="924"/>
                  <a:pt x="2064" y="924"/>
                </a:cubicBezTo>
                <a:cubicBezTo>
                  <a:pt x="2064" y="924"/>
                  <a:pt x="2065" y="923"/>
                  <a:pt x="2065" y="923"/>
                </a:cubicBezTo>
                <a:cubicBezTo>
                  <a:pt x="2065" y="923"/>
                  <a:pt x="2065" y="923"/>
                  <a:pt x="2065" y="922"/>
                </a:cubicBezTo>
                <a:cubicBezTo>
                  <a:pt x="2063" y="921"/>
                  <a:pt x="2062" y="921"/>
                  <a:pt x="2060" y="922"/>
                </a:cubicBezTo>
                <a:close/>
                <a:moveTo>
                  <a:pt x="1528" y="166"/>
                </a:moveTo>
                <a:cubicBezTo>
                  <a:pt x="1529" y="166"/>
                  <a:pt x="1530" y="166"/>
                  <a:pt x="1530" y="164"/>
                </a:cubicBezTo>
                <a:cubicBezTo>
                  <a:pt x="1530" y="164"/>
                  <a:pt x="1529" y="163"/>
                  <a:pt x="1529" y="163"/>
                </a:cubicBezTo>
                <a:cubicBezTo>
                  <a:pt x="1528" y="162"/>
                  <a:pt x="1527" y="163"/>
                  <a:pt x="1527" y="164"/>
                </a:cubicBezTo>
                <a:cubicBezTo>
                  <a:pt x="1527" y="165"/>
                  <a:pt x="1527" y="166"/>
                  <a:pt x="1528" y="166"/>
                </a:cubicBezTo>
                <a:close/>
                <a:moveTo>
                  <a:pt x="615" y="143"/>
                </a:moveTo>
                <a:cubicBezTo>
                  <a:pt x="616" y="143"/>
                  <a:pt x="616" y="143"/>
                  <a:pt x="617" y="142"/>
                </a:cubicBezTo>
                <a:cubicBezTo>
                  <a:pt x="615" y="141"/>
                  <a:pt x="613" y="141"/>
                  <a:pt x="610" y="141"/>
                </a:cubicBezTo>
                <a:cubicBezTo>
                  <a:pt x="611" y="144"/>
                  <a:pt x="611" y="144"/>
                  <a:pt x="615" y="143"/>
                </a:cubicBezTo>
                <a:close/>
                <a:moveTo>
                  <a:pt x="610" y="141"/>
                </a:moveTo>
                <a:cubicBezTo>
                  <a:pt x="610" y="141"/>
                  <a:pt x="610" y="141"/>
                  <a:pt x="610" y="141"/>
                </a:cubicBezTo>
                <a:cubicBezTo>
                  <a:pt x="610" y="141"/>
                  <a:pt x="610" y="141"/>
                  <a:pt x="610" y="141"/>
                </a:cubicBezTo>
                <a:cubicBezTo>
                  <a:pt x="610" y="141"/>
                  <a:pt x="610" y="141"/>
                  <a:pt x="610" y="141"/>
                </a:cubicBezTo>
                <a:cubicBezTo>
                  <a:pt x="610" y="141"/>
                  <a:pt x="610" y="141"/>
                  <a:pt x="610" y="141"/>
                </a:cubicBezTo>
                <a:close/>
                <a:moveTo>
                  <a:pt x="2011" y="844"/>
                </a:moveTo>
                <a:cubicBezTo>
                  <a:pt x="2010" y="844"/>
                  <a:pt x="2009" y="845"/>
                  <a:pt x="2008" y="845"/>
                </a:cubicBezTo>
                <a:cubicBezTo>
                  <a:pt x="2010" y="848"/>
                  <a:pt x="2011" y="848"/>
                  <a:pt x="2012" y="847"/>
                </a:cubicBezTo>
                <a:cubicBezTo>
                  <a:pt x="2013" y="847"/>
                  <a:pt x="2014" y="845"/>
                  <a:pt x="2013" y="845"/>
                </a:cubicBezTo>
                <a:cubicBezTo>
                  <a:pt x="2013" y="844"/>
                  <a:pt x="2012" y="844"/>
                  <a:pt x="2011" y="844"/>
                </a:cubicBezTo>
                <a:close/>
                <a:moveTo>
                  <a:pt x="2010" y="839"/>
                </a:moveTo>
                <a:cubicBezTo>
                  <a:pt x="2010" y="839"/>
                  <a:pt x="2010" y="839"/>
                  <a:pt x="2010" y="838"/>
                </a:cubicBezTo>
                <a:cubicBezTo>
                  <a:pt x="2009" y="838"/>
                  <a:pt x="2009" y="838"/>
                  <a:pt x="2008" y="838"/>
                </a:cubicBezTo>
                <a:cubicBezTo>
                  <a:pt x="2008" y="839"/>
                  <a:pt x="2007" y="840"/>
                  <a:pt x="2007" y="840"/>
                </a:cubicBezTo>
                <a:cubicBezTo>
                  <a:pt x="2007" y="842"/>
                  <a:pt x="2007" y="844"/>
                  <a:pt x="2007" y="845"/>
                </a:cubicBezTo>
                <a:cubicBezTo>
                  <a:pt x="2007" y="845"/>
                  <a:pt x="2008" y="845"/>
                  <a:pt x="2008" y="845"/>
                </a:cubicBezTo>
                <a:cubicBezTo>
                  <a:pt x="2009" y="844"/>
                  <a:pt x="2009" y="843"/>
                  <a:pt x="2010" y="842"/>
                </a:cubicBezTo>
                <a:cubicBezTo>
                  <a:pt x="2010" y="841"/>
                  <a:pt x="2010" y="840"/>
                  <a:pt x="2010" y="839"/>
                </a:cubicBezTo>
                <a:close/>
                <a:moveTo>
                  <a:pt x="2007" y="840"/>
                </a:moveTo>
                <a:cubicBezTo>
                  <a:pt x="2007" y="840"/>
                  <a:pt x="2007" y="840"/>
                  <a:pt x="2007" y="840"/>
                </a:cubicBezTo>
                <a:cubicBezTo>
                  <a:pt x="2007" y="840"/>
                  <a:pt x="2006" y="840"/>
                  <a:pt x="2006" y="840"/>
                </a:cubicBezTo>
                <a:cubicBezTo>
                  <a:pt x="2006" y="840"/>
                  <a:pt x="2006" y="840"/>
                  <a:pt x="2006" y="840"/>
                </a:cubicBezTo>
                <a:cubicBezTo>
                  <a:pt x="2006" y="840"/>
                  <a:pt x="2007" y="840"/>
                  <a:pt x="2007" y="840"/>
                </a:cubicBezTo>
                <a:close/>
                <a:moveTo>
                  <a:pt x="2008" y="845"/>
                </a:moveTo>
                <a:cubicBezTo>
                  <a:pt x="2008" y="845"/>
                  <a:pt x="2008" y="845"/>
                  <a:pt x="2008" y="845"/>
                </a:cubicBezTo>
                <a:cubicBezTo>
                  <a:pt x="2008" y="845"/>
                  <a:pt x="2008" y="845"/>
                  <a:pt x="2008" y="845"/>
                </a:cubicBezTo>
                <a:cubicBezTo>
                  <a:pt x="2008" y="845"/>
                  <a:pt x="2008" y="845"/>
                  <a:pt x="2008" y="845"/>
                </a:cubicBezTo>
                <a:cubicBezTo>
                  <a:pt x="2008" y="845"/>
                  <a:pt x="2008" y="845"/>
                  <a:pt x="2008" y="845"/>
                </a:cubicBezTo>
                <a:close/>
                <a:moveTo>
                  <a:pt x="678" y="810"/>
                </a:moveTo>
                <a:cubicBezTo>
                  <a:pt x="678" y="810"/>
                  <a:pt x="677" y="809"/>
                  <a:pt x="677" y="810"/>
                </a:cubicBezTo>
                <a:cubicBezTo>
                  <a:pt x="676" y="810"/>
                  <a:pt x="676" y="811"/>
                  <a:pt x="676" y="811"/>
                </a:cubicBezTo>
                <a:cubicBezTo>
                  <a:pt x="677" y="812"/>
                  <a:pt x="677" y="812"/>
                  <a:pt x="678" y="813"/>
                </a:cubicBezTo>
                <a:cubicBezTo>
                  <a:pt x="678" y="813"/>
                  <a:pt x="679" y="812"/>
                  <a:pt x="679" y="812"/>
                </a:cubicBezTo>
                <a:cubicBezTo>
                  <a:pt x="679" y="811"/>
                  <a:pt x="679" y="811"/>
                  <a:pt x="678" y="810"/>
                </a:cubicBezTo>
                <a:close/>
                <a:moveTo>
                  <a:pt x="677" y="798"/>
                </a:moveTo>
                <a:cubicBezTo>
                  <a:pt x="677" y="798"/>
                  <a:pt x="676" y="797"/>
                  <a:pt x="676" y="797"/>
                </a:cubicBezTo>
                <a:cubicBezTo>
                  <a:pt x="675" y="797"/>
                  <a:pt x="674" y="798"/>
                  <a:pt x="673" y="799"/>
                </a:cubicBezTo>
                <a:cubicBezTo>
                  <a:pt x="673" y="799"/>
                  <a:pt x="674" y="800"/>
                  <a:pt x="674" y="800"/>
                </a:cubicBezTo>
                <a:cubicBezTo>
                  <a:pt x="675" y="801"/>
                  <a:pt x="677" y="799"/>
                  <a:pt x="677" y="798"/>
                </a:cubicBezTo>
                <a:close/>
                <a:moveTo>
                  <a:pt x="644" y="347"/>
                </a:moveTo>
                <a:cubicBezTo>
                  <a:pt x="644" y="348"/>
                  <a:pt x="644" y="348"/>
                  <a:pt x="644" y="349"/>
                </a:cubicBezTo>
                <a:cubicBezTo>
                  <a:pt x="644" y="350"/>
                  <a:pt x="645" y="351"/>
                  <a:pt x="646" y="351"/>
                </a:cubicBezTo>
                <a:cubicBezTo>
                  <a:pt x="647" y="351"/>
                  <a:pt x="647" y="351"/>
                  <a:pt x="648" y="350"/>
                </a:cubicBezTo>
                <a:cubicBezTo>
                  <a:pt x="648" y="350"/>
                  <a:pt x="648" y="349"/>
                  <a:pt x="648" y="349"/>
                </a:cubicBezTo>
                <a:cubicBezTo>
                  <a:pt x="647" y="348"/>
                  <a:pt x="646" y="347"/>
                  <a:pt x="644" y="347"/>
                </a:cubicBezTo>
                <a:close/>
                <a:moveTo>
                  <a:pt x="562" y="731"/>
                </a:moveTo>
                <a:cubicBezTo>
                  <a:pt x="561" y="731"/>
                  <a:pt x="560" y="732"/>
                  <a:pt x="560" y="733"/>
                </a:cubicBezTo>
                <a:cubicBezTo>
                  <a:pt x="560" y="734"/>
                  <a:pt x="561" y="735"/>
                  <a:pt x="562" y="735"/>
                </a:cubicBezTo>
                <a:cubicBezTo>
                  <a:pt x="562" y="735"/>
                  <a:pt x="563" y="734"/>
                  <a:pt x="563" y="733"/>
                </a:cubicBezTo>
                <a:cubicBezTo>
                  <a:pt x="563" y="732"/>
                  <a:pt x="562" y="731"/>
                  <a:pt x="562" y="731"/>
                </a:cubicBezTo>
                <a:close/>
                <a:moveTo>
                  <a:pt x="569" y="721"/>
                </a:moveTo>
                <a:cubicBezTo>
                  <a:pt x="571" y="720"/>
                  <a:pt x="570" y="717"/>
                  <a:pt x="569" y="716"/>
                </a:cubicBezTo>
                <a:cubicBezTo>
                  <a:pt x="568" y="716"/>
                  <a:pt x="568" y="716"/>
                  <a:pt x="568" y="717"/>
                </a:cubicBezTo>
                <a:cubicBezTo>
                  <a:pt x="567" y="718"/>
                  <a:pt x="568" y="720"/>
                  <a:pt x="569" y="721"/>
                </a:cubicBezTo>
                <a:cubicBezTo>
                  <a:pt x="569" y="721"/>
                  <a:pt x="569" y="721"/>
                  <a:pt x="569" y="721"/>
                </a:cubicBezTo>
                <a:close/>
                <a:moveTo>
                  <a:pt x="559" y="716"/>
                </a:moveTo>
                <a:cubicBezTo>
                  <a:pt x="558" y="717"/>
                  <a:pt x="558" y="717"/>
                  <a:pt x="559" y="718"/>
                </a:cubicBezTo>
                <a:cubicBezTo>
                  <a:pt x="559" y="718"/>
                  <a:pt x="559" y="718"/>
                  <a:pt x="559" y="718"/>
                </a:cubicBezTo>
                <a:cubicBezTo>
                  <a:pt x="560" y="719"/>
                  <a:pt x="561" y="718"/>
                  <a:pt x="562" y="717"/>
                </a:cubicBezTo>
                <a:cubicBezTo>
                  <a:pt x="563" y="717"/>
                  <a:pt x="563" y="717"/>
                  <a:pt x="563" y="716"/>
                </a:cubicBezTo>
                <a:cubicBezTo>
                  <a:pt x="562" y="716"/>
                  <a:pt x="562" y="716"/>
                  <a:pt x="562" y="716"/>
                </a:cubicBezTo>
                <a:cubicBezTo>
                  <a:pt x="561" y="716"/>
                  <a:pt x="560" y="716"/>
                  <a:pt x="559" y="716"/>
                </a:cubicBezTo>
                <a:close/>
                <a:moveTo>
                  <a:pt x="593" y="763"/>
                </a:moveTo>
                <a:cubicBezTo>
                  <a:pt x="593" y="763"/>
                  <a:pt x="594" y="762"/>
                  <a:pt x="594" y="762"/>
                </a:cubicBezTo>
                <a:cubicBezTo>
                  <a:pt x="594" y="762"/>
                  <a:pt x="593" y="761"/>
                  <a:pt x="593" y="761"/>
                </a:cubicBezTo>
                <a:cubicBezTo>
                  <a:pt x="592" y="760"/>
                  <a:pt x="592" y="760"/>
                  <a:pt x="591" y="761"/>
                </a:cubicBezTo>
                <a:cubicBezTo>
                  <a:pt x="591" y="761"/>
                  <a:pt x="590" y="762"/>
                  <a:pt x="590" y="762"/>
                </a:cubicBezTo>
                <a:cubicBezTo>
                  <a:pt x="590" y="763"/>
                  <a:pt x="591" y="763"/>
                  <a:pt x="591" y="763"/>
                </a:cubicBezTo>
                <a:cubicBezTo>
                  <a:pt x="592" y="763"/>
                  <a:pt x="593" y="763"/>
                  <a:pt x="593" y="763"/>
                </a:cubicBezTo>
                <a:close/>
                <a:moveTo>
                  <a:pt x="2215" y="945"/>
                </a:moveTo>
                <a:cubicBezTo>
                  <a:pt x="2215" y="945"/>
                  <a:pt x="2215" y="945"/>
                  <a:pt x="2215" y="945"/>
                </a:cubicBezTo>
                <a:cubicBezTo>
                  <a:pt x="2215" y="945"/>
                  <a:pt x="2215" y="945"/>
                  <a:pt x="2215" y="945"/>
                </a:cubicBezTo>
                <a:cubicBezTo>
                  <a:pt x="2215" y="945"/>
                  <a:pt x="2215" y="945"/>
                  <a:pt x="2215" y="945"/>
                </a:cubicBezTo>
                <a:cubicBezTo>
                  <a:pt x="2215" y="945"/>
                  <a:pt x="2215" y="945"/>
                  <a:pt x="2215" y="945"/>
                </a:cubicBezTo>
                <a:close/>
                <a:moveTo>
                  <a:pt x="2208" y="942"/>
                </a:moveTo>
                <a:cubicBezTo>
                  <a:pt x="2210" y="944"/>
                  <a:pt x="2212" y="945"/>
                  <a:pt x="2215" y="945"/>
                </a:cubicBezTo>
                <a:cubicBezTo>
                  <a:pt x="2213" y="942"/>
                  <a:pt x="2211" y="942"/>
                  <a:pt x="2208" y="942"/>
                </a:cubicBezTo>
                <a:close/>
                <a:moveTo>
                  <a:pt x="2036" y="927"/>
                </a:moveTo>
                <a:cubicBezTo>
                  <a:pt x="2036" y="927"/>
                  <a:pt x="2037" y="928"/>
                  <a:pt x="2038" y="927"/>
                </a:cubicBezTo>
                <a:cubicBezTo>
                  <a:pt x="2039" y="927"/>
                  <a:pt x="2039" y="926"/>
                  <a:pt x="2040" y="926"/>
                </a:cubicBezTo>
                <a:cubicBezTo>
                  <a:pt x="2040" y="926"/>
                  <a:pt x="2040" y="926"/>
                  <a:pt x="2040" y="926"/>
                </a:cubicBezTo>
                <a:cubicBezTo>
                  <a:pt x="2040" y="926"/>
                  <a:pt x="2040" y="926"/>
                  <a:pt x="2040" y="926"/>
                </a:cubicBezTo>
                <a:cubicBezTo>
                  <a:pt x="2040" y="926"/>
                  <a:pt x="2041" y="926"/>
                  <a:pt x="2041" y="926"/>
                </a:cubicBezTo>
                <a:cubicBezTo>
                  <a:pt x="2041" y="924"/>
                  <a:pt x="2041" y="923"/>
                  <a:pt x="2041" y="922"/>
                </a:cubicBezTo>
                <a:cubicBezTo>
                  <a:pt x="2040" y="921"/>
                  <a:pt x="2041" y="920"/>
                  <a:pt x="2042" y="920"/>
                </a:cubicBezTo>
                <a:cubicBezTo>
                  <a:pt x="2042" y="919"/>
                  <a:pt x="2042" y="919"/>
                  <a:pt x="2042" y="919"/>
                </a:cubicBezTo>
                <a:cubicBezTo>
                  <a:pt x="2044" y="919"/>
                  <a:pt x="2045" y="919"/>
                  <a:pt x="2044" y="916"/>
                </a:cubicBezTo>
                <a:cubicBezTo>
                  <a:pt x="2044" y="916"/>
                  <a:pt x="2045" y="915"/>
                  <a:pt x="2045" y="914"/>
                </a:cubicBezTo>
                <a:cubicBezTo>
                  <a:pt x="2046" y="913"/>
                  <a:pt x="2047" y="913"/>
                  <a:pt x="2047" y="911"/>
                </a:cubicBezTo>
                <a:cubicBezTo>
                  <a:pt x="2047" y="911"/>
                  <a:pt x="2046" y="910"/>
                  <a:pt x="2046" y="910"/>
                </a:cubicBezTo>
                <a:cubicBezTo>
                  <a:pt x="2045" y="910"/>
                  <a:pt x="2044" y="909"/>
                  <a:pt x="2044" y="909"/>
                </a:cubicBezTo>
                <a:cubicBezTo>
                  <a:pt x="2043" y="909"/>
                  <a:pt x="2042" y="909"/>
                  <a:pt x="2042" y="908"/>
                </a:cubicBezTo>
                <a:cubicBezTo>
                  <a:pt x="2041" y="908"/>
                  <a:pt x="2041" y="907"/>
                  <a:pt x="2043" y="906"/>
                </a:cubicBezTo>
                <a:cubicBezTo>
                  <a:pt x="2043" y="906"/>
                  <a:pt x="2044" y="906"/>
                  <a:pt x="2044" y="906"/>
                </a:cubicBezTo>
                <a:cubicBezTo>
                  <a:pt x="2044" y="905"/>
                  <a:pt x="2044" y="905"/>
                  <a:pt x="2044" y="904"/>
                </a:cubicBezTo>
                <a:cubicBezTo>
                  <a:pt x="2044" y="904"/>
                  <a:pt x="2044" y="904"/>
                  <a:pt x="2043" y="904"/>
                </a:cubicBezTo>
                <a:cubicBezTo>
                  <a:pt x="2037" y="905"/>
                  <a:pt x="2036" y="909"/>
                  <a:pt x="2036" y="915"/>
                </a:cubicBezTo>
                <a:cubicBezTo>
                  <a:pt x="2036" y="916"/>
                  <a:pt x="2037" y="917"/>
                  <a:pt x="2037" y="918"/>
                </a:cubicBezTo>
                <a:cubicBezTo>
                  <a:pt x="2037" y="920"/>
                  <a:pt x="2038" y="922"/>
                  <a:pt x="2038" y="924"/>
                </a:cubicBezTo>
                <a:cubicBezTo>
                  <a:pt x="2038" y="924"/>
                  <a:pt x="2038" y="924"/>
                  <a:pt x="2038" y="924"/>
                </a:cubicBezTo>
                <a:cubicBezTo>
                  <a:pt x="2038" y="924"/>
                  <a:pt x="2038" y="924"/>
                  <a:pt x="2038" y="924"/>
                </a:cubicBezTo>
                <a:cubicBezTo>
                  <a:pt x="2038" y="924"/>
                  <a:pt x="2038" y="924"/>
                  <a:pt x="2038" y="924"/>
                </a:cubicBezTo>
                <a:cubicBezTo>
                  <a:pt x="2038" y="924"/>
                  <a:pt x="2039" y="925"/>
                  <a:pt x="2039" y="925"/>
                </a:cubicBezTo>
                <a:cubicBezTo>
                  <a:pt x="2039" y="925"/>
                  <a:pt x="2038" y="924"/>
                  <a:pt x="2038" y="924"/>
                </a:cubicBezTo>
                <a:cubicBezTo>
                  <a:pt x="2038" y="924"/>
                  <a:pt x="2037" y="924"/>
                  <a:pt x="2037" y="925"/>
                </a:cubicBezTo>
                <a:cubicBezTo>
                  <a:pt x="2036" y="925"/>
                  <a:pt x="2035" y="926"/>
                  <a:pt x="2036" y="927"/>
                </a:cubicBezTo>
                <a:close/>
                <a:moveTo>
                  <a:pt x="1783" y="821"/>
                </a:moveTo>
                <a:cubicBezTo>
                  <a:pt x="1783" y="820"/>
                  <a:pt x="1783" y="821"/>
                  <a:pt x="1782" y="821"/>
                </a:cubicBezTo>
                <a:cubicBezTo>
                  <a:pt x="1782" y="822"/>
                  <a:pt x="1782" y="823"/>
                  <a:pt x="1782" y="823"/>
                </a:cubicBezTo>
                <a:cubicBezTo>
                  <a:pt x="1782" y="824"/>
                  <a:pt x="1782" y="824"/>
                  <a:pt x="1782" y="825"/>
                </a:cubicBezTo>
                <a:cubicBezTo>
                  <a:pt x="1782" y="825"/>
                  <a:pt x="1783" y="826"/>
                  <a:pt x="1783" y="826"/>
                </a:cubicBezTo>
                <a:cubicBezTo>
                  <a:pt x="1783" y="826"/>
                  <a:pt x="1784" y="825"/>
                  <a:pt x="1784" y="825"/>
                </a:cubicBezTo>
                <a:cubicBezTo>
                  <a:pt x="1784" y="824"/>
                  <a:pt x="1784" y="823"/>
                  <a:pt x="1784" y="821"/>
                </a:cubicBezTo>
                <a:cubicBezTo>
                  <a:pt x="1784" y="821"/>
                  <a:pt x="1784" y="821"/>
                  <a:pt x="1783" y="821"/>
                </a:cubicBezTo>
                <a:close/>
                <a:moveTo>
                  <a:pt x="2063" y="979"/>
                </a:moveTo>
                <a:cubicBezTo>
                  <a:pt x="2063" y="979"/>
                  <a:pt x="2063" y="980"/>
                  <a:pt x="2064" y="980"/>
                </a:cubicBezTo>
                <a:cubicBezTo>
                  <a:pt x="2064" y="980"/>
                  <a:pt x="2064" y="980"/>
                  <a:pt x="2065" y="980"/>
                </a:cubicBezTo>
                <a:cubicBezTo>
                  <a:pt x="2066" y="979"/>
                  <a:pt x="2066" y="979"/>
                  <a:pt x="2066" y="977"/>
                </a:cubicBezTo>
                <a:cubicBezTo>
                  <a:pt x="2066" y="977"/>
                  <a:pt x="2066" y="976"/>
                  <a:pt x="2065" y="976"/>
                </a:cubicBezTo>
                <a:cubicBezTo>
                  <a:pt x="2065" y="976"/>
                  <a:pt x="2064" y="976"/>
                  <a:pt x="2064" y="976"/>
                </a:cubicBezTo>
                <a:cubicBezTo>
                  <a:pt x="2063" y="977"/>
                  <a:pt x="2063" y="978"/>
                  <a:pt x="2063" y="979"/>
                </a:cubicBezTo>
                <a:close/>
                <a:moveTo>
                  <a:pt x="1509" y="217"/>
                </a:moveTo>
                <a:cubicBezTo>
                  <a:pt x="1510" y="217"/>
                  <a:pt x="1510" y="217"/>
                  <a:pt x="1510" y="216"/>
                </a:cubicBezTo>
                <a:cubicBezTo>
                  <a:pt x="1510" y="216"/>
                  <a:pt x="1510" y="215"/>
                  <a:pt x="1509" y="214"/>
                </a:cubicBezTo>
                <a:cubicBezTo>
                  <a:pt x="1509" y="214"/>
                  <a:pt x="1509" y="213"/>
                  <a:pt x="1508" y="213"/>
                </a:cubicBezTo>
                <a:cubicBezTo>
                  <a:pt x="1508" y="213"/>
                  <a:pt x="1507" y="214"/>
                  <a:pt x="1507" y="214"/>
                </a:cubicBezTo>
                <a:cubicBezTo>
                  <a:pt x="1507" y="215"/>
                  <a:pt x="1507" y="216"/>
                  <a:pt x="1508" y="217"/>
                </a:cubicBezTo>
                <a:cubicBezTo>
                  <a:pt x="1508" y="217"/>
                  <a:pt x="1509" y="217"/>
                  <a:pt x="1509" y="217"/>
                </a:cubicBezTo>
                <a:close/>
                <a:moveTo>
                  <a:pt x="675" y="270"/>
                </a:moveTo>
                <a:cubicBezTo>
                  <a:pt x="675" y="270"/>
                  <a:pt x="674" y="269"/>
                  <a:pt x="673" y="269"/>
                </a:cubicBezTo>
                <a:cubicBezTo>
                  <a:pt x="673" y="270"/>
                  <a:pt x="672" y="270"/>
                  <a:pt x="672" y="271"/>
                </a:cubicBezTo>
                <a:cubicBezTo>
                  <a:pt x="672" y="272"/>
                  <a:pt x="672" y="272"/>
                  <a:pt x="673" y="273"/>
                </a:cubicBezTo>
                <a:cubicBezTo>
                  <a:pt x="673" y="273"/>
                  <a:pt x="674" y="273"/>
                  <a:pt x="674" y="272"/>
                </a:cubicBezTo>
                <a:cubicBezTo>
                  <a:pt x="675" y="272"/>
                  <a:pt x="675" y="271"/>
                  <a:pt x="675" y="270"/>
                </a:cubicBezTo>
                <a:close/>
                <a:moveTo>
                  <a:pt x="2004" y="646"/>
                </a:moveTo>
                <a:cubicBezTo>
                  <a:pt x="2004" y="645"/>
                  <a:pt x="2004" y="644"/>
                  <a:pt x="2003" y="644"/>
                </a:cubicBezTo>
                <a:cubicBezTo>
                  <a:pt x="2002" y="644"/>
                  <a:pt x="2002" y="644"/>
                  <a:pt x="2001" y="645"/>
                </a:cubicBezTo>
                <a:cubicBezTo>
                  <a:pt x="2001" y="645"/>
                  <a:pt x="2000" y="646"/>
                  <a:pt x="2001" y="647"/>
                </a:cubicBezTo>
                <a:cubicBezTo>
                  <a:pt x="2001" y="647"/>
                  <a:pt x="2001" y="647"/>
                  <a:pt x="2002" y="647"/>
                </a:cubicBezTo>
                <a:cubicBezTo>
                  <a:pt x="2003" y="647"/>
                  <a:pt x="2004" y="647"/>
                  <a:pt x="2004" y="646"/>
                </a:cubicBezTo>
                <a:close/>
                <a:moveTo>
                  <a:pt x="1922" y="1122"/>
                </a:moveTo>
                <a:cubicBezTo>
                  <a:pt x="1921" y="1122"/>
                  <a:pt x="1921" y="1121"/>
                  <a:pt x="1920" y="1121"/>
                </a:cubicBezTo>
                <a:cubicBezTo>
                  <a:pt x="1920" y="1122"/>
                  <a:pt x="1919" y="1122"/>
                  <a:pt x="1919" y="1123"/>
                </a:cubicBezTo>
                <a:cubicBezTo>
                  <a:pt x="1920" y="1124"/>
                  <a:pt x="1920" y="1125"/>
                  <a:pt x="1921" y="1126"/>
                </a:cubicBezTo>
                <a:cubicBezTo>
                  <a:pt x="1921" y="1126"/>
                  <a:pt x="1922" y="1126"/>
                  <a:pt x="1922" y="1126"/>
                </a:cubicBezTo>
                <a:cubicBezTo>
                  <a:pt x="1923" y="1124"/>
                  <a:pt x="1923" y="1123"/>
                  <a:pt x="1922" y="1122"/>
                </a:cubicBezTo>
                <a:close/>
                <a:moveTo>
                  <a:pt x="1921" y="1126"/>
                </a:moveTo>
                <a:cubicBezTo>
                  <a:pt x="1921" y="1126"/>
                  <a:pt x="1921" y="1126"/>
                  <a:pt x="1921" y="1126"/>
                </a:cubicBezTo>
                <a:cubicBezTo>
                  <a:pt x="1921" y="1126"/>
                  <a:pt x="1921" y="1126"/>
                  <a:pt x="1921" y="1126"/>
                </a:cubicBezTo>
                <a:cubicBezTo>
                  <a:pt x="1921" y="1126"/>
                  <a:pt x="1921" y="1126"/>
                  <a:pt x="1921" y="1126"/>
                </a:cubicBezTo>
                <a:cubicBezTo>
                  <a:pt x="1921" y="1126"/>
                  <a:pt x="1921" y="1126"/>
                  <a:pt x="1921" y="1126"/>
                </a:cubicBezTo>
                <a:close/>
                <a:moveTo>
                  <a:pt x="1337" y="104"/>
                </a:moveTo>
                <a:cubicBezTo>
                  <a:pt x="1337" y="104"/>
                  <a:pt x="1337" y="104"/>
                  <a:pt x="1337" y="104"/>
                </a:cubicBezTo>
                <a:cubicBezTo>
                  <a:pt x="1337" y="104"/>
                  <a:pt x="1337" y="104"/>
                  <a:pt x="1337" y="104"/>
                </a:cubicBezTo>
                <a:cubicBezTo>
                  <a:pt x="1337" y="104"/>
                  <a:pt x="1337" y="104"/>
                  <a:pt x="1337" y="104"/>
                </a:cubicBezTo>
                <a:cubicBezTo>
                  <a:pt x="1337" y="104"/>
                  <a:pt x="1337" y="104"/>
                  <a:pt x="1337" y="104"/>
                </a:cubicBezTo>
                <a:close/>
                <a:moveTo>
                  <a:pt x="1335" y="101"/>
                </a:moveTo>
                <a:cubicBezTo>
                  <a:pt x="1334" y="101"/>
                  <a:pt x="1333" y="101"/>
                  <a:pt x="1333" y="102"/>
                </a:cubicBezTo>
                <a:cubicBezTo>
                  <a:pt x="1333" y="102"/>
                  <a:pt x="1334" y="104"/>
                  <a:pt x="1334" y="104"/>
                </a:cubicBezTo>
                <a:cubicBezTo>
                  <a:pt x="1335" y="104"/>
                  <a:pt x="1336" y="104"/>
                  <a:pt x="1337" y="104"/>
                </a:cubicBezTo>
                <a:cubicBezTo>
                  <a:pt x="1337" y="103"/>
                  <a:pt x="1336" y="102"/>
                  <a:pt x="1336" y="101"/>
                </a:cubicBezTo>
                <a:cubicBezTo>
                  <a:pt x="1336" y="101"/>
                  <a:pt x="1335" y="101"/>
                  <a:pt x="1335" y="101"/>
                </a:cubicBezTo>
                <a:close/>
                <a:moveTo>
                  <a:pt x="1981" y="829"/>
                </a:moveTo>
                <a:cubicBezTo>
                  <a:pt x="1980" y="828"/>
                  <a:pt x="1980" y="828"/>
                  <a:pt x="1979" y="827"/>
                </a:cubicBezTo>
                <a:cubicBezTo>
                  <a:pt x="1978" y="827"/>
                  <a:pt x="1977" y="828"/>
                  <a:pt x="1977" y="829"/>
                </a:cubicBezTo>
                <a:cubicBezTo>
                  <a:pt x="1977" y="829"/>
                  <a:pt x="1978" y="830"/>
                  <a:pt x="1978" y="830"/>
                </a:cubicBezTo>
                <a:cubicBezTo>
                  <a:pt x="1979" y="831"/>
                  <a:pt x="1980" y="830"/>
                  <a:pt x="1981" y="829"/>
                </a:cubicBezTo>
                <a:close/>
                <a:moveTo>
                  <a:pt x="2026" y="980"/>
                </a:moveTo>
                <a:cubicBezTo>
                  <a:pt x="2027" y="980"/>
                  <a:pt x="2027" y="980"/>
                  <a:pt x="2028" y="980"/>
                </a:cubicBezTo>
                <a:cubicBezTo>
                  <a:pt x="2028" y="980"/>
                  <a:pt x="2029" y="980"/>
                  <a:pt x="2029" y="979"/>
                </a:cubicBezTo>
                <a:cubicBezTo>
                  <a:pt x="2029" y="979"/>
                  <a:pt x="2028" y="978"/>
                  <a:pt x="2028" y="978"/>
                </a:cubicBezTo>
                <a:cubicBezTo>
                  <a:pt x="2028" y="978"/>
                  <a:pt x="2027" y="978"/>
                  <a:pt x="2027" y="978"/>
                </a:cubicBezTo>
                <a:cubicBezTo>
                  <a:pt x="2027" y="978"/>
                  <a:pt x="2026" y="978"/>
                  <a:pt x="2026" y="978"/>
                </a:cubicBezTo>
                <a:cubicBezTo>
                  <a:pt x="2025" y="978"/>
                  <a:pt x="2024" y="978"/>
                  <a:pt x="2024" y="979"/>
                </a:cubicBezTo>
                <a:cubicBezTo>
                  <a:pt x="2024" y="980"/>
                  <a:pt x="2025" y="980"/>
                  <a:pt x="2026" y="980"/>
                </a:cubicBezTo>
                <a:close/>
                <a:moveTo>
                  <a:pt x="1029" y="79"/>
                </a:moveTo>
                <a:cubicBezTo>
                  <a:pt x="1029" y="79"/>
                  <a:pt x="1029" y="78"/>
                  <a:pt x="1030" y="77"/>
                </a:cubicBezTo>
                <a:cubicBezTo>
                  <a:pt x="1030" y="77"/>
                  <a:pt x="1029" y="76"/>
                  <a:pt x="1029" y="76"/>
                </a:cubicBezTo>
                <a:cubicBezTo>
                  <a:pt x="1029" y="75"/>
                  <a:pt x="1027" y="76"/>
                  <a:pt x="1027" y="77"/>
                </a:cubicBezTo>
                <a:cubicBezTo>
                  <a:pt x="1027" y="78"/>
                  <a:pt x="1028" y="79"/>
                  <a:pt x="1029" y="79"/>
                </a:cubicBezTo>
                <a:close/>
                <a:moveTo>
                  <a:pt x="1424" y="1005"/>
                </a:moveTo>
                <a:cubicBezTo>
                  <a:pt x="1425" y="1004"/>
                  <a:pt x="1424" y="1003"/>
                  <a:pt x="1424" y="1003"/>
                </a:cubicBezTo>
                <a:cubicBezTo>
                  <a:pt x="1423" y="1002"/>
                  <a:pt x="1422" y="1003"/>
                  <a:pt x="1422" y="1004"/>
                </a:cubicBezTo>
                <a:cubicBezTo>
                  <a:pt x="1422" y="1005"/>
                  <a:pt x="1422" y="1005"/>
                  <a:pt x="1423" y="1005"/>
                </a:cubicBezTo>
                <a:cubicBezTo>
                  <a:pt x="1423" y="1006"/>
                  <a:pt x="1424" y="1006"/>
                  <a:pt x="1424" y="1005"/>
                </a:cubicBezTo>
                <a:close/>
                <a:moveTo>
                  <a:pt x="1025" y="137"/>
                </a:moveTo>
                <a:cubicBezTo>
                  <a:pt x="1024" y="138"/>
                  <a:pt x="1024" y="138"/>
                  <a:pt x="1024" y="139"/>
                </a:cubicBezTo>
                <a:cubicBezTo>
                  <a:pt x="1024" y="140"/>
                  <a:pt x="1024" y="140"/>
                  <a:pt x="1024" y="140"/>
                </a:cubicBezTo>
                <a:cubicBezTo>
                  <a:pt x="1025" y="140"/>
                  <a:pt x="1026" y="140"/>
                  <a:pt x="1026" y="140"/>
                </a:cubicBezTo>
                <a:cubicBezTo>
                  <a:pt x="1026" y="139"/>
                  <a:pt x="1026" y="139"/>
                  <a:pt x="1027" y="138"/>
                </a:cubicBezTo>
                <a:cubicBezTo>
                  <a:pt x="1026" y="137"/>
                  <a:pt x="1026" y="137"/>
                  <a:pt x="1025" y="137"/>
                </a:cubicBezTo>
                <a:close/>
                <a:moveTo>
                  <a:pt x="1254" y="627"/>
                </a:moveTo>
                <a:cubicBezTo>
                  <a:pt x="1253" y="627"/>
                  <a:pt x="1253" y="627"/>
                  <a:pt x="1253" y="627"/>
                </a:cubicBezTo>
                <a:cubicBezTo>
                  <a:pt x="1252" y="627"/>
                  <a:pt x="1252" y="626"/>
                  <a:pt x="1251" y="627"/>
                </a:cubicBezTo>
                <a:cubicBezTo>
                  <a:pt x="1251" y="627"/>
                  <a:pt x="1251" y="628"/>
                  <a:pt x="1251" y="628"/>
                </a:cubicBezTo>
                <a:cubicBezTo>
                  <a:pt x="1251" y="629"/>
                  <a:pt x="1251" y="629"/>
                  <a:pt x="1252" y="630"/>
                </a:cubicBezTo>
                <a:cubicBezTo>
                  <a:pt x="1253" y="630"/>
                  <a:pt x="1254" y="630"/>
                  <a:pt x="1255" y="630"/>
                </a:cubicBezTo>
                <a:cubicBezTo>
                  <a:pt x="1255" y="629"/>
                  <a:pt x="1255" y="629"/>
                  <a:pt x="1255" y="628"/>
                </a:cubicBezTo>
                <a:cubicBezTo>
                  <a:pt x="1254" y="628"/>
                  <a:pt x="1254" y="628"/>
                  <a:pt x="1254" y="627"/>
                </a:cubicBezTo>
                <a:close/>
                <a:moveTo>
                  <a:pt x="1255" y="630"/>
                </a:moveTo>
                <a:cubicBezTo>
                  <a:pt x="1255" y="630"/>
                  <a:pt x="1255" y="630"/>
                  <a:pt x="1255" y="630"/>
                </a:cubicBezTo>
                <a:cubicBezTo>
                  <a:pt x="1255" y="630"/>
                  <a:pt x="1255" y="630"/>
                  <a:pt x="1255" y="630"/>
                </a:cubicBezTo>
                <a:cubicBezTo>
                  <a:pt x="1255" y="630"/>
                  <a:pt x="1255" y="630"/>
                  <a:pt x="1255" y="630"/>
                </a:cubicBezTo>
                <a:cubicBezTo>
                  <a:pt x="1255" y="630"/>
                  <a:pt x="1255" y="630"/>
                  <a:pt x="1255" y="630"/>
                </a:cubicBezTo>
                <a:close/>
                <a:moveTo>
                  <a:pt x="2111" y="1269"/>
                </a:moveTo>
                <a:cubicBezTo>
                  <a:pt x="2112" y="1268"/>
                  <a:pt x="2112" y="1268"/>
                  <a:pt x="2112" y="1267"/>
                </a:cubicBezTo>
                <a:cubicBezTo>
                  <a:pt x="2112" y="1267"/>
                  <a:pt x="2112" y="1266"/>
                  <a:pt x="2112" y="1266"/>
                </a:cubicBezTo>
                <a:cubicBezTo>
                  <a:pt x="2112" y="1266"/>
                  <a:pt x="2111" y="1265"/>
                  <a:pt x="2111" y="1265"/>
                </a:cubicBezTo>
                <a:cubicBezTo>
                  <a:pt x="2111" y="1265"/>
                  <a:pt x="2110" y="1265"/>
                  <a:pt x="2110" y="1266"/>
                </a:cubicBezTo>
                <a:cubicBezTo>
                  <a:pt x="2109" y="1266"/>
                  <a:pt x="2109" y="1267"/>
                  <a:pt x="2109" y="1268"/>
                </a:cubicBezTo>
                <a:cubicBezTo>
                  <a:pt x="2109" y="1268"/>
                  <a:pt x="2110" y="1269"/>
                  <a:pt x="2110" y="1269"/>
                </a:cubicBezTo>
                <a:cubicBezTo>
                  <a:pt x="2111" y="1269"/>
                  <a:pt x="2111" y="1269"/>
                  <a:pt x="2111" y="1269"/>
                </a:cubicBezTo>
                <a:close/>
                <a:moveTo>
                  <a:pt x="2039" y="935"/>
                </a:moveTo>
                <a:cubicBezTo>
                  <a:pt x="2040" y="934"/>
                  <a:pt x="2040" y="934"/>
                  <a:pt x="2041" y="934"/>
                </a:cubicBezTo>
                <a:cubicBezTo>
                  <a:pt x="2040" y="933"/>
                  <a:pt x="2040" y="933"/>
                  <a:pt x="2040" y="933"/>
                </a:cubicBezTo>
                <a:cubicBezTo>
                  <a:pt x="2040" y="932"/>
                  <a:pt x="2039" y="932"/>
                  <a:pt x="2038" y="932"/>
                </a:cubicBezTo>
                <a:cubicBezTo>
                  <a:pt x="2037" y="932"/>
                  <a:pt x="2037" y="933"/>
                  <a:pt x="2037" y="934"/>
                </a:cubicBezTo>
                <a:cubicBezTo>
                  <a:pt x="2038" y="935"/>
                  <a:pt x="2038" y="935"/>
                  <a:pt x="2039" y="935"/>
                </a:cubicBezTo>
                <a:close/>
                <a:moveTo>
                  <a:pt x="614" y="1281"/>
                </a:moveTo>
                <a:cubicBezTo>
                  <a:pt x="614" y="1281"/>
                  <a:pt x="614" y="1280"/>
                  <a:pt x="614" y="1280"/>
                </a:cubicBezTo>
                <a:cubicBezTo>
                  <a:pt x="614" y="1279"/>
                  <a:pt x="614" y="1278"/>
                  <a:pt x="613" y="1277"/>
                </a:cubicBezTo>
                <a:cubicBezTo>
                  <a:pt x="612" y="1278"/>
                  <a:pt x="612" y="1278"/>
                  <a:pt x="611" y="1278"/>
                </a:cubicBezTo>
                <a:cubicBezTo>
                  <a:pt x="611" y="1279"/>
                  <a:pt x="611" y="1280"/>
                  <a:pt x="613" y="1281"/>
                </a:cubicBezTo>
                <a:cubicBezTo>
                  <a:pt x="613" y="1281"/>
                  <a:pt x="613" y="1281"/>
                  <a:pt x="614" y="1281"/>
                </a:cubicBezTo>
                <a:close/>
                <a:moveTo>
                  <a:pt x="2098" y="1028"/>
                </a:moveTo>
                <a:cubicBezTo>
                  <a:pt x="2098" y="1028"/>
                  <a:pt x="2099" y="1029"/>
                  <a:pt x="2099" y="1029"/>
                </a:cubicBezTo>
                <a:cubicBezTo>
                  <a:pt x="2100" y="1029"/>
                  <a:pt x="2100" y="1029"/>
                  <a:pt x="2101" y="1028"/>
                </a:cubicBezTo>
                <a:cubicBezTo>
                  <a:pt x="2101" y="1028"/>
                  <a:pt x="2100" y="1027"/>
                  <a:pt x="2100" y="1027"/>
                </a:cubicBezTo>
                <a:cubicBezTo>
                  <a:pt x="2100" y="1026"/>
                  <a:pt x="2099" y="1026"/>
                  <a:pt x="2099" y="1026"/>
                </a:cubicBezTo>
                <a:cubicBezTo>
                  <a:pt x="2098" y="1026"/>
                  <a:pt x="2097" y="1027"/>
                  <a:pt x="2098" y="1028"/>
                </a:cubicBezTo>
                <a:close/>
                <a:moveTo>
                  <a:pt x="909" y="50"/>
                </a:moveTo>
                <a:cubicBezTo>
                  <a:pt x="909" y="50"/>
                  <a:pt x="909" y="50"/>
                  <a:pt x="909" y="49"/>
                </a:cubicBezTo>
                <a:cubicBezTo>
                  <a:pt x="910" y="48"/>
                  <a:pt x="909" y="47"/>
                  <a:pt x="908" y="47"/>
                </a:cubicBezTo>
                <a:cubicBezTo>
                  <a:pt x="908" y="47"/>
                  <a:pt x="907" y="47"/>
                  <a:pt x="907" y="47"/>
                </a:cubicBezTo>
                <a:cubicBezTo>
                  <a:pt x="907" y="48"/>
                  <a:pt x="907" y="49"/>
                  <a:pt x="907" y="49"/>
                </a:cubicBezTo>
                <a:cubicBezTo>
                  <a:pt x="908" y="50"/>
                  <a:pt x="908" y="50"/>
                  <a:pt x="909" y="50"/>
                </a:cubicBezTo>
                <a:close/>
                <a:moveTo>
                  <a:pt x="2322" y="1048"/>
                </a:moveTo>
                <a:cubicBezTo>
                  <a:pt x="2321" y="1048"/>
                  <a:pt x="2321" y="1047"/>
                  <a:pt x="2320" y="1046"/>
                </a:cubicBezTo>
                <a:cubicBezTo>
                  <a:pt x="2320" y="1046"/>
                  <a:pt x="2320" y="1046"/>
                  <a:pt x="2320" y="1046"/>
                </a:cubicBezTo>
                <a:cubicBezTo>
                  <a:pt x="2320" y="1046"/>
                  <a:pt x="2319" y="1046"/>
                  <a:pt x="2319" y="1046"/>
                </a:cubicBezTo>
                <a:cubicBezTo>
                  <a:pt x="2319" y="1048"/>
                  <a:pt x="2319" y="1050"/>
                  <a:pt x="2320" y="1050"/>
                </a:cubicBezTo>
                <a:cubicBezTo>
                  <a:pt x="2321" y="1050"/>
                  <a:pt x="2321" y="1050"/>
                  <a:pt x="2322" y="1049"/>
                </a:cubicBezTo>
                <a:cubicBezTo>
                  <a:pt x="2322" y="1049"/>
                  <a:pt x="2322" y="1049"/>
                  <a:pt x="2322" y="1048"/>
                </a:cubicBezTo>
                <a:close/>
                <a:moveTo>
                  <a:pt x="1400" y="260"/>
                </a:moveTo>
                <a:cubicBezTo>
                  <a:pt x="1400" y="260"/>
                  <a:pt x="1399" y="260"/>
                  <a:pt x="1399" y="261"/>
                </a:cubicBezTo>
                <a:cubicBezTo>
                  <a:pt x="1399" y="261"/>
                  <a:pt x="1399" y="261"/>
                  <a:pt x="1399" y="262"/>
                </a:cubicBezTo>
                <a:cubicBezTo>
                  <a:pt x="1400" y="262"/>
                  <a:pt x="1401" y="263"/>
                  <a:pt x="1402" y="264"/>
                </a:cubicBezTo>
                <a:cubicBezTo>
                  <a:pt x="1402" y="264"/>
                  <a:pt x="1403" y="264"/>
                  <a:pt x="1403" y="264"/>
                </a:cubicBezTo>
                <a:cubicBezTo>
                  <a:pt x="1404" y="264"/>
                  <a:pt x="1404" y="262"/>
                  <a:pt x="1403" y="262"/>
                </a:cubicBezTo>
                <a:cubicBezTo>
                  <a:pt x="1402" y="261"/>
                  <a:pt x="1402" y="260"/>
                  <a:pt x="1400" y="260"/>
                </a:cubicBezTo>
                <a:close/>
                <a:moveTo>
                  <a:pt x="1898" y="890"/>
                </a:moveTo>
                <a:cubicBezTo>
                  <a:pt x="1898" y="889"/>
                  <a:pt x="1897" y="889"/>
                  <a:pt x="1897" y="889"/>
                </a:cubicBezTo>
                <a:cubicBezTo>
                  <a:pt x="1896" y="889"/>
                  <a:pt x="1895" y="890"/>
                  <a:pt x="1896" y="891"/>
                </a:cubicBezTo>
                <a:cubicBezTo>
                  <a:pt x="1896" y="891"/>
                  <a:pt x="1897" y="891"/>
                  <a:pt x="1897" y="892"/>
                </a:cubicBezTo>
                <a:cubicBezTo>
                  <a:pt x="1898" y="892"/>
                  <a:pt x="1899" y="891"/>
                  <a:pt x="1898" y="890"/>
                </a:cubicBezTo>
                <a:close/>
                <a:moveTo>
                  <a:pt x="2009" y="815"/>
                </a:moveTo>
                <a:cubicBezTo>
                  <a:pt x="2009" y="815"/>
                  <a:pt x="2009" y="817"/>
                  <a:pt x="2010" y="817"/>
                </a:cubicBezTo>
                <a:cubicBezTo>
                  <a:pt x="2010" y="817"/>
                  <a:pt x="2011" y="816"/>
                  <a:pt x="2011" y="816"/>
                </a:cubicBezTo>
                <a:cubicBezTo>
                  <a:pt x="2011" y="815"/>
                  <a:pt x="2011" y="815"/>
                  <a:pt x="2010" y="815"/>
                </a:cubicBezTo>
                <a:cubicBezTo>
                  <a:pt x="2010" y="814"/>
                  <a:pt x="2009" y="815"/>
                  <a:pt x="2009" y="815"/>
                </a:cubicBezTo>
                <a:close/>
                <a:moveTo>
                  <a:pt x="679" y="817"/>
                </a:moveTo>
                <a:cubicBezTo>
                  <a:pt x="679" y="817"/>
                  <a:pt x="678" y="816"/>
                  <a:pt x="678" y="817"/>
                </a:cubicBezTo>
                <a:cubicBezTo>
                  <a:pt x="678" y="817"/>
                  <a:pt x="677" y="817"/>
                  <a:pt x="677" y="817"/>
                </a:cubicBezTo>
                <a:cubicBezTo>
                  <a:pt x="677" y="818"/>
                  <a:pt x="677" y="818"/>
                  <a:pt x="678" y="818"/>
                </a:cubicBezTo>
                <a:cubicBezTo>
                  <a:pt x="678" y="818"/>
                  <a:pt x="679" y="818"/>
                  <a:pt x="679" y="817"/>
                </a:cubicBezTo>
                <a:close/>
                <a:moveTo>
                  <a:pt x="2248" y="972"/>
                </a:moveTo>
                <a:cubicBezTo>
                  <a:pt x="2248" y="972"/>
                  <a:pt x="2248" y="971"/>
                  <a:pt x="2248" y="971"/>
                </a:cubicBezTo>
                <a:cubicBezTo>
                  <a:pt x="2248" y="971"/>
                  <a:pt x="2248" y="971"/>
                  <a:pt x="2248" y="971"/>
                </a:cubicBezTo>
                <a:cubicBezTo>
                  <a:pt x="2248" y="971"/>
                  <a:pt x="2248" y="972"/>
                  <a:pt x="2248" y="972"/>
                </a:cubicBezTo>
                <a:cubicBezTo>
                  <a:pt x="2248" y="972"/>
                  <a:pt x="2248" y="972"/>
                  <a:pt x="2248" y="972"/>
                </a:cubicBezTo>
                <a:close/>
                <a:moveTo>
                  <a:pt x="2252" y="975"/>
                </a:moveTo>
                <a:cubicBezTo>
                  <a:pt x="2252" y="975"/>
                  <a:pt x="2253" y="974"/>
                  <a:pt x="2253" y="974"/>
                </a:cubicBezTo>
                <a:cubicBezTo>
                  <a:pt x="2253" y="974"/>
                  <a:pt x="2253" y="974"/>
                  <a:pt x="2253" y="973"/>
                </a:cubicBezTo>
                <a:cubicBezTo>
                  <a:pt x="2252" y="972"/>
                  <a:pt x="2250" y="971"/>
                  <a:pt x="2248" y="972"/>
                </a:cubicBezTo>
                <a:cubicBezTo>
                  <a:pt x="2249" y="974"/>
                  <a:pt x="2250" y="975"/>
                  <a:pt x="2252" y="975"/>
                </a:cubicBezTo>
                <a:close/>
                <a:moveTo>
                  <a:pt x="626" y="137"/>
                </a:moveTo>
                <a:cubicBezTo>
                  <a:pt x="625" y="137"/>
                  <a:pt x="624" y="138"/>
                  <a:pt x="625" y="139"/>
                </a:cubicBezTo>
                <a:cubicBezTo>
                  <a:pt x="625" y="140"/>
                  <a:pt x="625" y="140"/>
                  <a:pt x="625" y="140"/>
                </a:cubicBezTo>
                <a:cubicBezTo>
                  <a:pt x="626" y="140"/>
                  <a:pt x="628" y="139"/>
                  <a:pt x="627" y="138"/>
                </a:cubicBezTo>
                <a:cubicBezTo>
                  <a:pt x="627" y="137"/>
                  <a:pt x="627" y="137"/>
                  <a:pt x="626" y="137"/>
                </a:cubicBezTo>
                <a:close/>
                <a:moveTo>
                  <a:pt x="2033" y="693"/>
                </a:moveTo>
                <a:cubicBezTo>
                  <a:pt x="2033" y="692"/>
                  <a:pt x="2033" y="692"/>
                  <a:pt x="2033" y="692"/>
                </a:cubicBezTo>
                <a:cubicBezTo>
                  <a:pt x="2032" y="692"/>
                  <a:pt x="2032" y="692"/>
                  <a:pt x="2031" y="692"/>
                </a:cubicBezTo>
                <a:cubicBezTo>
                  <a:pt x="2030" y="693"/>
                  <a:pt x="2030" y="694"/>
                  <a:pt x="2031" y="694"/>
                </a:cubicBezTo>
                <a:cubicBezTo>
                  <a:pt x="2032" y="694"/>
                  <a:pt x="2032" y="694"/>
                  <a:pt x="2033" y="693"/>
                </a:cubicBezTo>
                <a:cubicBezTo>
                  <a:pt x="2033" y="693"/>
                  <a:pt x="2033" y="693"/>
                  <a:pt x="2033" y="693"/>
                </a:cubicBezTo>
                <a:close/>
                <a:moveTo>
                  <a:pt x="619" y="248"/>
                </a:moveTo>
                <a:cubicBezTo>
                  <a:pt x="619" y="248"/>
                  <a:pt x="620" y="249"/>
                  <a:pt x="621" y="250"/>
                </a:cubicBezTo>
                <a:cubicBezTo>
                  <a:pt x="622" y="250"/>
                  <a:pt x="623" y="249"/>
                  <a:pt x="624" y="248"/>
                </a:cubicBezTo>
                <a:cubicBezTo>
                  <a:pt x="623" y="248"/>
                  <a:pt x="622" y="247"/>
                  <a:pt x="621" y="247"/>
                </a:cubicBezTo>
                <a:cubicBezTo>
                  <a:pt x="620" y="247"/>
                  <a:pt x="620" y="248"/>
                  <a:pt x="619" y="248"/>
                </a:cubicBezTo>
                <a:close/>
                <a:moveTo>
                  <a:pt x="624" y="248"/>
                </a:moveTo>
                <a:cubicBezTo>
                  <a:pt x="624" y="248"/>
                  <a:pt x="624" y="248"/>
                  <a:pt x="624" y="248"/>
                </a:cubicBezTo>
                <a:cubicBezTo>
                  <a:pt x="624" y="248"/>
                  <a:pt x="624" y="248"/>
                  <a:pt x="624" y="248"/>
                </a:cubicBezTo>
                <a:cubicBezTo>
                  <a:pt x="624" y="248"/>
                  <a:pt x="624" y="248"/>
                  <a:pt x="624" y="248"/>
                </a:cubicBezTo>
                <a:cubicBezTo>
                  <a:pt x="624" y="248"/>
                  <a:pt x="624" y="248"/>
                  <a:pt x="624" y="248"/>
                </a:cubicBezTo>
                <a:close/>
                <a:moveTo>
                  <a:pt x="757" y="136"/>
                </a:moveTo>
                <a:cubicBezTo>
                  <a:pt x="757" y="135"/>
                  <a:pt x="756" y="135"/>
                  <a:pt x="755" y="136"/>
                </a:cubicBezTo>
                <a:cubicBezTo>
                  <a:pt x="755" y="136"/>
                  <a:pt x="754" y="136"/>
                  <a:pt x="754" y="136"/>
                </a:cubicBezTo>
                <a:cubicBezTo>
                  <a:pt x="754" y="136"/>
                  <a:pt x="754" y="137"/>
                  <a:pt x="754" y="137"/>
                </a:cubicBezTo>
                <a:cubicBezTo>
                  <a:pt x="755" y="138"/>
                  <a:pt x="755" y="138"/>
                  <a:pt x="756" y="138"/>
                </a:cubicBezTo>
                <a:cubicBezTo>
                  <a:pt x="757" y="138"/>
                  <a:pt x="757" y="137"/>
                  <a:pt x="757" y="137"/>
                </a:cubicBezTo>
                <a:cubicBezTo>
                  <a:pt x="757" y="137"/>
                  <a:pt x="757" y="136"/>
                  <a:pt x="757" y="136"/>
                </a:cubicBezTo>
                <a:close/>
                <a:moveTo>
                  <a:pt x="2098" y="934"/>
                </a:moveTo>
                <a:cubicBezTo>
                  <a:pt x="2099" y="935"/>
                  <a:pt x="2099" y="935"/>
                  <a:pt x="2099" y="935"/>
                </a:cubicBezTo>
                <a:cubicBezTo>
                  <a:pt x="2100" y="935"/>
                  <a:pt x="2101" y="935"/>
                  <a:pt x="2101" y="934"/>
                </a:cubicBezTo>
                <a:cubicBezTo>
                  <a:pt x="2101" y="934"/>
                  <a:pt x="2100" y="933"/>
                  <a:pt x="2100" y="933"/>
                </a:cubicBezTo>
                <a:cubicBezTo>
                  <a:pt x="2099" y="933"/>
                  <a:pt x="2099" y="933"/>
                  <a:pt x="2098" y="933"/>
                </a:cubicBezTo>
                <a:cubicBezTo>
                  <a:pt x="2098" y="933"/>
                  <a:pt x="2098" y="934"/>
                  <a:pt x="2098" y="934"/>
                </a:cubicBezTo>
                <a:cubicBezTo>
                  <a:pt x="2098" y="934"/>
                  <a:pt x="2098" y="934"/>
                  <a:pt x="2098" y="934"/>
                </a:cubicBezTo>
                <a:close/>
                <a:moveTo>
                  <a:pt x="1284" y="613"/>
                </a:moveTo>
                <a:cubicBezTo>
                  <a:pt x="1284" y="612"/>
                  <a:pt x="1284" y="612"/>
                  <a:pt x="1283" y="611"/>
                </a:cubicBezTo>
                <a:cubicBezTo>
                  <a:pt x="1283" y="611"/>
                  <a:pt x="1283" y="611"/>
                  <a:pt x="1282" y="612"/>
                </a:cubicBezTo>
                <a:cubicBezTo>
                  <a:pt x="1282" y="612"/>
                  <a:pt x="1282" y="612"/>
                  <a:pt x="1282" y="613"/>
                </a:cubicBezTo>
                <a:cubicBezTo>
                  <a:pt x="1283" y="613"/>
                  <a:pt x="1283" y="613"/>
                  <a:pt x="1284" y="613"/>
                </a:cubicBezTo>
                <a:close/>
                <a:moveTo>
                  <a:pt x="1548" y="120"/>
                </a:moveTo>
                <a:cubicBezTo>
                  <a:pt x="1549" y="120"/>
                  <a:pt x="1548" y="119"/>
                  <a:pt x="1547" y="119"/>
                </a:cubicBezTo>
                <a:cubicBezTo>
                  <a:pt x="1547" y="118"/>
                  <a:pt x="1546" y="118"/>
                  <a:pt x="1546" y="119"/>
                </a:cubicBezTo>
                <a:cubicBezTo>
                  <a:pt x="1546" y="120"/>
                  <a:pt x="1546" y="121"/>
                  <a:pt x="1547" y="121"/>
                </a:cubicBezTo>
                <a:cubicBezTo>
                  <a:pt x="1547" y="121"/>
                  <a:pt x="1548" y="121"/>
                  <a:pt x="1548" y="120"/>
                </a:cubicBezTo>
                <a:close/>
                <a:moveTo>
                  <a:pt x="2254" y="983"/>
                </a:moveTo>
                <a:cubicBezTo>
                  <a:pt x="2254" y="984"/>
                  <a:pt x="2255" y="983"/>
                  <a:pt x="2255" y="983"/>
                </a:cubicBezTo>
                <a:cubicBezTo>
                  <a:pt x="2256" y="983"/>
                  <a:pt x="2256" y="982"/>
                  <a:pt x="2256" y="982"/>
                </a:cubicBezTo>
                <a:cubicBezTo>
                  <a:pt x="2255" y="980"/>
                  <a:pt x="2253" y="980"/>
                  <a:pt x="2252" y="980"/>
                </a:cubicBezTo>
                <a:cubicBezTo>
                  <a:pt x="2252" y="982"/>
                  <a:pt x="2253" y="983"/>
                  <a:pt x="2254" y="983"/>
                </a:cubicBezTo>
                <a:close/>
                <a:moveTo>
                  <a:pt x="249" y="409"/>
                </a:moveTo>
                <a:cubicBezTo>
                  <a:pt x="249" y="408"/>
                  <a:pt x="249" y="407"/>
                  <a:pt x="248" y="407"/>
                </a:cubicBezTo>
                <a:cubicBezTo>
                  <a:pt x="247" y="407"/>
                  <a:pt x="247" y="408"/>
                  <a:pt x="248" y="409"/>
                </a:cubicBezTo>
                <a:cubicBezTo>
                  <a:pt x="248" y="410"/>
                  <a:pt x="248" y="410"/>
                  <a:pt x="249" y="410"/>
                </a:cubicBezTo>
                <a:cubicBezTo>
                  <a:pt x="249" y="410"/>
                  <a:pt x="249" y="409"/>
                  <a:pt x="249" y="409"/>
                </a:cubicBezTo>
                <a:close/>
                <a:moveTo>
                  <a:pt x="1819" y="108"/>
                </a:moveTo>
                <a:cubicBezTo>
                  <a:pt x="1820" y="110"/>
                  <a:pt x="1821" y="110"/>
                  <a:pt x="1823" y="110"/>
                </a:cubicBezTo>
                <a:cubicBezTo>
                  <a:pt x="1823" y="110"/>
                  <a:pt x="1823" y="109"/>
                  <a:pt x="1823" y="109"/>
                </a:cubicBezTo>
                <a:cubicBezTo>
                  <a:pt x="1823" y="109"/>
                  <a:pt x="1823" y="108"/>
                  <a:pt x="1823" y="108"/>
                </a:cubicBezTo>
                <a:cubicBezTo>
                  <a:pt x="1822" y="107"/>
                  <a:pt x="1821" y="107"/>
                  <a:pt x="1819" y="108"/>
                </a:cubicBezTo>
                <a:close/>
                <a:moveTo>
                  <a:pt x="2099" y="929"/>
                </a:moveTo>
                <a:cubicBezTo>
                  <a:pt x="2100" y="929"/>
                  <a:pt x="2100" y="929"/>
                  <a:pt x="2100" y="928"/>
                </a:cubicBezTo>
                <a:cubicBezTo>
                  <a:pt x="2100" y="927"/>
                  <a:pt x="2099" y="926"/>
                  <a:pt x="2098" y="926"/>
                </a:cubicBezTo>
                <a:cubicBezTo>
                  <a:pt x="2097" y="927"/>
                  <a:pt x="2097" y="927"/>
                  <a:pt x="2097" y="927"/>
                </a:cubicBezTo>
                <a:cubicBezTo>
                  <a:pt x="2097" y="928"/>
                  <a:pt x="2098" y="928"/>
                  <a:pt x="2098" y="929"/>
                </a:cubicBezTo>
                <a:cubicBezTo>
                  <a:pt x="2098" y="929"/>
                  <a:pt x="2099" y="929"/>
                  <a:pt x="2099" y="929"/>
                </a:cubicBezTo>
                <a:close/>
                <a:moveTo>
                  <a:pt x="708" y="155"/>
                </a:moveTo>
                <a:cubicBezTo>
                  <a:pt x="708" y="155"/>
                  <a:pt x="708" y="155"/>
                  <a:pt x="708" y="155"/>
                </a:cubicBezTo>
                <a:cubicBezTo>
                  <a:pt x="708" y="155"/>
                  <a:pt x="708" y="155"/>
                  <a:pt x="708" y="155"/>
                </a:cubicBezTo>
                <a:cubicBezTo>
                  <a:pt x="708" y="155"/>
                  <a:pt x="708" y="155"/>
                  <a:pt x="708" y="155"/>
                </a:cubicBezTo>
                <a:cubicBezTo>
                  <a:pt x="708" y="155"/>
                  <a:pt x="708" y="155"/>
                  <a:pt x="708" y="155"/>
                </a:cubicBezTo>
                <a:close/>
                <a:moveTo>
                  <a:pt x="706" y="158"/>
                </a:moveTo>
                <a:cubicBezTo>
                  <a:pt x="707" y="158"/>
                  <a:pt x="707" y="158"/>
                  <a:pt x="708" y="157"/>
                </a:cubicBezTo>
                <a:cubicBezTo>
                  <a:pt x="708" y="157"/>
                  <a:pt x="708" y="156"/>
                  <a:pt x="708" y="155"/>
                </a:cubicBezTo>
                <a:cubicBezTo>
                  <a:pt x="707" y="155"/>
                  <a:pt x="706" y="155"/>
                  <a:pt x="706" y="156"/>
                </a:cubicBezTo>
                <a:cubicBezTo>
                  <a:pt x="705" y="156"/>
                  <a:pt x="705" y="158"/>
                  <a:pt x="706" y="158"/>
                </a:cubicBezTo>
                <a:close/>
                <a:moveTo>
                  <a:pt x="2180" y="936"/>
                </a:moveTo>
                <a:cubicBezTo>
                  <a:pt x="2180" y="936"/>
                  <a:pt x="2180" y="936"/>
                  <a:pt x="2180" y="935"/>
                </a:cubicBezTo>
                <a:cubicBezTo>
                  <a:pt x="2180" y="935"/>
                  <a:pt x="2179" y="935"/>
                  <a:pt x="2178" y="935"/>
                </a:cubicBezTo>
                <a:cubicBezTo>
                  <a:pt x="2178" y="935"/>
                  <a:pt x="2177" y="935"/>
                  <a:pt x="2177" y="935"/>
                </a:cubicBezTo>
                <a:cubicBezTo>
                  <a:pt x="2177" y="936"/>
                  <a:pt x="2177" y="936"/>
                  <a:pt x="2178" y="937"/>
                </a:cubicBezTo>
                <a:cubicBezTo>
                  <a:pt x="2179" y="937"/>
                  <a:pt x="2180" y="937"/>
                  <a:pt x="2180" y="936"/>
                </a:cubicBezTo>
                <a:close/>
                <a:moveTo>
                  <a:pt x="2315" y="1089"/>
                </a:moveTo>
                <a:cubicBezTo>
                  <a:pt x="2315" y="1089"/>
                  <a:pt x="2315" y="1088"/>
                  <a:pt x="2315" y="1087"/>
                </a:cubicBezTo>
                <a:cubicBezTo>
                  <a:pt x="2315" y="1087"/>
                  <a:pt x="2314" y="1087"/>
                  <a:pt x="2314" y="1087"/>
                </a:cubicBezTo>
                <a:cubicBezTo>
                  <a:pt x="2314" y="1087"/>
                  <a:pt x="2313" y="1088"/>
                  <a:pt x="2313" y="1088"/>
                </a:cubicBezTo>
                <a:cubicBezTo>
                  <a:pt x="2313" y="1088"/>
                  <a:pt x="2314" y="1089"/>
                  <a:pt x="2314" y="1089"/>
                </a:cubicBezTo>
                <a:cubicBezTo>
                  <a:pt x="2314" y="1090"/>
                  <a:pt x="2315" y="1090"/>
                  <a:pt x="2315" y="1089"/>
                </a:cubicBezTo>
                <a:close/>
                <a:moveTo>
                  <a:pt x="823" y="282"/>
                </a:moveTo>
                <a:cubicBezTo>
                  <a:pt x="823" y="282"/>
                  <a:pt x="823" y="281"/>
                  <a:pt x="822" y="282"/>
                </a:cubicBezTo>
                <a:cubicBezTo>
                  <a:pt x="822" y="282"/>
                  <a:pt x="821" y="282"/>
                  <a:pt x="821" y="282"/>
                </a:cubicBezTo>
                <a:cubicBezTo>
                  <a:pt x="821" y="283"/>
                  <a:pt x="821" y="283"/>
                  <a:pt x="822" y="284"/>
                </a:cubicBezTo>
                <a:cubicBezTo>
                  <a:pt x="822" y="284"/>
                  <a:pt x="823" y="284"/>
                  <a:pt x="824" y="284"/>
                </a:cubicBezTo>
                <a:cubicBezTo>
                  <a:pt x="824" y="284"/>
                  <a:pt x="824" y="284"/>
                  <a:pt x="824" y="283"/>
                </a:cubicBezTo>
                <a:cubicBezTo>
                  <a:pt x="824" y="283"/>
                  <a:pt x="823" y="283"/>
                  <a:pt x="823" y="282"/>
                </a:cubicBezTo>
                <a:close/>
                <a:moveTo>
                  <a:pt x="617" y="1285"/>
                </a:moveTo>
                <a:cubicBezTo>
                  <a:pt x="617" y="1285"/>
                  <a:pt x="616" y="1284"/>
                  <a:pt x="615" y="1284"/>
                </a:cubicBezTo>
                <a:cubicBezTo>
                  <a:pt x="615" y="1284"/>
                  <a:pt x="614" y="1285"/>
                  <a:pt x="615" y="1286"/>
                </a:cubicBezTo>
                <a:cubicBezTo>
                  <a:pt x="615" y="1287"/>
                  <a:pt x="615" y="1288"/>
                  <a:pt x="615" y="1289"/>
                </a:cubicBezTo>
                <a:cubicBezTo>
                  <a:pt x="616" y="1288"/>
                  <a:pt x="617" y="1287"/>
                  <a:pt x="617" y="1287"/>
                </a:cubicBezTo>
                <a:cubicBezTo>
                  <a:pt x="617" y="1286"/>
                  <a:pt x="617" y="1286"/>
                  <a:pt x="617" y="1285"/>
                </a:cubicBezTo>
                <a:close/>
                <a:moveTo>
                  <a:pt x="615" y="1289"/>
                </a:moveTo>
                <a:cubicBezTo>
                  <a:pt x="615" y="1289"/>
                  <a:pt x="615" y="1289"/>
                  <a:pt x="615" y="1289"/>
                </a:cubicBezTo>
                <a:cubicBezTo>
                  <a:pt x="615" y="1289"/>
                  <a:pt x="615" y="1289"/>
                  <a:pt x="615" y="1289"/>
                </a:cubicBezTo>
                <a:cubicBezTo>
                  <a:pt x="615" y="1289"/>
                  <a:pt x="615" y="1289"/>
                  <a:pt x="615" y="1289"/>
                </a:cubicBezTo>
                <a:cubicBezTo>
                  <a:pt x="615" y="1289"/>
                  <a:pt x="615" y="1289"/>
                  <a:pt x="615" y="1289"/>
                </a:cubicBezTo>
                <a:close/>
                <a:moveTo>
                  <a:pt x="1635" y="93"/>
                </a:moveTo>
                <a:cubicBezTo>
                  <a:pt x="1636" y="93"/>
                  <a:pt x="1636" y="92"/>
                  <a:pt x="1635" y="91"/>
                </a:cubicBezTo>
                <a:cubicBezTo>
                  <a:pt x="1634" y="91"/>
                  <a:pt x="1634" y="91"/>
                  <a:pt x="1633" y="92"/>
                </a:cubicBezTo>
                <a:cubicBezTo>
                  <a:pt x="1633" y="93"/>
                  <a:pt x="1633" y="94"/>
                  <a:pt x="1634" y="94"/>
                </a:cubicBezTo>
                <a:cubicBezTo>
                  <a:pt x="1635" y="94"/>
                  <a:pt x="1635" y="94"/>
                  <a:pt x="1635" y="93"/>
                </a:cubicBezTo>
                <a:close/>
                <a:moveTo>
                  <a:pt x="914" y="39"/>
                </a:moveTo>
                <a:cubicBezTo>
                  <a:pt x="915" y="39"/>
                  <a:pt x="915" y="38"/>
                  <a:pt x="915" y="37"/>
                </a:cubicBezTo>
                <a:cubicBezTo>
                  <a:pt x="915" y="37"/>
                  <a:pt x="914" y="37"/>
                  <a:pt x="914" y="36"/>
                </a:cubicBezTo>
                <a:cubicBezTo>
                  <a:pt x="914" y="36"/>
                  <a:pt x="913" y="36"/>
                  <a:pt x="913" y="36"/>
                </a:cubicBezTo>
                <a:cubicBezTo>
                  <a:pt x="912" y="37"/>
                  <a:pt x="912" y="37"/>
                  <a:pt x="913" y="38"/>
                </a:cubicBezTo>
                <a:cubicBezTo>
                  <a:pt x="913" y="38"/>
                  <a:pt x="914" y="38"/>
                  <a:pt x="914" y="39"/>
                </a:cubicBezTo>
                <a:close/>
                <a:moveTo>
                  <a:pt x="1331" y="79"/>
                </a:moveTo>
                <a:cubicBezTo>
                  <a:pt x="1331" y="79"/>
                  <a:pt x="1331" y="78"/>
                  <a:pt x="1331" y="78"/>
                </a:cubicBezTo>
                <a:cubicBezTo>
                  <a:pt x="1331" y="78"/>
                  <a:pt x="1331" y="77"/>
                  <a:pt x="1330" y="77"/>
                </a:cubicBezTo>
                <a:cubicBezTo>
                  <a:pt x="1330" y="77"/>
                  <a:pt x="1329" y="77"/>
                  <a:pt x="1329" y="78"/>
                </a:cubicBezTo>
                <a:cubicBezTo>
                  <a:pt x="1330" y="79"/>
                  <a:pt x="1330" y="79"/>
                  <a:pt x="1331" y="79"/>
                </a:cubicBezTo>
                <a:close/>
                <a:moveTo>
                  <a:pt x="2138" y="1270"/>
                </a:moveTo>
                <a:cubicBezTo>
                  <a:pt x="2137" y="1270"/>
                  <a:pt x="2137" y="1271"/>
                  <a:pt x="2137" y="1271"/>
                </a:cubicBezTo>
                <a:cubicBezTo>
                  <a:pt x="2137" y="1272"/>
                  <a:pt x="2138" y="1272"/>
                  <a:pt x="2138" y="1273"/>
                </a:cubicBezTo>
                <a:cubicBezTo>
                  <a:pt x="2139" y="1273"/>
                  <a:pt x="2139" y="1273"/>
                  <a:pt x="2139" y="1272"/>
                </a:cubicBezTo>
                <a:cubicBezTo>
                  <a:pt x="2140" y="1272"/>
                  <a:pt x="2139" y="1271"/>
                  <a:pt x="2139" y="1271"/>
                </a:cubicBezTo>
                <a:cubicBezTo>
                  <a:pt x="2139" y="1270"/>
                  <a:pt x="2138" y="1270"/>
                  <a:pt x="2138" y="1270"/>
                </a:cubicBezTo>
                <a:close/>
                <a:moveTo>
                  <a:pt x="618" y="1335"/>
                </a:moveTo>
                <a:cubicBezTo>
                  <a:pt x="617" y="1335"/>
                  <a:pt x="617" y="1337"/>
                  <a:pt x="618" y="1337"/>
                </a:cubicBezTo>
                <a:cubicBezTo>
                  <a:pt x="619" y="1337"/>
                  <a:pt x="620" y="1337"/>
                  <a:pt x="620" y="1338"/>
                </a:cubicBezTo>
                <a:cubicBezTo>
                  <a:pt x="620" y="1337"/>
                  <a:pt x="620" y="1335"/>
                  <a:pt x="620" y="1334"/>
                </a:cubicBezTo>
                <a:cubicBezTo>
                  <a:pt x="620" y="1334"/>
                  <a:pt x="619" y="1335"/>
                  <a:pt x="618" y="1335"/>
                </a:cubicBezTo>
                <a:close/>
                <a:moveTo>
                  <a:pt x="2204" y="994"/>
                </a:moveTo>
                <a:cubicBezTo>
                  <a:pt x="2203" y="991"/>
                  <a:pt x="2203" y="991"/>
                  <a:pt x="2201" y="992"/>
                </a:cubicBezTo>
                <a:cubicBezTo>
                  <a:pt x="2200" y="992"/>
                  <a:pt x="2200" y="992"/>
                  <a:pt x="2199" y="992"/>
                </a:cubicBezTo>
                <a:cubicBezTo>
                  <a:pt x="2201" y="992"/>
                  <a:pt x="2203" y="993"/>
                  <a:pt x="2204" y="994"/>
                </a:cubicBezTo>
                <a:cubicBezTo>
                  <a:pt x="2204" y="994"/>
                  <a:pt x="2204" y="994"/>
                  <a:pt x="2204" y="994"/>
                </a:cubicBezTo>
                <a:close/>
                <a:moveTo>
                  <a:pt x="2199" y="992"/>
                </a:moveTo>
                <a:cubicBezTo>
                  <a:pt x="2199" y="992"/>
                  <a:pt x="2199" y="992"/>
                  <a:pt x="2199" y="992"/>
                </a:cubicBezTo>
                <a:cubicBezTo>
                  <a:pt x="2199" y="992"/>
                  <a:pt x="2199" y="992"/>
                  <a:pt x="2199" y="992"/>
                </a:cubicBezTo>
                <a:cubicBezTo>
                  <a:pt x="2199" y="992"/>
                  <a:pt x="2199" y="992"/>
                  <a:pt x="2199" y="992"/>
                </a:cubicBezTo>
                <a:cubicBezTo>
                  <a:pt x="2199" y="992"/>
                  <a:pt x="2199" y="992"/>
                  <a:pt x="2199" y="992"/>
                </a:cubicBezTo>
                <a:close/>
                <a:moveTo>
                  <a:pt x="522" y="253"/>
                </a:moveTo>
                <a:cubicBezTo>
                  <a:pt x="522" y="253"/>
                  <a:pt x="522" y="253"/>
                  <a:pt x="522" y="253"/>
                </a:cubicBezTo>
                <a:cubicBezTo>
                  <a:pt x="523" y="254"/>
                  <a:pt x="524" y="253"/>
                  <a:pt x="524" y="253"/>
                </a:cubicBezTo>
                <a:cubicBezTo>
                  <a:pt x="524" y="252"/>
                  <a:pt x="523" y="252"/>
                  <a:pt x="523" y="252"/>
                </a:cubicBezTo>
                <a:cubicBezTo>
                  <a:pt x="522" y="252"/>
                  <a:pt x="522" y="252"/>
                  <a:pt x="522" y="253"/>
                </a:cubicBezTo>
                <a:close/>
                <a:moveTo>
                  <a:pt x="1013" y="710"/>
                </a:moveTo>
                <a:cubicBezTo>
                  <a:pt x="1013" y="710"/>
                  <a:pt x="1013" y="710"/>
                  <a:pt x="1013" y="710"/>
                </a:cubicBezTo>
                <a:cubicBezTo>
                  <a:pt x="1014" y="709"/>
                  <a:pt x="1014" y="709"/>
                  <a:pt x="1014" y="709"/>
                </a:cubicBezTo>
                <a:cubicBezTo>
                  <a:pt x="1014" y="708"/>
                  <a:pt x="1014" y="708"/>
                  <a:pt x="1014" y="707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9"/>
                  <a:pt x="1012" y="709"/>
                  <a:pt x="1013" y="710"/>
                </a:cubicBezTo>
                <a:close/>
                <a:moveTo>
                  <a:pt x="2025" y="708"/>
                </a:moveTo>
                <a:cubicBezTo>
                  <a:pt x="2025" y="708"/>
                  <a:pt x="2024" y="708"/>
                  <a:pt x="2024" y="708"/>
                </a:cubicBezTo>
                <a:cubicBezTo>
                  <a:pt x="2023" y="708"/>
                  <a:pt x="2023" y="708"/>
                  <a:pt x="2023" y="709"/>
                </a:cubicBezTo>
                <a:cubicBezTo>
                  <a:pt x="2023" y="709"/>
                  <a:pt x="2023" y="710"/>
                  <a:pt x="2023" y="710"/>
                </a:cubicBezTo>
                <a:cubicBezTo>
                  <a:pt x="2024" y="710"/>
                  <a:pt x="2024" y="710"/>
                  <a:pt x="2024" y="710"/>
                </a:cubicBezTo>
                <a:cubicBezTo>
                  <a:pt x="2024" y="709"/>
                  <a:pt x="2025" y="709"/>
                  <a:pt x="2025" y="708"/>
                </a:cubicBezTo>
                <a:close/>
                <a:moveTo>
                  <a:pt x="580" y="737"/>
                </a:moveTo>
                <a:cubicBezTo>
                  <a:pt x="580" y="737"/>
                  <a:pt x="580" y="736"/>
                  <a:pt x="579" y="736"/>
                </a:cubicBezTo>
                <a:cubicBezTo>
                  <a:pt x="579" y="737"/>
                  <a:pt x="579" y="737"/>
                  <a:pt x="579" y="737"/>
                </a:cubicBezTo>
                <a:cubicBezTo>
                  <a:pt x="579" y="738"/>
                  <a:pt x="579" y="738"/>
                  <a:pt x="580" y="738"/>
                </a:cubicBezTo>
                <a:cubicBezTo>
                  <a:pt x="580" y="738"/>
                  <a:pt x="580" y="738"/>
                  <a:pt x="580" y="737"/>
                </a:cubicBezTo>
                <a:close/>
                <a:moveTo>
                  <a:pt x="564" y="740"/>
                </a:moveTo>
                <a:cubicBezTo>
                  <a:pt x="564" y="740"/>
                  <a:pt x="564" y="740"/>
                  <a:pt x="564" y="739"/>
                </a:cubicBezTo>
                <a:cubicBezTo>
                  <a:pt x="564" y="739"/>
                  <a:pt x="564" y="738"/>
                  <a:pt x="564" y="738"/>
                </a:cubicBezTo>
                <a:cubicBezTo>
                  <a:pt x="563" y="738"/>
                  <a:pt x="563" y="739"/>
                  <a:pt x="563" y="739"/>
                </a:cubicBezTo>
                <a:cubicBezTo>
                  <a:pt x="562" y="740"/>
                  <a:pt x="563" y="741"/>
                  <a:pt x="564" y="740"/>
                </a:cubicBezTo>
                <a:close/>
                <a:moveTo>
                  <a:pt x="587" y="749"/>
                </a:moveTo>
                <a:cubicBezTo>
                  <a:pt x="587" y="749"/>
                  <a:pt x="587" y="749"/>
                  <a:pt x="587" y="749"/>
                </a:cubicBezTo>
                <a:cubicBezTo>
                  <a:pt x="587" y="749"/>
                  <a:pt x="587" y="749"/>
                  <a:pt x="587" y="749"/>
                </a:cubicBezTo>
                <a:cubicBezTo>
                  <a:pt x="587" y="749"/>
                  <a:pt x="587" y="749"/>
                  <a:pt x="587" y="749"/>
                </a:cubicBezTo>
                <a:cubicBezTo>
                  <a:pt x="587" y="749"/>
                  <a:pt x="587" y="749"/>
                  <a:pt x="587" y="749"/>
                </a:cubicBezTo>
                <a:close/>
                <a:moveTo>
                  <a:pt x="589" y="751"/>
                </a:moveTo>
                <a:cubicBezTo>
                  <a:pt x="589" y="751"/>
                  <a:pt x="589" y="750"/>
                  <a:pt x="589" y="750"/>
                </a:cubicBezTo>
                <a:cubicBezTo>
                  <a:pt x="590" y="750"/>
                  <a:pt x="589" y="749"/>
                  <a:pt x="589" y="749"/>
                </a:cubicBezTo>
                <a:cubicBezTo>
                  <a:pt x="588" y="749"/>
                  <a:pt x="588" y="749"/>
                  <a:pt x="587" y="749"/>
                </a:cubicBezTo>
                <a:cubicBezTo>
                  <a:pt x="587" y="750"/>
                  <a:pt x="587" y="750"/>
                  <a:pt x="588" y="751"/>
                </a:cubicBezTo>
                <a:cubicBezTo>
                  <a:pt x="588" y="751"/>
                  <a:pt x="588" y="751"/>
                  <a:pt x="589" y="751"/>
                </a:cubicBezTo>
                <a:close/>
                <a:moveTo>
                  <a:pt x="815" y="261"/>
                </a:moveTo>
                <a:cubicBezTo>
                  <a:pt x="815" y="260"/>
                  <a:pt x="814" y="260"/>
                  <a:pt x="814" y="259"/>
                </a:cubicBezTo>
                <a:cubicBezTo>
                  <a:pt x="814" y="259"/>
                  <a:pt x="813" y="259"/>
                  <a:pt x="813" y="260"/>
                </a:cubicBezTo>
                <a:cubicBezTo>
                  <a:pt x="812" y="260"/>
                  <a:pt x="813" y="261"/>
                  <a:pt x="813" y="261"/>
                </a:cubicBezTo>
                <a:cubicBezTo>
                  <a:pt x="814" y="261"/>
                  <a:pt x="814" y="261"/>
                  <a:pt x="815" y="261"/>
                </a:cubicBezTo>
                <a:close/>
                <a:moveTo>
                  <a:pt x="524" y="756"/>
                </a:moveTo>
                <a:cubicBezTo>
                  <a:pt x="524" y="757"/>
                  <a:pt x="524" y="757"/>
                  <a:pt x="524" y="758"/>
                </a:cubicBezTo>
                <a:cubicBezTo>
                  <a:pt x="525" y="758"/>
                  <a:pt x="525" y="758"/>
                  <a:pt x="526" y="757"/>
                </a:cubicBezTo>
                <a:cubicBezTo>
                  <a:pt x="526" y="757"/>
                  <a:pt x="526" y="756"/>
                  <a:pt x="525" y="756"/>
                </a:cubicBezTo>
                <a:cubicBezTo>
                  <a:pt x="525" y="755"/>
                  <a:pt x="524" y="756"/>
                  <a:pt x="524" y="756"/>
                </a:cubicBezTo>
                <a:close/>
                <a:moveTo>
                  <a:pt x="688" y="822"/>
                </a:moveTo>
                <a:cubicBezTo>
                  <a:pt x="688" y="822"/>
                  <a:pt x="689" y="823"/>
                  <a:pt x="689" y="823"/>
                </a:cubicBezTo>
                <a:cubicBezTo>
                  <a:pt x="690" y="823"/>
                  <a:pt x="690" y="823"/>
                  <a:pt x="690" y="822"/>
                </a:cubicBezTo>
                <a:cubicBezTo>
                  <a:pt x="690" y="822"/>
                  <a:pt x="690" y="821"/>
                  <a:pt x="689" y="821"/>
                </a:cubicBezTo>
                <a:cubicBezTo>
                  <a:pt x="689" y="821"/>
                  <a:pt x="688" y="822"/>
                  <a:pt x="688" y="822"/>
                </a:cubicBezTo>
                <a:close/>
                <a:moveTo>
                  <a:pt x="669" y="264"/>
                </a:moveTo>
                <a:cubicBezTo>
                  <a:pt x="668" y="263"/>
                  <a:pt x="668" y="263"/>
                  <a:pt x="667" y="264"/>
                </a:cubicBezTo>
                <a:cubicBezTo>
                  <a:pt x="667" y="264"/>
                  <a:pt x="667" y="264"/>
                  <a:pt x="667" y="264"/>
                </a:cubicBezTo>
                <a:cubicBezTo>
                  <a:pt x="667" y="264"/>
                  <a:pt x="668" y="265"/>
                  <a:pt x="668" y="265"/>
                </a:cubicBezTo>
                <a:cubicBezTo>
                  <a:pt x="669" y="265"/>
                  <a:pt x="669" y="264"/>
                  <a:pt x="669" y="264"/>
                </a:cubicBezTo>
                <a:close/>
                <a:moveTo>
                  <a:pt x="1996" y="827"/>
                </a:moveTo>
                <a:cubicBezTo>
                  <a:pt x="1995" y="826"/>
                  <a:pt x="1995" y="826"/>
                  <a:pt x="1995" y="826"/>
                </a:cubicBezTo>
                <a:cubicBezTo>
                  <a:pt x="1995" y="826"/>
                  <a:pt x="1994" y="826"/>
                  <a:pt x="1994" y="827"/>
                </a:cubicBezTo>
                <a:cubicBezTo>
                  <a:pt x="1994" y="827"/>
                  <a:pt x="1995" y="827"/>
                  <a:pt x="1995" y="827"/>
                </a:cubicBezTo>
                <a:cubicBezTo>
                  <a:pt x="1995" y="827"/>
                  <a:pt x="1996" y="827"/>
                  <a:pt x="1996" y="827"/>
                </a:cubicBezTo>
                <a:close/>
                <a:moveTo>
                  <a:pt x="1781" y="831"/>
                </a:moveTo>
                <a:cubicBezTo>
                  <a:pt x="1781" y="832"/>
                  <a:pt x="1781" y="833"/>
                  <a:pt x="1781" y="833"/>
                </a:cubicBezTo>
                <a:cubicBezTo>
                  <a:pt x="1782" y="833"/>
                  <a:pt x="1782" y="833"/>
                  <a:pt x="1782" y="833"/>
                </a:cubicBezTo>
                <a:cubicBezTo>
                  <a:pt x="1782" y="832"/>
                  <a:pt x="1782" y="832"/>
                  <a:pt x="1782" y="831"/>
                </a:cubicBezTo>
                <a:cubicBezTo>
                  <a:pt x="1782" y="831"/>
                  <a:pt x="1781" y="831"/>
                  <a:pt x="1781" y="831"/>
                </a:cubicBezTo>
                <a:close/>
                <a:moveTo>
                  <a:pt x="1997" y="871"/>
                </a:moveTo>
                <a:cubicBezTo>
                  <a:pt x="1997" y="870"/>
                  <a:pt x="1997" y="870"/>
                  <a:pt x="1996" y="870"/>
                </a:cubicBezTo>
                <a:cubicBezTo>
                  <a:pt x="1996" y="871"/>
                  <a:pt x="1995" y="871"/>
                  <a:pt x="1996" y="872"/>
                </a:cubicBezTo>
                <a:cubicBezTo>
                  <a:pt x="1996" y="872"/>
                  <a:pt x="1996" y="872"/>
                  <a:pt x="1997" y="872"/>
                </a:cubicBezTo>
                <a:cubicBezTo>
                  <a:pt x="1997" y="872"/>
                  <a:pt x="1998" y="871"/>
                  <a:pt x="1997" y="871"/>
                </a:cubicBezTo>
                <a:close/>
                <a:moveTo>
                  <a:pt x="2056" y="934"/>
                </a:moveTo>
                <a:cubicBezTo>
                  <a:pt x="2055" y="935"/>
                  <a:pt x="2055" y="935"/>
                  <a:pt x="2055" y="935"/>
                </a:cubicBezTo>
                <a:cubicBezTo>
                  <a:pt x="2054" y="936"/>
                  <a:pt x="2055" y="936"/>
                  <a:pt x="2055" y="936"/>
                </a:cubicBezTo>
                <a:cubicBezTo>
                  <a:pt x="2056" y="936"/>
                  <a:pt x="2057" y="936"/>
                  <a:pt x="2057" y="935"/>
                </a:cubicBezTo>
                <a:cubicBezTo>
                  <a:pt x="2057" y="935"/>
                  <a:pt x="2056" y="935"/>
                  <a:pt x="2056" y="934"/>
                </a:cubicBezTo>
                <a:close/>
                <a:moveTo>
                  <a:pt x="1022" y="168"/>
                </a:moveTo>
                <a:cubicBezTo>
                  <a:pt x="1022" y="168"/>
                  <a:pt x="1022" y="168"/>
                  <a:pt x="1023" y="167"/>
                </a:cubicBezTo>
                <a:cubicBezTo>
                  <a:pt x="1023" y="167"/>
                  <a:pt x="1023" y="167"/>
                  <a:pt x="1022" y="167"/>
                </a:cubicBezTo>
                <a:cubicBezTo>
                  <a:pt x="1022" y="167"/>
                  <a:pt x="1022" y="167"/>
                  <a:pt x="1021" y="168"/>
                </a:cubicBezTo>
                <a:cubicBezTo>
                  <a:pt x="1021" y="168"/>
                  <a:pt x="1022" y="168"/>
                  <a:pt x="1022" y="168"/>
                </a:cubicBezTo>
                <a:close/>
                <a:moveTo>
                  <a:pt x="2016" y="983"/>
                </a:moveTo>
                <a:cubicBezTo>
                  <a:pt x="2016" y="983"/>
                  <a:pt x="2016" y="983"/>
                  <a:pt x="2016" y="983"/>
                </a:cubicBezTo>
                <a:cubicBezTo>
                  <a:pt x="2015" y="982"/>
                  <a:pt x="2014" y="983"/>
                  <a:pt x="2014" y="983"/>
                </a:cubicBezTo>
                <a:cubicBezTo>
                  <a:pt x="2014" y="984"/>
                  <a:pt x="2015" y="984"/>
                  <a:pt x="2015" y="984"/>
                </a:cubicBezTo>
                <a:cubicBezTo>
                  <a:pt x="2016" y="984"/>
                  <a:pt x="2017" y="984"/>
                  <a:pt x="2016" y="983"/>
                </a:cubicBezTo>
                <a:close/>
                <a:moveTo>
                  <a:pt x="2207" y="996"/>
                </a:moveTo>
                <a:cubicBezTo>
                  <a:pt x="2207" y="995"/>
                  <a:pt x="2207" y="995"/>
                  <a:pt x="2207" y="995"/>
                </a:cubicBezTo>
                <a:cubicBezTo>
                  <a:pt x="2206" y="995"/>
                  <a:pt x="2205" y="995"/>
                  <a:pt x="2205" y="995"/>
                </a:cubicBezTo>
                <a:cubicBezTo>
                  <a:pt x="2205" y="995"/>
                  <a:pt x="2205" y="996"/>
                  <a:pt x="2206" y="996"/>
                </a:cubicBezTo>
                <a:cubicBezTo>
                  <a:pt x="2206" y="997"/>
                  <a:pt x="2207" y="996"/>
                  <a:pt x="2207" y="996"/>
                </a:cubicBezTo>
                <a:close/>
                <a:moveTo>
                  <a:pt x="2205" y="995"/>
                </a:moveTo>
                <a:cubicBezTo>
                  <a:pt x="2205" y="994"/>
                  <a:pt x="2205" y="994"/>
                  <a:pt x="2204" y="994"/>
                </a:cubicBezTo>
                <a:cubicBezTo>
                  <a:pt x="2204" y="994"/>
                  <a:pt x="2204" y="994"/>
                  <a:pt x="2204" y="994"/>
                </a:cubicBezTo>
                <a:cubicBezTo>
                  <a:pt x="2204" y="994"/>
                  <a:pt x="2204" y="994"/>
                  <a:pt x="2204" y="994"/>
                </a:cubicBezTo>
                <a:cubicBezTo>
                  <a:pt x="2204" y="995"/>
                  <a:pt x="2205" y="995"/>
                  <a:pt x="2205" y="995"/>
                </a:cubicBezTo>
                <a:close/>
                <a:moveTo>
                  <a:pt x="2115" y="1050"/>
                </a:moveTo>
                <a:cubicBezTo>
                  <a:pt x="2115" y="1050"/>
                  <a:pt x="2115" y="1050"/>
                  <a:pt x="2115" y="1050"/>
                </a:cubicBezTo>
                <a:cubicBezTo>
                  <a:pt x="2115" y="1050"/>
                  <a:pt x="2115" y="1050"/>
                  <a:pt x="2115" y="1050"/>
                </a:cubicBezTo>
                <a:cubicBezTo>
                  <a:pt x="2115" y="1050"/>
                  <a:pt x="2115" y="1050"/>
                  <a:pt x="2115" y="1050"/>
                </a:cubicBezTo>
                <a:cubicBezTo>
                  <a:pt x="2115" y="1050"/>
                  <a:pt x="2115" y="1050"/>
                  <a:pt x="2115" y="1050"/>
                </a:cubicBezTo>
                <a:close/>
                <a:moveTo>
                  <a:pt x="2117" y="1048"/>
                </a:moveTo>
                <a:cubicBezTo>
                  <a:pt x="2117" y="1048"/>
                  <a:pt x="2117" y="1048"/>
                  <a:pt x="2117" y="1048"/>
                </a:cubicBezTo>
                <a:cubicBezTo>
                  <a:pt x="2116" y="1049"/>
                  <a:pt x="2116" y="1050"/>
                  <a:pt x="2115" y="1050"/>
                </a:cubicBezTo>
                <a:cubicBezTo>
                  <a:pt x="2116" y="1050"/>
                  <a:pt x="2117" y="1050"/>
                  <a:pt x="2117" y="1050"/>
                </a:cubicBezTo>
                <a:cubicBezTo>
                  <a:pt x="2118" y="1049"/>
                  <a:pt x="2118" y="1049"/>
                  <a:pt x="2117" y="1048"/>
                </a:cubicBezTo>
                <a:close/>
                <a:moveTo>
                  <a:pt x="1920" y="1126"/>
                </a:moveTo>
                <a:cubicBezTo>
                  <a:pt x="1918" y="1126"/>
                  <a:pt x="1918" y="1127"/>
                  <a:pt x="1919" y="1129"/>
                </a:cubicBezTo>
                <a:cubicBezTo>
                  <a:pt x="1920" y="1129"/>
                  <a:pt x="1920" y="1129"/>
                  <a:pt x="1921" y="1129"/>
                </a:cubicBezTo>
                <a:cubicBezTo>
                  <a:pt x="1921" y="1128"/>
                  <a:pt x="1921" y="1127"/>
                  <a:pt x="1921" y="1126"/>
                </a:cubicBezTo>
                <a:cubicBezTo>
                  <a:pt x="1920" y="1126"/>
                  <a:pt x="1920" y="1126"/>
                  <a:pt x="1920" y="1126"/>
                </a:cubicBezTo>
                <a:close/>
                <a:moveTo>
                  <a:pt x="1035" y="75"/>
                </a:moveTo>
                <a:cubicBezTo>
                  <a:pt x="1035" y="75"/>
                  <a:pt x="1035" y="74"/>
                  <a:pt x="1035" y="74"/>
                </a:cubicBezTo>
                <a:cubicBezTo>
                  <a:pt x="1035" y="74"/>
                  <a:pt x="1034" y="75"/>
                  <a:pt x="1034" y="75"/>
                </a:cubicBezTo>
                <a:cubicBezTo>
                  <a:pt x="1034" y="76"/>
                  <a:pt x="1035" y="76"/>
                  <a:pt x="1035" y="77"/>
                </a:cubicBezTo>
                <a:cubicBezTo>
                  <a:pt x="1035" y="76"/>
                  <a:pt x="1035" y="76"/>
                  <a:pt x="1035" y="75"/>
                </a:cubicBezTo>
                <a:close/>
                <a:moveTo>
                  <a:pt x="1364" y="73"/>
                </a:moveTo>
                <a:cubicBezTo>
                  <a:pt x="1364" y="73"/>
                  <a:pt x="1363" y="73"/>
                  <a:pt x="1363" y="73"/>
                </a:cubicBezTo>
                <a:cubicBezTo>
                  <a:pt x="1362" y="73"/>
                  <a:pt x="1362" y="73"/>
                  <a:pt x="1362" y="74"/>
                </a:cubicBezTo>
                <a:cubicBezTo>
                  <a:pt x="1363" y="75"/>
                  <a:pt x="1363" y="75"/>
                  <a:pt x="1363" y="76"/>
                </a:cubicBezTo>
                <a:cubicBezTo>
                  <a:pt x="1364" y="76"/>
                  <a:pt x="1365" y="76"/>
                  <a:pt x="1365" y="76"/>
                </a:cubicBezTo>
                <a:cubicBezTo>
                  <a:pt x="1365" y="75"/>
                  <a:pt x="1365" y="74"/>
                  <a:pt x="1364" y="73"/>
                </a:cubicBezTo>
                <a:close/>
                <a:moveTo>
                  <a:pt x="590" y="185"/>
                </a:moveTo>
                <a:cubicBezTo>
                  <a:pt x="590" y="185"/>
                  <a:pt x="589" y="185"/>
                  <a:pt x="589" y="186"/>
                </a:cubicBezTo>
                <a:cubicBezTo>
                  <a:pt x="589" y="186"/>
                  <a:pt x="589" y="187"/>
                  <a:pt x="590" y="187"/>
                </a:cubicBezTo>
                <a:cubicBezTo>
                  <a:pt x="590" y="188"/>
                  <a:pt x="591" y="187"/>
                  <a:pt x="591" y="186"/>
                </a:cubicBezTo>
                <a:cubicBezTo>
                  <a:pt x="591" y="186"/>
                  <a:pt x="591" y="185"/>
                  <a:pt x="590" y="185"/>
                </a:cubicBezTo>
                <a:close/>
                <a:moveTo>
                  <a:pt x="1510" y="206"/>
                </a:moveTo>
                <a:cubicBezTo>
                  <a:pt x="1510" y="206"/>
                  <a:pt x="1510" y="205"/>
                  <a:pt x="1510" y="205"/>
                </a:cubicBezTo>
                <a:cubicBezTo>
                  <a:pt x="1510" y="205"/>
                  <a:pt x="1510" y="204"/>
                  <a:pt x="1510" y="204"/>
                </a:cubicBezTo>
                <a:cubicBezTo>
                  <a:pt x="1509" y="205"/>
                  <a:pt x="1509" y="205"/>
                  <a:pt x="1509" y="205"/>
                </a:cubicBezTo>
                <a:cubicBezTo>
                  <a:pt x="1508" y="206"/>
                  <a:pt x="1508" y="206"/>
                  <a:pt x="1509" y="207"/>
                </a:cubicBezTo>
                <a:cubicBezTo>
                  <a:pt x="1509" y="207"/>
                  <a:pt x="1510" y="206"/>
                  <a:pt x="1510" y="206"/>
                </a:cubicBezTo>
                <a:close/>
                <a:moveTo>
                  <a:pt x="194" y="315"/>
                </a:moveTo>
                <a:cubicBezTo>
                  <a:pt x="194" y="315"/>
                  <a:pt x="193" y="315"/>
                  <a:pt x="193" y="316"/>
                </a:cubicBezTo>
                <a:cubicBezTo>
                  <a:pt x="193" y="317"/>
                  <a:pt x="194" y="317"/>
                  <a:pt x="195" y="317"/>
                </a:cubicBezTo>
                <a:cubicBezTo>
                  <a:pt x="195" y="317"/>
                  <a:pt x="195" y="317"/>
                  <a:pt x="195" y="317"/>
                </a:cubicBezTo>
                <a:cubicBezTo>
                  <a:pt x="195" y="316"/>
                  <a:pt x="194" y="315"/>
                  <a:pt x="194" y="315"/>
                </a:cubicBezTo>
                <a:close/>
                <a:moveTo>
                  <a:pt x="1188" y="320"/>
                </a:moveTo>
                <a:cubicBezTo>
                  <a:pt x="1188" y="320"/>
                  <a:pt x="1188" y="320"/>
                  <a:pt x="1188" y="320"/>
                </a:cubicBezTo>
                <a:cubicBezTo>
                  <a:pt x="1189" y="319"/>
                  <a:pt x="1189" y="319"/>
                  <a:pt x="1190" y="318"/>
                </a:cubicBezTo>
                <a:cubicBezTo>
                  <a:pt x="1189" y="318"/>
                  <a:pt x="1188" y="318"/>
                  <a:pt x="1188" y="319"/>
                </a:cubicBezTo>
                <a:cubicBezTo>
                  <a:pt x="1187" y="319"/>
                  <a:pt x="1187" y="320"/>
                  <a:pt x="1188" y="320"/>
                </a:cubicBezTo>
                <a:close/>
                <a:moveTo>
                  <a:pt x="1190" y="318"/>
                </a:moveTo>
                <a:cubicBezTo>
                  <a:pt x="1190" y="318"/>
                  <a:pt x="1190" y="318"/>
                  <a:pt x="1190" y="318"/>
                </a:cubicBezTo>
                <a:cubicBezTo>
                  <a:pt x="1190" y="318"/>
                  <a:pt x="1190" y="318"/>
                  <a:pt x="1190" y="318"/>
                </a:cubicBezTo>
                <a:cubicBezTo>
                  <a:pt x="1190" y="318"/>
                  <a:pt x="1190" y="318"/>
                  <a:pt x="1190" y="318"/>
                </a:cubicBezTo>
                <a:cubicBezTo>
                  <a:pt x="1190" y="318"/>
                  <a:pt x="1190" y="318"/>
                  <a:pt x="1190" y="318"/>
                </a:cubicBezTo>
                <a:close/>
                <a:moveTo>
                  <a:pt x="1319" y="354"/>
                </a:moveTo>
                <a:cubicBezTo>
                  <a:pt x="1319" y="354"/>
                  <a:pt x="1319" y="355"/>
                  <a:pt x="1320" y="355"/>
                </a:cubicBezTo>
                <a:cubicBezTo>
                  <a:pt x="1320" y="355"/>
                  <a:pt x="1320" y="355"/>
                  <a:pt x="1320" y="355"/>
                </a:cubicBezTo>
                <a:cubicBezTo>
                  <a:pt x="1321" y="354"/>
                  <a:pt x="1320" y="354"/>
                  <a:pt x="1319" y="354"/>
                </a:cubicBezTo>
                <a:cubicBezTo>
                  <a:pt x="1319" y="354"/>
                  <a:pt x="1319" y="354"/>
                  <a:pt x="1319" y="354"/>
                </a:cubicBezTo>
                <a:close/>
                <a:moveTo>
                  <a:pt x="682" y="363"/>
                </a:moveTo>
                <a:cubicBezTo>
                  <a:pt x="682" y="364"/>
                  <a:pt x="681" y="364"/>
                  <a:pt x="681" y="364"/>
                </a:cubicBezTo>
                <a:cubicBezTo>
                  <a:pt x="681" y="365"/>
                  <a:pt x="682" y="365"/>
                  <a:pt x="682" y="366"/>
                </a:cubicBezTo>
                <a:cubicBezTo>
                  <a:pt x="682" y="366"/>
                  <a:pt x="683" y="366"/>
                  <a:pt x="683" y="365"/>
                </a:cubicBezTo>
                <a:cubicBezTo>
                  <a:pt x="683" y="365"/>
                  <a:pt x="683" y="364"/>
                  <a:pt x="683" y="364"/>
                </a:cubicBezTo>
                <a:cubicBezTo>
                  <a:pt x="683" y="363"/>
                  <a:pt x="682" y="363"/>
                  <a:pt x="682" y="363"/>
                </a:cubicBezTo>
                <a:close/>
                <a:moveTo>
                  <a:pt x="1588" y="123"/>
                </a:moveTo>
                <a:cubicBezTo>
                  <a:pt x="1588" y="123"/>
                  <a:pt x="1587" y="123"/>
                  <a:pt x="1587" y="124"/>
                </a:cubicBezTo>
                <a:cubicBezTo>
                  <a:pt x="1587" y="124"/>
                  <a:pt x="1588" y="125"/>
                  <a:pt x="1588" y="125"/>
                </a:cubicBezTo>
                <a:cubicBezTo>
                  <a:pt x="1589" y="125"/>
                  <a:pt x="1589" y="124"/>
                  <a:pt x="1589" y="124"/>
                </a:cubicBezTo>
                <a:cubicBezTo>
                  <a:pt x="1589" y="123"/>
                  <a:pt x="1589" y="123"/>
                  <a:pt x="1588" y="123"/>
                </a:cubicBezTo>
                <a:close/>
                <a:moveTo>
                  <a:pt x="2145" y="436"/>
                </a:moveTo>
                <a:cubicBezTo>
                  <a:pt x="2145" y="435"/>
                  <a:pt x="2145" y="435"/>
                  <a:pt x="2145" y="435"/>
                </a:cubicBezTo>
                <a:cubicBezTo>
                  <a:pt x="2145" y="435"/>
                  <a:pt x="2144" y="435"/>
                  <a:pt x="2144" y="435"/>
                </a:cubicBezTo>
                <a:cubicBezTo>
                  <a:pt x="2144" y="435"/>
                  <a:pt x="2144" y="436"/>
                  <a:pt x="2144" y="436"/>
                </a:cubicBezTo>
                <a:cubicBezTo>
                  <a:pt x="2145" y="436"/>
                  <a:pt x="2145" y="436"/>
                  <a:pt x="2145" y="436"/>
                </a:cubicBezTo>
                <a:close/>
                <a:moveTo>
                  <a:pt x="2076" y="597"/>
                </a:moveTo>
                <a:cubicBezTo>
                  <a:pt x="2076" y="596"/>
                  <a:pt x="2076" y="596"/>
                  <a:pt x="2077" y="596"/>
                </a:cubicBezTo>
                <a:cubicBezTo>
                  <a:pt x="2076" y="595"/>
                  <a:pt x="2076" y="595"/>
                  <a:pt x="2076" y="594"/>
                </a:cubicBezTo>
                <a:cubicBezTo>
                  <a:pt x="2076" y="595"/>
                  <a:pt x="2075" y="595"/>
                  <a:pt x="2075" y="596"/>
                </a:cubicBezTo>
                <a:cubicBezTo>
                  <a:pt x="2075" y="596"/>
                  <a:pt x="2075" y="596"/>
                  <a:pt x="2076" y="597"/>
                </a:cubicBezTo>
                <a:close/>
                <a:moveTo>
                  <a:pt x="1132" y="616"/>
                </a:moveTo>
                <a:cubicBezTo>
                  <a:pt x="1132" y="616"/>
                  <a:pt x="1131" y="616"/>
                  <a:pt x="1131" y="615"/>
                </a:cubicBezTo>
                <a:cubicBezTo>
                  <a:pt x="1130" y="615"/>
                  <a:pt x="1129" y="616"/>
                  <a:pt x="1129" y="617"/>
                </a:cubicBezTo>
                <a:cubicBezTo>
                  <a:pt x="1130" y="617"/>
                  <a:pt x="1130" y="617"/>
                  <a:pt x="1131" y="617"/>
                </a:cubicBezTo>
                <a:cubicBezTo>
                  <a:pt x="1131" y="617"/>
                  <a:pt x="1132" y="617"/>
                  <a:pt x="1132" y="616"/>
                </a:cubicBezTo>
                <a:close/>
                <a:moveTo>
                  <a:pt x="1303" y="647"/>
                </a:moveTo>
                <a:cubicBezTo>
                  <a:pt x="1304" y="646"/>
                  <a:pt x="1304" y="646"/>
                  <a:pt x="1304" y="646"/>
                </a:cubicBezTo>
                <a:cubicBezTo>
                  <a:pt x="1305" y="646"/>
                  <a:pt x="1305" y="645"/>
                  <a:pt x="1305" y="645"/>
                </a:cubicBezTo>
                <a:cubicBezTo>
                  <a:pt x="1305" y="645"/>
                  <a:pt x="1304" y="644"/>
                  <a:pt x="1304" y="644"/>
                </a:cubicBezTo>
                <a:cubicBezTo>
                  <a:pt x="1303" y="644"/>
                  <a:pt x="1303" y="645"/>
                  <a:pt x="1303" y="646"/>
                </a:cubicBezTo>
                <a:cubicBezTo>
                  <a:pt x="1303" y="646"/>
                  <a:pt x="1303" y="646"/>
                  <a:pt x="1303" y="647"/>
                </a:cubicBezTo>
                <a:close/>
                <a:moveTo>
                  <a:pt x="482" y="695"/>
                </a:moveTo>
                <a:cubicBezTo>
                  <a:pt x="482" y="695"/>
                  <a:pt x="482" y="695"/>
                  <a:pt x="482" y="695"/>
                </a:cubicBezTo>
                <a:cubicBezTo>
                  <a:pt x="482" y="695"/>
                  <a:pt x="482" y="695"/>
                  <a:pt x="482" y="695"/>
                </a:cubicBezTo>
                <a:cubicBezTo>
                  <a:pt x="482" y="695"/>
                  <a:pt x="482" y="695"/>
                  <a:pt x="482" y="695"/>
                </a:cubicBezTo>
                <a:cubicBezTo>
                  <a:pt x="482" y="695"/>
                  <a:pt x="482" y="695"/>
                  <a:pt x="482" y="695"/>
                </a:cubicBezTo>
                <a:close/>
                <a:moveTo>
                  <a:pt x="483" y="697"/>
                </a:moveTo>
                <a:cubicBezTo>
                  <a:pt x="484" y="697"/>
                  <a:pt x="485" y="697"/>
                  <a:pt x="485" y="696"/>
                </a:cubicBezTo>
                <a:cubicBezTo>
                  <a:pt x="485" y="696"/>
                  <a:pt x="485" y="695"/>
                  <a:pt x="484" y="695"/>
                </a:cubicBezTo>
                <a:cubicBezTo>
                  <a:pt x="484" y="695"/>
                  <a:pt x="483" y="695"/>
                  <a:pt x="482" y="695"/>
                </a:cubicBezTo>
                <a:cubicBezTo>
                  <a:pt x="482" y="696"/>
                  <a:pt x="483" y="696"/>
                  <a:pt x="483" y="697"/>
                </a:cubicBezTo>
                <a:close/>
                <a:moveTo>
                  <a:pt x="611" y="160"/>
                </a:moveTo>
                <a:cubicBezTo>
                  <a:pt x="611" y="160"/>
                  <a:pt x="611" y="160"/>
                  <a:pt x="611" y="160"/>
                </a:cubicBezTo>
                <a:cubicBezTo>
                  <a:pt x="611" y="160"/>
                  <a:pt x="611" y="160"/>
                  <a:pt x="611" y="160"/>
                </a:cubicBezTo>
                <a:cubicBezTo>
                  <a:pt x="610" y="160"/>
                  <a:pt x="611" y="160"/>
                  <a:pt x="611" y="160"/>
                </a:cubicBezTo>
                <a:close/>
                <a:moveTo>
                  <a:pt x="535" y="161"/>
                </a:moveTo>
                <a:cubicBezTo>
                  <a:pt x="535" y="161"/>
                  <a:pt x="535" y="161"/>
                  <a:pt x="535" y="161"/>
                </a:cubicBezTo>
                <a:cubicBezTo>
                  <a:pt x="535" y="161"/>
                  <a:pt x="535" y="161"/>
                  <a:pt x="535" y="161"/>
                </a:cubicBezTo>
                <a:cubicBezTo>
                  <a:pt x="534" y="161"/>
                  <a:pt x="534" y="161"/>
                  <a:pt x="535" y="161"/>
                </a:cubicBezTo>
                <a:close/>
                <a:moveTo>
                  <a:pt x="1998" y="402"/>
                </a:moveTo>
                <a:cubicBezTo>
                  <a:pt x="1998" y="403"/>
                  <a:pt x="1999" y="403"/>
                  <a:pt x="1999" y="403"/>
                </a:cubicBezTo>
                <a:cubicBezTo>
                  <a:pt x="1999" y="403"/>
                  <a:pt x="1999" y="402"/>
                  <a:pt x="1999" y="402"/>
                </a:cubicBezTo>
                <a:cubicBezTo>
                  <a:pt x="1999" y="402"/>
                  <a:pt x="1999" y="401"/>
                  <a:pt x="1999" y="401"/>
                </a:cubicBezTo>
                <a:cubicBezTo>
                  <a:pt x="1999" y="402"/>
                  <a:pt x="1998" y="402"/>
                  <a:pt x="1998" y="402"/>
                </a:cubicBezTo>
                <a:close/>
                <a:moveTo>
                  <a:pt x="1552" y="173"/>
                </a:moveTo>
                <a:cubicBezTo>
                  <a:pt x="1552" y="172"/>
                  <a:pt x="1552" y="172"/>
                  <a:pt x="1552" y="172"/>
                </a:cubicBezTo>
                <a:cubicBezTo>
                  <a:pt x="1552" y="172"/>
                  <a:pt x="1552" y="172"/>
                  <a:pt x="1552" y="173"/>
                </a:cubicBezTo>
                <a:cubicBezTo>
                  <a:pt x="1552" y="173"/>
                  <a:pt x="1552" y="173"/>
                  <a:pt x="1552" y="173"/>
                </a:cubicBezTo>
                <a:close/>
                <a:moveTo>
                  <a:pt x="1551" y="179"/>
                </a:moveTo>
                <a:cubicBezTo>
                  <a:pt x="1551" y="178"/>
                  <a:pt x="1551" y="178"/>
                  <a:pt x="1551" y="178"/>
                </a:cubicBezTo>
                <a:cubicBezTo>
                  <a:pt x="1551" y="179"/>
                  <a:pt x="1551" y="179"/>
                  <a:pt x="1551" y="179"/>
                </a:cubicBezTo>
                <a:close/>
                <a:moveTo>
                  <a:pt x="321" y="181"/>
                </a:moveTo>
                <a:cubicBezTo>
                  <a:pt x="321" y="181"/>
                  <a:pt x="321" y="181"/>
                  <a:pt x="321" y="181"/>
                </a:cubicBezTo>
                <a:cubicBezTo>
                  <a:pt x="321" y="181"/>
                  <a:pt x="321" y="181"/>
                  <a:pt x="321" y="181"/>
                </a:cubicBezTo>
                <a:cubicBezTo>
                  <a:pt x="321" y="181"/>
                  <a:pt x="321" y="181"/>
                  <a:pt x="321" y="181"/>
                </a:cubicBezTo>
                <a:cubicBezTo>
                  <a:pt x="321" y="181"/>
                  <a:pt x="321" y="181"/>
                  <a:pt x="321" y="181"/>
                </a:cubicBezTo>
                <a:close/>
                <a:moveTo>
                  <a:pt x="323" y="181"/>
                </a:moveTo>
                <a:cubicBezTo>
                  <a:pt x="323" y="181"/>
                  <a:pt x="323" y="180"/>
                  <a:pt x="323" y="180"/>
                </a:cubicBezTo>
                <a:cubicBezTo>
                  <a:pt x="323" y="180"/>
                  <a:pt x="322" y="180"/>
                  <a:pt x="322" y="180"/>
                </a:cubicBezTo>
                <a:cubicBezTo>
                  <a:pt x="321" y="180"/>
                  <a:pt x="321" y="181"/>
                  <a:pt x="321" y="181"/>
                </a:cubicBezTo>
                <a:cubicBezTo>
                  <a:pt x="321" y="181"/>
                  <a:pt x="322" y="181"/>
                  <a:pt x="322" y="181"/>
                </a:cubicBezTo>
                <a:cubicBezTo>
                  <a:pt x="323" y="181"/>
                  <a:pt x="323" y="181"/>
                  <a:pt x="323" y="181"/>
                </a:cubicBezTo>
                <a:close/>
                <a:moveTo>
                  <a:pt x="1521" y="181"/>
                </a:moveTo>
                <a:cubicBezTo>
                  <a:pt x="1521" y="181"/>
                  <a:pt x="1521" y="182"/>
                  <a:pt x="1522" y="182"/>
                </a:cubicBezTo>
                <a:cubicBezTo>
                  <a:pt x="1522" y="182"/>
                  <a:pt x="1522" y="182"/>
                  <a:pt x="1523" y="182"/>
                </a:cubicBezTo>
                <a:cubicBezTo>
                  <a:pt x="1523" y="181"/>
                  <a:pt x="1523" y="181"/>
                  <a:pt x="1522" y="180"/>
                </a:cubicBezTo>
                <a:cubicBezTo>
                  <a:pt x="1522" y="180"/>
                  <a:pt x="1521" y="181"/>
                  <a:pt x="1521" y="181"/>
                </a:cubicBezTo>
                <a:close/>
                <a:moveTo>
                  <a:pt x="1138" y="613"/>
                </a:moveTo>
                <a:cubicBezTo>
                  <a:pt x="1138" y="613"/>
                  <a:pt x="1138" y="613"/>
                  <a:pt x="1138" y="613"/>
                </a:cubicBezTo>
                <a:cubicBezTo>
                  <a:pt x="1137" y="613"/>
                  <a:pt x="1137" y="613"/>
                  <a:pt x="1137" y="613"/>
                </a:cubicBezTo>
                <a:cubicBezTo>
                  <a:pt x="1136" y="613"/>
                  <a:pt x="1136" y="613"/>
                  <a:pt x="1137" y="614"/>
                </a:cubicBezTo>
                <a:cubicBezTo>
                  <a:pt x="1137" y="614"/>
                  <a:pt x="1138" y="614"/>
                  <a:pt x="1138" y="613"/>
                </a:cubicBezTo>
                <a:close/>
                <a:moveTo>
                  <a:pt x="658" y="283"/>
                </a:moveTo>
                <a:cubicBezTo>
                  <a:pt x="658" y="282"/>
                  <a:pt x="658" y="282"/>
                  <a:pt x="658" y="282"/>
                </a:cubicBezTo>
                <a:cubicBezTo>
                  <a:pt x="658" y="283"/>
                  <a:pt x="658" y="283"/>
                  <a:pt x="658" y="283"/>
                </a:cubicBezTo>
                <a:close/>
                <a:moveTo>
                  <a:pt x="1363" y="64"/>
                </a:moveTo>
                <a:cubicBezTo>
                  <a:pt x="1363" y="63"/>
                  <a:pt x="1363" y="63"/>
                  <a:pt x="1363" y="63"/>
                </a:cubicBezTo>
                <a:cubicBezTo>
                  <a:pt x="1362" y="63"/>
                  <a:pt x="1362" y="63"/>
                  <a:pt x="1362" y="63"/>
                </a:cubicBezTo>
                <a:cubicBezTo>
                  <a:pt x="1362" y="64"/>
                  <a:pt x="1362" y="64"/>
                  <a:pt x="1362" y="65"/>
                </a:cubicBezTo>
                <a:cubicBezTo>
                  <a:pt x="1363" y="65"/>
                  <a:pt x="1363" y="64"/>
                  <a:pt x="1363" y="64"/>
                </a:cubicBezTo>
                <a:close/>
                <a:moveTo>
                  <a:pt x="2020" y="652"/>
                </a:moveTo>
                <a:cubicBezTo>
                  <a:pt x="2020" y="652"/>
                  <a:pt x="2020" y="652"/>
                  <a:pt x="2020" y="652"/>
                </a:cubicBezTo>
                <a:cubicBezTo>
                  <a:pt x="2020" y="652"/>
                  <a:pt x="2019" y="652"/>
                  <a:pt x="2019" y="652"/>
                </a:cubicBezTo>
                <a:cubicBezTo>
                  <a:pt x="2019" y="652"/>
                  <a:pt x="2019" y="652"/>
                  <a:pt x="2019" y="653"/>
                </a:cubicBezTo>
                <a:cubicBezTo>
                  <a:pt x="2020" y="653"/>
                  <a:pt x="2020" y="653"/>
                  <a:pt x="2020" y="652"/>
                </a:cubicBezTo>
                <a:close/>
                <a:moveTo>
                  <a:pt x="1545" y="187"/>
                </a:moveTo>
                <a:cubicBezTo>
                  <a:pt x="1545" y="187"/>
                  <a:pt x="1546" y="188"/>
                  <a:pt x="1546" y="188"/>
                </a:cubicBezTo>
                <a:cubicBezTo>
                  <a:pt x="1546" y="188"/>
                  <a:pt x="1546" y="187"/>
                  <a:pt x="1546" y="187"/>
                </a:cubicBezTo>
                <a:cubicBezTo>
                  <a:pt x="1546" y="187"/>
                  <a:pt x="1545" y="187"/>
                  <a:pt x="1545" y="187"/>
                </a:cubicBezTo>
                <a:close/>
                <a:moveTo>
                  <a:pt x="1004" y="189"/>
                </a:moveTo>
                <a:cubicBezTo>
                  <a:pt x="1004" y="190"/>
                  <a:pt x="1004" y="190"/>
                  <a:pt x="1004" y="191"/>
                </a:cubicBezTo>
                <a:cubicBezTo>
                  <a:pt x="1006" y="190"/>
                  <a:pt x="1006" y="190"/>
                  <a:pt x="1004" y="189"/>
                </a:cubicBezTo>
                <a:close/>
                <a:moveTo>
                  <a:pt x="616" y="79"/>
                </a:moveTo>
                <a:cubicBezTo>
                  <a:pt x="617" y="79"/>
                  <a:pt x="617" y="79"/>
                  <a:pt x="617" y="78"/>
                </a:cubicBezTo>
                <a:cubicBezTo>
                  <a:pt x="617" y="78"/>
                  <a:pt x="616" y="79"/>
                  <a:pt x="616" y="79"/>
                </a:cubicBezTo>
                <a:cubicBezTo>
                  <a:pt x="616" y="79"/>
                  <a:pt x="616" y="79"/>
                  <a:pt x="616" y="79"/>
                </a:cubicBezTo>
                <a:close/>
                <a:moveTo>
                  <a:pt x="1517" y="210"/>
                </a:moveTo>
                <a:cubicBezTo>
                  <a:pt x="1517" y="210"/>
                  <a:pt x="1516" y="210"/>
                  <a:pt x="1516" y="210"/>
                </a:cubicBezTo>
                <a:cubicBezTo>
                  <a:pt x="1516" y="210"/>
                  <a:pt x="1516" y="210"/>
                  <a:pt x="1516" y="210"/>
                </a:cubicBezTo>
                <a:cubicBezTo>
                  <a:pt x="1516" y="210"/>
                  <a:pt x="1516" y="210"/>
                  <a:pt x="1516" y="211"/>
                </a:cubicBezTo>
                <a:cubicBezTo>
                  <a:pt x="1517" y="211"/>
                  <a:pt x="1517" y="210"/>
                  <a:pt x="1517" y="210"/>
                </a:cubicBezTo>
                <a:close/>
                <a:moveTo>
                  <a:pt x="1030" y="81"/>
                </a:moveTo>
                <a:cubicBezTo>
                  <a:pt x="1030" y="81"/>
                  <a:pt x="1030" y="81"/>
                  <a:pt x="1030" y="81"/>
                </a:cubicBezTo>
                <a:cubicBezTo>
                  <a:pt x="1030" y="80"/>
                  <a:pt x="1029" y="80"/>
                  <a:pt x="1029" y="80"/>
                </a:cubicBezTo>
                <a:cubicBezTo>
                  <a:pt x="1029" y="80"/>
                  <a:pt x="1029" y="81"/>
                  <a:pt x="1029" y="81"/>
                </a:cubicBezTo>
                <a:cubicBezTo>
                  <a:pt x="1029" y="82"/>
                  <a:pt x="1030" y="82"/>
                  <a:pt x="1030" y="81"/>
                </a:cubicBezTo>
                <a:close/>
                <a:moveTo>
                  <a:pt x="1029" y="80"/>
                </a:moveTo>
                <a:cubicBezTo>
                  <a:pt x="1029" y="80"/>
                  <a:pt x="1029" y="79"/>
                  <a:pt x="1029" y="79"/>
                </a:cubicBezTo>
                <a:cubicBezTo>
                  <a:pt x="1029" y="79"/>
                  <a:pt x="1029" y="79"/>
                  <a:pt x="1029" y="79"/>
                </a:cubicBezTo>
                <a:cubicBezTo>
                  <a:pt x="1029" y="79"/>
                  <a:pt x="1029" y="79"/>
                  <a:pt x="1029" y="80"/>
                </a:cubicBezTo>
                <a:cubicBezTo>
                  <a:pt x="1029" y="80"/>
                  <a:pt x="1029" y="80"/>
                  <a:pt x="1029" y="80"/>
                </a:cubicBezTo>
                <a:close/>
                <a:moveTo>
                  <a:pt x="1444" y="286"/>
                </a:moveTo>
                <a:cubicBezTo>
                  <a:pt x="1445" y="285"/>
                  <a:pt x="1445" y="285"/>
                  <a:pt x="1445" y="285"/>
                </a:cubicBezTo>
                <a:cubicBezTo>
                  <a:pt x="1444" y="285"/>
                  <a:pt x="1444" y="285"/>
                  <a:pt x="1444" y="285"/>
                </a:cubicBezTo>
                <a:lnTo>
                  <a:pt x="1444" y="286"/>
                </a:lnTo>
                <a:close/>
                <a:moveTo>
                  <a:pt x="548" y="224"/>
                </a:moveTo>
                <a:cubicBezTo>
                  <a:pt x="548" y="224"/>
                  <a:pt x="548" y="223"/>
                  <a:pt x="548" y="223"/>
                </a:cubicBezTo>
                <a:cubicBezTo>
                  <a:pt x="548" y="223"/>
                  <a:pt x="548" y="223"/>
                  <a:pt x="548" y="223"/>
                </a:cubicBezTo>
                <a:cubicBezTo>
                  <a:pt x="548" y="223"/>
                  <a:pt x="547" y="223"/>
                  <a:pt x="547" y="223"/>
                </a:cubicBezTo>
                <a:cubicBezTo>
                  <a:pt x="547" y="224"/>
                  <a:pt x="548" y="224"/>
                  <a:pt x="548" y="224"/>
                </a:cubicBezTo>
                <a:close/>
                <a:moveTo>
                  <a:pt x="657" y="94"/>
                </a:moveTo>
                <a:cubicBezTo>
                  <a:pt x="657" y="93"/>
                  <a:pt x="657" y="93"/>
                  <a:pt x="657" y="93"/>
                </a:cubicBezTo>
                <a:cubicBezTo>
                  <a:pt x="656" y="93"/>
                  <a:pt x="656" y="92"/>
                  <a:pt x="656" y="92"/>
                </a:cubicBezTo>
                <a:cubicBezTo>
                  <a:pt x="656" y="92"/>
                  <a:pt x="656" y="93"/>
                  <a:pt x="656" y="93"/>
                </a:cubicBezTo>
                <a:cubicBezTo>
                  <a:pt x="656" y="94"/>
                  <a:pt x="656" y="94"/>
                  <a:pt x="657" y="94"/>
                </a:cubicBezTo>
                <a:close/>
                <a:moveTo>
                  <a:pt x="1358" y="96"/>
                </a:moveTo>
                <a:cubicBezTo>
                  <a:pt x="1357" y="96"/>
                  <a:pt x="1357" y="96"/>
                  <a:pt x="1356" y="95"/>
                </a:cubicBezTo>
                <a:cubicBezTo>
                  <a:pt x="1356" y="95"/>
                  <a:pt x="1355" y="95"/>
                  <a:pt x="1355" y="95"/>
                </a:cubicBezTo>
                <a:cubicBezTo>
                  <a:pt x="1355" y="96"/>
                  <a:pt x="1355" y="96"/>
                  <a:pt x="1355" y="97"/>
                </a:cubicBezTo>
                <a:cubicBezTo>
                  <a:pt x="1355" y="97"/>
                  <a:pt x="1356" y="97"/>
                  <a:pt x="1356" y="97"/>
                </a:cubicBezTo>
                <a:cubicBezTo>
                  <a:pt x="1357" y="97"/>
                  <a:pt x="1357" y="96"/>
                  <a:pt x="1358" y="96"/>
                </a:cubicBezTo>
                <a:close/>
                <a:moveTo>
                  <a:pt x="1355" y="97"/>
                </a:moveTo>
                <a:cubicBezTo>
                  <a:pt x="1355" y="97"/>
                  <a:pt x="1355" y="97"/>
                  <a:pt x="1355" y="97"/>
                </a:cubicBezTo>
                <a:cubicBezTo>
                  <a:pt x="1354" y="97"/>
                  <a:pt x="1354" y="97"/>
                  <a:pt x="1354" y="97"/>
                </a:cubicBezTo>
                <a:cubicBezTo>
                  <a:pt x="1354" y="97"/>
                  <a:pt x="1355" y="97"/>
                  <a:pt x="1355" y="97"/>
                </a:cubicBezTo>
                <a:cubicBezTo>
                  <a:pt x="1355" y="97"/>
                  <a:pt x="1355" y="97"/>
                  <a:pt x="1355" y="97"/>
                </a:cubicBezTo>
                <a:close/>
                <a:moveTo>
                  <a:pt x="2028" y="653"/>
                </a:moveTo>
                <a:cubicBezTo>
                  <a:pt x="2028" y="654"/>
                  <a:pt x="2028" y="655"/>
                  <a:pt x="2029" y="656"/>
                </a:cubicBezTo>
                <a:cubicBezTo>
                  <a:pt x="2029" y="655"/>
                  <a:pt x="2029" y="654"/>
                  <a:pt x="2028" y="653"/>
                </a:cubicBezTo>
                <a:close/>
                <a:moveTo>
                  <a:pt x="686" y="101"/>
                </a:moveTo>
                <a:cubicBezTo>
                  <a:pt x="686" y="100"/>
                  <a:pt x="687" y="100"/>
                  <a:pt x="686" y="100"/>
                </a:cubicBezTo>
                <a:cubicBezTo>
                  <a:pt x="686" y="100"/>
                  <a:pt x="686" y="99"/>
                  <a:pt x="685" y="99"/>
                </a:cubicBezTo>
                <a:cubicBezTo>
                  <a:pt x="686" y="100"/>
                  <a:pt x="685" y="100"/>
                  <a:pt x="686" y="101"/>
                </a:cubicBezTo>
                <a:close/>
                <a:moveTo>
                  <a:pt x="2218" y="947"/>
                </a:moveTo>
                <a:cubicBezTo>
                  <a:pt x="2217" y="946"/>
                  <a:pt x="2216" y="945"/>
                  <a:pt x="2215" y="945"/>
                </a:cubicBezTo>
                <a:cubicBezTo>
                  <a:pt x="2216" y="947"/>
                  <a:pt x="2217" y="947"/>
                  <a:pt x="2218" y="947"/>
                </a:cubicBezTo>
                <a:close/>
                <a:moveTo>
                  <a:pt x="2218" y="947"/>
                </a:moveTo>
                <a:cubicBezTo>
                  <a:pt x="2219" y="947"/>
                  <a:pt x="2219" y="947"/>
                  <a:pt x="2219" y="947"/>
                </a:cubicBezTo>
                <a:cubicBezTo>
                  <a:pt x="2219" y="947"/>
                  <a:pt x="2219" y="947"/>
                  <a:pt x="2219" y="947"/>
                </a:cubicBezTo>
                <a:cubicBezTo>
                  <a:pt x="2219" y="947"/>
                  <a:pt x="2219" y="947"/>
                  <a:pt x="2219" y="947"/>
                </a:cubicBezTo>
                <a:cubicBezTo>
                  <a:pt x="2219" y="947"/>
                  <a:pt x="2219" y="947"/>
                  <a:pt x="2218" y="947"/>
                </a:cubicBezTo>
                <a:close/>
                <a:moveTo>
                  <a:pt x="1203" y="105"/>
                </a:moveTo>
                <a:cubicBezTo>
                  <a:pt x="1203" y="105"/>
                  <a:pt x="1202" y="104"/>
                  <a:pt x="1202" y="104"/>
                </a:cubicBezTo>
                <a:cubicBezTo>
                  <a:pt x="1202" y="104"/>
                  <a:pt x="1201" y="104"/>
                  <a:pt x="1201" y="104"/>
                </a:cubicBezTo>
                <a:cubicBezTo>
                  <a:pt x="1201" y="105"/>
                  <a:pt x="1201" y="105"/>
                  <a:pt x="1202" y="105"/>
                </a:cubicBezTo>
                <a:cubicBezTo>
                  <a:pt x="1202" y="106"/>
                  <a:pt x="1203" y="105"/>
                  <a:pt x="1203" y="105"/>
                </a:cubicBezTo>
                <a:close/>
                <a:moveTo>
                  <a:pt x="1201" y="104"/>
                </a:moveTo>
                <a:cubicBezTo>
                  <a:pt x="1201" y="104"/>
                  <a:pt x="1201" y="104"/>
                  <a:pt x="1201" y="104"/>
                </a:cubicBezTo>
                <a:cubicBezTo>
                  <a:pt x="1200" y="104"/>
                  <a:pt x="1200" y="104"/>
                  <a:pt x="1200" y="104"/>
                </a:cubicBezTo>
                <a:cubicBezTo>
                  <a:pt x="1200" y="104"/>
                  <a:pt x="1200" y="104"/>
                  <a:pt x="1200" y="104"/>
                </a:cubicBezTo>
                <a:cubicBezTo>
                  <a:pt x="1200" y="104"/>
                  <a:pt x="1201" y="104"/>
                  <a:pt x="1201" y="104"/>
                </a:cubicBezTo>
                <a:close/>
                <a:moveTo>
                  <a:pt x="1818" y="106"/>
                </a:moveTo>
                <a:cubicBezTo>
                  <a:pt x="1818" y="106"/>
                  <a:pt x="1817" y="106"/>
                  <a:pt x="1817" y="107"/>
                </a:cubicBezTo>
                <a:cubicBezTo>
                  <a:pt x="1817" y="107"/>
                  <a:pt x="1817" y="107"/>
                  <a:pt x="1817" y="108"/>
                </a:cubicBezTo>
                <a:cubicBezTo>
                  <a:pt x="1818" y="108"/>
                  <a:pt x="1818" y="108"/>
                  <a:pt x="1819" y="108"/>
                </a:cubicBezTo>
                <a:cubicBezTo>
                  <a:pt x="1819" y="107"/>
                  <a:pt x="1819" y="106"/>
                  <a:pt x="1818" y="106"/>
                </a:cubicBezTo>
                <a:close/>
                <a:moveTo>
                  <a:pt x="1819" y="108"/>
                </a:moveTo>
                <a:cubicBezTo>
                  <a:pt x="1819" y="108"/>
                  <a:pt x="1819" y="108"/>
                  <a:pt x="1819" y="108"/>
                </a:cubicBezTo>
                <a:cubicBezTo>
                  <a:pt x="1819" y="108"/>
                  <a:pt x="1819" y="108"/>
                  <a:pt x="1819" y="108"/>
                </a:cubicBezTo>
                <a:cubicBezTo>
                  <a:pt x="1819" y="108"/>
                  <a:pt x="1819" y="108"/>
                  <a:pt x="1819" y="108"/>
                </a:cubicBezTo>
                <a:cubicBezTo>
                  <a:pt x="1819" y="108"/>
                  <a:pt x="1819" y="108"/>
                  <a:pt x="1819" y="108"/>
                </a:cubicBezTo>
                <a:close/>
                <a:moveTo>
                  <a:pt x="536" y="239"/>
                </a:moveTo>
                <a:cubicBezTo>
                  <a:pt x="536" y="239"/>
                  <a:pt x="536" y="239"/>
                  <a:pt x="536" y="239"/>
                </a:cubicBezTo>
                <a:cubicBezTo>
                  <a:pt x="536" y="239"/>
                  <a:pt x="536" y="239"/>
                  <a:pt x="536" y="239"/>
                </a:cubicBezTo>
                <a:cubicBezTo>
                  <a:pt x="536" y="239"/>
                  <a:pt x="536" y="239"/>
                  <a:pt x="536" y="239"/>
                </a:cubicBezTo>
                <a:cubicBezTo>
                  <a:pt x="536" y="239"/>
                  <a:pt x="536" y="239"/>
                  <a:pt x="536" y="239"/>
                </a:cubicBezTo>
                <a:close/>
                <a:moveTo>
                  <a:pt x="536" y="241"/>
                </a:moveTo>
                <a:cubicBezTo>
                  <a:pt x="536" y="241"/>
                  <a:pt x="536" y="241"/>
                  <a:pt x="536" y="240"/>
                </a:cubicBezTo>
                <a:cubicBezTo>
                  <a:pt x="536" y="240"/>
                  <a:pt x="536" y="240"/>
                  <a:pt x="536" y="239"/>
                </a:cubicBezTo>
                <a:cubicBezTo>
                  <a:pt x="536" y="239"/>
                  <a:pt x="535" y="240"/>
                  <a:pt x="535" y="240"/>
                </a:cubicBezTo>
                <a:cubicBezTo>
                  <a:pt x="535" y="241"/>
                  <a:pt x="535" y="241"/>
                  <a:pt x="536" y="241"/>
                </a:cubicBezTo>
                <a:close/>
                <a:moveTo>
                  <a:pt x="1090" y="433"/>
                </a:moveTo>
                <a:cubicBezTo>
                  <a:pt x="1089" y="432"/>
                  <a:pt x="1089" y="432"/>
                  <a:pt x="1089" y="433"/>
                </a:cubicBezTo>
                <a:cubicBezTo>
                  <a:pt x="1089" y="433"/>
                  <a:pt x="1089" y="434"/>
                  <a:pt x="1089" y="434"/>
                </a:cubicBezTo>
                <a:cubicBezTo>
                  <a:pt x="1089" y="434"/>
                  <a:pt x="1089" y="433"/>
                  <a:pt x="1090" y="433"/>
                </a:cubicBezTo>
                <a:close/>
                <a:moveTo>
                  <a:pt x="676" y="806"/>
                </a:moveTo>
                <a:cubicBezTo>
                  <a:pt x="676" y="806"/>
                  <a:pt x="676" y="806"/>
                  <a:pt x="676" y="805"/>
                </a:cubicBezTo>
                <a:cubicBezTo>
                  <a:pt x="676" y="805"/>
                  <a:pt x="676" y="805"/>
                  <a:pt x="676" y="805"/>
                </a:cubicBezTo>
                <a:cubicBezTo>
                  <a:pt x="676" y="805"/>
                  <a:pt x="675" y="805"/>
                  <a:pt x="675" y="805"/>
                </a:cubicBezTo>
                <a:cubicBezTo>
                  <a:pt x="675" y="806"/>
                  <a:pt x="675" y="806"/>
                  <a:pt x="676" y="806"/>
                </a:cubicBezTo>
                <a:close/>
                <a:moveTo>
                  <a:pt x="1255" y="632"/>
                </a:moveTo>
                <a:cubicBezTo>
                  <a:pt x="1255" y="632"/>
                  <a:pt x="1255" y="632"/>
                  <a:pt x="1255" y="632"/>
                </a:cubicBezTo>
                <a:cubicBezTo>
                  <a:pt x="1255" y="632"/>
                  <a:pt x="1255" y="632"/>
                  <a:pt x="1255" y="632"/>
                </a:cubicBezTo>
                <a:cubicBezTo>
                  <a:pt x="1255" y="632"/>
                  <a:pt x="1255" y="632"/>
                  <a:pt x="1255" y="631"/>
                </a:cubicBezTo>
                <a:cubicBezTo>
                  <a:pt x="1255" y="632"/>
                  <a:pt x="1255" y="632"/>
                  <a:pt x="1255" y="632"/>
                </a:cubicBezTo>
                <a:close/>
                <a:moveTo>
                  <a:pt x="1253" y="632"/>
                </a:moveTo>
                <a:cubicBezTo>
                  <a:pt x="1253" y="632"/>
                  <a:pt x="1254" y="633"/>
                  <a:pt x="1254" y="633"/>
                </a:cubicBezTo>
                <a:cubicBezTo>
                  <a:pt x="1254" y="632"/>
                  <a:pt x="1254" y="632"/>
                  <a:pt x="1255" y="632"/>
                </a:cubicBezTo>
                <a:cubicBezTo>
                  <a:pt x="1254" y="632"/>
                  <a:pt x="1253" y="632"/>
                  <a:pt x="1253" y="632"/>
                </a:cubicBezTo>
                <a:close/>
                <a:moveTo>
                  <a:pt x="2037" y="674"/>
                </a:moveTo>
                <a:cubicBezTo>
                  <a:pt x="2037" y="674"/>
                  <a:pt x="2037" y="674"/>
                  <a:pt x="2037" y="675"/>
                </a:cubicBezTo>
                <a:cubicBezTo>
                  <a:pt x="2037" y="674"/>
                  <a:pt x="2038" y="674"/>
                  <a:pt x="2038" y="674"/>
                </a:cubicBezTo>
                <a:cubicBezTo>
                  <a:pt x="2037" y="673"/>
                  <a:pt x="2037" y="673"/>
                  <a:pt x="2037" y="674"/>
                </a:cubicBezTo>
                <a:close/>
                <a:moveTo>
                  <a:pt x="820" y="255"/>
                </a:moveTo>
                <a:cubicBezTo>
                  <a:pt x="820" y="255"/>
                  <a:pt x="820" y="255"/>
                  <a:pt x="820" y="255"/>
                </a:cubicBezTo>
                <a:cubicBezTo>
                  <a:pt x="820" y="255"/>
                  <a:pt x="820" y="255"/>
                  <a:pt x="820" y="255"/>
                </a:cubicBezTo>
                <a:cubicBezTo>
                  <a:pt x="820" y="255"/>
                  <a:pt x="820" y="255"/>
                  <a:pt x="820" y="255"/>
                </a:cubicBezTo>
                <a:cubicBezTo>
                  <a:pt x="820" y="255"/>
                  <a:pt x="820" y="255"/>
                  <a:pt x="820" y="255"/>
                </a:cubicBezTo>
                <a:close/>
                <a:moveTo>
                  <a:pt x="819" y="253"/>
                </a:moveTo>
                <a:cubicBezTo>
                  <a:pt x="818" y="253"/>
                  <a:pt x="818" y="254"/>
                  <a:pt x="817" y="254"/>
                </a:cubicBezTo>
                <a:cubicBezTo>
                  <a:pt x="818" y="254"/>
                  <a:pt x="818" y="255"/>
                  <a:pt x="819" y="255"/>
                </a:cubicBezTo>
                <a:cubicBezTo>
                  <a:pt x="819" y="255"/>
                  <a:pt x="820" y="255"/>
                  <a:pt x="820" y="255"/>
                </a:cubicBezTo>
                <a:cubicBezTo>
                  <a:pt x="820" y="254"/>
                  <a:pt x="820" y="254"/>
                  <a:pt x="820" y="253"/>
                </a:cubicBezTo>
                <a:cubicBezTo>
                  <a:pt x="820" y="253"/>
                  <a:pt x="819" y="253"/>
                  <a:pt x="819" y="253"/>
                </a:cubicBezTo>
                <a:close/>
                <a:moveTo>
                  <a:pt x="763" y="137"/>
                </a:moveTo>
                <a:cubicBezTo>
                  <a:pt x="763" y="136"/>
                  <a:pt x="762" y="136"/>
                  <a:pt x="762" y="136"/>
                </a:cubicBezTo>
                <a:cubicBezTo>
                  <a:pt x="762" y="136"/>
                  <a:pt x="761" y="136"/>
                  <a:pt x="761" y="136"/>
                </a:cubicBezTo>
                <a:cubicBezTo>
                  <a:pt x="761" y="137"/>
                  <a:pt x="762" y="137"/>
                  <a:pt x="762" y="137"/>
                </a:cubicBezTo>
                <a:cubicBezTo>
                  <a:pt x="763" y="137"/>
                  <a:pt x="763" y="137"/>
                  <a:pt x="763" y="137"/>
                </a:cubicBezTo>
                <a:close/>
                <a:moveTo>
                  <a:pt x="1287" y="638"/>
                </a:moveTo>
                <a:cubicBezTo>
                  <a:pt x="1287" y="637"/>
                  <a:pt x="1287" y="637"/>
                  <a:pt x="1287" y="637"/>
                </a:cubicBezTo>
                <a:cubicBezTo>
                  <a:pt x="1286" y="638"/>
                  <a:pt x="1286" y="638"/>
                  <a:pt x="1286" y="638"/>
                </a:cubicBezTo>
                <a:lnTo>
                  <a:pt x="1287" y="638"/>
                </a:lnTo>
                <a:close/>
                <a:moveTo>
                  <a:pt x="581" y="745"/>
                </a:moveTo>
                <a:cubicBezTo>
                  <a:pt x="581" y="745"/>
                  <a:pt x="581" y="745"/>
                  <a:pt x="581" y="745"/>
                </a:cubicBezTo>
                <a:cubicBezTo>
                  <a:pt x="581" y="745"/>
                  <a:pt x="581" y="746"/>
                  <a:pt x="581" y="746"/>
                </a:cubicBezTo>
                <a:cubicBezTo>
                  <a:pt x="581" y="746"/>
                  <a:pt x="581" y="745"/>
                  <a:pt x="581" y="745"/>
                </a:cubicBezTo>
                <a:cubicBezTo>
                  <a:pt x="581" y="745"/>
                  <a:pt x="581" y="745"/>
                  <a:pt x="581" y="745"/>
                </a:cubicBezTo>
                <a:close/>
                <a:moveTo>
                  <a:pt x="1181" y="586"/>
                </a:moveTo>
                <a:cubicBezTo>
                  <a:pt x="1181" y="586"/>
                  <a:pt x="1181" y="586"/>
                  <a:pt x="1181" y="586"/>
                </a:cubicBezTo>
                <a:cubicBezTo>
                  <a:pt x="1181" y="586"/>
                  <a:pt x="1181" y="586"/>
                  <a:pt x="1181" y="586"/>
                </a:cubicBezTo>
                <a:cubicBezTo>
                  <a:pt x="1181" y="586"/>
                  <a:pt x="1181" y="586"/>
                  <a:pt x="1181" y="586"/>
                </a:cubicBezTo>
                <a:cubicBezTo>
                  <a:pt x="1181" y="586"/>
                  <a:pt x="1181" y="586"/>
                  <a:pt x="1181" y="586"/>
                </a:cubicBezTo>
                <a:close/>
                <a:moveTo>
                  <a:pt x="1180" y="587"/>
                </a:moveTo>
                <a:cubicBezTo>
                  <a:pt x="1180" y="587"/>
                  <a:pt x="1181" y="586"/>
                  <a:pt x="1181" y="586"/>
                </a:cubicBezTo>
                <a:cubicBezTo>
                  <a:pt x="1180" y="586"/>
                  <a:pt x="1180" y="586"/>
                  <a:pt x="1180" y="587"/>
                </a:cubicBezTo>
                <a:cubicBezTo>
                  <a:pt x="1180" y="587"/>
                  <a:pt x="1180" y="587"/>
                  <a:pt x="1180" y="587"/>
                </a:cubicBezTo>
                <a:close/>
                <a:moveTo>
                  <a:pt x="1234" y="146"/>
                </a:moveTo>
                <a:cubicBezTo>
                  <a:pt x="1234" y="146"/>
                  <a:pt x="1234" y="147"/>
                  <a:pt x="1235" y="147"/>
                </a:cubicBezTo>
                <a:cubicBezTo>
                  <a:pt x="1235" y="147"/>
                  <a:pt x="1235" y="147"/>
                  <a:pt x="1235" y="147"/>
                </a:cubicBezTo>
                <a:cubicBezTo>
                  <a:pt x="1236" y="146"/>
                  <a:pt x="1235" y="145"/>
                  <a:pt x="1235" y="145"/>
                </a:cubicBezTo>
                <a:cubicBezTo>
                  <a:pt x="1234" y="145"/>
                  <a:pt x="1234" y="146"/>
                  <a:pt x="1234" y="146"/>
                </a:cubicBezTo>
                <a:close/>
                <a:moveTo>
                  <a:pt x="1529" y="154"/>
                </a:moveTo>
                <a:cubicBezTo>
                  <a:pt x="1529" y="154"/>
                  <a:pt x="1529" y="154"/>
                  <a:pt x="1528" y="154"/>
                </a:cubicBezTo>
                <a:cubicBezTo>
                  <a:pt x="1528" y="153"/>
                  <a:pt x="1528" y="153"/>
                  <a:pt x="1528" y="153"/>
                </a:cubicBezTo>
                <a:cubicBezTo>
                  <a:pt x="1527" y="154"/>
                  <a:pt x="1527" y="154"/>
                  <a:pt x="1528" y="154"/>
                </a:cubicBezTo>
                <a:cubicBezTo>
                  <a:pt x="1528" y="155"/>
                  <a:pt x="1528" y="154"/>
                  <a:pt x="1529" y="154"/>
                </a:cubicBezTo>
                <a:close/>
                <a:moveTo>
                  <a:pt x="1523" y="156"/>
                </a:moveTo>
                <a:cubicBezTo>
                  <a:pt x="1523" y="156"/>
                  <a:pt x="1523" y="156"/>
                  <a:pt x="1523" y="156"/>
                </a:cubicBezTo>
                <a:cubicBezTo>
                  <a:pt x="1523" y="156"/>
                  <a:pt x="1524" y="156"/>
                  <a:pt x="1524" y="156"/>
                </a:cubicBezTo>
                <a:cubicBezTo>
                  <a:pt x="1523" y="155"/>
                  <a:pt x="1523" y="155"/>
                  <a:pt x="1523" y="156"/>
                </a:cubicBezTo>
                <a:close/>
                <a:moveTo>
                  <a:pt x="2158" y="818"/>
                </a:moveTo>
                <a:cubicBezTo>
                  <a:pt x="2157" y="818"/>
                  <a:pt x="2157" y="818"/>
                  <a:pt x="2157" y="818"/>
                </a:cubicBezTo>
                <a:cubicBezTo>
                  <a:pt x="2157" y="819"/>
                  <a:pt x="2157" y="819"/>
                  <a:pt x="2157" y="819"/>
                </a:cubicBezTo>
                <a:cubicBezTo>
                  <a:pt x="2158" y="818"/>
                  <a:pt x="2158" y="818"/>
                  <a:pt x="2158" y="818"/>
                </a:cubicBezTo>
                <a:cubicBezTo>
                  <a:pt x="2158" y="818"/>
                  <a:pt x="2158" y="818"/>
                  <a:pt x="2158" y="818"/>
                </a:cubicBezTo>
                <a:close/>
                <a:moveTo>
                  <a:pt x="1072" y="465"/>
                </a:moveTo>
                <a:cubicBezTo>
                  <a:pt x="1073" y="465"/>
                  <a:pt x="1073" y="465"/>
                  <a:pt x="1073" y="465"/>
                </a:cubicBezTo>
                <a:cubicBezTo>
                  <a:pt x="1073" y="465"/>
                  <a:pt x="1073" y="465"/>
                  <a:pt x="1073" y="465"/>
                </a:cubicBezTo>
                <a:cubicBezTo>
                  <a:pt x="1073" y="465"/>
                  <a:pt x="1073" y="465"/>
                  <a:pt x="1073" y="465"/>
                </a:cubicBezTo>
                <a:cubicBezTo>
                  <a:pt x="1073" y="465"/>
                  <a:pt x="1072" y="465"/>
                  <a:pt x="1072" y="465"/>
                </a:cubicBezTo>
                <a:close/>
                <a:moveTo>
                  <a:pt x="1071" y="466"/>
                </a:moveTo>
                <a:cubicBezTo>
                  <a:pt x="1071" y="466"/>
                  <a:pt x="1071" y="467"/>
                  <a:pt x="1072" y="466"/>
                </a:cubicBezTo>
                <a:cubicBezTo>
                  <a:pt x="1072" y="466"/>
                  <a:pt x="1072" y="466"/>
                  <a:pt x="1072" y="465"/>
                </a:cubicBezTo>
                <a:cubicBezTo>
                  <a:pt x="1072" y="465"/>
                  <a:pt x="1072" y="465"/>
                  <a:pt x="1071" y="465"/>
                </a:cubicBezTo>
                <a:cubicBezTo>
                  <a:pt x="1071" y="465"/>
                  <a:pt x="1071" y="466"/>
                  <a:pt x="1071" y="466"/>
                </a:cubicBezTo>
                <a:close/>
                <a:moveTo>
                  <a:pt x="673" y="831"/>
                </a:moveTo>
                <a:cubicBezTo>
                  <a:pt x="674" y="831"/>
                  <a:pt x="674" y="831"/>
                  <a:pt x="674" y="830"/>
                </a:cubicBezTo>
                <a:cubicBezTo>
                  <a:pt x="674" y="830"/>
                  <a:pt x="673" y="830"/>
                  <a:pt x="673" y="830"/>
                </a:cubicBezTo>
                <a:cubicBezTo>
                  <a:pt x="673" y="830"/>
                  <a:pt x="673" y="830"/>
                  <a:pt x="673" y="831"/>
                </a:cubicBezTo>
                <a:close/>
                <a:moveTo>
                  <a:pt x="27" y="379"/>
                </a:moveTo>
                <a:cubicBezTo>
                  <a:pt x="27" y="379"/>
                  <a:pt x="27" y="379"/>
                  <a:pt x="27" y="380"/>
                </a:cubicBezTo>
                <a:cubicBezTo>
                  <a:pt x="27" y="379"/>
                  <a:pt x="28" y="379"/>
                  <a:pt x="28" y="379"/>
                </a:cubicBezTo>
                <a:cubicBezTo>
                  <a:pt x="28" y="379"/>
                  <a:pt x="28" y="378"/>
                  <a:pt x="27" y="378"/>
                </a:cubicBezTo>
                <a:cubicBezTo>
                  <a:pt x="27" y="378"/>
                  <a:pt x="27" y="379"/>
                  <a:pt x="27" y="379"/>
                </a:cubicBezTo>
                <a:close/>
                <a:moveTo>
                  <a:pt x="1781" y="841"/>
                </a:moveTo>
                <a:cubicBezTo>
                  <a:pt x="1781" y="841"/>
                  <a:pt x="1781" y="841"/>
                  <a:pt x="1781" y="841"/>
                </a:cubicBezTo>
                <a:cubicBezTo>
                  <a:pt x="1782" y="841"/>
                  <a:pt x="1782" y="841"/>
                  <a:pt x="1782" y="841"/>
                </a:cubicBezTo>
                <a:cubicBezTo>
                  <a:pt x="1782" y="841"/>
                  <a:pt x="1782" y="840"/>
                  <a:pt x="1781" y="840"/>
                </a:cubicBezTo>
                <a:cubicBezTo>
                  <a:pt x="1781" y="840"/>
                  <a:pt x="1781" y="841"/>
                  <a:pt x="1781" y="841"/>
                </a:cubicBezTo>
                <a:close/>
                <a:moveTo>
                  <a:pt x="243" y="376"/>
                </a:moveTo>
                <a:cubicBezTo>
                  <a:pt x="243" y="376"/>
                  <a:pt x="244" y="375"/>
                  <a:pt x="244" y="375"/>
                </a:cubicBezTo>
                <a:cubicBezTo>
                  <a:pt x="244" y="375"/>
                  <a:pt x="243" y="374"/>
                  <a:pt x="243" y="374"/>
                </a:cubicBezTo>
                <a:cubicBezTo>
                  <a:pt x="243" y="374"/>
                  <a:pt x="243" y="375"/>
                  <a:pt x="243" y="375"/>
                </a:cubicBezTo>
                <a:cubicBezTo>
                  <a:pt x="242" y="376"/>
                  <a:pt x="243" y="376"/>
                  <a:pt x="243" y="376"/>
                </a:cubicBezTo>
                <a:close/>
                <a:moveTo>
                  <a:pt x="1959" y="860"/>
                </a:moveTo>
                <a:cubicBezTo>
                  <a:pt x="1959" y="861"/>
                  <a:pt x="1959" y="861"/>
                  <a:pt x="1959" y="861"/>
                </a:cubicBezTo>
                <a:cubicBezTo>
                  <a:pt x="1959" y="860"/>
                  <a:pt x="1959" y="860"/>
                  <a:pt x="1959" y="860"/>
                </a:cubicBezTo>
                <a:close/>
                <a:moveTo>
                  <a:pt x="1792" y="867"/>
                </a:moveTo>
                <a:cubicBezTo>
                  <a:pt x="1791" y="867"/>
                  <a:pt x="1791" y="868"/>
                  <a:pt x="1791" y="868"/>
                </a:cubicBezTo>
                <a:cubicBezTo>
                  <a:pt x="1791" y="868"/>
                  <a:pt x="1792" y="869"/>
                  <a:pt x="1792" y="869"/>
                </a:cubicBezTo>
                <a:cubicBezTo>
                  <a:pt x="1792" y="868"/>
                  <a:pt x="1792" y="868"/>
                  <a:pt x="1792" y="867"/>
                </a:cubicBezTo>
                <a:cubicBezTo>
                  <a:pt x="1792" y="867"/>
                  <a:pt x="1792" y="867"/>
                  <a:pt x="1792" y="867"/>
                </a:cubicBezTo>
                <a:close/>
                <a:moveTo>
                  <a:pt x="1989" y="876"/>
                </a:moveTo>
                <a:cubicBezTo>
                  <a:pt x="1989" y="876"/>
                  <a:pt x="1989" y="876"/>
                  <a:pt x="1989" y="876"/>
                </a:cubicBezTo>
                <a:cubicBezTo>
                  <a:pt x="1989" y="876"/>
                  <a:pt x="1989" y="876"/>
                  <a:pt x="1989" y="876"/>
                </a:cubicBezTo>
                <a:cubicBezTo>
                  <a:pt x="1990" y="876"/>
                  <a:pt x="1990" y="876"/>
                  <a:pt x="1990" y="876"/>
                </a:cubicBezTo>
                <a:cubicBezTo>
                  <a:pt x="1990" y="876"/>
                  <a:pt x="1990" y="876"/>
                  <a:pt x="1989" y="876"/>
                </a:cubicBezTo>
                <a:close/>
                <a:moveTo>
                  <a:pt x="1982" y="881"/>
                </a:moveTo>
                <a:cubicBezTo>
                  <a:pt x="1982" y="882"/>
                  <a:pt x="1982" y="882"/>
                  <a:pt x="1982" y="882"/>
                </a:cubicBezTo>
                <a:cubicBezTo>
                  <a:pt x="1982" y="882"/>
                  <a:pt x="1982" y="881"/>
                  <a:pt x="1982" y="881"/>
                </a:cubicBezTo>
                <a:cubicBezTo>
                  <a:pt x="1982" y="881"/>
                  <a:pt x="1981" y="881"/>
                  <a:pt x="1982" y="881"/>
                </a:cubicBezTo>
                <a:close/>
                <a:moveTo>
                  <a:pt x="2031" y="889"/>
                </a:moveTo>
                <a:cubicBezTo>
                  <a:pt x="2031" y="889"/>
                  <a:pt x="2032" y="889"/>
                  <a:pt x="2032" y="889"/>
                </a:cubicBezTo>
                <a:cubicBezTo>
                  <a:pt x="2032" y="889"/>
                  <a:pt x="2032" y="889"/>
                  <a:pt x="2032" y="889"/>
                </a:cubicBezTo>
                <a:cubicBezTo>
                  <a:pt x="2032" y="888"/>
                  <a:pt x="2032" y="888"/>
                  <a:pt x="2031" y="889"/>
                </a:cubicBezTo>
                <a:close/>
                <a:moveTo>
                  <a:pt x="756" y="917"/>
                </a:moveTo>
                <a:cubicBezTo>
                  <a:pt x="756" y="917"/>
                  <a:pt x="755" y="917"/>
                  <a:pt x="755" y="917"/>
                </a:cubicBezTo>
                <a:cubicBezTo>
                  <a:pt x="755" y="917"/>
                  <a:pt x="755" y="917"/>
                  <a:pt x="755" y="917"/>
                </a:cubicBezTo>
                <a:cubicBezTo>
                  <a:pt x="755" y="917"/>
                  <a:pt x="755" y="917"/>
                  <a:pt x="755" y="917"/>
                </a:cubicBezTo>
                <a:cubicBezTo>
                  <a:pt x="755" y="917"/>
                  <a:pt x="755" y="917"/>
                  <a:pt x="756" y="917"/>
                </a:cubicBezTo>
                <a:close/>
                <a:moveTo>
                  <a:pt x="759" y="919"/>
                </a:moveTo>
                <a:cubicBezTo>
                  <a:pt x="758" y="917"/>
                  <a:pt x="757" y="917"/>
                  <a:pt x="756" y="917"/>
                </a:cubicBezTo>
                <a:cubicBezTo>
                  <a:pt x="756" y="919"/>
                  <a:pt x="757" y="919"/>
                  <a:pt x="759" y="919"/>
                </a:cubicBezTo>
                <a:close/>
                <a:moveTo>
                  <a:pt x="1872" y="923"/>
                </a:moveTo>
                <a:cubicBezTo>
                  <a:pt x="1872" y="923"/>
                  <a:pt x="1872" y="924"/>
                  <a:pt x="1872" y="924"/>
                </a:cubicBezTo>
                <a:cubicBezTo>
                  <a:pt x="1872" y="924"/>
                  <a:pt x="1873" y="924"/>
                  <a:pt x="1873" y="924"/>
                </a:cubicBezTo>
                <a:cubicBezTo>
                  <a:pt x="1873" y="924"/>
                  <a:pt x="1874" y="924"/>
                  <a:pt x="1874" y="923"/>
                </a:cubicBezTo>
                <a:cubicBezTo>
                  <a:pt x="1873" y="923"/>
                  <a:pt x="1873" y="922"/>
                  <a:pt x="1872" y="923"/>
                </a:cubicBezTo>
                <a:close/>
                <a:moveTo>
                  <a:pt x="1871" y="925"/>
                </a:moveTo>
                <a:cubicBezTo>
                  <a:pt x="1871" y="924"/>
                  <a:pt x="1872" y="924"/>
                  <a:pt x="1872" y="924"/>
                </a:cubicBezTo>
                <a:cubicBezTo>
                  <a:pt x="1872" y="924"/>
                  <a:pt x="1872" y="924"/>
                  <a:pt x="1872" y="924"/>
                </a:cubicBezTo>
                <a:cubicBezTo>
                  <a:pt x="1872" y="924"/>
                  <a:pt x="1872" y="924"/>
                  <a:pt x="1871" y="924"/>
                </a:cubicBezTo>
                <a:cubicBezTo>
                  <a:pt x="1871" y="924"/>
                  <a:pt x="1871" y="924"/>
                  <a:pt x="1871" y="925"/>
                </a:cubicBezTo>
                <a:close/>
                <a:moveTo>
                  <a:pt x="1871" y="926"/>
                </a:moveTo>
                <a:cubicBezTo>
                  <a:pt x="1871" y="925"/>
                  <a:pt x="1871" y="925"/>
                  <a:pt x="1871" y="925"/>
                </a:cubicBezTo>
                <a:cubicBezTo>
                  <a:pt x="1871" y="925"/>
                  <a:pt x="1871" y="925"/>
                  <a:pt x="1871" y="925"/>
                </a:cubicBezTo>
                <a:cubicBezTo>
                  <a:pt x="1871" y="925"/>
                  <a:pt x="1871" y="926"/>
                  <a:pt x="1871" y="926"/>
                </a:cubicBezTo>
                <a:close/>
                <a:moveTo>
                  <a:pt x="2202" y="940"/>
                </a:moveTo>
                <a:cubicBezTo>
                  <a:pt x="2201" y="941"/>
                  <a:pt x="2202" y="941"/>
                  <a:pt x="2202" y="941"/>
                </a:cubicBezTo>
                <a:cubicBezTo>
                  <a:pt x="2202" y="941"/>
                  <a:pt x="2202" y="940"/>
                  <a:pt x="2202" y="940"/>
                </a:cubicBezTo>
                <a:cubicBezTo>
                  <a:pt x="2202" y="940"/>
                  <a:pt x="2202" y="940"/>
                  <a:pt x="2202" y="940"/>
                </a:cubicBezTo>
                <a:cubicBezTo>
                  <a:pt x="2202" y="940"/>
                  <a:pt x="2202" y="940"/>
                  <a:pt x="2202" y="940"/>
                </a:cubicBezTo>
                <a:close/>
                <a:moveTo>
                  <a:pt x="1840" y="944"/>
                </a:moveTo>
                <a:cubicBezTo>
                  <a:pt x="1840" y="944"/>
                  <a:pt x="1840" y="944"/>
                  <a:pt x="1840" y="944"/>
                </a:cubicBezTo>
                <a:cubicBezTo>
                  <a:pt x="1840" y="944"/>
                  <a:pt x="1840" y="945"/>
                  <a:pt x="1840" y="945"/>
                </a:cubicBezTo>
                <a:cubicBezTo>
                  <a:pt x="1841" y="945"/>
                  <a:pt x="1841" y="944"/>
                  <a:pt x="1841" y="944"/>
                </a:cubicBezTo>
                <a:cubicBezTo>
                  <a:pt x="1841" y="944"/>
                  <a:pt x="1841" y="944"/>
                  <a:pt x="1840" y="944"/>
                </a:cubicBezTo>
                <a:close/>
                <a:moveTo>
                  <a:pt x="1995" y="960"/>
                </a:moveTo>
                <a:cubicBezTo>
                  <a:pt x="1995" y="961"/>
                  <a:pt x="1995" y="961"/>
                  <a:pt x="1995" y="961"/>
                </a:cubicBezTo>
                <a:cubicBezTo>
                  <a:pt x="1996" y="961"/>
                  <a:pt x="1996" y="961"/>
                  <a:pt x="1996" y="961"/>
                </a:cubicBezTo>
                <a:cubicBezTo>
                  <a:pt x="1996" y="960"/>
                  <a:pt x="1995" y="960"/>
                  <a:pt x="1995" y="960"/>
                </a:cubicBezTo>
                <a:cubicBezTo>
                  <a:pt x="1995" y="960"/>
                  <a:pt x="1995" y="960"/>
                  <a:pt x="1995" y="960"/>
                </a:cubicBezTo>
                <a:close/>
                <a:moveTo>
                  <a:pt x="2184" y="962"/>
                </a:moveTo>
                <a:cubicBezTo>
                  <a:pt x="2184" y="963"/>
                  <a:pt x="2184" y="963"/>
                  <a:pt x="2184" y="963"/>
                </a:cubicBezTo>
                <a:cubicBezTo>
                  <a:pt x="2184" y="963"/>
                  <a:pt x="2184" y="963"/>
                  <a:pt x="2185" y="963"/>
                </a:cubicBezTo>
                <a:cubicBezTo>
                  <a:pt x="2185" y="963"/>
                  <a:pt x="2185" y="963"/>
                  <a:pt x="2185" y="963"/>
                </a:cubicBezTo>
                <a:cubicBezTo>
                  <a:pt x="2185" y="962"/>
                  <a:pt x="2184" y="962"/>
                  <a:pt x="2184" y="962"/>
                </a:cubicBezTo>
                <a:close/>
                <a:moveTo>
                  <a:pt x="1985" y="967"/>
                </a:moveTo>
                <a:cubicBezTo>
                  <a:pt x="1985" y="967"/>
                  <a:pt x="1985" y="967"/>
                  <a:pt x="1985" y="967"/>
                </a:cubicBezTo>
                <a:cubicBezTo>
                  <a:pt x="1985" y="967"/>
                  <a:pt x="1985" y="966"/>
                  <a:pt x="1985" y="966"/>
                </a:cubicBezTo>
                <a:cubicBezTo>
                  <a:pt x="1985" y="966"/>
                  <a:pt x="1984" y="966"/>
                  <a:pt x="1984" y="966"/>
                </a:cubicBezTo>
                <a:cubicBezTo>
                  <a:pt x="1984" y="967"/>
                  <a:pt x="1984" y="967"/>
                  <a:pt x="1985" y="967"/>
                </a:cubicBezTo>
                <a:close/>
                <a:moveTo>
                  <a:pt x="2006" y="984"/>
                </a:moveTo>
                <a:cubicBezTo>
                  <a:pt x="2006" y="985"/>
                  <a:pt x="2006" y="985"/>
                  <a:pt x="2007" y="985"/>
                </a:cubicBezTo>
                <a:cubicBezTo>
                  <a:pt x="2007" y="985"/>
                  <a:pt x="2007" y="985"/>
                  <a:pt x="2007" y="985"/>
                </a:cubicBezTo>
                <a:cubicBezTo>
                  <a:pt x="2007" y="985"/>
                  <a:pt x="2007" y="984"/>
                  <a:pt x="2007" y="984"/>
                </a:cubicBezTo>
                <a:cubicBezTo>
                  <a:pt x="2007" y="984"/>
                  <a:pt x="2007" y="984"/>
                  <a:pt x="2006" y="984"/>
                </a:cubicBezTo>
                <a:close/>
                <a:moveTo>
                  <a:pt x="2002" y="1003"/>
                </a:moveTo>
                <a:cubicBezTo>
                  <a:pt x="2003" y="1002"/>
                  <a:pt x="2003" y="1002"/>
                  <a:pt x="2003" y="1001"/>
                </a:cubicBezTo>
                <a:cubicBezTo>
                  <a:pt x="2002" y="1001"/>
                  <a:pt x="2002" y="1001"/>
                  <a:pt x="2001" y="1001"/>
                </a:cubicBezTo>
                <a:cubicBezTo>
                  <a:pt x="2001" y="1002"/>
                  <a:pt x="2001" y="1002"/>
                  <a:pt x="2001" y="1002"/>
                </a:cubicBezTo>
                <a:cubicBezTo>
                  <a:pt x="2001" y="1003"/>
                  <a:pt x="2002" y="1003"/>
                  <a:pt x="2002" y="1003"/>
                </a:cubicBezTo>
                <a:close/>
                <a:moveTo>
                  <a:pt x="1436" y="1013"/>
                </a:moveTo>
                <a:cubicBezTo>
                  <a:pt x="1436" y="1013"/>
                  <a:pt x="1436" y="1013"/>
                  <a:pt x="1436" y="1013"/>
                </a:cubicBezTo>
                <a:cubicBezTo>
                  <a:pt x="1436" y="1013"/>
                  <a:pt x="1436" y="1013"/>
                  <a:pt x="1436" y="1014"/>
                </a:cubicBezTo>
                <a:cubicBezTo>
                  <a:pt x="1436" y="1014"/>
                  <a:pt x="1436" y="1014"/>
                  <a:pt x="1437" y="1014"/>
                </a:cubicBezTo>
                <a:cubicBezTo>
                  <a:pt x="1436" y="1013"/>
                  <a:pt x="1436" y="1013"/>
                  <a:pt x="1436" y="1013"/>
                </a:cubicBezTo>
                <a:close/>
                <a:moveTo>
                  <a:pt x="2325" y="1049"/>
                </a:moveTo>
                <a:cubicBezTo>
                  <a:pt x="2325" y="1049"/>
                  <a:pt x="2325" y="1049"/>
                  <a:pt x="2325" y="1049"/>
                </a:cubicBezTo>
                <a:cubicBezTo>
                  <a:pt x="2325" y="1048"/>
                  <a:pt x="2325" y="1048"/>
                  <a:pt x="2325" y="1048"/>
                </a:cubicBezTo>
                <a:cubicBezTo>
                  <a:pt x="2325" y="1048"/>
                  <a:pt x="2324" y="1048"/>
                  <a:pt x="2324" y="1048"/>
                </a:cubicBezTo>
                <a:cubicBezTo>
                  <a:pt x="2324" y="1049"/>
                  <a:pt x="2324" y="1049"/>
                  <a:pt x="2325" y="1049"/>
                </a:cubicBezTo>
                <a:close/>
                <a:moveTo>
                  <a:pt x="2325" y="1060"/>
                </a:moveTo>
                <a:cubicBezTo>
                  <a:pt x="2326" y="1060"/>
                  <a:pt x="2326" y="1060"/>
                  <a:pt x="2327" y="1060"/>
                </a:cubicBezTo>
                <a:cubicBezTo>
                  <a:pt x="2326" y="1060"/>
                  <a:pt x="2326" y="1059"/>
                  <a:pt x="2326" y="1059"/>
                </a:cubicBezTo>
                <a:cubicBezTo>
                  <a:pt x="2326" y="1059"/>
                  <a:pt x="2325" y="1059"/>
                  <a:pt x="2325" y="1060"/>
                </a:cubicBezTo>
                <a:cubicBezTo>
                  <a:pt x="2325" y="1060"/>
                  <a:pt x="2325" y="1060"/>
                  <a:pt x="2325" y="1060"/>
                </a:cubicBezTo>
                <a:close/>
                <a:moveTo>
                  <a:pt x="2330" y="1069"/>
                </a:moveTo>
                <a:cubicBezTo>
                  <a:pt x="2330" y="1069"/>
                  <a:pt x="2330" y="1069"/>
                  <a:pt x="2330" y="1069"/>
                </a:cubicBezTo>
                <a:cubicBezTo>
                  <a:pt x="2330" y="1070"/>
                  <a:pt x="2330" y="1070"/>
                  <a:pt x="2330" y="1070"/>
                </a:cubicBezTo>
                <a:lnTo>
                  <a:pt x="2330" y="1069"/>
                </a:lnTo>
                <a:close/>
                <a:moveTo>
                  <a:pt x="2319" y="1093"/>
                </a:moveTo>
                <a:cubicBezTo>
                  <a:pt x="2319" y="1093"/>
                  <a:pt x="2318" y="1094"/>
                  <a:pt x="2319" y="1094"/>
                </a:cubicBezTo>
                <a:cubicBezTo>
                  <a:pt x="2319" y="1095"/>
                  <a:pt x="2319" y="1095"/>
                  <a:pt x="2319" y="1095"/>
                </a:cubicBezTo>
                <a:cubicBezTo>
                  <a:pt x="2320" y="1095"/>
                  <a:pt x="2320" y="1094"/>
                  <a:pt x="2320" y="1094"/>
                </a:cubicBezTo>
                <a:cubicBezTo>
                  <a:pt x="2320" y="1093"/>
                  <a:pt x="2319" y="1093"/>
                  <a:pt x="2319" y="1093"/>
                </a:cubicBezTo>
                <a:close/>
                <a:moveTo>
                  <a:pt x="2138" y="1275"/>
                </a:moveTo>
                <a:cubicBezTo>
                  <a:pt x="2138" y="1275"/>
                  <a:pt x="2137" y="1275"/>
                  <a:pt x="2137" y="1275"/>
                </a:cubicBezTo>
                <a:cubicBezTo>
                  <a:pt x="2137" y="1276"/>
                  <a:pt x="2138" y="1276"/>
                  <a:pt x="2138" y="1276"/>
                </a:cubicBezTo>
                <a:cubicBezTo>
                  <a:pt x="2139" y="1276"/>
                  <a:pt x="2139" y="1276"/>
                  <a:pt x="2139" y="1276"/>
                </a:cubicBezTo>
                <a:cubicBezTo>
                  <a:pt x="2139" y="1275"/>
                  <a:pt x="2138" y="1275"/>
                  <a:pt x="2138" y="1275"/>
                </a:cubicBezTo>
                <a:close/>
                <a:moveTo>
                  <a:pt x="1082" y="481"/>
                </a:moveTo>
                <a:cubicBezTo>
                  <a:pt x="1082" y="481"/>
                  <a:pt x="1081" y="481"/>
                  <a:pt x="1081" y="481"/>
                </a:cubicBezTo>
                <a:cubicBezTo>
                  <a:pt x="1081" y="482"/>
                  <a:pt x="1081" y="482"/>
                  <a:pt x="1081" y="482"/>
                </a:cubicBezTo>
                <a:cubicBezTo>
                  <a:pt x="1082" y="482"/>
                  <a:pt x="1082" y="482"/>
                  <a:pt x="1082" y="482"/>
                </a:cubicBezTo>
                <a:cubicBezTo>
                  <a:pt x="1082" y="482"/>
                  <a:pt x="1082" y="481"/>
                  <a:pt x="1082" y="481"/>
                </a:cubicBezTo>
                <a:close/>
                <a:moveTo>
                  <a:pt x="1418" y="294"/>
                </a:moveTo>
                <a:cubicBezTo>
                  <a:pt x="1418" y="294"/>
                  <a:pt x="1417" y="294"/>
                  <a:pt x="1417" y="294"/>
                </a:cubicBezTo>
                <a:cubicBezTo>
                  <a:pt x="1417" y="294"/>
                  <a:pt x="1416" y="295"/>
                  <a:pt x="1416" y="295"/>
                </a:cubicBezTo>
                <a:cubicBezTo>
                  <a:pt x="1417" y="295"/>
                  <a:pt x="1417" y="295"/>
                  <a:pt x="1417" y="295"/>
                </a:cubicBezTo>
                <a:cubicBezTo>
                  <a:pt x="1418" y="295"/>
                  <a:pt x="1418" y="294"/>
                  <a:pt x="1418" y="294"/>
                </a:cubicBezTo>
                <a:close/>
                <a:moveTo>
                  <a:pt x="1416" y="295"/>
                </a:moveTo>
                <a:cubicBezTo>
                  <a:pt x="1416" y="295"/>
                  <a:pt x="1416" y="295"/>
                  <a:pt x="1416" y="295"/>
                </a:cubicBezTo>
                <a:cubicBezTo>
                  <a:pt x="1416" y="295"/>
                  <a:pt x="1416" y="295"/>
                  <a:pt x="1416" y="295"/>
                </a:cubicBezTo>
                <a:cubicBezTo>
                  <a:pt x="1416" y="295"/>
                  <a:pt x="1416" y="295"/>
                  <a:pt x="1416" y="295"/>
                </a:cubicBezTo>
                <a:cubicBezTo>
                  <a:pt x="1416" y="295"/>
                  <a:pt x="1416" y="295"/>
                  <a:pt x="1416" y="295"/>
                </a:cubicBezTo>
                <a:close/>
                <a:moveTo>
                  <a:pt x="1218" y="292"/>
                </a:moveTo>
                <a:cubicBezTo>
                  <a:pt x="1218" y="292"/>
                  <a:pt x="1219" y="292"/>
                  <a:pt x="1219" y="292"/>
                </a:cubicBezTo>
                <a:cubicBezTo>
                  <a:pt x="1219" y="292"/>
                  <a:pt x="1219" y="292"/>
                  <a:pt x="1219" y="292"/>
                </a:cubicBezTo>
                <a:cubicBezTo>
                  <a:pt x="1219" y="291"/>
                  <a:pt x="1219" y="291"/>
                  <a:pt x="1218" y="292"/>
                </a:cubicBezTo>
                <a:close/>
                <a:moveTo>
                  <a:pt x="701" y="1379"/>
                </a:moveTo>
                <a:cubicBezTo>
                  <a:pt x="701" y="1379"/>
                  <a:pt x="702" y="1379"/>
                  <a:pt x="702" y="1379"/>
                </a:cubicBezTo>
                <a:cubicBezTo>
                  <a:pt x="702" y="1379"/>
                  <a:pt x="701" y="1379"/>
                  <a:pt x="701" y="1379"/>
                </a:cubicBezTo>
                <a:cubicBezTo>
                  <a:pt x="700" y="1379"/>
                  <a:pt x="700" y="1379"/>
                  <a:pt x="701" y="1379"/>
                </a:cubicBezTo>
                <a:close/>
                <a:moveTo>
                  <a:pt x="807" y="243"/>
                </a:moveTo>
                <a:cubicBezTo>
                  <a:pt x="807" y="244"/>
                  <a:pt x="807" y="244"/>
                  <a:pt x="808" y="244"/>
                </a:cubicBezTo>
                <a:cubicBezTo>
                  <a:pt x="808" y="244"/>
                  <a:pt x="808" y="243"/>
                  <a:pt x="808" y="243"/>
                </a:cubicBezTo>
                <a:cubicBezTo>
                  <a:pt x="808" y="243"/>
                  <a:pt x="808" y="243"/>
                  <a:pt x="807" y="243"/>
                </a:cubicBezTo>
                <a:close/>
                <a:moveTo>
                  <a:pt x="647" y="265"/>
                </a:moveTo>
                <a:cubicBezTo>
                  <a:pt x="647" y="265"/>
                  <a:pt x="647" y="265"/>
                  <a:pt x="647" y="265"/>
                </a:cubicBezTo>
                <a:cubicBezTo>
                  <a:pt x="647" y="265"/>
                  <a:pt x="647" y="265"/>
                  <a:pt x="647" y="266"/>
                </a:cubicBezTo>
                <a:cubicBezTo>
                  <a:pt x="647" y="266"/>
                  <a:pt x="647" y="266"/>
                  <a:pt x="647" y="266"/>
                </a:cubicBezTo>
                <a:lnTo>
                  <a:pt x="647" y="265"/>
                </a:lnTo>
                <a:close/>
                <a:moveTo>
                  <a:pt x="2121" y="268"/>
                </a:moveTo>
                <a:cubicBezTo>
                  <a:pt x="2121" y="268"/>
                  <a:pt x="2121" y="268"/>
                  <a:pt x="2121" y="269"/>
                </a:cubicBezTo>
                <a:cubicBezTo>
                  <a:pt x="2121" y="269"/>
                  <a:pt x="2121" y="269"/>
                  <a:pt x="2121" y="269"/>
                </a:cubicBezTo>
                <a:cubicBezTo>
                  <a:pt x="2121" y="269"/>
                  <a:pt x="2121" y="268"/>
                  <a:pt x="2121" y="268"/>
                </a:cubicBezTo>
                <a:close/>
                <a:moveTo>
                  <a:pt x="2121" y="269"/>
                </a:moveTo>
                <a:cubicBezTo>
                  <a:pt x="2121" y="269"/>
                  <a:pt x="2120" y="269"/>
                  <a:pt x="2120" y="269"/>
                </a:cubicBezTo>
                <a:cubicBezTo>
                  <a:pt x="2120" y="269"/>
                  <a:pt x="2120" y="269"/>
                  <a:pt x="2120" y="269"/>
                </a:cubicBezTo>
                <a:cubicBezTo>
                  <a:pt x="2120" y="269"/>
                  <a:pt x="2120" y="269"/>
                  <a:pt x="2121" y="269"/>
                </a:cubicBezTo>
                <a:cubicBezTo>
                  <a:pt x="2121" y="269"/>
                  <a:pt x="2121" y="269"/>
                  <a:pt x="2121" y="269"/>
                </a:cubicBezTo>
                <a:close/>
                <a:moveTo>
                  <a:pt x="1236" y="283"/>
                </a:moveTo>
                <a:cubicBezTo>
                  <a:pt x="1236" y="283"/>
                  <a:pt x="1236" y="283"/>
                  <a:pt x="1235" y="283"/>
                </a:cubicBezTo>
                <a:cubicBezTo>
                  <a:pt x="1235" y="283"/>
                  <a:pt x="1235" y="283"/>
                  <a:pt x="1235" y="283"/>
                </a:cubicBezTo>
                <a:cubicBezTo>
                  <a:pt x="1236" y="283"/>
                  <a:pt x="1236" y="283"/>
                  <a:pt x="1236" y="283"/>
                </a:cubicBezTo>
                <a:cubicBezTo>
                  <a:pt x="1236" y="283"/>
                  <a:pt x="1236" y="283"/>
                  <a:pt x="1236" y="283"/>
                </a:cubicBezTo>
                <a:close/>
                <a:moveTo>
                  <a:pt x="1236" y="282"/>
                </a:moveTo>
                <a:cubicBezTo>
                  <a:pt x="1236" y="282"/>
                  <a:pt x="1236" y="283"/>
                  <a:pt x="1236" y="283"/>
                </a:cubicBezTo>
                <a:cubicBezTo>
                  <a:pt x="1236" y="283"/>
                  <a:pt x="1236" y="282"/>
                  <a:pt x="1236" y="282"/>
                </a:cubicBezTo>
                <a:close/>
                <a:moveTo>
                  <a:pt x="1286" y="609"/>
                </a:moveTo>
                <a:cubicBezTo>
                  <a:pt x="1286" y="609"/>
                  <a:pt x="1286" y="609"/>
                  <a:pt x="1286" y="609"/>
                </a:cubicBezTo>
                <a:cubicBezTo>
                  <a:pt x="1286" y="609"/>
                  <a:pt x="1287" y="609"/>
                  <a:pt x="1287" y="609"/>
                </a:cubicBezTo>
                <a:cubicBezTo>
                  <a:pt x="1287" y="609"/>
                  <a:pt x="1286" y="609"/>
                  <a:pt x="1286" y="609"/>
                </a:cubicBezTo>
                <a:close/>
                <a:moveTo>
                  <a:pt x="1210" y="648"/>
                </a:moveTo>
                <a:cubicBezTo>
                  <a:pt x="1210" y="648"/>
                  <a:pt x="1210" y="648"/>
                  <a:pt x="1210" y="648"/>
                </a:cubicBezTo>
                <a:cubicBezTo>
                  <a:pt x="1210" y="648"/>
                  <a:pt x="1210" y="648"/>
                  <a:pt x="1210" y="648"/>
                </a:cubicBezTo>
                <a:close/>
                <a:moveTo>
                  <a:pt x="587" y="749"/>
                </a:moveTo>
                <a:cubicBezTo>
                  <a:pt x="587" y="749"/>
                  <a:pt x="587" y="749"/>
                  <a:pt x="587" y="749"/>
                </a:cubicBezTo>
                <a:cubicBezTo>
                  <a:pt x="587" y="748"/>
                  <a:pt x="587" y="748"/>
                  <a:pt x="587" y="749"/>
                </a:cubicBezTo>
                <a:close/>
                <a:moveTo>
                  <a:pt x="663" y="785"/>
                </a:moveTo>
                <a:cubicBezTo>
                  <a:pt x="664" y="785"/>
                  <a:pt x="664" y="785"/>
                  <a:pt x="664" y="785"/>
                </a:cubicBezTo>
                <a:cubicBezTo>
                  <a:pt x="664" y="785"/>
                  <a:pt x="664" y="785"/>
                  <a:pt x="664" y="785"/>
                </a:cubicBezTo>
                <a:lnTo>
                  <a:pt x="663" y="785"/>
                </a:lnTo>
                <a:close/>
                <a:moveTo>
                  <a:pt x="1122" y="622"/>
                </a:moveTo>
                <a:cubicBezTo>
                  <a:pt x="1123" y="622"/>
                  <a:pt x="1123" y="622"/>
                  <a:pt x="1123" y="622"/>
                </a:cubicBezTo>
                <a:cubicBezTo>
                  <a:pt x="1122" y="622"/>
                  <a:pt x="1122" y="622"/>
                  <a:pt x="1122" y="622"/>
                </a:cubicBezTo>
                <a:close/>
                <a:moveTo>
                  <a:pt x="953" y="28"/>
                </a:moveTo>
                <a:cubicBezTo>
                  <a:pt x="953" y="28"/>
                  <a:pt x="953" y="29"/>
                  <a:pt x="953" y="29"/>
                </a:cubicBezTo>
                <a:cubicBezTo>
                  <a:pt x="953" y="28"/>
                  <a:pt x="953" y="28"/>
                  <a:pt x="953" y="28"/>
                </a:cubicBezTo>
                <a:cubicBezTo>
                  <a:pt x="953" y="28"/>
                  <a:pt x="953" y="28"/>
                  <a:pt x="953" y="28"/>
                </a:cubicBezTo>
                <a:close/>
                <a:moveTo>
                  <a:pt x="2077" y="467"/>
                </a:moveTo>
                <a:cubicBezTo>
                  <a:pt x="2077" y="467"/>
                  <a:pt x="2077" y="467"/>
                  <a:pt x="2077" y="467"/>
                </a:cubicBezTo>
                <a:cubicBezTo>
                  <a:pt x="2077" y="467"/>
                  <a:pt x="2077" y="467"/>
                  <a:pt x="2077" y="467"/>
                </a:cubicBezTo>
                <a:cubicBezTo>
                  <a:pt x="2077" y="467"/>
                  <a:pt x="2077" y="467"/>
                  <a:pt x="2077" y="467"/>
                </a:cubicBezTo>
                <a:cubicBezTo>
                  <a:pt x="2077" y="467"/>
                  <a:pt x="2077" y="467"/>
                  <a:pt x="2077" y="467"/>
                </a:cubicBezTo>
                <a:close/>
                <a:moveTo>
                  <a:pt x="2078" y="468"/>
                </a:moveTo>
                <a:cubicBezTo>
                  <a:pt x="2078" y="468"/>
                  <a:pt x="2078" y="467"/>
                  <a:pt x="2077" y="467"/>
                </a:cubicBezTo>
                <a:cubicBezTo>
                  <a:pt x="2077" y="468"/>
                  <a:pt x="2077" y="468"/>
                  <a:pt x="2078" y="468"/>
                </a:cubicBezTo>
                <a:close/>
                <a:moveTo>
                  <a:pt x="72" y="372"/>
                </a:moveTo>
                <a:cubicBezTo>
                  <a:pt x="72" y="372"/>
                  <a:pt x="72" y="372"/>
                  <a:pt x="72" y="372"/>
                </a:cubicBezTo>
                <a:cubicBezTo>
                  <a:pt x="72" y="372"/>
                  <a:pt x="72" y="372"/>
                  <a:pt x="72" y="372"/>
                </a:cubicBezTo>
                <a:cubicBezTo>
                  <a:pt x="72" y="372"/>
                  <a:pt x="72" y="372"/>
                  <a:pt x="72" y="372"/>
                </a:cubicBezTo>
                <a:close/>
                <a:moveTo>
                  <a:pt x="72" y="373"/>
                </a:moveTo>
                <a:cubicBezTo>
                  <a:pt x="72" y="373"/>
                  <a:pt x="72" y="373"/>
                  <a:pt x="72" y="372"/>
                </a:cubicBezTo>
                <a:cubicBezTo>
                  <a:pt x="71" y="373"/>
                  <a:pt x="71" y="373"/>
                  <a:pt x="72" y="373"/>
                </a:cubicBezTo>
                <a:close/>
                <a:moveTo>
                  <a:pt x="2079" y="469"/>
                </a:moveTo>
                <a:cubicBezTo>
                  <a:pt x="2079" y="469"/>
                  <a:pt x="2079" y="469"/>
                  <a:pt x="2079" y="468"/>
                </a:cubicBezTo>
                <a:cubicBezTo>
                  <a:pt x="2078" y="468"/>
                  <a:pt x="2078" y="468"/>
                  <a:pt x="2078" y="468"/>
                </a:cubicBezTo>
                <a:cubicBezTo>
                  <a:pt x="2078" y="468"/>
                  <a:pt x="2078" y="468"/>
                  <a:pt x="2078" y="469"/>
                </a:cubicBezTo>
                <a:cubicBezTo>
                  <a:pt x="2078" y="469"/>
                  <a:pt x="2079" y="469"/>
                  <a:pt x="2079" y="469"/>
                </a:cubicBezTo>
                <a:close/>
                <a:moveTo>
                  <a:pt x="2080" y="470"/>
                </a:moveTo>
                <a:cubicBezTo>
                  <a:pt x="2080" y="469"/>
                  <a:pt x="2079" y="469"/>
                  <a:pt x="2079" y="469"/>
                </a:cubicBezTo>
                <a:cubicBezTo>
                  <a:pt x="2079" y="469"/>
                  <a:pt x="2079" y="470"/>
                  <a:pt x="2080" y="470"/>
                </a:cubicBezTo>
                <a:close/>
                <a:moveTo>
                  <a:pt x="2023" y="895"/>
                </a:moveTo>
                <a:cubicBezTo>
                  <a:pt x="2023" y="895"/>
                  <a:pt x="2023" y="895"/>
                  <a:pt x="2023" y="895"/>
                </a:cubicBezTo>
                <a:cubicBezTo>
                  <a:pt x="2023" y="895"/>
                  <a:pt x="2023" y="895"/>
                  <a:pt x="2023" y="895"/>
                </a:cubicBezTo>
                <a:close/>
                <a:moveTo>
                  <a:pt x="1807" y="901"/>
                </a:moveTo>
                <a:cubicBezTo>
                  <a:pt x="1808" y="901"/>
                  <a:pt x="1808" y="901"/>
                  <a:pt x="1808" y="901"/>
                </a:cubicBezTo>
                <a:cubicBezTo>
                  <a:pt x="1808" y="900"/>
                  <a:pt x="1808" y="900"/>
                  <a:pt x="1808" y="900"/>
                </a:cubicBezTo>
                <a:lnTo>
                  <a:pt x="1807" y="901"/>
                </a:lnTo>
                <a:close/>
                <a:moveTo>
                  <a:pt x="2042" y="926"/>
                </a:moveTo>
                <a:cubicBezTo>
                  <a:pt x="2042" y="926"/>
                  <a:pt x="2042" y="926"/>
                  <a:pt x="2042" y="926"/>
                </a:cubicBezTo>
                <a:cubicBezTo>
                  <a:pt x="2042" y="926"/>
                  <a:pt x="2042" y="926"/>
                  <a:pt x="2041" y="926"/>
                </a:cubicBezTo>
                <a:cubicBezTo>
                  <a:pt x="2042" y="926"/>
                  <a:pt x="2042" y="926"/>
                  <a:pt x="2042" y="926"/>
                </a:cubicBezTo>
                <a:cubicBezTo>
                  <a:pt x="2042" y="926"/>
                  <a:pt x="2042" y="926"/>
                  <a:pt x="2042" y="926"/>
                </a:cubicBezTo>
                <a:close/>
                <a:moveTo>
                  <a:pt x="2042" y="926"/>
                </a:moveTo>
                <a:cubicBezTo>
                  <a:pt x="2042" y="926"/>
                  <a:pt x="2042" y="926"/>
                  <a:pt x="2042" y="926"/>
                </a:cubicBezTo>
                <a:cubicBezTo>
                  <a:pt x="2042" y="926"/>
                  <a:pt x="2042" y="927"/>
                  <a:pt x="2042" y="926"/>
                </a:cubicBezTo>
                <a:close/>
                <a:moveTo>
                  <a:pt x="100" y="355"/>
                </a:moveTo>
                <a:cubicBezTo>
                  <a:pt x="100" y="355"/>
                  <a:pt x="100" y="355"/>
                  <a:pt x="100" y="355"/>
                </a:cubicBezTo>
                <a:cubicBezTo>
                  <a:pt x="100" y="355"/>
                  <a:pt x="100" y="355"/>
                  <a:pt x="100" y="355"/>
                </a:cubicBezTo>
                <a:cubicBezTo>
                  <a:pt x="100" y="355"/>
                  <a:pt x="100" y="355"/>
                  <a:pt x="100" y="355"/>
                </a:cubicBezTo>
                <a:close/>
                <a:moveTo>
                  <a:pt x="811" y="74"/>
                </a:moveTo>
                <a:cubicBezTo>
                  <a:pt x="811" y="74"/>
                  <a:pt x="811" y="74"/>
                  <a:pt x="812" y="74"/>
                </a:cubicBezTo>
                <a:cubicBezTo>
                  <a:pt x="812" y="74"/>
                  <a:pt x="812" y="74"/>
                  <a:pt x="812" y="74"/>
                </a:cubicBezTo>
                <a:cubicBezTo>
                  <a:pt x="812" y="74"/>
                  <a:pt x="812" y="74"/>
                  <a:pt x="812" y="74"/>
                </a:cubicBezTo>
                <a:cubicBezTo>
                  <a:pt x="812" y="74"/>
                  <a:pt x="811" y="74"/>
                  <a:pt x="811" y="74"/>
                </a:cubicBezTo>
                <a:close/>
                <a:moveTo>
                  <a:pt x="2208" y="941"/>
                </a:moveTo>
                <a:cubicBezTo>
                  <a:pt x="2208" y="942"/>
                  <a:pt x="2208" y="942"/>
                  <a:pt x="2208" y="942"/>
                </a:cubicBezTo>
                <a:cubicBezTo>
                  <a:pt x="2208" y="942"/>
                  <a:pt x="2208" y="942"/>
                  <a:pt x="2208" y="942"/>
                </a:cubicBezTo>
                <a:cubicBezTo>
                  <a:pt x="2208" y="942"/>
                  <a:pt x="2208" y="942"/>
                  <a:pt x="2208" y="942"/>
                </a:cubicBezTo>
                <a:lnTo>
                  <a:pt x="2208" y="941"/>
                </a:lnTo>
                <a:close/>
                <a:moveTo>
                  <a:pt x="1994" y="817"/>
                </a:moveTo>
                <a:cubicBezTo>
                  <a:pt x="1994" y="817"/>
                  <a:pt x="1994" y="817"/>
                  <a:pt x="1994" y="817"/>
                </a:cubicBezTo>
                <a:cubicBezTo>
                  <a:pt x="1994" y="817"/>
                  <a:pt x="1994" y="817"/>
                  <a:pt x="1994" y="817"/>
                </a:cubicBezTo>
                <a:cubicBezTo>
                  <a:pt x="1994" y="817"/>
                  <a:pt x="1994" y="817"/>
                  <a:pt x="1994" y="817"/>
                </a:cubicBezTo>
                <a:cubicBezTo>
                  <a:pt x="1994" y="817"/>
                  <a:pt x="1994" y="817"/>
                  <a:pt x="1994" y="817"/>
                </a:cubicBezTo>
                <a:close/>
                <a:moveTo>
                  <a:pt x="1994" y="818"/>
                </a:moveTo>
                <a:cubicBezTo>
                  <a:pt x="1994" y="818"/>
                  <a:pt x="1994" y="818"/>
                  <a:pt x="1994" y="817"/>
                </a:cubicBezTo>
                <a:cubicBezTo>
                  <a:pt x="1994" y="818"/>
                  <a:pt x="1993" y="818"/>
                  <a:pt x="1993" y="818"/>
                </a:cubicBezTo>
                <a:cubicBezTo>
                  <a:pt x="1993" y="818"/>
                  <a:pt x="1994" y="818"/>
                  <a:pt x="1994" y="818"/>
                </a:cubicBezTo>
                <a:close/>
                <a:moveTo>
                  <a:pt x="2080" y="471"/>
                </a:moveTo>
                <a:cubicBezTo>
                  <a:pt x="2080" y="470"/>
                  <a:pt x="2080" y="470"/>
                  <a:pt x="2080" y="470"/>
                </a:cubicBezTo>
                <a:cubicBezTo>
                  <a:pt x="2080" y="470"/>
                  <a:pt x="2080" y="470"/>
                  <a:pt x="2080" y="470"/>
                </a:cubicBezTo>
                <a:cubicBezTo>
                  <a:pt x="2080" y="470"/>
                  <a:pt x="2080" y="470"/>
                  <a:pt x="2080" y="470"/>
                </a:cubicBezTo>
                <a:cubicBezTo>
                  <a:pt x="2080" y="470"/>
                  <a:pt x="2080" y="471"/>
                  <a:pt x="2080" y="471"/>
                </a:cubicBezTo>
                <a:close/>
                <a:moveTo>
                  <a:pt x="2248" y="971"/>
                </a:moveTo>
                <a:cubicBezTo>
                  <a:pt x="2248" y="971"/>
                  <a:pt x="2248" y="971"/>
                  <a:pt x="2248" y="971"/>
                </a:cubicBezTo>
                <a:cubicBezTo>
                  <a:pt x="2248" y="971"/>
                  <a:pt x="2248" y="971"/>
                  <a:pt x="2248" y="971"/>
                </a:cubicBezTo>
                <a:cubicBezTo>
                  <a:pt x="2247" y="971"/>
                  <a:pt x="2248" y="971"/>
                  <a:pt x="2248" y="971"/>
                </a:cubicBezTo>
                <a:close/>
                <a:moveTo>
                  <a:pt x="1366" y="86"/>
                </a:moveTo>
                <a:cubicBezTo>
                  <a:pt x="1366" y="86"/>
                  <a:pt x="1366" y="86"/>
                  <a:pt x="1366" y="86"/>
                </a:cubicBezTo>
                <a:cubicBezTo>
                  <a:pt x="1366" y="86"/>
                  <a:pt x="1366" y="86"/>
                  <a:pt x="1366" y="86"/>
                </a:cubicBezTo>
                <a:close/>
                <a:moveTo>
                  <a:pt x="2251" y="980"/>
                </a:moveTo>
                <a:cubicBezTo>
                  <a:pt x="2252" y="980"/>
                  <a:pt x="2252" y="980"/>
                  <a:pt x="2252" y="980"/>
                </a:cubicBezTo>
                <a:cubicBezTo>
                  <a:pt x="2252" y="980"/>
                  <a:pt x="2252" y="980"/>
                  <a:pt x="2252" y="980"/>
                </a:cubicBezTo>
                <a:cubicBezTo>
                  <a:pt x="2252" y="980"/>
                  <a:pt x="2252" y="980"/>
                  <a:pt x="2252" y="980"/>
                </a:cubicBezTo>
                <a:lnTo>
                  <a:pt x="2251" y="980"/>
                </a:lnTo>
                <a:close/>
                <a:moveTo>
                  <a:pt x="2005" y="1000"/>
                </a:moveTo>
                <a:cubicBezTo>
                  <a:pt x="2005" y="1000"/>
                  <a:pt x="2005" y="1000"/>
                  <a:pt x="2005" y="999"/>
                </a:cubicBezTo>
                <a:cubicBezTo>
                  <a:pt x="2005" y="999"/>
                  <a:pt x="2005" y="999"/>
                  <a:pt x="2005" y="999"/>
                </a:cubicBezTo>
                <a:cubicBezTo>
                  <a:pt x="2004" y="1000"/>
                  <a:pt x="2004" y="1001"/>
                  <a:pt x="2003" y="1001"/>
                </a:cubicBezTo>
                <a:cubicBezTo>
                  <a:pt x="2003" y="1001"/>
                  <a:pt x="2003" y="1001"/>
                  <a:pt x="2003" y="1001"/>
                </a:cubicBezTo>
                <a:cubicBezTo>
                  <a:pt x="2003" y="1001"/>
                  <a:pt x="2003" y="1001"/>
                  <a:pt x="2003" y="1001"/>
                </a:cubicBezTo>
                <a:cubicBezTo>
                  <a:pt x="2004" y="1001"/>
                  <a:pt x="2004" y="1000"/>
                  <a:pt x="2005" y="1000"/>
                </a:cubicBezTo>
                <a:close/>
                <a:moveTo>
                  <a:pt x="1460" y="1017"/>
                </a:moveTo>
                <a:cubicBezTo>
                  <a:pt x="1460" y="1017"/>
                  <a:pt x="1460" y="1017"/>
                  <a:pt x="1460" y="1017"/>
                </a:cubicBezTo>
                <a:cubicBezTo>
                  <a:pt x="1460" y="1017"/>
                  <a:pt x="1460" y="1017"/>
                  <a:pt x="1460" y="1017"/>
                </a:cubicBezTo>
                <a:cubicBezTo>
                  <a:pt x="1460" y="1017"/>
                  <a:pt x="1460" y="1017"/>
                  <a:pt x="1460" y="1017"/>
                </a:cubicBezTo>
                <a:close/>
                <a:moveTo>
                  <a:pt x="612" y="114"/>
                </a:moveTo>
                <a:cubicBezTo>
                  <a:pt x="611" y="114"/>
                  <a:pt x="611" y="114"/>
                  <a:pt x="611" y="114"/>
                </a:cubicBezTo>
                <a:cubicBezTo>
                  <a:pt x="612" y="115"/>
                  <a:pt x="612" y="115"/>
                  <a:pt x="612" y="115"/>
                </a:cubicBezTo>
                <a:cubicBezTo>
                  <a:pt x="612" y="115"/>
                  <a:pt x="612" y="115"/>
                  <a:pt x="612" y="115"/>
                </a:cubicBezTo>
                <a:lnTo>
                  <a:pt x="612" y="114"/>
                </a:lnTo>
                <a:close/>
                <a:moveTo>
                  <a:pt x="1234" y="116"/>
                </a:moveTo>
                <a:cubicBezTo>
                  <a:pt x="1234" y="116"/>
                  <a:pt x="1234" y="116"/>
                  <a:pt x="1234" y="116"/>
                </a:cubicBezTo>
                <a:cubicBezTo>
                  <a:pt x="1234" y="116"/>
                  <a:pt x="1234" y="116"/>
                  <a:pt x="1234" y="116"/>
                </a:cubicBezTo>
                <a:close/>
                <a:moveTo>
                  <a:pt x="1234" y="116"/>
                </a:moveTo>
                <a:cubicBezTo>
                  <a:pt x="1234" y="116"/>
                  <a:pt x="1234" y="116"/>
                  <a:pt x="1234" y="116"/>
                </a:cubicBezTo>
                <a:cubicBezTo>
                  <a:pt x="1234" y="116"/>
                  <a:pt x="1234" y="116"/>
                  <a:pt x="1234" y="117"/>
                </a:cubicBezTo>
                <a:cubicBezTo>
                  <a:pt x="1234" y="117"/>
                  <a:pt x="1234" y="117"/>
                  <a:pt x="1234" y="117"/>
                </a:cubicBezTo>
                <a:cubicBezTo>
                  <a:pt x="1234" y="117"/>
                  <a:pt x="1234" y="116"/>
                  <a:pt x="1234" y="116"/>
                </a:cubicBezTo>
                <a:close/>
                <a:moveTo>
                  <a:pt x="1593" y="120"/>
                </a:moveTo>
                <a:cubicBezTo>
                  <a:pt x="1593" y="120"/>
                  <a:pt x="1593" y="120"/>
                  <a:pt x="1593" y="120"/>
                </a:cubicBezTo>
                <a:cubicBezTo>
                  <a:pt x="1593" y="120"/>
                  <a:pt x="1593" y="120"/>
                  <a:pt x="1593" y="120"/>
                </a:cubicBezTo>
                <a:cubicBezTo>
                  <a:pt x="1593" y="120"/>
                  <a:pt x="1593" y="120"/>
                  <a:pt x="1593" y="120"/>
                </a:cubicBezTo>
                <a:close/>
                <a:moveTo>
                  <a:pt x="186" y="317"/>
                </a:moveTo>
                <a:cubicBezTo>
                  <a:pt x="186" y="317"/>
                  <a:pt x="186" y="317"/>
                  <a:pt x="186" y="317"/>
                </a:cubicBezTo>
                <a:cubicBezTo>
                  <a:pt x="186" y="317"/>
                  <a:pt x="186" y="317"/>
                  <a:pt x="186" y="316"/>
                </a:cubicBezTo>
                <a:cubicBezTo>
                  <a:pt x="186" y="317"/>
                  <a:pt x="186" y="317"/>
                  <a:pt x="186" y="317"/>
                </a:cubicBezTo>
                <a:close/>
                <a:moveTo>
                  <a:pt x="186" y="317"/>
                </a:moveTo>
                <a:cubicBezTo>
                  <a:pt x="186" y="317"/>
                  <a:pt x="186" y="318"/>
                  <a:pt x="186" y="318"/>
                </a:cubicBezTo>
                <a:cubicBezTo>
                  <a:pt x="186" y="318"/>
                  <a:pt x="186" y="318"/>
                  <a:pt x="186" y="318"/>
                </a:cubicBezTo>
                <a:cubicBezTo>
                  <a:pt x="185" y="319"/>
                  <a:pt x="184" y="320"/>
                  <a:pt x="184" y="321"/>
                </a:cubicBezTo>
                <a:cubicBezTo>
                  <a:pt x="183" y="322"/>
                  <a:pt x="183" y="323"/>
                  <a:pt x="184" y="323"/>
                </a:cubicBezTo>
                <a:cubicBezTo>
                  <a:pt x="184" y="323"/>
                  <a:pt x="185" y="323"/>
                  <a:pt x="185" y="323"/>
                </a:cubicBezTo>
                <a:cubicBezTo>
                  <a:pt x="187" y="321"/>
                  <a:pt x="189" y="320"/>
                  <a:pt x="190" y="318"/>
                </a:cubicBezTo>
                <a:cubicBezTo>
                  <a:pt x="190" y="317"/>
                  <a:pt x="190" y="317"/>
                  <a:pt x="189" y="317"/>
                </a:cubicBezTo>
                <a:cubicBezTo>
                  <a:pt x="189" y="316"/>
                  <a:pt x="188" y="316"/>
                  <a:pt x="188" y="316"/>
                </a:cubicBezTo>
                <a:cubicBezTo>
                  <a:pt x="187" y="317"/>
                  <a:pt x="187" y="317"/>
                  <a:pt x="186" y="318"/>
                </a:cubicBezTo>
                <a:cubicBezTo>
                  <a:pt x="186" y="318"/>
                  <a:pt x="186" y="317"/>
                  <a:pt x="186" y="317"/>
                </a:cubicBezTo>
                <a:close/>
                <a:moveTo>
                  <a:pt x="1767" y="134"/>
                </a:moveTo>
                <a:cubicBezTo>
                  <a:pt x="1767" y="134"/>
                  <a:pt x="1768" y="133"/>
                  <a:pt x="1768" y="133"/>
                </a:cubicBezTo>
                <a:cubicBezTo>
                  <a:pt x="1768" y="133"/>
                  <a:pt x="1767" y="133"/>
                  <a:pt x="1767" y="133"/>
                </a:cubicBezTo>
                <a:cubicBezTo>
                  <a:pt x="1767" y="133"/>
                  <a:pt x="1767" y="133"/>
                  <a:pt x="1767" y="133"/>
                </a:cubicBezTo>
                <a:cubicBezTo>
                  <a:pt x="1767" y="133"/>
                  <a:pt x="1767" y="134"/>
                  <a:pt x="1767" y="134"/>
                </a:cubicBezTo>
                <a:close/>
                <a:moveTo>
                  <a:pt x="267" y="450"/>
                </a:moveTo>
                <a:cubicBezTo>
                  <a:pt x="268" y="451"/>
                  <a:pt x="268" y="451"/>
                  <a:pt x="268" y="451"/>
                </a:cubicBezTo>
                <a:cubicBezTo>
                  <a:pt x="268" y="450"/>
                  <a:pt x="268" y="450"/>
                  <a:pt x="267" y="450"/>
                </a:cubicBezTo>
                <a:close/>
                <a:moveTo>
                  <a:pt x="745" y="311"/>
                </a:moveTo>
                <a:cubicBezTo>
                  <a:pt x="745" y="312"/>
                  <a:pt x="745" y="312"/>
                  <a:pt x="745" y="312"/>
                </a:cubicBezTo>
                <a:cubicBezTo>
                  <a:pt x="746" y="312"/>
                  <a:pt x="746" y="312"/>
                  <a:pt x="745" y="311"/>
                </a:cubicBezTo>
                <a:close/>
                <a:moveTo>
                  <a:pt x="1707" y="151"/>
                </a:moveTo>
                <a:cubicBezTo>
                  <a:pt x="1707" y="151"/>
                  <a:pt x="1707" y="151"/>
                  <a:pt x="1707" y="152"/>
                </a:cubicBezTo>
                <a:cubicBezTo>
                  <a:pt x="1707" y="152"/>
                  <a:pt x="1707" y="152"/>
                  <a:pt x="1707" y="152"/>
                </a:cubicBezTo>
                <a:cubicBezTo>
                  <a:pt x="1707" y="151"/>
                  <a:pt x="1707" y="151"/>
                  <a:pt x="1707" y="151"/>
                </a:cubicBezTo>
                <a:cubicBezTo>
                  <a:pt x="1707" y="151"/>
                  <a:pt x="1707" y="151"/>
                  <a:pt x="1707" y="151"/>
                </a:cubicBezTo>
                <a:close/>
                <a:moveTo>
                  <a:pt x="1706" y="151"/>
                </a:moveTo>
                <a:cubicBezTo>
                  <a:pt x="1706" y="151"/>
                  <a:pt x="1707" y="151"/>
                  <a:pt x="1707" y="151"/>
                </a:cubicBezTo>
                <a:cubicBezTo>
                  <a:pt x="1707" y="151"/>
                  <a:pt x="1706" y="151"/>
                  <a:pt x="1706" y="151"/>
                </a:cubicBezTo>
                <a:close/>
                <a:moveTo>
                  <a:pt x="709" y="154"/>
                </a:moveTo>
                <a:cubicBezTo>
                  <a:pt x="708" y="154"/>
                  <a:pt x="708" y="154"/>
                  <a:pt x="708" y="155"/>
                </a:cubicBezTo>
                <a:cubicBezTo>
                  <a:pt x="709" y="155"/>
                  <a:pt x="709" y="154"/>
                  <a:pt x="709" y="154"/>
                </a:cubicBezTo>
                <a:cubicBezTo>
                  <a:pt x="709" y="154"/>
                  <a:pt x="709" y="154"/>
                  <a:pt x="709" y="154"/>
                </a:cubicBezTo>
                <a:close/>
                <a:moveTo>
                  <a:pt x="599" y="158"/>
                </a:moveTo>
                <a:cubicBezTo>
                  <a:pt x="599" y="157"/>
                  <a:pt x="599" y="157"/>
                  <a:pt x="599" y="157"/>
                </a:cubicBezTo>
                <a:cubicBezTo>
                  <a:pt x="598" y="158"/>
                  <a:pt x="598" y="158"/>
                  <a:pt x="598" y="158"/>
                </a:cubicBezTo>
                <a:lnTo>
                  <a:pt x="599" y="158"/>
                </a:lnTo>
                <a:close/>
                <a:moveTo>
                  <a:pt x="1542" y="187"/>
                </a:moveTo>
                <a:cubicBezTo>
                  <a:pt x="1541" y="187"/>
                  <a:pt x="1541" y="187"/>
                  <a:pt x="1541" y="187"/>
                </a:cubicBezTo>
                <a:cubicBezTo>
                  <a:pt x="1541" y="188"/>
                  <a:pt x="1541" y="188"/>
                  <a:pt x="1541" y="188"/>
                </a:cubicBezTo>
                <a:lnTo>
                  <a:pt x="1542" y="187"/>
                </a:lnTo>
                <a:close/>
                <a:moveTo>
                  <a:pt x="648" y="1376"/>
                </a:moveTo>
                <a:cubicBezTo>
                  <a:pt x="648" y="1376"/>
                  <a:pt x="649" y="1376"/>
                  <a:pt x="649" y="1376"/>
                </a:cubicBezTo>
                <a:cubicBezTo>
                  <a:pt x="649" y="1376"/>
                  <a:pt x="649" y="1376"/>
                  <a:pt x="649" y="1376"/>
                </a:cubicBezTo>
                <a:cubicBezTo>
                  <a:pt x="649" y="1376"/>
                  <a:pt x="649" y="1376"/>
                  <a:pt x="648" y="1376"/>
                </a:cubicBezTo>
                <a:cubicBezTo>
                  <a:pt x="648" y="1376"/>
                  <a:pt x="648" y="1376"/>
                  <a:pt x="648" y="1376"/>
                </a:cubicBezTo>
                <a:close/>
                <a:moveTo>
                  <a:pt x="648" y="1376"/>
                </a:moveTo>
                <a:cubicBezTo>
                  <a:pt x="648" y="1376"/>
                  <a:pt x="647" y="1376"/>
                  <a:pt x="647" y="1376"/>
                </a:cubicBezTo>
                <a:cubicBezTo>
                  <a:pt x="648" y="1377"/>
                  <a:pt x="648" y="1377"/>
                  <a:pt x="648" y="1376"/>
                </a:cubicBezTo>
                <a:close/>
                <a:moveTo>
                  <a:pt x="1224" y="452"/>
                </a:moveTo>
                <a:cubicBezTo>
                  <a:pt x="1224" y="452"/>
                  <a:pt x="1224" y="453"/>
                  <a:pt x="1225" y="453"/>
                </a:cubicBezTo>
                <a:cubicBezTo>
                  <a:pt x="1225" y="454"/>
                  <a:pt x="1226" y="453"/>
                  <a:pt x="1227" y="452"/>
                </a:cubicBezTo>
                <a:cubicBezTo>
                  <a:pt x="1229" y="450"/>
                  <a:pt x="1229" y="447"/>
                  <a:pt x="1228" y="444"/>
                </a:cubicBezTo>
                <a:cubicBezTo>
                  <a:pt x="1227" y="444"/>
                  <a:pt x="1226" y="444"/>
                  <a:pt x="1225" y="446"/>
                </a:cubicBezTo>
                <a:cubicBezTo>
                  <a:pt x="1223" y="447"/>
                  <a:pt x="1223" y="448"/>
                  <a:pt x="1223" y="450"/>
                </a:cubicBezTo>
                <a:cubicBezTo>
                  <a:pt x="1223" y="451"/>
                  <a:pt x="1223" y="451"/>
                  <a:pt x="1224" y="452"/>
                </a:cubicBezTo>
                <a:close/>
                <a:moveTo>
                  <a:pt x="1232" y="418"/>
                </a:moveTo>
                <a:cubicBezTo>
                  <a:pt x="1232" y="418"/>
                  <a:pt x="1233" y="418"/>
                  <a:pt x="1233" y="418"/>
                </a:cubicBezTo>
                <a:cubicBezTo>
                  <a:pt x="1234" y="417"/>
                  <a:pt x="1234" y="416"/>
                  <a:pt x="1233" y="415"/>
                </a:cubicBezTo>
                <a:cubicBezTo>
                  <a:pt x="1233" y="415"/>
                  <a:pt x="1232" y="414"/>
                  <a:pt x="1232" y="414"/>
                </a:cubicBezTo>
                <a:cubicBezTo>
                  <a:pt x="1231" y="414"/>
                  <a:pt x="1231" y="414"/>
                  <a:pt x="1231" y="414"/>
                </a:cubicBezTo>
                <a:cubicBezTo>
                  <a:pt x="1230" y="415"/>
                  <a:pt x="1230" y="416"/>
                  <a:pt x="1230" y="416"/>
                </a:cubicBezTo>
                <a:cubicBezTo>
                  <a:pt x="1231" y="417"/>
                  <a:pt x="1231" y="418"/>
                  <a:pt x="1232" y="418"/>
                </a:cubicBezTo>
                <a:close/>
                <a:moveTo>
                  <a:pt x="1204" y="473"/>
                </a:moveTo>
                <a:cubicBezTo>
                  <a:pt x="1205" y="473"/>
                  <a:pt x="1205" y="473"/>
                  <a:pt x="1205" y="473"/>
                </a:cubicBezTo>
                <a:cubicBezTo>
                  <a:pt x="1205" y="472"/>
                  <a:pt x="1205" y="472"/>
                  <a:pt x="1204" y="471"/>
                </a:cubicBezTo>
                <a:cubicBezTo>
                  <a:pt x="1204" y="471"/>
                  <a:pt x="1203" y="471"/>
                  <a:pt x="1203" y="471"/>
                </a:cubicBezTo>
                <a:cubicBezTo>
                  <a:pt x="1203" y="472"/>
                  <a:pt x="1203" y="472"/>
                  <a:pt x="1203" y="473"/>
                </a:cubicBezTo>
                <a:cubicBezTo>
                  <a:pt x="1203" y="473"/>
                  <a:pt x="1204" y="473"/>
                  <a:pt x="1204" y="473"/>
                </a:cubicBezTo>
                <a:close/>
                <a:moveTo>
                  <a:pt x="1250" y="433"/>
                </a:moveTo>
                <a:cubicBezTo>
                  <a:pt x="1251" y="433"/>
                  <a:pt x="1251" y="432"/>
                  <a:pt x="1252" y="432"/>
                </a:cubicBezTo>
                <a:cubicBezTo>
                  <a:pt x="1252" y="431"/>
                  <a:pt x="1252" y="431"/>
                  <a:pt x="1252" y="431"/>
                </a:cubicBezTo>
                <a:cubicBezTo>
                  <a:pt x="1252" y="430"/>
                  <a:pt x="1251" y="430"/>
                  <a:pt x="1250" y="430"/>
                </a:cubicBezTo>
                <a:cubicBezTo>
                  <a:pt x="1250" y="430"/>
                  <a:pt x="1249" y="431"/>
                  <a:pt x="1249" y="431"/>
                </a:cubicBezTo>
                <a:cubicBezTo>
                  <a:pt x="1249" y="432"/>
                  <a:pt x="1250" y="432"/>
                  <a:pt x="1250" y="433"/>
                </a:cubicBezTo>
                <a:close/>
                <a:moveTo>
                  <a:pt x="1229" y="444"/>
                </a:moveTo>
                <a:cubicBezTo>
                  <a:pt x="1228" y="444"/>
                  <a:pt x="1228" y="444"/>
                  <a:pt x="1228" y="444"/>
                </a:cubicBezTo>
                <a:cubicBezTo>
                  <a:pt x="1228" y="444"/>
                  <a:pt x="1228" y="444"/>
                  <a:pt x="1228" y="444"/>
                </a:cubicBezTo>
                <a:cubicBezTo>
                  <a:pt x="1228" y="444"/>
                  <a:pt x="1228" y="444"/>
                  <a:pt x="1228" y="444"/>
                </a:cubicBezTo>
                <a:lnTo>
                  <a:pt x="1229" y="444"/>
                </a:lnTo>
                <a:close/>
                <a:moveTo>
                  <a:pt x="1247" y="441"/>
                </a:moveTo>
                <a:cubicBezTo>
                  <a:pt x="1248" y="441"/>
                  <a:pt x="1248" y="441"/>
                  <a:pt x="1248" y="441"/>
                </a:cubicBezTo>
                <a:cubicBezTo>
                  <a:pt x="1248" y="441"/>
                  <a:pt x="1248" y="440"/>
                  <a:pt x="1248" y="440"/>
                </a:cubicBezTo>
                <a:cubicBezTo>
                  <a:pt x="1248" y="440"/>
                  <a:pt x="1248" y="440"/>
                  <a:pt x="1248" y="440"/>
                </a:cubicBezTo>
                <a:lnTo>
                  <a:pt x="1247" y="441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5565775" y="1624012"/>
            <a:ext cx="774700" cy="1111250"/>
          </a:xfrm>
          <a:custGeom>
            <a:avLst/>
            <a:gdLst/>
            <a:ahLst/>
            <a:cxnLst/>
            <a:rect l="l" t="t" r="r" b="b"/>
            <a:pathLst>
              <a:path w="177" h="253" extrusionOk="0">
                <a:moveTo>
                  <a:pt x="166" y="131"/>
                </a:moveTo>
                <a:cubicBezTo>
                  <a:pt x="166" y="131"/>
                  <a:pt x="166" y="131"/>
                  <a:pt x="166" y="131"/>
                </a:cubicBezTo>
                <a:cubicBezTo>
                  <a:pt x="173" y="119"/>
                  <a:pt x="177" y="104"/>
                  <a:pt x="177" y="89"/>
                </a:cubicBezTo>
                <a:cubicBezTo>
                  <a:pt x="177" y="40"/>
                  <a:pt x="137" y="0"/>
                  <a:pt x="88" y="0"/>
                </a:cubicBezTo>
                <a:cubicBezTo>
                  <a:pt x="39" y="0"/>
                  <a:pt x="0" y="40"/>
                  <a:pt x="0" y="89"/>
                </a:cubicBezTo>
                <a:cubicBezTo>
                  <a:pt x="0" y="99"/>
                  <a:pt x="1" y="108"/>
                  <a:pt x="4" y="117"/>
                </a:cubicBezTo>
                <a:cubicBezTo>
                  <a:pt x="6" y="121"/>
                  <a:pt x="8" y="125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2" y="134"/>
                  <a:pt x="18" y="145"/>
                  <a:pt x="21" y="149"/>
                </a:cubicBezTo>
                <a:cubicBezTo>
                  <a:pt x="88" y="253"/>
                  <a:pt x="88" y="253"/>
                  <a:pt x="88" y="253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48"/>
                  <a:pt x="164" y="135"/>
                  <a:pt x="165" y="132"/>
                </a:cubicBezTo>
                <a:lnTo>
                  <a:pt x="166" y="131"/>
                </a:lnTo>
                <a:close/>
              </a:path>
            </a:pathLst>
          </a:custGeom>
          <a:solidFill>
            <a:srgbClr val="FC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2417762" y="1939925"/>
            <a:ext cx="771525" cy="1109662"/>
          </a:xfrm>
          <a:custGeom>
            <a:avLst/>
            <a:gdLst/>
            <a:ahLst/>
            <a:cxnLst/>
            <a:rect l="l" t="t" r="r" b="b"/>
            <a:pathLst>
              <a:path w="176" h="253" extrusionOk="0">
                <a:moveTo>
                  <a:pt x="165" y="132"/>
                </a:moveTo>
                <a:cubicBezTo>
                  <a:pt x="165" y="132"/>
                  <a:pt x="165" y="132"/>
                  <a:pt x="165" y="132"/>
                </a:cubicBezTo>
                <a:cubicBezTo>
                  <a:pt x="172" y="119"/>
                  <a:pt x="176" y="104"/>
                  <a:pt x="176" y="89"/>
                </a:cubicBezTo>
                <a:cubicBezTo>
                  <a:pt x="176" y="40"/>
                  <a:pt x="137" y="0"/>
                  <a:pt x="88" y="0"/>
                </a:cubicBezTo>
                <a:cubicBezTo>
                  <a:pt x="39" y="0"/>
                  <a:pt x="0" y="40"/>
                  <a:pt x="0" y="89"/>
                </a:cubicBezTo>
                <a:cubicBezTo>
                  <a:pt x="0" y="99"/>
                  <a:pt x="1" y="108"/>
                  <a:pt x="4" y="117"/>
                </a:cubicBezTo>
                <a:cubicBezTo>
                  <a:pt x="6" y="121"/>
                  <a:pt x="7" y="125"/>
                  <a:pt x="9" y="129"/>
                </a:cubicBezTo>
                <a:cubicBezTo>
                  <a:pt x="9" y="129"/>
                  <a:pt x="9" y="129"/>
                  <a:pt x="9" y="129"/>
                </a:cubicBezTo>
                <a:cubicBezTo>
                  <a:pt x="9" y="129"/>
                  <a:pt x="9" y="129"/>
                  <a:pt x="9" y="129"/>
                </a:cubicBezTo>
                <a:cubicBezTo>
                  <a:pt x="12" y="134"/>
                  <a:pt x="18" y="145"/>
                  <a:pt x="21" y="150"/>
                </a:cubicBezTo>
                <a:cubicBezTo>
                  <a:pt x="88" y="253"/>
                  <a:pt x="88" y="253"/>
                  <a:pt x="88" y="253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5" y="148"/>
                  <a:pt x="163" y="135"/>
                  <a:pt x="165" y="132"/>
                </a:cubicBezTo>
                <a:close/>
              </a:path>
            </a:pathLst>
          </a:custGeom>
          <a:solidFill>
            <a:srgbClr val="FFB3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3697287" y="3944937"/>
            <a:ext cx="776287" cy="1109662"/>
          </a:xfrm>
          <a:custGeom>
            <a:avLst/>
            <a:gdLst/>
            <a:ahLst/>
            <a:cxnLst/>
            <a:rect l="l" t="t" r="r" b="b"/>
            <a:pathLst>
              <a:path w="177" h="253" extrusionOk="0">
                <a:moveTo>
                  <a:pt x="166" y="131"/>
                </a:moveTo>
                <a:cubicBezTo>
                  <a:pt x="166" y="131"/>
                  <a:pt x="166" y="131"/>
                  <a:pt x="166" y="131"/>
                </a:cubicBezTo>
                <a:cubicBezTo>
                  <a:pt x="173" y="119"/>
                  <a:pt x="177" y="104"/>
                  <a:pt x="177" y="89"/>
                </a:cubicBezTo>
                <a:cubicBezTo>
                  <a:pt x="177" y="40"/>
                  <a:pt x="137" y="0"/>
                  <a:pt x="89" y="0"/>
                </a:cubicBezTo>
                <a:cubicBezTo>
                  <a:pt x="40" y="0"/>
                  <a:pt x="0" y="40"/>
                  <a:pt x="0" y="89"/>
                </a:cubicBezTo>
                <a:cubicBezTo>
                  <a:pt x="0" y="99"/>
                  <a:pt x="2" y="108"/>
                  <a:pt x="5" y="117"/>
                </a:cubicBezTo>
                <a:cubicBezTo>
                  <a:pt x="6" y="121"/>
                  <a:pt x="8" y="125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2" y="134"/>
                  <a:pt x="18" y="145"/>
                  <a:pt x="21" y="149"/>
                </a:cubicBezTo>
                <a:cubicBezTo>
                  <a:pt x="89" y="253"/>
                  <a:pt x="89" y="253"/>
                  <a:pt x="89" y="253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48"/>
                  <a:pt x="164" y="135"/>
                  <a:pt x="166" y="132"/>
                </a:cubicBezTo>
                <a:lnTo>
                  <a:pt x="166" y="131"/>
                </a:ln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196012" y="3427412"/>
            <a:ext cx="776287" cy="1104900"/>
          </a:xfrm>
          <a:custGeom>
            <a:avLst/>
            <a:gdLst/>
            <a:ahLst/>
            <a:cxnLst/>
            <a:rect l="l" t="t" r="r" b="b"/>
            <a:pathLst>
              <a:path w="177" h="252" extrusionOk="0">
                <a:moveTo>
                  <a:pt x="166" y="131"/>
                </a:moveTo>
                <a:cubicBezTo>
                  <a:pt x="166" y="131"/>
                  <a:pt x="166" y="131"/>
                  <a:pt x="166" y="131"/>
                </a:cubicBezTo>
                <a:cubicBezTo>
                  <a:pt x="173" y="119"/>
                  <a:pt x="177" y="104"/>
                  <a:pt x="177" y="89"/>
                </a:cubicBezTo>
                <a:cubicBezTo>
                  <a:pt x="177" y="40"/>
                  <a:pt x="137" y="0"/>
                  <a:pt x="89" y="0"/>
                </a:cubicBezTo>
                <a:cubicBezTo>
                  <a:pt x="40" y="0"/>
                  <a:pt x="0" y="40"/>
                  <a:pt x="0" y="89"/>
                </a:cubicBezTo>
                <a:cubicBezTo>
                  <a:pt x="0" y="98"/>
                  <a:pt x="2" y="108"/>
                  <a:pt x="5" y="117"/>
                </a:cubicBezTo>
                <a:cubicBezTo>
                  <a:pt x="6" y="121"/>
                  <a:pt x="8" y="125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2" y="134"/>
                  <a:pt x="18" y="145"/>
                  <a:pt x="21" y="149"/>
                </a:cubicBezTo>
                <a:cubicBezTo>
                  <a:pt x="89" y="252"/>
                  <a:pt x="89" y="252"/>
                  <a:pt x="89" y="252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48"/>
                  <a:pt x="164" y="135"/>
                  <a:pt x="166" y="132"/>
                </a:cubicBezTo>
                <a:lnTo>
                  <a:pt x="166" y="131"/>
                </a:ln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/>
          <p:nvPr/>
        </p:nvSpPr>
        <p:spPr>
          <a:xfrm>
            <a:off x="8448675" y="2173287"/>
            <a:ext cx="776287" cy="1104900"/>
          </a:xfrm>
          <a:custGeom>
            <a:avLst/>
            <a:gdLst/>
            <a:ahLst/>
            <a:cxnLst/>
            <a:rect l="l" t="t" r="r" b="b"/>
            <a:pathLst>
              <a:path w="177" h="252" extrusionOk="0">
                <a:moveTo>
                  <a:pt x="166" y="131"/>
                </a:moveTo>
                <a:cubicBezTo>
                  <a:pt x="166" y="131"/>
                  <a:pt x="166" y="131"/>
                  <a:pt x="166" y="131"/>
                </a:cubicBezTo>
                <a:cubicBezTo>
                  <a:pt x="173" y="118"/>
                  <a:pt x="177" y="104"/>
                  <a:pt x="177" y="88"/>
                </a:cubicBezTo>
                <a:cubicBezTo>
                  <a:pt x="177" y="40"/>
                  <a:pt x="138" y="0"/>
                  <a:pt x="89" y="0"/>
                </a:cubicBezTo>
                <a:cubicBezTo>
                  <a:pt x="40" y="0"/>
                  <a:pt x="0" y="40"/>
                  <a:pt x="0" y="88"/>
                </a:cubicBezTo>
                <a:cubicBezTo>
                  <a:pt x="0" y="98"/>
                  <a:pt x="2" y="108"/>
                  <a:pt x="5" y="117"/>
                </a:cubicBezTo>
                <a:cubicBezTo>
                  <a:pt x="6" y="121"/>
                  <a:pt x="8" y="125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3" y="134"/>
                  <a:pt x="19" y="145"/>
                  <a:pt x="22" y="149"/>
                </a:cubicBezTo>
                <a:cubicBezTo>
                  <a:pt x="89" y="252"/>
                  <a:pt x="89" y="252"/>
                  <a:pt x="89" y="252"/>
                </a:cubicBezTo>
                <a:cubicBezTo>
                  <a:pt x="154" y="151"/>
                  <a:pt x="154" y="151"/>
                  <a:pt x="154" y="151"/>
                </a:cubicBezTo>
                <a:cubicBezTo>
                  <a:pt x="156" y="148"/>
                  <a:pt x="164" y="135"/>
                  <a:pt x="166" y="132"/>
                </a:cubicBezTo>
                <a:lnTo>
                  <a:pt x="166" y="131"/>
                </a:ln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7"/>
          <p:cNvSpPr/>
          <p:nvPr/>
        </p:nvSpPr>
        <p:spPr>
          <a:xfrm>
            <a:off x="9640887" y="4243387"/>
            <a:ext cx="776287" cy="1104900"/>
          </a:xfrm>
          <a:custGeom>
            <a:avLst/>
            <a:gdLst/>
            <a:ahLst/>
            <a:cxnLst/>
            <a:rect l="l" t="t" r="r" b="b"/>
            <a:pathLst>
              <a:path w="177" h="252" extrusionOk="0">
                <a:moveTo>
                  <a:pt x="166" y="131"/>
                </a:moveTo>
                <a:cubicBezTo>
                  <a:pt x="166" y="131"/>
                  <a:pt x="166" y="131"/>
                  <a:pt x="166" y="131"/>
                </a:cubicBezTo>
                <a:cubicBezTo>
                  <a:pt x="173" y="118"/>
                  <a:pt x="177" y="104"/>
                  <a:pt x="177" y="88"/>
                </a:cubicBezTo>
                <a:cubicBezTo>
                  <a:pt x="177" y="39"/>
                  <a:pt x="137" y="0"/>
                  <a:pt x="88" y="0"/>
                </a:cubicBezTo>
                <a:cubicBezTo>
                  <a:pt x="39" y="0"/>
                  <a:pt x="0" y="39"/>
                  <a:pt x="0" y="88"/>
                </a:cubicBezTo>
                <a:cubicBezTo>
                  <a:pt x="0" y="98"/>
                  <a:pt x="1" y="108"/>
                  <a:pt x="4" y="116"/>
                </a:cubicBezTo>
                <a:cubicBezTo>
                  <a:pt x="6" y="121"/>
                  <a:pt x="8" y="125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0" y="129"/>
                  <a:pt x="10" y="129"/>
                  <a:pt x="10" y="129"/>
                </a:cubicBezTo>
                <a:cubicBezTo>
                  <a:pt x="12" y="134"/>
                  <a:pt x="18" y="145"/>
                  <a:pt x="21" y="149"/>
                </a:cubicBezTo>
                <a:cubicBezTo>
                  <a:pt x="88" y="252"/>
                  <a:pt x="88" y="252"/>
                  <a:pt x="88" y="252"/>
                </a:cubicBezTo>
                <a:cubicBezTo>
                  <a:pt x="154" y="150"/>
                  <a:pt x="154" y="150"/>
                  <a:pt x="154" y="150"/>
                </a:cubicBezTo>
                <a:cubicBezTo>
                  <a:pt x="156" y="148"/>
                  <a:pt x="164" y="134"/>
                  <a:pt x="165" y="132"/>
                </a:cubicBezTo>
                <a:lnTo>
                  <a:pt x="166" y="131"/>
                </a:ln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2566987" y="2111375"/>
            <a:ext cx="69691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 SemiBold"/>
              <a:buNone/>
            </a:pPr>
            <a:r>
              <a:rPr lang="en-US" sz="21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76%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3838575" y="4106862"/>
            <a:ext cx="69691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 SemiBold"/>
              <a:buNone/>
            </a:pPr>
            <a:r>
              <a:rPr lang="en-US" sz="21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33%</a:t>
            </a:r>
            <a:endParaRPr/>
          </a:p>
        </p:txBody>
      </p:sp>
      <p:sp>
        <p:nvSpPr>
          <p:cNvPr id="286" name="Google Shape;286;p17"/>
          <p:cNvSpPr txBox="1"/>
          <p:nvPr/>
        </p:nvSpPr>
        <p:spPr>
          <a:xfrm>
            <a:off x="5710237" y="1795462"/>
            <a:ext cx="69691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 SemiBold"/>
              <a:buNone/>
            </a:pPr>
            <a:r>
              <a:rPr lang="en-US" sz="21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61%</a:t>
            </a:r>
            <a:endParaRPr/>
          </a:p>
        </p:txBody>
      </p:sp>
      <p:sp>
        <p:nvSpPr>
          <p:cNvPr id="287" name="Google Shape;287;p17"/>
          <p:cNvSpPr txBox="1"/>
          <p:nvPr/>
        </p:nvSpPr>
        <p:spPr>
          <a:xfrm>
            <a:off x="6332537" y="3603625"/>
            <a:ext cx="69691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 SemiBold"/>
              <a:buNone/>
            </a:pPr>
            <a:r>
              <a:rPr lang="en-US" sz="21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26%</a:t>
            </a:r>
            <a:endParaRPr/>
          </a:p>
        </p:txBody>
      </p:sp>
      <p:sp>
        <p:nvSpPr>
          <p:cNvPr id="288" name="Google Shape;288;p17"/>
          <p:cNvSpPr txBox="1"/>
          <p:nvPr/>
        </p:nvSpPr>
        <p:spPr>
          <a:xfrm>
            <a:off x="8593137" y="2347912"/>
            <a:ext cx="69691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 SemiBold"/>
              <a:buNone/>
            </a:pPr>
            <a:r>
              <a:rPr lang="en-US" sz="21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48%</a:t>
            </a:r>
            <a:endParaRPr/>
          </a:p>
        </p:txBody>
      </p:sp>
      <p:sp>
        <p:nvSpPr>
          <p:cNvPr id="289" name="Google Shape;289;p17"/>
          <p:cNvSpPr txBox="1"/>
          <p:nvPr/>
        </p:nvSpPr>
        <p:spPr>
          <a:xfrm>
            <a:off x="9780587" y="4414837"/>
            <a:ext cx="696912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Open Sans SemiBold"/>
              <a:buNone/>
            </a:pPr>
            <a:r>
              <a:rPr lang="en-US" sz="21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35%</a:t>
            </a:r>
            <a:endParaRPr/>
          </a:p>
        </p:txBody>
      </p:sp>
      <p:sp>
        <p:nvSpPr>
          <p:cNvPr id="290" name="Google Shape;290;p17"/>
          <p:cNvSpPr txBox="1"/>
          <p:nvPr/>
        </p:nvSpPr>
        <p:spPr>
          <a:xfrm>
            <a:off x="93785" y="5022850"/>
            <a:ext cx="3170114" cy="143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Montserrat"/>
              <a:buNone/>
            </a:pPr>
            <a:r>
              <a:rPr lang="es-EC" sz="3000" b="0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INVESTIGACIÓN GLOBAL DE MERCADO</a:t>
            </a:r>
            <a:endParaRPr dirty="0"/>
          </a:p>
        </p:txBody>
      </p:sp>
      <p:sp>
        <p:nvSpPr>
          <p:cNvPr id="291" name="Google Shape;291;p17"/>
          <p:cNvSpPr txBox="1"/>
          <p:nvPr/>
        </p:nvSpPr>
        <p:spPr>
          <a:xfrm>
            <a:off x="511175" y="6454775"/>
            <a:ext cx="360362" cy="25400"/>
          </a:xfrm>
          <a:prstGeom prst="rect">
            <a:avLst/>
          </a:prstGeom>
          <a:solidFill>
            <a:srgbClr val="FFB3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7"/>
          <p:cNvSpPr txBox="1"/>
          <p:nvPr/>
        </p:nvSpPr>
        <p:spPr>
          <a:xfrm>
            <a:off x="871537" y="6454775"/>
            <a:ext cx="358775" cy="25400"/>
          </a:xfrm>
          <a:prstGeom prst="rect">
            <a:avLst/>
          </a:prstGeom>
          <a:solidFill>
            <a:srgbClr val="FC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7"/>
          <p:cNvSpPr txBox="1"/>
          <p:nvPr/>
        </p:nvSpPr>
        <p:spPr>
          <a:xfrm>
            <a:off x="1230312" y="6454775"/>
            <a:ext cx="358775" cy="25400"/>
          </a:xfrm>
          <a:prstGeom prst="rect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7"/>
          <p:cNvSpPr txBox="1"/>
          <p:nvPr/>
        </p:nvSpPr>
        <p:spPr>
          <a:xfrm>
            <a:off x="1589087" y="6454775"/>
            <a:ext cx="355600" cy="25400"/>
          </a:xfrm>
          <a:prstGeom prst="rect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7"/>
          <p:cNvSpPr txBox="1"/>
          <p:nvPr/>
        </p:nvSpPr>
        <p:spPr>
          <a:xfrm>
            <a:off x="1944687" y="6454775"/>
            <a:ext cx="358775" cy="25400"/>
          </a:xfrm>
          <a:prstGeom prst="rect">
            <a:avLst/>
          </a:pr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7"/>
          <p:cNvSpPr txBox="1"/>
          <p:nvPr/>
        </p:nvSpPr>
        <p:spPr>
          <a:xfrm>
            <a:off x="2303462" y="6454775"/>
            <a:ext cx="360362" cy="25400"/>
          </a:xfrm>
          <a:prstGeom prst="rect">
            <a:avLst/>
          </a:pr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/>
          <p:nvPr/>
        </p:nvSpPr>
        <p:spPr>
          <a:xfrm>
            <a:off x="1758950" y="1231900"/>
            <a:ext cx="1265237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</a:t>
            </a:r>
            <a:endParaRPr/>
          </a:p>
        </p:txBody>
      </p:sp>
      <p:sp>
        <p:nvSpPr>
          <p:cNvPr id="302" name="Google Shape;302;p18"/>
          <p:cNvSpPr/>
          <p:nvPr/>
        </p:nvSpPr>
        <p:spPr>
          <a:xfrm>
            <a:off x="6534150" y="809625"/>
            <a:ext cx="1360487" cy="1360487"/>
          </a:xfrm>
          <a:prstGeom prst="ellipse">
            <a:avLst/>
          </a:pr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4300537" y="809625"/>
            <a:ext cx="1363662" cy="1360487"/>
          </a:xfrm>
          <a:prstGeom prst="ellipse">
            <a:avLst/>
          </a:pr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6534150" y="4681537"/>
            <a:ext cx="1360487" cy="1360487"/>
          </a:xfrm>
          <a:prstGeom prst="ellipse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7646987" y="2743200"/>
            <a:ext cx="1363662" cy="1365250"/>
          </a:xfrm>
          <a:prstGeom prst="ellipse">
            <a:avLst/>
          </a:pr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3179762" y="2743200"/>
            <a:ext cx="1360487" cy="1365250"/>
          </a:xfrm>
          <a:prstGeom prst="ellipse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4300537" y="4681537"/>
            <a:ext cx="1363662" cy="1360487"/>
          </a:xfrm>
          <a:prstGeom prst="ellipse">
            <a:avLst/>
          </a:pr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7807325" y="1993900"/>
            <a:ext cx="387350" cy="671512"/>
          </a:xfrm>
          <a:custGeom>
            <a:avLst/>
            <a:gdLst/>
            <a:ahLst/>
            <a:cxnLst/>
            <a:rect l="l" t="t" r="r" b="b"/>
            <a:pathLst>
              <a:path w="94" h="163" extrusionOk="0">
                <a:moveTo>
                  <a:pt x="0" y="0"/>
                </a:moveTo>
                <a:cubicBezTo>
                  <a:pt x="20" y="23"/>
                  <a:pt x="38" y="49"/>
                  <a:pt x="54" y="77"/>
                </a:cubicBezTo>
                <a:cubicBezTo>
                  <a:pt x="70" y="105"/>
                  <a:pt x="83" y="134"/>
                  <a:pt x="94" y="163"/>
                </a:cubicBezTo>
              </a:path>
            </a:pathLst>
          </a:custGeom>
          <a:noFill/>
          <a:ln w="49200" cap="rnd" cmpd="sng">
            <a:solidFill>
              <a:srgbClr val="231F2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804150" y="4191000"/>
            <a:ext cx="390525" cy="671512"/>
          </a:xfrm>
          <a:custGeom>
            <a:avLst/>
            <a:gdLst/>
            <a:ahLst/>
            <a:cxnLst/>
            <a:rect l="l" t="t" r="r" b="b"/>
            <a:pathLst>
              <a:path w="95" h="163" extrusionOk="0">
                <a:moveTo>
                  <a:pt x="95" y="0"/>
                </a:moveTo>
                <a:cubicBezTo>
                  <a:pt x="84" y="29"/>
                  <a:pt x="71" y="58"/>
                  <a:pt x="55" y="85"/>
                </a:cubicBezTo>
                <a:cubicBezTo>
                  <a:pt x="39" y="113"/>
                  <a:pt x="20" y="139"/>
                  <a:pt x="0" y="163"/>
                </a:cubicBezTo>
              </a:path>
            </a:pathLst>
          </a:custGeom>
          <a:noFill/>
          <a:ln w="49200" cap="rnd" cmpd="sng">
            <a:solidFill>
              <a:srgbClr val="231F2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5705475" y="5626100"/>
            <a:ext cx="779462" cy="33337"/>
          </a:xfrm>
          <a:custGeom>
            <a:avLst/>
            <a:gdLst/>
            <a:ahLst/>
            <a:cxnLst/>
            <a:rect l="l" t="t" r="r" b="b"/>
            <a:pathLst>
              <a:path w="189" h="8" extrusionOk="0">
                <a:moveTo>
                  <a:pt x="189" y="0"/>
                </a:moveTo>
                <a:cubicBezTo>
                  <a:pt x="158" y="5"/>
                  <a:pt x="127" y="8"/>
                  <a:pt x="95" y="8"/>
                </a:cubicBezTo>
                <a:cubicBezTo>
                  <a:pt x="63" y="8"/>
                  <a:pt x="31" y="5"/>
                  <a:pt x="0" y="0"/>
                </a:cubicBezTo>
              </a:path>
            </a:pathLst>
          </a:custGeom>
          <a:noFill/>
          <a:ln w="49200" cap="rnd" cmpd="sng">
            <a:solidFill>
              <a:srgbClr val="231F2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4000500" y="4187825"/>
            <a:ext cx="387350" cy="671512"/>
          </a:xfrm>
          <a:custGeom>
            <a:avLst/>
            <a:gdLst/>
            <a:ahLst/>
            <a:cxnLst/>
            <a:rect l="l" t="t" r="r" b="b"/>
            <a:pathLst>
              <a:path w="94" h="163" extrusionOk="0">
                <a:moveTo>
                  <a:pt x="94" y="163"/>
                </a:moveTo>
                <a:cubicBezTo>
                  <a:pt x="74" y="140"/>
                  <a:pt x="56" y="114"/>
                  <a:pt x="40" y="86"/>
                </a:cubicBezTo>
                <a:cubicBezTo>
                  <a:pt x="24" y="58"/>
                  <a:pt x="11" y="30"/>
                  <a:pt x="0" y="0"/>
                </a:cubicBezTo>
              </a:path>
            </a:pathLst>
          </a:custGeom>
          <a:noFill/>
          <a:ln w="49200" cap="rnd" cmpd="sng">
            <a:solidFill>
              <a:srgbClr val="231F2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4000500" y="1989137"/>
            <a:ext cx="390525" cy="671512"/>
          </a:xfrm>
          <a:custGeom>
            <a:avLst/>
            <a:gdLst/>
            <a:ahLst/>
            <a:cxnLst/>
            <a:rect l="l" t="t" r="r" b="b"/>
            <a:pathLst>
              <a:path w="95" h="163" extrusionOk="0">
                <a:moveTo>
                  <a:pt x="0" y="163"/>
                </a:moveTo>
                <a:cubicBezTo>
                  <a:pt x="11" y="134"/>
                  <a:pt x="24" y="106"/>
                  <a:pt x="40" y="78"/>
                </a:cubicBezTo>
                <a:cubicBezTo>
                  <a:pt x="56" y="50"/>
                  <a:pt x="75" y="24"/>
                  <a:pt x="95" y="0"/>
                </a:cubicBezTo>
              </a:path>
            </a:pathLst>
          </a:custGeom>
          <a:noFill/>
          <a:ln w="49200" cap="rnd" cmpd="sng">
            <a:solidFill>
              <a:srgbClr val="231F2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5710237" y="1193800"/>
            <a:ext cx="779462" cy="33337"/>
          </a:xfrm>
          <a:custGeom>
            <a:avLst/>
            <a:gdLst/>
            <a:ahLst/>
            <a:cxnLst/>
            <a:rect l="l" t="t" r="r" b="b"/>
            <a:pathLst>
              <a:path w="189" h="8" extrusionOk="0">
                <a:moveTo>
                  <a:pt x="0" y="8"/>
                </a:moveTo>
                <a:cubicBezTo>
                  <a:pt x="31" y="3"/>
                  <a:pt x="62" y="0"/>
                  <a:pt x="94" y="0"/>
                </a:cubicBezTo>
                <a:cubicBezTo>
                  <a:pt x="126" y="0"/>
                  <a:pt x="158" y="3"/>
                  <a:pt x="189" y="8"/>
                </a:cubicBezTo>
              </a:path>
            </a:pathLst>
          </a:custGeom>
          <a:noFill/>
          <a:ln w="49200" cap="rnd" cmpd="sng">
            <a:solidFill>
              <a:srgbClr val="231F20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9444036" y="4887912"/>
            <a:ext cx="1266825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F</a:t>
            </a:r>
            <a:endParaRPr dirty="0"/>
          </a:p>
        </p:txBody>
      </p:sp>
      <p:sp>
        <p:nvSpPr>
          <p:cNvPr id="315" name="Google Shape;315;p18"/>
          <p:cNvSpPr txBox="1"/>
          <p:nvPr/>
        </p:nvSpPr>
        <p:spPr>
          <a:xfrm>
            <a:off x="9444036" y="2921000"/>
            <a:ext cx="1157289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E</a:t>
            </a:r>
            <a:endParaRPr dirty="0"/>
          </a:p>
        </p:txBody>
      </p:sp>
      <p:sp>
        <p:nvSpPr>
          <p:cNvPr id="316" name="Google Shape;316;p18"/>
          <p:cNvSpPr txBox="1"/>
          <p:nvPr/>
        </p:nvSpPr>
        <p:spPr>
          <a:xfrm>
            <a:off x="9444037" y="954087"/>
            <a:ext cx="1266824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D1DA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64D1D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D</a:t>
            </a:r>
            <a:endParaRPr dirty="0"/>
          </a:p>
        </p:txBody>
      </p:sp>
      <p:sp>
        <p:nvSpPr>
          <p:cNvPr id="317" name="Google Shape;317;p18"/>
          <p:cNvSpPr txBox="1"/>
          <p:nvPr/>
        </p:nvSpPr>
        <p:spPr>
          <a:xfrm>
            <a:off x="1844675" y="4887912"/>
            <a:ext cx="1320800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C</a:t>
            </a:r>
            <a:endParaRPr dirty="0"/>
          </a:p>
        </p:txBody>
      </p:sp>
      <p:sp>
        <p:nvSpPr>
          <p:cNvPr id="318" name="Google Shape;318;p18"/>
          <p:cNvSpPr txBox="1"/>
          <p:nvPr/>
        </p:nvSpPr>
        <p:spPr>
          <a:xfrm>
            <a:off x="1836737" y="2921000"/>
            <a:ext cx="1223963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B</a:t>
            </a:r>
            <a:endParaRPr dirty="0"/>
          </a:p>
        </p:txBody>
      </p:sp>
      <p:sp>
        <p:nvSpPr>
          <p:cNvPr id="319" name="Google Shape;319;p18"/>
          <p:cNvSpPr txBox="1"/>
          <p:nvPr/>
        </p:nvSpPr>
        <p:spPr>
          <a:xfrm>
            <a:off x="1844675" y="933450"/>
            <a:ext cx="1223963" cy="44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FF91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A</a:t>
            </a:r>
            <a:endParaRPr dirty="0"/>
          </a:p>
        </p:txBody>
      </p:sp>
      <p:sp>
        <p:nvSpPr>
          <p:cNvPr id="320" name="Google Shape;320;p18"/>
          <p:cNvSpPr/>
          <p:nvPr/>
        </p:nvSpPr>
        <p:spPr>
          <a:xfrm>
            <a:off x="514350" y="3246437"/>
            <a:ext cx="836612" cy="561975"/>
          </a:xfrm>
          <a:custGeom>
            <a:avLst/>
            <a:gdLst/>
            <a:ahLst/>
            <a:cxnLst/>
            <a:rect l="l" t="t" r="r" b="b"/>
            <a:pathLst>
              <a:path w="203" h="136" extrusionOk="0">
                <a:moveTo>
                  <a:pt x="162" y="13"/>
                </a:moveTo>
                <a:cubicBezTo>
                  <a:pt x="181" y="60"/>
                  <a:pt x="181" y="60"/>
                  <a:pt x="181" y="60"/>
                </a:cubicBezTo>
                <a:cubicBezTo>
                  <a:pt x="157" y="71"/>
                  <a:pt x="157" y="71"/>
                  <a:pt x="157" y="71"/>
                </a:cubicBezTo>
                <a:cubicBezTo>
                  <a:pt x="145" y="60"/>
                  <a:pt x="106" y="27"/>
                  <a:pt x="103" y="27"/>
                </a:cubicBezTo>
                <a:cubicBezTo>
                  <a:pt x="100" y="27"/>
                  <a:pt x="89" y="31"/>
                  <a:pt x="87" y="31"/>
                </a:cubicBezTo>
                <a:cubicBezTo>
                  <a:pt x="87" y="31"/>
                  <a:pt x="80" y="33"/>
                  <a:pt x="74" y="33"/>
                </a:cubicBezTo>
                <a:cubicBezTo>
                  <a:pt x="71" y="33"/>
                  <a:pt x="69" y="33"/>
                  <a:pt x="67" y="32"/>
                </a:cubicBezTo>
                <a:cubicBezTo>
                  <a:pt x="66" y="31"/>
                  <a:pt x="65" y="30"/>
                  <a:pt x="65" y="29"/>
                </a:cubicBezTo>
                <a:cubicBezTo>
                  <a:pt x="65" y="26"/>
                  <a:pt x="68" y="24"/>
                  <a:pt x="69" y="23"/>
                </a:cubicBezTo>
                <a:cubicBezTo>
                  <a:pt x="79" y="17"/>
                  <a:pt x="106" y="7"/>
                  <a:pt x="109" y="7"/>
                </a:cubicBezTo>
                <a:cubicBezTo>
                  <a:pt x="109" y="7"/>
                  <a:pt x="109" y="7"/>
                  <a:pt x="109" y="7"/>
                </a:cubicBezTo>
                <a:cubicBezTo>
                  <a:pt x="116" y="7"/>
                  <a:pt x="157" y="13"/>
                  <a:pt x="162" y="13"/>
                </a:cubicBezTo>
                <a:close/>
                <a:moveTo>
                  <a:pt x="178" y="0"/>
                </a:moveTo>
                <a:cubicBezTo>
                  <a:pt x="178" y="0"/>
                  <a:pt x="177" y="0"/>
                  <a:pt x="177" y="1"/>
                </a:cubicBezTo>
                <a:cubicBezTo>
                  <a:pt x="169" y="4"/>
                  <a:pt x="169" y="4"/>
                  <a:pt x="169" y="4"/>
                </a:cubicBezTo>
                <a:cubicBezTo>
                  <a:pt x="167" y="4"/>
                  <a:pt x="166" y="5"/>
                  <a:pt x="166" y="6"/>
                </a:cubicBezTo>
                <a:cubicBezTo>
                  <a:pt x="165" y="8"/>
                  <a:pt x="165" y="9"/>
                  <a:pt x="166" y="10"/>
                </a:cubicBezTo>
                <a:cubicBezTo>
                  <a:pt x="185" y="60"/>
                  <a:pt x="185" y="60"/>
                  <a:pt x="185" y="60"/>
                </a:cubicBezTo>
                <a:cubicBezTo>
                  <a:pt x="186" y="63"/>
                  <a:pt x="190" y="64"/>
                  <a:pt x="192" y="63"/>
                </a:cubicBezTo>
                <a:cubicBezTo>
                  <a:pt x="200" y="60"/>
                  <a:pt x="200" y="60"/>
                  <a:pt x="200" y="60"/>
                </a:cubicBezTo>
                <a:cubicBezTo>
                  <a:pt x="201" y="59"/>
                  <a:pt x="202" y="58"/>
                  <a:pt x="203" y="57"/>
                </a:cubicBezTo>
                <a:cubicBezTo>
                  <a:pt x="203" y="56"/>
                  <a:pt x="203" y="54"/>
                  <a:pt x="203" y="53"/>
                </a:cubicBezTo>
                <a:cubicBezTo>
                  <a:pt x="183" y="3"/>
                  <a:pt x="183" y="3"/>
                  <a:pt x="183" y="3"/>
                </a:cubicBezTo>
                <a:cubicBezTo>
                  <a:pt x="183" y="1"/>
                  <a:pt x="181" y="0"/>
                  <a:pt x="178" y="0"/>
                </a:cubicBezTo>
                <a:close/>
                <a:moveTo>
                  <a:pt x="0" y="68"/>
                </a:moveTo>
                <a:cubicBezTo>
                  <a:pt x="0" y="69"/>
                  <a:pt x="0" y="71"/>
                  <a:pt x="1" y="72"/>
                </a:cubicBezTo>
                <a:cubicBezTo>
                  <a:pt x="2" y="73"/>
                  <a:pt x="4" y="74"/>
                  <a:pt x="5" y="74"/>
                </a:cubicBezTo>
                <a:cubicBezTo>
                  <a:pt x="13" y="74"/>
                  <a:pt x="13" y="74"/>
                  <a:pt x="13" y="74"/>
                </a:cubicBezTo>
                <a:cubicBezTo>
                  <a:pt x="16" y="74"/>
                  <a:pt x="19" y="72"/>
                  <a:pt x="19" y="69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3" y="11"/>
                  <a:pt x="22" y="10"/>
                </a:cubicBezTo>
                <a:cubicBezTo>
                  <a:pt x="21" y="9"/>
                  <a:pt x="20" y="8"/>
                  <a:pt x="18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7" y="8"/>
                  <a:pt x="4" y="10"/>
                  <a:pt x="4" y="12"/>
                </a:cubicBezTo>
                <a:lnTo>
                  <a:pt x="0" y="68"/>
                </a:lnTo>
                <a:close/>
                <a:moveTo>
                  <a:pt x="84" y="117"/>
                </a:moveTo>
                <a:cubicBezTo>
                  <a:pt x="83" y="116"/>
                  <a:pt x="82" y="114"/>
                  <a:pt x="80" y="113"/>
                </a:cubicBezTo>
                <a:cubicBezTo>
                  <a:pt x="77" y="110"/>
                  <a:pt x="73" y="110"/>
                  <a:pt x="70" y="114"/>
                </a:cubicBezTo>
                <a:cubicBezTo>
                  <a:pt x="66" y="119"/>
                  <a:pt x="66" y="119"/>
                  <a:pt x="66" y="119"/>
                </a:cubicBezTo>
                <a:cubicBezTo>
                  <a:pt x="66" y="119"/>
                  <a:pt x="66" y="119"/>
                  <a:pt x="66" y="119"/>
                </a:cubicBezTo>
                <a:cubicBezTo>
                  <a:pt x="63" y="123"/>
                  <a:pt x="63" y="123"/>
                  <a:pt x="63" y="123"/>
                </a:cubicBezTo>
                <a:cubicBezTo>
                  <a:pt x="58" y="129"/>
                  <a:pt x="62" y="133"/>
                  <a:pt x="64" y="134"/>
                </a:cubicBezTo>
                <a:cubicBezTo>
                  <a:pt x="65" y="135"/>
                  <a:pt x="67" y="136"/>
                  <a:pt x="68" y="136"/>
                </a:cubicBezTo>
                <a:cubicBezTo>
                  <a:pt x="70" y="136"/>
                  <a:pt x="72" y="135"/>
                  <a:pt x="74" y="133"/>
                </a:cubicBezTo>
                <a:cubicBezTo>
                  <a:pt x="80" y="126"/>
                  <a:pt x="80" y="126"/>
                  <a:pt x="80" y="126"/>
                </a:cubicBezTo>
                <a:cubicBezTo>
                  <a:pt x="80" y="126"/>
                  <a:pt x="80" y="126"/>
                  <a:pt x="80" y="126"/>
                </a:cubicBezTo>
                <a:cubicBezTo>
                  <a:pt x="82" y="123"/>
                  <a:pt x="82" y="123"/>
                  <a:pt x="82" y="123"/>
                </a:cubicBezTo>
                <a:cubicBezTo>
                  <a:pt x="83" y="121"/>
                  <a:pt x="84" y="119"/>
                  <a:pt x="84" y="117"/>
                </a:cubicBezTo>
                <a:close/>
                <a:moveTo>
                  <a:pt x="44" y="114"/>
                </a:moveTo>
                <a:cubicBezTo>
                  <a:pt x="41" y="118"/>
                  <a:pt x="42" y="121"/>
                  <a:pt x="46" y="124"/>
                </a:cubicBezTo>
                <a:cubicBezTo>
                  <a:pt x="50" y="127"/>
                  <a:pt x="53" y="127"/>
                  <a:pt x="57" y="123"/>
                </a:cubicBezTo>
                <a:cubicBezTo>
                  <a:pt x="66" y="111"/>
                  <a:pt x="66" y="111"/>
                  <a:pt x="66" y="111"/>
                </a:cubicBezTo>
                <a:cubicBezTo>
                  <a:pt x="71" y="106"/>
                  <a:pt x="66" y="101"/>
                  <a:pt x="65" y="100"/>
                </a:cubicBezTo>
                <a:cubicBezTo>
                  <a:pt x="61" y="97"/>
                  <a:pt x="58" y="98"/>
                  <a:pt x="55" y="102"/>
                </a:cubicBezTo>
                <a:cubicBezTo>
                  <a:pt x="49" y="108"/>
                  <a:pt x="49" y="108"/>
                  <a:pt x="49" y="108"/>
                </a:cubicBezTo>
                <a:cubicBezTo>
                  <a:pt x="49" y="108"/>
                  <a:pt x="49" y="108"/>
                  <a:pt x="49" y="108"/>
                </a:cubicBezTo>
                <a:cubicBezTo>
                  <a:pt x="49" y="109"/>
                  <a:pt x="49" y="109"/>
                  <a:pt x="49" y="109"/>
                </a:cubicBezTo>
                <a:lnTo>
                  <a:pt x="44" y="114"/>
                </a:lnTo>
                <a:close/>
                <a:moveTo>
                  <a:pt x="30" y="100"/>
                </a:moveTo>
                <a:cubicBezTo>
                  <a:pt x="28" y="102"/>
                  <a:pt x="28" y="104"/>
                  <a:pt x="28" y="106"/>
                </a:cubicBezTo>
                <a:cubicBezTo>
                  <a:pt x="28" y="108"/>
                  <a:pt x="30" y="110"/>
                  <a:pt x="31" y="111"/>
                </a:cubicBezTo>
                <a:cubicBezTo>
                  <a:pt x="35" y="114"/>
                  <a:pt x="38" y="114"/>
                  <a:pt x="42" y="110"/>
                </a:cubicBezTo>
                <a:cubicBezTo>
                  <a:pt x="52" y="97"/>
                  <a:pt x="52" y="97"/>
                  <a:pt x="52" y="97"/>
                </a:cubicBezTo>
                <a:cubicBezTo>
                  <a:pt x="54" y="95"/>
                  <a:pt x="55" y="93"/>
                  <a:pt x="54" y="91"/>
                </a:cubicBezTo>
                <a:cubicBezTo>
                  <a:pt x="54" y="89"/>
                  <a:pt x="53" y="88"/>
                  <a:pt x="51" y="86"/>
                </a:cubicBezTo>
                <a:cubicBezTo>
                  <a:pt x="47" y="83"/>
                  <a:pt x="44" y="84"/>
                  <a:pt x="41" y="88"/>
                </a:cubicBezTo>
                <a:cubicBezTo>
                  <a:pt x="35" y="94"/>
                  <a:pt x="35" y="94"/>
                  <a:pt x="35" y="94"/>
                </a:cubicBezTo>
                <a:cubicBezTo>
                  <a:pt x="35" y="94"/>
                  <a:pt x="35" y="94"/>
                  <a:pt x="35" y="94"/>
                </a:cubicBezTo>
                <a:cubicBezTo>
                  <a:pt x="35" y="95"/>
                  <a:pt x="35" y="95"/>
                  <a:pt x="35" y="95"/>
                </a:cubicBezTo>
                <a:lnTo>
                  <a:pt x="30" y="100"/>
                </a:lnTo>
                <a:close/>
                <a:moveTo>
                  <a:pt x="28" y="96"/>
                </a:moveTo>
                <a:cubicBezTo>
                  <a:pt x="38" y="83"/>
                  <a:pt x="38" y="83"/>
                  <a:pt x="38" y="83"/>
                </a:cubicBezTo>
                <a:cubicBezTo>
                  <a:pt x="43" y="78"/>
                  <a:pt x="38" y="73"/>
                  <a:pt x="37" y="72"/>
                </a:cubicBezTo>
                <a:cubicBezTo>
                  <a:pt x="33" y="69"/>
                  <a:pt x="30" y="70"/>
                  <a:pt x="27" y="74"/>
                </a:cubicBezTo>
                <a:cubicBezTo>
                  <a:pt x="23" y="78"/>
                  <a:pt x="23" y="78"/>
                  <a:pt x="23" y="78"/>
                </a:cubicBezTo>
                <a:cubicBezTo>
                  <a:pt x="23" y="78"/>
                  <a:pt x="23" y="78"/>
                  <a:pt x="23" y="78"/>
                </a:cubicBezTo>
                <a:cubicBezTo>
                  <a:pt x="23" y="79"/>
                  <a:pt x="23" y="79"/>
                  <a:pt x="23" y="79"/>
                </a:cubicBezTo>
                <a:cubicBezTo>
                  <a:pt x="18" y="84"/>
                  <a:pt x="18" y="84"/>
                  <a:pt x="18" y="84"/>
                </a:cubicBezTo>
                <a:cubicBezTo>
                  <a:pt x="16" y="86"/>
                  <a:pt x="15" y="88"/>
                  <a:pt x="15" y="90"/>
                </a:cubicBezTo>
                <a:cubicBezTo>
                  <a:pt x="16" y="92"/>
                  <a:pt x="17" y="94"/>
                  <a:pt x="18" y="94"/>
                </a:cubicBezTo>
                <a:cubicBezTo>
                  <a:pt x="20" y="96"/>
                  <a:pt x="22" y="97"/>
                  <a:pt x="24" y="97"/>
                </a:cubicBezTo>
                <a:cubicBezTo>
                  <a:pt x="25" y="97"/>
                  <a:pt x="26" y="97"/>
                  <a:pt x="28" y="96"/>
                </a:cubicBezTo>
                <a:close/>
                <a:moveTo>
                  <a:pt x="154" y="85"/>
                </a:moveTo>
                <a:cubicBezTo>
                  <a:pt x="156" y="82"/>
                  <a:pt x="158" y="78"/>
                  <a:pt x="153" y="74"/>
                </a:cubicBezTo>
                <a:cubicBezTo>
                  <a:pt x="149" y="70"/>
                  <a:pt x="149" y="70"/>
                  <a:pt x="149" y="70"/>
                </a:cubicBezTo>
                <a:cubicBezTo>
                  <a:pt x="130" y="54"/>
                  <a:pt x="108" y="35"/>
                  <a:pt x="103" y="32"/>
                </a:cubicBezTo>
                <a:cubicBezTo>
                  <a:pt x="100" y="32"/>
                  <a:pt x="94" y="34"/>
                  <a:pt x="89" y="36"/>
                </a:cubicBezTo>
                <a:cubicBezTo>
                  <a:pt x="89" y="36"/>
                  <a:pt x="89" y="36"/>
                  <a:pt x="89" y="36"/>
                </a:cubicBezTo>
                <a:cubicBezTo>
                  <a:pt x="88" y="36"/>
                  <a:pt x="81" y="38"/>
                  <a:pt x="74" y="38"/>
                </a:cubicBezTo>
                <a:cubicBezTo>
                  <a:pt x="70" y="38"/>
                  <a:pt x="67" y="38"/>
                  <a:pt x="64" y="36"/>
                </a:cubicBezTo>
                <a:cubicBezTo>
                  <a:pt x="60" y="33"/>
                  <a:pt x="60" y="30"/>
                  <a:pt x="60" y="28"/>
                </a:cubicBezTo>
                <a:cubicBezTo>
                  <a:pt x="60" y="24"/>
                  <a:pt x="64" y="20"/>
                  <a:pt x="66" y="19"/>
                </a:cubicBezTo>
                <a:cubicBezTo>
                  <a:pt x="28" y="14"/>
                  <a:pt x="28" y="14"/>
                  <a:pt x="28" y="14"/>
                </a:cubicBezTo>
                <a:cubicBezTo>
                  <a:pt x="24" y="70"/>
                  <a:pt x="24" y="70"/>
                  <a:pt x="24" y="70"/>
                </a:cubicBezTo>
                <a:cubicBezTo>
                  <a:pt x="27" y="66"/>
                  <a:pt x="30" y="66"/>
                  <a:pt x="32" y="66"/>
                </a:cubicBezTo>
                <a:cubicBezTo>
                  <a:pt x="35" y="66"/>
                  <a:pt x="38" y="67"/>
                  <a:pt x="40" y="69"/>
                </a:cubicBezTo>
                <a:cubicBezTo>
                  <a:pt x="44" y="72"/>
                  <a:pt x="45" y="76"/>
                  <a:pt x="45" y="80"/>
                </a:cubicBezTo>
                <a:cubicBezTo>
                  <a:pt x="48" y="79"/>
                  <a:pt x="51" y="80"/>
                  <a:pt x="54" y="83"/>
                </a:cubicBezTo>
                <a:cubicBezTo>
                  <a:pt x="58" y="86"/>
                  <a:pt x="59" y="90"/>
                  <a:pt x="59" y="94"/>
                </a:cubicBezTo>
                <a:cubicBezTo>
                  <a:pt x="62" y="93"/>
                  <a:pt x="65" y="94"/>
                  <a:pt x="68" y="97"/>
                </a:cubicBezTo>
                <a:cubicBezTo>
                  <a:pt x="71" y="99"/>
                  <a:pt x="73" y="103"/>
                  <a:pt x="73" y="106"/>
                </a:cubicBezTo>
                <a:cubicBezTo>
                  <a:pt x="77" y="105"/>
                  <a:pt x="80" y="106"/>
                  <a:pt x="83" y="109"/>
                </a:cubicBezTo>
                <a:cubicBezTo>
                  <a:pt x="88" y="113"/>
                  <a:pt x="89" y="118"/>
                  <a:pt x="88" y="122"/>
                </a:cubicBezTo>
                <a:cubicBezTo>
                  <a:pt x="91" y="125"/>
                  <a:pt x="91" y="125"/>
                  <a:pt x="91" y="125"/>
                </a:cubicBezTo>
                <a:cubicBezTo>
                  <a:pt x="91" y="125"/>
                  <a:pt x="92" y="126"/>
                  <a:pt x="92" y="126"/>
                </a:cubicBezTo>
                <a:cubicBezTo>
                  <a:pt x="92" y="126"/>
                  <a:pt x="92" y="126"/>
                  <a:pt x="92" y="126"/>
                </a:cubicBezTo>
                <a:cubicBezTo>
                  <a:pt x="93" y="127"/>
                  <a:pt x="95" y="127"/>
                  <a:pt x="96" y="127"/>
                </a:cubicBezTo>
                <a:cubicBezTo>
                  <a:pt x="98" y="127"/>
                  <a:pt x="100" y="126"/>
                  <a:pt x="101" y="124"/>
                </a:cubicBezTo>
                <a:cubicBezTo>
                  <a:pt x="104" y="121"/>
                  <a:pt x="105" y="119"/>
                  <a:pt x="102" y="116"/>
                </a:cubicBezTo>
                <a:cubicBezTo>
                  <a:pt x="102" y="116"/>
                  <a:pt x="102" y="116"/>
                  <a:pt x="102" y="116"/>
                </a:cubicBezTo>
                <a:cubicBezTo>
                  <a:pt x="85" y="101"/>
                  <a:pt x="85" y="101"/>
                  <a:pt x="85" y="101"/>
                </a:cubicBezTo>
                <a:cubicBezTo>
                  <a:pt x="84" y="101"/>
                  <a:pt x="84" y="100"/>
                  <a:pt x="84" y="99"/>
                </a:cubicBezTo>
                <a:cubicBezTo>
                  <a:pt x="84" y="99"/>
                  <a:pt x="84" y="98"/>
                  <a:pt x="84" y="97"/>
                </a:cubicBezTo>
                <a:cubicBezTo>
                  <a:pt x="85" y="96"/>
                  <a:pt x="87" y="96"/>
                  <a:pt x="88" y="97"/>
                </a:cubicBezTo>
                <a:cubicBezTo>
                  <a:pt x="111" y="116"/>
                  <a:pt x="111" y="116"/>
                  <a:pt x="111" y="116"/>
                </a:cubicBezTo>
                <a:cubicBezTo>
                  <a:pt x="112" y="117"/>
                  <a:pt x="113" y="117"/>
                  <a:pt x="115" y="117"/>
                </a:cubicBezTo>
                <a:cubicBezTo>
                  <a:pt x="117" y="117"/>
                  <a:pt x="119" y="116"/>
                  <a:pt x="121" y="114"/>
                </a:cubicBezTo>
                <a:cubicBezTo>
                  <a:pt x="122" y="112"/>
                  <a:pt x="123" y="110"/>
                  <a:pt x="123" y="109"/>
                </a:cubicBezTo>
                <a:cubicBezTo>
                  <a:pt x="122" y="107"/>
                  <a:pt x="121" y="105"/>
                  <a:pt x="119" y="103"/>
                </a:cubicBezTo>
                <a:cubicBezTo>
                  <a:pt x="117" y="101"/>
                  <a:pt x="117" y="101"/>
                  <a:pt x="117" y="101"/>
                </a:cubicBezTo>
                <a:cubicBezTo>
                  <a:pt x="117" y="101"/>
                  <a:pt x="117" y="101"/>
                  <a:pt x="117" y="101"/>
                </a:cubicBezTo>
                <a:cubicBezTo>
                  <a:pt x="104" y="91"/>
                  <a:pt x="104" y="91"/>
                  <a:pt x="104" y="91"/>
                </a:cubicBezTo>
                <a:cubicBezTo>
                  <a:pt x="103" y="90"/>
                  <a:pt x="103" y="90"/>
                  <a:pt x="103" y="89"/>
                </a:cubicBezTo>
                <a:cubicBezTo>
                  <a:pt x="103" y="88"/>
                  <a:pt x="103" y="87"/>
                  <a:pt x="104" y="87"/>
                </a:cubicBezTo>
                <a:cubicBezTo>
                  <a:pt x="105" y="86"/>
                  <a:pt x="106" y="86"/>
                  <a:pt x="108" y="87"/>
                </a:cubicBezTo>
                <a:cubicBezTo>
                  <a:pt x="128" y="103"/>
                  <a:pt x="128" y="103"/>
                  <a:pt x="128" y="103"/>
                </a:cubicBezTo>
                <a:cubicBezTo>
                  <a:pt x="130" y="104"/>
                  <a:pt x="131" y="105"/>
                  <a:pt x="133" y="105"/>
                </a:cubicBezTo>
                <a:cubicBezTo>
                  <a:pt x="135" y="105"/>
                  <a:pt x="138" y="104"/>
                  <a:pt x="140" y="101"/>
                </a:cubicBezTo>
                <a:cubicBezTo>
                  <a:pt x="141" y="99"/>
                  <a:pt x="142" y="98"/>
                  <a:pt x="142" y="96"/>
                </a:cubicBezTo>
                <a:cubicBezTo>
                  <a:pt x="142" y="94"/>
                  <a:pt x="141" y="92"/>
                  <a:pt x="138" y="90"/>
                </a:cubicBezTo>
                <a:cubicBezTo>
                  <a:pt x="132" y="86"/>
                  <a:pt x="132" y="86"/>
                  <a:pt x="132" y="86"/>
                </a:cubicBezTo>
                <a:cubicBezTo>
                  <a:pt x="132" y="86"/>
                  <a:pt x="132" y="86"/>
                  <a:pt x="132" y="86"/>
                </a:cubicBezTo>
                <a:cubicBezTo>
                  <a:pt x="122" y="77"/>
                  <a:pt x="122" y="77"/>
                  <a:pt x="122" y="77"/>
                </a:cubicBezTo>
                <a:cubicBezTo>
                  <a:pt x="121" y="76"/>
                  <a:pt x="120" y="74"/>
                  <a:pt x="121" y="73"/>
                </a:cubicBezTo>
                <a:cubicBezTo>
                  <a:pt x="122" y="72"/>
                  <a:pt x="124" y="72"/>
                  <a:pt x="125" y="73"/>
                </a:cubicBezTo>
                <a:cubicBezTo>
                  <a:pt x="143" y="87"/>
                  <a:pt x="143" y="87"/>
                  <a:pt x="143" y="87"/>
                </a:cubicBezTo>
                <a:cubicBezTo>
                  <a:pt x="146" y="90"/>
                  <a:pt x="151" y="89"/>
                  <a:pt x="154" y="85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8"/>
          <p:cNvSpPr/>
          <p:nvPr/>
        </p:nvSpPr>
        <p:spPr>
          <a:xfrm>
            <a:off x="10841037" y="1235075"/>
            <a:ext cx="749300" cy="627062"/>
          </a:xfrm>
          <a:custGeom>
            <a:avLst/>
            <a:gdLst/>
            <a:ahLst/>
            <a:cxnLst/>
            <a:rect l="l" t="t" r="r" b="b"/>
            <a:pathLst>
              <a:path w="182" h="152" extrusionOk="0">
                <a:moveTo>
                  <a:pt x="24" y="124"/>
                </a:moveTo>
                <a:cubicBezTo>
                  <a:pt x="24" y="83"/>
                  <a:pt x="24" y="83"/>
                  <a:pt x="24" y="83"/>
                </a:cubicBezTo>
                <a:cubicBezTo>
                  <a:pt x="24" y="79"/>
                  <a:pt x="27" y="77"/>
                  <a:pt x="30" y="77"/>
                </a:cubicBezTo>
                <a:cubicBezTo>
                  <a:pt x="40" y="77"/>
                  <a:pt x="40" y="77"/>
                  <a:pt x="40" y="77"/>
                </a:cubicBezTo>
                <a:cubicBezTo>
                  <a:pt x="44" y="77"/>
                  <a:pt x="46" y="79"/>
                  <a:pt x="46" y="83"/>
                </a:cubicBezTo>
                <a:cubicBezTo>
                  <a:pt x="46" y="124"/>
                  <a:pt x="46" y="124"/>
                  <a:pt x="46" y="124"/>
                </a:cubicBezTo>
                <a:cubicBezTo>
                  <a:pt x="46" y="127"/>
                  <a:pt x="44" y="130"/>
                  <a:pt x="40" y="130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27" y="130"/>
                  <a:pt x="24" y="127"/>
                  <a:pt x="24" y="124"/>
                </a:cubicBezTo>
                <a:close/>
                <a:moveTo>
                  <a:pt x="67" y="62"/>
                </a:moveTo>
                <a:cubicBezTo>
                  <a:pt x="63" y="62"/>
                  <a:pt x="61" y="65"/>
                  <a:pt x="61" y="68"/>
                </a:cubicBezTo>
                <a:cubicBezTo>
                  <a:pt x="61" y="124"/>
                  <a:pt x="61" y="124"/>
                  <a:pt x="61" y="124"/>
                </a:cubicBezTo>
                <a:cubicBezTo>
                  <a:pt x="61" y="127"/>
                  <a:pt x="63" y="130"/>
                  <a:pt x="67" y="130"/>
                </a:cubicBezTo>
                <a:cubicBezTo>
                  <a:pt x="77" y="130"/>
                  <a:pt x="77" y="130"/>
                  <a:pt x="77" y="130"/>
                </a:cubicBezTo>
                <a:cubicBezTo>
                  <a:pt x="80" y="130"/>
                  <a:pt x="83" y="127"/>
                  <a:pt x="83" y="124"/>
                </a:cubicBezTo>
                <a:cubicBezTo>
                  <a:pt x="83" y="68"/>
                  <a:pt x="83" y="68"/>
                  <a:pt x="83" y="68"/>
                </a:cubicBezTo>
                <a:cubicBezTo>
                  <a:pt x="83" y="65"/>
                  <a:pt x="80" y="62"/>
                  <a:pt x="77" y="62"/>
                </a:cubicBezTo>
                <a:lnTo>
                  <a:pt x="67" y="62"/>
                </a:lnTo>
                <a:close/>
                <a:moveTo>
                  <a:pt x="103" y="50"/>
                </a:moveTo>
                <a:cubicBezTo>
                  <a:pt x="100" y="50"/>
                  <a:pt x="97" y="52"/>
                  <a:pt x="97" y="55"/>
                </a:cubicBezTo>
                <a:cubicBezTo>
                  <a:pt x="97" y="124"/>
                  <a:pt x="97" y="124"/>
                  <a:pt x="97" y="124"/>
                </a:cubicBezTo>
                <a:cubicBezTo>
                  <a:pt x="97" y="127"/>
                  <a:pt x="100" y="130"/>
                  <a:pt x="103" y="130"/>
                </a:cubicBezTo>
                <a:cubicBezTo>
                  <a:pt x="113" y="130"/>
                  <a:pt x="113" y="130"/>
                  <a:pt x="113" y="130"/>
                </a:cubicBezTo>
                <a:cubicBezTo>
                  <a:pt x="116" y="130"/>
                  <a:pt x="119" y="127"/>
                  <a:pt x="119" y="124"/>
                </a:cubicBezTo>
                <a:cubicBezTo>
                  <a:pt x="119" y="55"/>
                  <a:pt x="119" y="55"/>
                  <a:pt x="119" y="55"/>
                </a:cubicBezTo>
                <a:cubicBezTo>
                  <a:pt x="119" y="52"/>
                  <a:pt x="116" y="50"/>
                  <a:pt x="113" y="50"/>
                </a:cubicBezTo>
                <a:lnTo>
                  <a:pt x="103" y="50"/>
                </a:lnTo>
                <a:close/>
                <a:moveTo>
                  <a:pt x="139" y="37"/>
                </a:moveTo>
                <a:cubicBezTo>
                  <a:pt x="136" y="37"/>
                  <a:pt x="133" y="39"/>
                  <a:pt x="133" y="43"/>
                </a:cubicBezTo>
                <a:cubicBezTo>
                  <a:pt x="133" y="124"/>
                  <a:pt x="133" y="124"/>
                  <a:pt x="133" y="124"/>
                </a:cubicBezTo>
                <a:cubicBezTo>
                  <a:pt x="133" y="127"/>
                  <a:pt x="136" y="130"/>
                  <a:pt x="139" y="130"/>
                </a:cubicBezTo>
                <a:cubicBezTo>
                  <a:pt x="149" y="130"/>
                  <a:pt x="149" y="130"/>
                  <a:pt x="149" y="130"/>
                </a:cubicBezTo>
                <a:cubicBezTo>
                  <a:pt x="153" y="130"/>
                  <a:pt x="155" y="127"/>
                  <a:pt x="155" y="124"/>
                </a:cubicBezTo>
                <a:cubicBezTo>
                  <a:pt x="155" y="43"/>
                  <a:pt x="155" y="43"/>
                  <a:pt x="155" y="43"/>
                </a:cubicBezTo>
                <a:cubicBezTo>
                  <a:pt x="155" y="39"/>
                  <a:pt x="153" y="37"/>
                  <a:pt x="149" y="37"/>
                </a:cubicBezTo>
                <a:lnTo>
                  <a:pt x="139" y="37"/>
                </a:lnTo>
                <a:close/>
                <a:moveTo>
                  <a:pt x="27" y="61"/>
                </a:moveTo>
                <a:cubicBezTo>
                  <a:pt x="66" y="54"/>
                  <a:pt x="102" y="40"/>
                  <a:pt x="135" y="20"/>
                </a:cubicBezTo>
                <a:cubicBezTo>
                  <a:pt x="138" y="26"/>
                  <a:pt x="138" y="26"/>
                  <a:pt x="138" y="26"/>
                </a:cubicBezTo>
                <a:cubicBezTo>
                  <a:pt x="149" y="8"/>
                  <a:pt x="149" y="8"/>
                  <a:pt x="149" y="8"/>
                </a:cubicBezTo>
                <a:cubicBezTo>
                  <a:pt x="128" y="7"/>
                  <a:pt x="128" y="7"/>
                  <a:pt x="128" y="7"/>
                </a:cubicBezTo>
                <a:cubicBezTo>
                  <a:pt x="131" y="13"/>
                  <a:pt x="131" y="13"/>
                  <a:pt x="131" y="13"/>
                </a:cubicBezTo>
                <a:cubicBezTo>
                  <a:pt x="99" y="32"/>
                  <a:pt x="64" y="46"/>
                  <a:pt x="26" y="53"/>
                </a:cubicBezTo>
                <a:lnTo>
                  <a:pt x="27" y="61"/>
                </a:lnTo>
                <a:close/>
                <a:moveTo>
                  <a:pt x="182" y="141"/>
                </a:moveTo>
                <a:cubicBezTo>
                  <a:pt x="163" y="130"/>
                  <a:pt x="163" y="130"/>
                  <a:pt x="163" y="130"/>
                </a:cubicBezTo>
                <a:cubicBezTo>
                  <a:pt x="163" y="137"/>
                  <a:pt x="163" y="137"/>
                  <a:pt x="163" y="137"/>
                </a:cubicBezTo>
                <a:cubicBezTo>
                  <a:pt x="15" y="137"/>
                  <a:pt x="15" y="137"/>
                  <a:pt x="15" y="137"/>
                </a:cubicBezTo>
                <a:cubicBezTo>
                  <a:pt x="15" y="18"/>
                  <a:pt x="15" y="18"/>
                  <a:pt x="15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11" y="0"/>
                  <a:pt x="11" y="0"/>
                  <a:pt x="11" y="0"/>
                </a:cubicBezTo>
                <a:cubicBezTo>
                  <a:pt x="0" y="18"/>
                  <a:pt x="0" y="18"/>
                  <a:pt x="0" y="18"/>
                </a:cubicBezTo>
                <a:cubicBezTo>
                  <a:pt x="7" y="18"/>
                  <a:pt x="7" y="18"/>
                  <a:pt x="7" y="18"/>
                </a:cubicBezTo>
                <a:cubicBezTo>
                  <a:pt x="7" y="137"/>
                  <a:pt x="7" y="137"/>
                  <a:pt x="7" y="137"/>
                </a:cubicBezTo>
                <a:cubicBezTo>
                  <a:pt x="7" y="141"/>
                  <a:pt x="7" y="141"/>
                  <a:pt x="7" y="141"/>
                </a:cubicBezTo>
                <a:cubicBezTo>
                  <a:pt x="7" y="145"/>
                  <a:pt x="7" y="145"/>
                  <a:pt x="7" y="145"/>
                </a:cubicBezTo>
                <a:cubicBezTo>
                  <a:pt x="163" y="145"/>
                  <a:pt x="163" y="145"/>
                  <a:pt x="163" y="145"/>
                </a:cubicBezTo>
                <a:cubicBezTo>
                  <a:pt x="163" y="152"/>
                  <a:pt x="163" y="152"/>
                  <a:pt x="163" y="152"/>
                </a:cubicBezTo>
                <a:lnTo>
                  <a:pt x="182" y="141"/>
                </a:ln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8"/>
          <p:cNvSpPr/>
          <p:nvPr/>
        </p:nvSpPr>
        <p:spPr>
          <a:xfrm>
            <a:off x="10769600" y="5241925"/>
            <a:ext cx="1047750" cy="544512"/>
          </a:xfrm>
          <a:custGeom>
            <a:avLst/>
            <a:gdLst/>
            <a:ahLst/>
            <a:cxnLst/>
            <a:rect l="l" t="t" r="r" b="b"/>
            <a:pathLst>
              <a:path w="254" h="132" extrusionOk="0">
                <a:moveTo>
                  <a:pt x="183" y="125"/>
                </a:moveTo>
                <a:cubicBezTo>
                  <a:pt x="180" y="126"/>
                  <a:pt x="176" y="128"/>
                  <a:pt x="172" y="129"/>
                </a:cubicBezTo>
                <a:cubicBezTo>
                  <a:pt x="159" y="132"/>
                  <a:pt x="146" y="132"/>
                  <a:pt x="130" y="132"/>
                </a:cubicBezTo>
                <a:cubicBezTo>
                  <a:pt x="114" y="132"/>
                  <a:pt x="101" y="132"/>
                  <a:pt x="88" y="129"/>
                </a:cubicBezTo>
                <a:cubicBezTo>
                  <a:pt x="84" y="128"/>
                  <a:pt x="81" y="126"/>
                  <a:pt x="77" y="125"/>
                </a:cubicBezTo>
                <a:cubicBezTo>
                  <a:pt x="66" y="119"/>
                  <a:pt x="66" y="111"/>
                  <a:pt x="72" y="104"/>
                </a:cubicBezTo>
                <a:cubicBezTo>
                  <a:pt x="79" y="98"/>
                  <a:pt x="87" y="93"/>
                  <a:pt x="96" y="89"/>
                </a:cubicBezTo>
                <a:cubicBezTo>
                  <a:pt x="99" y="87"/>
                  <a:pt x="103" y="86"/>
                  <a:pt x="107" y="84"/>
                </a:cubicBezTo>
                <a:cubicBezTo>
                  <a:pt x="115" y="81"/>
                  <a:pt x="117" y="74"/>
                  <a:pt x="111" y="69"/>
                </a:cubicBezTo>
                <a:cubicBezTo>
                  <a:pt x="100" y="57"/>
                  <a:pt x="96" y="44"/>
                  <a:pt x="97" y="29"/>
                </a:cubicBezTo>
                <a:cubicBezTo>
                  <a:pt x="97" y="13"/>
                  <a:pt x="106" y="5"/>
                  <a:pt x="121" y="2"/>
                </a:cubicBezTo>
                <a:cubicBezTo>
                  <a:pt x="124" y="1"/>
                  <a:pt x="127" y="0"/>
                  <a:pt x="130" y="0"/>
                </a:cubicBezTo>
                <a:cubicBezTo>
                  <a:pt x="133" y="0"/>
                  <a:pt x="136" y="1"/>
                  <a:pt x="139" y="2"/>
                </a:cubicBezTo>
                <a:cubicBezTo>
                  <a:pt x="154" y="5"/>
                  <a:pt x="163" y="13"/>
                  <a:pt x="163" y="29"/>
                </a:cubicBezTo>
                <a:cubicBezTo>
                  <a:pt x="164" y="44"/>
                  <a:pt x="160" y="58"/>
                  <a:pt x="149" y="69"/>
                </a:cubicBezTo>
                <a:cubicBezTo>
                  <a:pt x="143" y="74"/>
                  <a:pt x="145" y="81"/>
                  <a:pt x="153" y="84"/>
                </a:cubicBezTo>
                <a:cubicBezTo>
                  <a:pt x="157" y="86"/>
                  <a:pt x="161" y="87"/>
                  <a:pt x="164" y="89"/>
                </a:cubicBezTo>
                <a:cubicBezTo>
                  <a:pt x="173" y="93"/>
                  <a:pt x="181" y="98"/>
                  <a:pt x="188" y="104"/>
                </a:cubicBezTo>
                <a:cubicBezTo>
                  <a:pt x="192" y="109"/>
                  <a:pt x="194" y="119"/>
                  <a:pt x="183" y="125"/>
                </a:cubicBezTo>
                <a:close/>
                <a:moveTo>
                  <a:pt x="249" y="113"/>
                </a:moveTo>
                <a:cubicBezTo>
                  <a:pt x="245" y="108"/>
                  <a:pt x="239" y="105"/>
                  <a:pt x="233" y="102"/>
                </a:cubicBezTo>
                <a:cubicBezTo>
                  <a:pt x="230" y="101"/>
                  <a:pt x="228" y="100"/>
                  <a:pt x="225" y="99"/>
                </a:cubicBezTo>
                <a:cubicBezTo>
                  <a:pt x="220" y="97"/>
                  <a:pt x="218" y="92"/>
                  <a:pt x="222" y="88"/>
                </a:cubicBezTo>
                <a:cubicBezTo>
                  <a:pt x="230" y="80"/>
                  <a:pt x="233" y="71"/>
                  <a:pt x="232" y="61"/>
                </a:cubicBezTo>
                <a:cubicBezTo>
                  <a:pt x="232" y="50"/>
                  <a:pt x="226" y="44"/>
                  <a:pt x="216" y="41"/>
                </a:cubicBezTo>
                <a:cubicBezTo>
                  <a:pt x="213" y="41"/>
                  <a:pt x="211" y="41"/>
                  <a:pt x="209" y="41"/>
                </a:cubicBezTo>
                <a:cubicBezTo>
                  <a:pt x="207" y="41"/>
                  <a:pt x="205" y="41"/>
                  <a:pt x="203" y="41"/>
                </a:cubicBezTo>
                <a:cubicBezTo>
                  <a:pt x="193" y="44"/>
                  <a:pt x="186" y="50"/>
                  <a:pt x="186" y="61"/>
                </a:cubicBezTo>
                <a:cubicBezTo>
                  <a:pt x="186" y="71"/>
                  <a:pt x="188" y="80"/>
                  <a:pt x="196" y="88"/>
                </a:cubicBezTo>
                <a:cubicBezTo>
                  <a:pt x="200" y="92"/>
                  <a:pt x="198" y="97"/>
                  <a:pt x="193" y="99"/>
                </a:cubicBezTo>
                <a:cubicBezTo>
                  <a:pt x="193" y="99"/>
                  <a:pt x="193" y="99"/>
                  <a:pt x="193" y="99"/>
                </a:cubicBezTo>
                <a:cubicBezTo>
                  <a:pt x="194" y="100"/>
                  <a:pt x="194" y="101"/>
                  <a:pt x="195" y="101"/>
                </a:cubicBezTo>
                <a:cubicBezTo>
                  <a:pt x="199" y="105"/>
                  <a:pt x="200" y="111"/>
                  <a:pt x="199" y="116"/>
                </a:cubicBezTo>
                <a:cubicBezTo>
                  <a:pt x="198" y="121"/>
                  <a:pt x="195" y="126"/>
                  <a:pt x="189" y="129"/>
                </a:cubicBezTo>
                <a:cubicBezTo>
                  <a:pt x="188" y="129"/>
                  <a:pt x="186" y="130"/>
                  <a:pt x="184" y="131"/>
                </a:cubicBezTo>
                <a:cubicBezTo>
                  <a:pt x="192" y="132"/>
                  <a:pt x="200" y="132"/>
                  <a:pt x="209" y="132"/>
                </a:cubicBezTo>
                <a:cubicBezTo>
                  <a:pt x="220" y="132"/>
                  <a:pt x="229" y="132"/>
                  <a:pt x="238" y="130"/>
                </a:cubicBezTo>
                <a:cubicBezTo>
                  <a:pt x="241" y="129"/>
                  <a:pt x="244" y="128"/>
                  <a:pt x="246" y="127"/>
                </a:cubicBezTo>
                <a:cubicBezTo>
                  <a:pt x="254" y="123"/>
                  <a:pt x="252" y="116"/>
                  <a:pt x="249" y="113"/>
                </a:cubicBezTo>
                <a:close/>
                <a:moveTo>
                  <a:pt x="60" y="116"/>
                </a:moveTo>
                <a:cubicBezTo>
                  <a:pt x="59" y="111"/>
                  <a:pt x="61" y="105"/>
                  <a:pt x="65" y="101"/>
                </a:cubicBezTo>
                <a:cubicBezTo>
                  <a:pt x="67" y="100"/>
                  <a:pt x="68" y="98"/>
                  <a:pt x="70" y="97"/>
                </a:cubicBezTo>
                <a:cubicBezTo>
                  <a:pt x="69" y="96"/>
                  <a:pt x="68" y="96"/>
                  <a:pt x="67" y="95"/>
                </a:cubicBezTo>
                <a:cubicBezTo>
                  <a:pt x="61" y="93"/>
                  <a:pt x="60" y="87"/>
                  <a:pt x="64" y="83"/>
                </a:cubicBezTo>
                <a:cubicBezTo>
                  <a:pt x="72" y="75"/>
                  <a:pt x="76" y="64"/>
                  <a:pt x="75" y="53"/>
                </a:cubicBezTo>
                <a:cubicBezTo>
                  <a:pt x="75" y="41"/>
                  <a:pt x="68" y="34"/>
                  <a:pt x="56" y="32"/>
                </a:cubicBezTo>
                <a:cubicBezTo>
                  <a:pt x="54" y="31"/>
                  <a:pt x="52" y="31"/>
                  <a:pt x="49" y="31"/>
                </a:cubicBezTo>
                <a:cubicBezTo>
                  <a:pt x="47" y="31"/>
                  <a:pt x="45" y="31"/>
                  <a:pt x="42" y="32"/>
                </a:cubicBezTo>
                <a:cubicBezTo>
                  <a:pt x="31" y="34"/>
                  <a:pt x="24" y="41"/>
                  <a:pt x="24" y="53"/>
                </a:cubicBezTo>
                <a:cubicBezTo>
                  <a:pt x="23" y="64"/>
                  <a:pt x="26" y="75"/>
                  <a:pt x="35" y="83"/>
                </a:cubicBezTo>
                <a:cubicBezTo>
                  <a:pt x="39" y="87"/>
                  <a:pt x="38" y="93"/>
                  <a:pt x="32" y="95"/>
                </a:cubicBezTo>
                <a:cubicBezTo>
                  <a:pt x="29" y="97"/>
                  <a:pt x="26" y="98"/>
                  <a:pt x="23" y="99"/>
                </a:cubicBezTo>
                <a:cubicBezTo>
                  <a:pt x="16" y="102"/>
                  <a:pt x="10" y="106"/>
                  <a:pt x="5" y="111"/>
                </a:cubicBezTo>
                <a:cubicBezTo>
                  <a:pt x="0" y="116"/>
                  <a:pt x="0" y="122"/>
                  <a:pt x="9" y="126"/>
                </a:cubicBezTo>
                <a:cubicBezTo>
                  <a:pt x="11" y="128"/>
                  <a:pt x="14" y="129"/>
                  <a:pt x="17" y="129"/>
                </a:cubicBezTo>
                <a:cubicBezTo>
                  <a:pt x="27" y="132"/>
                  <a:pt x="37" y="132"/>
                  <a:pt x="49" y="132"/>
                </a:cubicBezTo>
                <a:cubicBezTo>
                  <a:pt x="59" y="132"/>
                  <a:pt x="68" y="132"/>
                  <a:pt x="76" y="131"/>
                </a:cubicBezTo>
                <a:cubicBezTo>
                  <a:pt x="74" y="130"/>
                  <a:pt x="72" y="129"/>
                  <a:pt x="71" y="129"/>
                </a:cubicBezTo>
                <a:cubicBezTo>
                  <a:pt x="65" y="126"/>
                  <a:pt x="61" y="121"/>
                  <a:pt x="60" y="116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8"/>
          <p:cNvSpPr/>
          <p:nvPr/>
        </p:nvSpPr>
        <p:spPr>
          <a:xfrm>
            <a:off x="638175" y="5119687"/>
            <a:ext cx="666750" cy="666750"/>
          </a:xfrm>
          <a:custGeom>
            <a:avLst/>
            <a:gdLst/>
            <a:ahLst/>
            <a:cxnLst/>
            <a:rect l="l" t="t" r="r" b="b"/>
            <a:pathLst>
              <a:path w="162" h="162" extrusionOk="0">
                <a:moveTo>
                  <a:pt x="76" y="86"/>
                </a:moveTo>
                <a:cubicBezTo>
                  <a:pt x="153" y="86"/>
                  <a:pt x="153" y="86"/>
                  <a:pt x="153" y="86"/>
                </a:cubicBezTo>
                <a:cubicBezTo>
                  <a:pt x="153" y="128"/>
                  <a:pt x="119" y="162"/>
                  <a:pt x="76" y="162"/>
                </a:cubicBezTo>
                <a:cubicBezTo>
                  <a:pt x="34" y="162"/>
                  <a:pt x="0" y="128"/>
                  <a:pt x="0" y="86"/>
                </a:cubicBezTo>
                <a:cubicBezTo>
                  <a:pt x="0" y="43"/>
                  <a:pt x="34" y="9"/>
                  <a:pt x="76" y="9"/>
                </a:cubicBezTo>
                <a:lnTo>
                  <a:pt x="76" y="86"/>
                </a:lnTo>
                <a:close/>
                <a:moveTo>
                  <a:pt x="86" y="0"/>
                </a:moveTo>
                <a:cubicBezTo>
                  <a:pt x="86" y="76"/>
                  <a:pt x="86" y="76"/>
                  <a:pt x="86" y="76"/>
                </a:cubicBezTo>
                <a:cubicBezTo>
                  <a:pt x="162" y="76"/>
                  <a:pt x="162" y="76"/>
                  <a:pt x="162" y="76"/>
                </a:cubicBezTo>
                <a:cubicBezTo>
                  <a:pt x="162" y="34"/>
                  <a:pt x="128" y="0"/>
                  <a:pt x="86" y="0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8"/>
          <p:cNvSpPr/>
          <p:nvPr/>
        </p:nvSpPr>
        <p:spPr>
          <a:xfrm>
            <a:off x="10914062" y="3065462"/>
            <a:ext cx="508000" cy="750887"/>
          </a:xfrm>
          <a:custGeom>
            <a:avLst/>
            <a:gdLst/>
            <a:ahLst/>
            <a:cxnLst/>
            <a:rect l="l" t="t" r="r" b="b"/>
            <a:pathLst>
              <a:path w="123" h="182" extrusionOk="0">
                <a:moveTo>
                  <a:pt x="123" y="122"/>
                </a:moveTo>
                <a:cubicBezTo>
                  <a:pt x="123" y="103"/>
                  <a:pt x="108" y="89"/>
                  <a:pt x="80" y="83"/>
                </a:cubicBezTo>
                <a:cubicBezTo>
                  <a:pt x="77" y="82"/>
                  <a:pt x="60" y="78"/>
                  <a:pt x="57" y="77"/>
                </a:cubicBezTo>
                <a:cubicBezTo>
                  <a:pt x="34" y="71"/>
                  <a:pt x="25" y="67"/>
                  <a:pt x="25" y="58"/>
                </a:cubicBezTo>
                <a:cubicBezTo>
                  <a:pt x="25" y="50"/>
                  <a:pt x="34" y="41"/>
                  <a:pt x="60" y="41"/>
                </a:cubicBezTo>
                <a:cubicBezTo>
                  <a:pt x="77" y="41"/>
                  <a:pt x="94" y="53"/>
                  <a:pt x="95" y="54"/>
                </a:cubicBezTo>
                <a:cubicBezTo>
                  <a:pt x="98" y="55"/>
                  <a:pt x="99" y="56"/>
                  <a:pt x="101" y="56"/>
                </a:cubicBezTo>
                <a:cubicBezTo>
                  <a:pt x="102" y="56"/>
                  <a:pt x="104" y="56"/>
                  <a:pt x="107" y="53"/>
                </a:cubicBezTo>
                <a:cubicBezTo>
                  <a:pt x="109" y="51"/>
                  <a:pt x="113" y="47"/>
                  <a:pt x="113" y="44"/>
                </a:cubicBezTo>
                <a:cubicBezTo>
                  <a:pt x="113" y="38"/>
                  <a:pt x="96" y="26"/>
                  <a:pt x="74" y="22"/>
                </a:cubicBezTo>
                <a:cubicBezTo>
                  <a:pt x="72" y="21"/>
                  <a:pt x="72" y="21"/>
                  <a:pt x="72" y="21"/>
                </a:cubicBezTo>
                <a:cubicBezTo>
                  <a:pt x="72" y="4"/>
                  <a:pt x="72" y="4"/>
                  <a:pt x="72" y="4"/>
                </a:cubicBezTo>
                <a:cubicBezTo>
                  <a:pt x="72" y="2"/>
                  <a:pt x="69" y="0"/>
                  <a:pt x="66" y="0"/>
                </a:cubicBezTo>
                <a:cubicBezTo>
                  <a:pt x="57" y="0"/>
                  <a:pt x="57" y="0"/>
                  <a:pt x="57" y="0"/>
                </a:cubicBezTo>
                <a:cubicBezTo>
                  <a:pt x="54" y="0"/>
                  <a:pt x="51" y="2"/>
                  <a:pt x="51" y="4"/>
                </a:cubicBezTo>
                <a:cubicBezTo>
                  <a:pt x="51" y="20"/>
                  <a:pt x="51" y="20"/>
                  <a:pt x="51" y="20"/>
                </a:cubicBezTo>
                <a:cubicBezTo>
                  <a:pt x="48" y="21"/>
                  <a:pt x="48" y="21"/>
                  <a:pt x="48" y="21"/>
                </a:cubicBezTo>
                <a:cubicBezTo>
                  <a:pt x="19" y="24"/>
                  <a:pt x="0" y="38"/>
                  <a:pt x="0" y="59"/>
                </a:cubicBezTo>
                <a:cubicBezTo>
                  <a:pt x="0" y="81"/>
                  <a:pt x="22" y="90"/>
                  <a:pt x="46" y="96"/>
                </a:cubicBezTo>
                <a:cubicBezTo>
                  <a:pt x="49" y="97"/>
                  <a:pt x="70" y="102"/>
                  <a:pt x="73" y="103"/>
                </a:cubicBezTo>
                <a:cubicBezTo>
                  <a:pt x="95" y="108"/>
                  <a:pt x="98" y="117"/>
                  <a:pt x="98" y="122"/>
                </a:cubicBezTo>
                <a:cubicBezTo>
                  <a:pt x="98" y="128"/>
                  <a:pt x="95" y="141"/>
                  <a:pt x="63" y="141"/>
                </a:cubicBezTo>
                <a:cubicBezTo>
                  <a:pt x="46" y="141"/>
                  <a:pt x="23" y="127"/>
                  <a:pt x="22" y="126"/>
                </a:cubicBezTo>
                <a:cubicBezTo>
                  <a:pt x="17" y="123"/>
                  <a:pt x="13" y="124"/>
                  <a:pt x="8" y="129"/>
                </a:cubicBezTo>
                <a:cubicBezTo>
                  <a:pt x="8" y="129"/>
                  <a:pt x="5" y="133"/>
                  <a:pt x="5" y="138"/>
                </a:cubicBezTo>
                <a:cubicBezTo>
                  <a:pt x="5" y="144"/>
                  <a:pt x="26" y="155"/>
                  <a:pt x="49" y="160"/>
                </a:cubicBezTo>
                <a:cubicBezTo>
                  <a:pt x="51" y="160"/>
                  <a:pt x="51" y="160"/>
                  <a:pt x="51" y="160"/>
                </a:cubicBezTo>
                <a:cubicBezTo>
                  <a:pt x="51" y="178"/>
                  <a:pt x="51" y="178"/>
                  <a:pt x="51" y="178"/>
                </a:cubicBezTo>
                <a:cubicBezTo>
                  <a:pt x="51" y="180"/>
                  <a:pt x="54" y="182"/>
                  <a:pt x="57" y="182"/>
                </a:cubicBezTo>
                <a:cubicBezTo>
                  <a:pt x="66" y="182"/>
                  <a:pt x="66" y="182"/>
                  <a:pt x="66" y="182"/>
                </a:cubicBezTo>
                <a:cubicBezTo>
                  <a:pt x="69" y="182"/>
                  <a:pt x="72" y="180"/>
                  <a:pt x="72" y="178"/>
                </a:cubicBezTo>
                <a:cubicBezTo>
                  <a:pt x="72" y="161"/>
                  <a:pt x="72" y="161"/>
                  <a:pt x="72" y="161"/>
                </a:cubicBezTo>
                <a:cubicBezTo>
                  <a:pt x="74" y="161"/>
                  <a:pt x="74" y="161"/>
                  <a:pt x="74" y="161"/>
                </a:cubicBezTo>
                <a:cubicBezTo>
                  <a:pt x="110" y="157"/>
                  <a:pt x="123" y="138"/>
                  <a:pt x="123" y="122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8"/>
          <p:cNvSpPr/>
          <p:nvPr/>
        </p:nvSpPr>
        <p:spPr>
          <a:xfrm>
            <a:off x="633412" y="1036637"/>
            <a:ext cx="671512" cy="795337"/>
          </a:xfrm>
          <a:custGeom>
            <a:avLst/>
            <a:gdLst/>
            <a:ahLst/>
            <a:cxnLst/>
            <a:rect l="l" t="t" r="r" b="b"/>
            <a:pathLst>
              <a:path w="163" h="193" extrusionOk="0">
                <a:moveTo>
                  <a:pt x="109" y="186"/>
                </a:moveTo>
                <a:cubicBezTo>
                  <a:pt x="109" y="190"/>
                  <a:pt x="106" y="193"/>
                  <a:pt x="102" y="193"/>
                </a:cubicBezTo>
                <a:cubicBezTo>
                  <a:pt x="62" y="193"/>
                  <a:pt x="62" y="193"/>
                  <a:pt x="62" y="193"/>
                </a:cubicBezTo>
                <a:cubicBezTo>
                  <a:pt x="58" y="193"/>
                  <a:pt x="55" y="190"/>
                  <a:pt x="55" y="186"/>
                </a:cubicBezTo>
                <a:cubicBezTo>
                  <a:pt x="55" y="186"/>
                  <a:pt x="55" y="186"/>
                  <a:pt x="55" y="186"/>
                </a:cubicBezTo>
                <a:cubicBezTo>
                  <a:pt x="55" y="183"/>
                  <a:pt x="58" y="180"/>
                  <a:pt x="62" y="180"/>
                </a:cubicBezTo>
                <a:cubicBezTo>
                  <a:pt x="102" y="180"/>
                  <a:pt x="102" y="180"/>
                  <a:pt x="102" y="180"/>
                </a:cubicBezTo>
                <a:cubicBezTo>
                  <a:pt x="106" y="180"/>
                  <a:pt x="109" y="183"/>
                  <a:pt x="109" y="186"/>
                </a:cubicBezTo>
                <a:close/>
                <a:moveTo>
                  <a:pt x="109" y="169"/>
                </a:moveTo>
                <a:cubicBezTo>
                  <a:pt x="109" y="165"/>
                  <a:pt x="106" y="162"/>
                  <a:pt x="102" y="162"/>
                </a:cubicBezTo>
                <a:cubicBezTo>
                  <a:pt x="62" y="162"/>
                  <a:pt x="62" y="162"/>
                  <a:pt x="62" y="162"/>
                </a:cubicBezTo>
                <a:cubicBezTo>
                  <a:pt x="58" y="162"/>
                  <a:pt x="55" y="165"/>
                  <a:pt x="55" y="169"/>
                </a:cubicBezTo>
                <a:cubicBezTo>
                  <a:pt x="55" y="169"/>
                  <a:pt x="55" y="169"/>
                  <a:pt x="55" y="169"/>
                </a:cubicBezTo>
                <a:cubicBezTo>
                  <a:pt x="55" y="173"/>
                  <a:pt x="58" y="176"/>
                  <a:pt x="62" y="176"/>
                </a:cubicBezTo>
                <a:cubicBezTo>
                  <a:pt x="102" y="176"/>
                  <a:pt x="102" y="176"/>
                  <a:pt x="102" y="176"/>
                </a:cubicBezTo>
                <a:cubicBezTo>
                  <a:pt x="106" y="176"/>
                  <a:pt x="109" y="173"/>
                  <a:pt x="109" y="169"/>
                </a:cubicBezTo>
                <a:close/>
                <a:moveTo>
                  <a:pt x="88" y="95"/>
                </a:moveTo>
                <a:cubicBezTo>
                  <a:pt x="80" y="95"/>
                  <a:pt x="80" y="95"/>
                  <a:pt x="80" y="95"/>
                </a:cubicBezTo>
                <a:cubicBezTo>
                  <a:pt x="76" y="95"/>
                  <a:pt x="76" y="95"/>
                  <a:pt x="76" y="95"/>
                </a:cubicBezTo>
                <a:cubicBezTo>
                  <a:pt x="76" y="158"/>
                  <a:pt x="76" y="158"/>
                  <a:pt x="76" y="158"/>
                </a:cubicBezTo>
                <a:cubicBezTo>
                  <a:pt x="78" y="158"/>
                  <a:pt x="80" y="158"/>
                  <a:pt x="82" y="158"/>
                </a:cubicBezTo>
                <a:cubicBezTo>
                  <a:pt x="82" y="158"/>
                  <a:pt x="82" y="158"/>
                  <a:pt x="82" y="158"/>
                </a:cubicBezTo>
                <a:cubicBezTo>
                  <a:pt x="82" y="158"/>
                  <a:pt x="82" y="158"/>
                  <a:pt x="82" y="158"/>
                </a:cubicBezTo>
                <a:cubicBezTo>
                  <a:pt x="82" y="158"/>
                  <a:pt x="82" y="158"/>
                  <a:pt x="82" y="158"/>
                </a:cubicBezTo>
                <a:cubicBezTo>
                  <a:pt x="82" y="158"/>
                  <a:pt x="82" y="158"/>
                  <a:pt x="82" y="158"/>
                </a:cubicBezTo>
                <a:cubicBezTo>
                  <a:pt x="84" y="158"/>
                  <a:pt x="86" y="158"/>
                  <a:pt x="88" y="158"/>
                </a:cubicBezTo>
                <a:lnTo>
                  <a:pt x="88" y="95"/>
                </a:lnTo>
                <a:close/>
                <a:moveTo>
                  <a:pt x="59" y="69"/>
                </a:moveTo>
                <a:cubicBezTo>
                  <a:pt x="54" y="69"/>
                  <a:pt x="50" y="74"/>
                  <a:pt x="50" y="79"/>
                </a:cubicBezTo>
                <a:cubicBezTo>
                  <a:pt x="50" y="84"/>
                  <a:pt x="54" y="89"/>
                  <a:pt x="59" y="89"/>
                </a:cubicBezTo>
                <a:cubicBezTo>
                  <a:pt x="69" y="89"/>
                  <a:pt x="69" y="89"/>
                  <a:pt x="69" y="89"/>
                </a:cubicBezTo>
                <a:cubicBezTo>
                  <a:pt x="69" y="79"/>
                  <a:pt x="69" y="79"/>
                  <a:pt x="69" y="79"/>
                </a:cubicBezTo>
                <a:cubicBezTo>
                  <a:pt x="69" y="74"/>
                  <a:pt x="65" y="69"/>
                  <a:pt x="59" y="69"/>
                </a:cubicBezTo>
                <a:close/>
                <a:moveTo>
                  <a:pt x="114" y="79"/>
                </a:moveTo>
                <a:cubicBezTo>
                  <a:pt x="114" y="74"/>
                  <a:pt x="110" y="69"/>
                  <a:pt x="104" y="69"/>
                </a:cubicBezTo>
                <a:cubicBezTo>
                  <a:pt x="99" y="69"/>
                  <a:pt x="95" y="74"/>
                  <a:pt x="95" y="79"/>
                </a:cubicBezTo>
                <a:cubicBezTo>
                  <a:pt x="95" y="89"/>
                  <a:pt x="95" y="89"/>
                  <a:pt x="95" y="89"/>
                </a:cubicBezTo>
                <a:cubicBezTo>
                  <a:pt x="104" y="89"/>
                  <a:pt x="104" y="89"/>
                  <a:pt x="104" y="89"/>
                </a:cubicBezTo>
                <a:cubicBezTo>
                  <a:pt x="110" y="89"/>
                  <a:pt x="114" y="84"/>
                  <a:pt x="114" y="79"/>
                </a:cubicBezTo>
                <a:close/>
                <a:moveTo>
                  <a:pt x="136" y="61"/>
                </a:moveTo>
                <a:cubicBezTo>
                  <a:pt x="131" y="44"/>
                  <a:pt x="111" y="25"/>
                  <a:pt x="82" y="25"/>
                </a:cubicBezTo>
                <a:cubicBezTo>
                  <a:pt x="53" y="25"/>
                  <a:pt x="33" y="44"/>
                  <a:pt x="28" y="61"/>
                </a:cubicBezTo>
                <a:cubicBezTo>
                  <a:pt x="25" y="74"/>
                  <a:pt x="28" y="87"/>
                  <a:pt x="34" y="99"/>
                </a:cubicBezTo>
                <a:cubicBezTo>
                  <a:pt x="40" y="110"/>
                  <a:pt x="46" y="119"/>
                  <a:pt x="51" y="130"/>
                </a:cubicBezTo>
                <a:cubicBezTo>
                  <a:pt x="53" y="136"/>
                  <a:pt x="54" y="145"/>
                  <a:pt x="56" y="151"/>
                </a:cubicBezTo>
                <a:cubicBezTo>
                  <a:pt x="57" y="156"/>
                  <a:pt x="59" y="158"/>
                  <a:pt x="65" y="158"/>
                </a:cubicBezTo>
                <a:cubicBezTo>
                  <a:pt x="67" y="158"/>
                  <a:pt x="68" y="158"/>
                  <a:pt x="69" y="158"/>
                </a:cubicBezTo>
                <a:cubicBezTo>
                  <a:pt x="69" y="95"/>
                  <a:pt x="69" y="95"/>
                  <a:pt x="69" y="95"/>
                </a:cubicBezTo>
                <a:cubicBezTo>
                  <a:pt x="59" y="95"/>
                  <a:pt x="59" y="95"/>
                  <a:pt x="59" y="95"/>
                </a:cubicBezTo>
                <a:cubicBezTo>
                  <a:pt x="55" y="95"/>
                  <a:pt x="51" y="93"/>
                  <a:pt x="48" y="90"/>
                </a:cubicBezTo>
                <a:cubicBezTo>
                  <a:pt x="45" y="87"/>
                  <a:pt x="43" y="83"/>
                  <a:pt x="43" y="79"/>
                </a:cubicBezTo>
                <a:cubicBezTo>
                  <a:pt x="43" y="75"/>
                  <a:pt x="45" y="71"/>
                  <a:pt x="48" y="68"/>
                </a:cubicBezTo>
                <a:cubicBezTo>
                  <a:pt x="51" y="65"/>
                  <a:pt x="55" y="63"/>
                  <a:pt x="59" y="63"/>
                </a:cubicBezTo>
                <a:cubicBezTo>
                  <a:pt x="68" y="63"/>
                  <a:pt x="75" y="70"/>
                  <a:pt x="76" y="79"/>
                </a:cubicBezTo>
                <a:cubicBezTo>
                  <a:pt x="76" y="79"/>
                  <a:pt x="76" y="79"/>
                  <a:pt x="76" y="79"/>
                </a:cubicBezTo>
                <a:cubicBezTo>
                  <a:pt x="76" y="89"/>
                  <a:pt x="76" y="89"/>
                  <a:pt x="76" y="89"/>
                </a:cubicBezTo>
                <a:cubicBezTo>
                  <a:pt x="80" y="89"/>
                  <a:pt x="80" y="89"/>
                  <a:pt x="80" y="89"/>
                </a:cubicBezTo>
                <a:cubicBezTo>
                  <a:pt x="88" y="89"/>
                  <a:pt x="88" y="89"/>
                  <a:pt x="88" y="89"/>
                </a:cubicBezTo>
                <a:cubicBezTo>
                  <a:pt x="88" y="79"/>
                  <a:pt x="88" y="79"/>
                  <a:pt x="88" y="79"/>
                </a:cubicBezTo>
                <a:cubicBezTo>
                  <a:pt x="88" y="79"/>
                  <a:pt x="88" y="79"/>
                  <a:pt x="88" y="79"/>
                </a:cubicBezTo>
                <a:cubicBezTo>
                  <a:pt x="88" y="75"/>
                  <a:pt x="90" y="71"/>
                  <a:pt x="93" y="68"/>
                </a:cubicBezTo>
                <a:cubicBezTo>
                  <a:pt x="96" y="65"/>
                  <a:pt x="100" y="63"/>
                  <a:pt x="104" y="63"/>
                </a:cubicBezTo>
                <a:cubicBezTo>
                  <a:pt x="109" y="63"/>
                  <a:pt x="113" y="65"/>
                  <a:pt x="116" y="68"/>
                </a:cubicBezTo>
                <a:cubicBezTo>
                  <a:pt x="119" y="71"/>
                  <a:pt x="120" y="75"/>
                  <a:pt x="120" y="79"/>
                </a:cubicBezTo>
                <a:cubicBezTo>
                  <a:pt x="120" y="83"/>
                  <a:pt x="119" y="87"/>
                  <a:pt x="116" y="90"/>
                </a:cubicBezTo>
                <a:cubicBezTo>
                  <a:pt x="113" y="93"/>
                  <a:pt x="109" y="95"/>
                  <a:pt x="104" y="95"/>
                </a:cubicBezTo>
                <a:cubicBezTo>
                  <a:pt x="95" y="95"/>
                  <a:pt x="95" y="95"/>
                  <a:pt x="95" y="95"/>
                </a:cubicBezTo>
                <a:cubicBezTo>
                  <a:pt x="95" y="158"/>
                  <a:pt x="95" y="158"/>
                  <a:pt x="95" y="158"/>
                </a:cubicBezTo>
                <a:cubicBezTo>
                  <a:pt x="96" y="158"/>
                  <a:pt x="97" y="158"/>
                  <a:pt x="99" y="158"/>
                </a:cubicBezTo>
                <a:cubicBezTo>
                  <a:pt x="105" y="158"/>
                  <a:pt x="107" y="156"/>
                  <a:pt x="108" y="151"/>
                </a:cubicBezTo>
                <a:cubicBezTo>
                  <a:pt x="109" y="145"/>
                  <a:pt x="110" y="136"/>
                  <a:pt x="113" y="130"/>
                </a:cubicBezTo>
                <a:cubicBezTo>
                  <a:pt x="118" y="119"/>
                  <a:pt x="124" y="110"/>
                  <a:pt x="130" y="99"/>
                </a:cubicBezTo>
                <a:cubicBezTo>
                  <a:pt x="136" y="87"/>
                  <a:pt x="139" y="74"/>
                  <a:pt x="136" y="61"/>
                </a:cubicBezTo>
                <a:close/>
                <a:moveTo>
                  <a:pt x="88" y="5"/>
                </a:moveTo>
                <a:cubicBezTo>
                  <a:pt x="88" y="2"/>
                  <a:pt x="85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79" y="0"/>
                  <a:pt x="76" y="2"/>
                  <a:pt x="76" y="5"/>
                </a:cubicBezTo>
                <a:cubicBezTo>
                  <a:pt x="76" y="16"/>
                  <a:pt x="76" y="16"/>
                  <a:pt x="76" y="16"/>
                </a:cubicBezTo>
                <a:cubicBezTo>
                  <a:pt x="76" y="20"/>
                  <a:pt x="79" y="22"/>
                  <a:pt x="82" y="22"/>
                </a:cubicBezTo>
                <a:cubicBezTo>
                  <a:pt x="82" y="22"/>
                  <a:pt x="82" y="22"/>
                  <a:pt x="82" y="22"/>
                </a:cubicBezTo>
                <a:cubicBezTo>
                  <a:pt x="85" y="22"/>
                  <a:pt x="88" y="20"/>
                  <a:pt x="88" y="16"/>
                </a:cubicBezTo>
                <a:lnTo>
                  <a:pt x="88" y="5"/>
                </a:lnTo>
                <a:close/>
                <a:moveTo>
                  <a:pt x="121" y="15"/>
                </a:moveTo>
                <a:cubicBezTo>
                  <a:pt x="122" y="12"/>
                  <a:pt x="121" y="9"/>
                  <a:pt x="118" y="7"/>
                </a:cubicBezTo>
                <a:cubicBezTo>
                  <a:pt x="118" y="7"/>
                  <a:pt x="118" y="7"/>
                  <a:pt x="118" y="7"/>
                </a:cubicBezTo>
                <a:cubicBezTo>
                  <a:pt x="115" y="6"/>
                  <a:pt x="112" y="7"/>
                  <a:pt x="110" y="9"/>
                </a:cubicBezTo>
                <a:cubicBezTo>
                  <a:pt x="105" y="19"/>
                  <a:pt x="105" y="19"/>
                  <a:pt x="105" y="19"/>
                </a:cubicBezTo>
                <a:cubicBezTo>
                  <a:pt x="103" y="22"/>
                  <a:pt x="104" y="25"/>
                  <a:pt x="107" y="27"/>
                </a:cubicBezTo>
                <a:cubicBezTo>
                  <a:pt x="107" y="27"/>
                  <a:pt x="107" y="27"/>
                  <a:pt x="107" y="27"/>
                </a:cubicBezTo>
                <a:cubicBezTo>
                  <a:pt x="110" y="29"/>
                  <a:pt x="114" y="28"/>
                  <a:pt x="115" y="25"/>
                </a:cubicBezTo>
                <a:lnTo>
                  <a:pt x="121" y="15"/>
                </a:lnTo>
                <a:close/>
                <a:moveTo>
                  <a:pt x="145" y="34"/>
                </a:moveTo>
                <a:cubicBezTo>
                  <a:pt x="147" y="32"/>
                  <a:pt x="147" y="28"/>
                  <a:pt x="145" y="26"/>
                </a:cubicBezTo>
                <a:cubicBezTo>
                  <a:pt x="145" y="26"/>
                  <a:pt x="145" y="26"/>
                  <a:pt x="145" y="26"/>
                </a:cubicBezTo>
                <a:cubicBezTo>
                  <a:pt x="143" y="23"/>
                  <a:pt x="139" y="23"/>
                  <a:pt x="137" y="25"/>
                </a:cubicBezTo>
                <a:cubicBezTo>
                  <a:pt x="129" y="33"/>
                  <a:pt x="129" y="33"/>
                  <a:pt x="129" y="33"/>
                </a:cubicBezTo>
                <a:cubicBezTo>
                  <a:pt x="126" y="35"/>
                  <a:pt x="126" y="38"/>
                  <a:pt x="128" y="41"/>
                </a:cubicBezTo>
                <a:cubicBezTo>
                  <a:pt x="128" y="41"/>
                  <a:pt x="128" y="41"/>
                  <a:pt x="128" y="41"/>
                </a:cubicBezTo>
                <a:cubicBezTo>
                  <a:pt x="130" y="43"/>
                  <a:pt x="134" y="43"/>
                  <a:pt x="136" y="41"/>
                </a:cubicBezTo>
                <a:lnTo>
                  <a:pt x="145" y="34"/>
                </a:lnTo>
                <a:close/>
                <a:moveTo>
                  <a:pt x="157" y="63"/>
                </a:moveTo>
                <a:cubicBezTo>
                  <a:pt x="161" y="62"/>
                  <a:pt x="163" y="59"/>
                  <a:pt x="162" y="56"/>
                </a:cubicBezTo>
                <a:cubicBezTo>
                  <a:pt x="162" y="56"/>
                  <a:pt x="162" y="56"/>
                  <a:pt x="162" y="56"/>
                </a:cubicBezTo>
                <a:cubicBezTo>
                  <a:pt x="161" y="53"/>
                  <a:pt x="158" y="51"/>
                  <a:pt x="155" y="51"/>
                </a:cubicBezTo>
                <a:cubicBezTo>
                  <a:pt x="145" y="53"/>
                  <a:pt x="145" y="53"/>
                  <a:pt x="145" y="53"/>
                </a:cubicBezTo>
                <a:cubicBezTo>
                  <a:pt x="141" y="54"/>
                  <a:pt x="139" y="57"/>
                  <a:pt x="140" y="60"/>
                </a:cubicBezTo>
                <a:cubicBezTo>
                  <a:pt x="140" y="60"/>
                  <a:pt x="140" y="60"/>
                  <a:pt x="140" y="60"/>
                </a:cubicBezTo>
                <a:cubicBezTo>
                  <a:pt x="140" y="63"/>
                  <a:pt x="143" y="66"/>
                  <a:pt x="147" y="65"/>
                </a:cubicBezTo>
                <a:lnTo>
                  <a:pt x="157" y="63"/>
                </a:lnTo>
                <a:close/>
                <a:moveTo>
                  <a:pt x="155" y="95"/>
                </a:moveTo>
                <a:cubicBezTo>
                  <a:pt x="158" y="95"/>
                  <a:pt x="161" y="93"/>
                  <a:pt x="162" y="90"/>
                </a:cubicBezTo>
                <a:cubicBezTo>
                  <a:pt x="162" y="90"/>
                  <a:pt x="162" y="90"/>
                  <a:pt x="162" y="90"/>
                </a:cubicBezTo>
                <a:cubicBezTo>
                  <a:pt x="162" y="87"/>
                  <a:pt x="160" y="84"/>
                  <a:pt x="157" y="83"/>
                </a:cubicBezTo>
                <a:cubicBezTo>
                  <a:pt x="146" y="81"/>
                  <a:pt x="146" y="81"/>
                  <a:pt x="146" y="81"/>
                </a:cubicBezTo>
                <a:cubicBezTo>
                  <a:pt x="143" y="80"/>
                  <a:pt x="140" y="82"/>
                  <a:pt x="139" y="85"/>
                </a:cubicBezTo>
                <a:cubicBezTo>
                  <a:pt x="139" y="85"/>
                  <a:pt x="139" y="85"/>
                  <a:pt x="139" y="85"/>
                </a:cubicBezTo>
                <a:cubicBezTo>
                  <a:pt x="139" y="89"/>
                  <a:pt x="141" y="92"/>
                  <a:pt x="144" y="92"/>
                </a:cubicBezTo>
                <a:lnTo>
                  <a:pt x="155" y="95"/>
                </a:lnTo>
                <a:close/>
                <a:moveTo>
                  <a:pt x="48" y="25"/>
                </a:moveTo>
                <a:cubicBezTo>
                  <a:pt x="49" y="28"/>
                  <a:pt x="53" y="29"/>
                  <a:pt x="56" y="27"/>
                </a:cubicBezTo>
                <a:cubicBezTo>
                  <a:pt x="56" y="27"/>
                  <a:pt x="56" y="27"/>
                  <a:pt x="56" y="27"/>
                </a:cubicBezTo>
                <a:cubicBezTo>
                  <a:pt x="59" y="25"/>
                  <a:pt x="60" y="22"/>
                  <a:pt x="58" y="19"/>
                </a:cubicBezTo>
                <a:cubicBezTo>
                  <a:pt x="53" y="9"/>
                  <a:pt x="53" y="9"/>
                  <a:pt x="53" y="9"/>
                </a:cubicBezTo>
                <a:cubicBezTo>
                  <a:pt x="51" y="7"/>
                  <a:pt x="48" y="6"/>
                  <a:pt x="45" y="7"/>
                </a:cubicBezTo>
                <a:cubicBezTo>
                  <a:pt x="45" y="7"/>
                  <a:pt x="45" y="7"/>
                  <a:pt x="45" y="7"/>
                </a:cubicBezTo>
                <a:cubicBezTo>
                  <a:pt x="42" y="9"/>
                  <a:pt x="41" y="12"/>
                  <a:pt x="43" y="15"/>
                </a:cubicBezTo>
                <a:lnTo>
                  <a:pt x="48" y="25"/>
                </a:lnTo>
                <a:close/>
                <a:moveTo>
                  <a:pt x="27" y="41"/>
                </a:moveTo>
                <a:cubicBezTo>
                  <a:pt x="29" y="43"/>
                  <a:pt x="33" y="43"/>
                  <a:pt x="35" y="41"/>
                </a:cubicBezTo>
                <a:cubicBezTo>
                  <a:pt x="35" y="41"/>
                  <a:pt x="35" y="41"/>
                  <a:pt x="35" y="41"/>
                </a:cubicBezTo>
                <a:cubicBezTo>
                  <a:pt x="37" y="38"/>
                  <a:pt x="37" y="35"/>
                  <a:pt x="34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4" y="23"/>
                  <a:pt x="20" y="23"/>
                  <a:pt x="18" y="26"/>
                </a:cubicBezTo>
                <a:cubicBezTo>
                  <a:pt x="18" y="26"/>
                  <a:pt x="18" y="26"/>
                  <a:pt x="18" y="26"/>
                </a:cubicBezTo>
                <a:cubicBezTo>
                  <a:pt x="16" y="28"/>
                  <a:pt x="16" y="32"/>
                  <a:pt x="18" y="34"/>
                </a:cubicBezTo>
                <a:lnTo>
                  <a:pt x="27" y="41"/>
                </a:lnTo>
                <a:close/>
                <a:moveTo>
                  <a:pt x="16" y="65"/>
                </a:moveTo>
                <a:cubicBezTo>
                  <a:pt x="20" y="66"/>
                  <a:pt x="23" y="63"/>
                  <a:pt x="23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4" y="57"/>
                  <a:pt x="22" y="54"/>
                  <a:pt x="19" y="53"/>
                </a:cubicBezTo>
                <a:cubicBezTo>
                  <a:pt x="8" y="51"/>
                  <a:pt x="8" y="51"/>
                  <a:pt x="8" y="51"/>
                </a:cubicBezTo>
                <a:cubicBezTo>
                  <a:pt x="5" y="51"/>
                  <a:pt x="2" y="53"/>
                  <a:pt x="1" y="56"/>
                </a:cubicBezTo>
                <a:cubicBezTo>
                  <a:pt x="1" y="56"/>
                  <a:pt x="1" y="56"/>
                  <a:pt x="1" y="56"/>
                </a:cubicBezTo>
                <a:cubicBezTo>
                  <a:pt x="0" y="59"/>
                  <a:pt x="3" y="62"/>
                  <a:pt x="6" y="63"/>
                </a:cubicBezTo>
                <a:lnTo>
                  <a:pt x="16" y="65"/>
                </a:lnTo>
                <a:close/>
                <a:moveTo>
                  <a:pt x="19" y="92"/>
                </a:moveTo>
                <a:cubicBezTo>
                  <a:pt x="22" y="92"/>
                  <a:pt x="24" y="89"/>
                  <a:pt x="24" y="85"/>
                </a:cubicBezTo>
                <a:cubicBezTo>
                  <a:pt x="24" y="85"/>
                  <a:pt x="24" y="85"/>
                  <a:pt x="24" y="85"/>
                </a:cubicBezTo>
                <a:cubicBezTo>
                  <a:pt x="23" y="82"/>
                  <a:pt x="20" y="80"/>
                  <a:pt x="17" y="81"/>
                </a:cubicBezTo>
                <a:cubicBezTo>
                  <a:pt x="6" y="83"/>
                  <a:pt x="6" y="83"/>
                  <a:pt x="6" y="83"/>
                </a:cubicBezTo>
                <a:cubicBezTo>
                  <a:pt x="3" y="84"/>
                  <a:pt x="1" y="87"/>
                  <a:pt x="1" y="90"/>
                </a:cubicBezTo>
                <a:cubicBezTo>
                  <a:pt x="1" y="90"/>
                  <a:pt x="1" y="90"/>
                  <a:pt x="1" y="90"/>
                </a:cubicBezTo>
                <a:cubicBezTo>
                  <a:pt x="2" y="93"/>
                  <a:pt x="5" y="95"/>
                  <a:pt x="8" y="95"/>
                </a:cubicBezTo>
                <a:lnTo>
                  <a:pt x="19" y="92"/>
                </a:lnTo>
                <a:close/>
              </a:path>
            </a:pathLst>
          </a:cu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8"/>
          <p:cNvSpPr txBox="1"/>
          <p:nvPr/>
        </p:nvSpPr>
        <p:spPr>
          <a:xfrm>
            <a:off x="4721225" y="1193800"/>
            <a:ext cx="587375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327" name="Google Shape;327;p18"/>
          <p:cNvSpPr txBox="1"/>
          <p:nvPr/>
        </p:nvSpPr>
        <p:spPr>
          <a:xfrm>
            <a:off x="6940550" y="1227137"/>
            <a:ext cx="58261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06</a:t>
            </a:r>
            <a:endParaRPr/>
          </a:p>
        </p:txBody>
      </p:sp>
      <p:sp>
        <p:nvSpPr>
          <p:cNvPr id="328" name="Google Shape;328;p18"/>
          <p:cNvSpPr txBox="1"/>
          <p:nvPr/>
        </p:nvSpPr>
        <p:spPr>
          <a:xfrm>
            <a:off x="3557587" y="3163887"/>
            <a:ext cx="54610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329" name="Google Shape;329;p18"/>
          <p:cNvSpPr txBox="1"/>
          <p:nvPr/>
        </p:nvSpPr>
        <p:spPr>
          <a:xfrm>
            <a:off x="8053387" y="3157537"/>
            <a:ext cx="565150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330" name="Google Shape;330;p18"/>
          <p:cNvSpPr txBox="1"/>
          <p:nvPr/>
        </p:nvSpPr>
        <p:spPr>
          <a:xfrm>
            <a:off x="4714875" y="5089525"/>
            <a:ext cx="534987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sp>
        <p:nvSpPr>
          <p:cNvPr id="331" name="Google Shape;331;p18"/>
          <p:cNvSpPr txBox="1"/>
          <p:nvPr/>
        </p:nvSpPr>
        <p:spPr>
          <a:xfrm>
            <a:off x="6956425" y="5119687"/>
            <a:ext cx="576262" cy="554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332" name="Google Shape;332;p18"/>
          <p:cNvSpPr txBox="1"/>
          <p:nvPr/>
        </p:nvSpPr>
        <p:spPr>
          <a:xfrm>
            <a:off x="4674394" y="2774156"/>
            <a:ext cx="2944812" cy="166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Open Sans SemiBold"/>
              <a:buNone/>
            </a:pPr>
            <a:r>
              <a:rPr lang="en-US" sz="3600" b="1" i="0" u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Open Sans SemiBold"/>
              <a:buNone/>
            </a:pPr>
            <a:r>
              <a:rPr lang="en-US" sz="3600" b="1" dirty="0">
                <a:latin typeface="Open Sans SemiBold"/>
                <a:ea typeface="Open Sans SemiBold"/>
                <a:cs typeface="Open Sans SemiBold"/>
                <a:sym typeface="Open Sans SemiBold"/>
              </a:rPr>
              <a:t>ASOMBROSA</a:t>
            </a:r>
            <a:endParaRPr dirty="0"/>
          </a:p>
        </p:txBody>
      </p:sp>
      <p:sp>
        <p:nvSpPr>
          <p:cNvPr id="333" name="Google Shape;333;p18"/>
          <p:cNvSpPr txBox="1"/>
          <p:nvPr/>
        </p:nvSpPr>
        <p:spPr>
          <a:xfrm>
            <a:off x="1755775" y="3206750"/>
            <a:ext cx="1265237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</a:t>
            </a:r>
            <a:endParaRPr/>
          </a:p>
        </p:txBody>
      </p:sp>
      <p:sp>
        <p:nvSpPr>
          <p:cNvPr id="334" name="Google Shape;334;p18"/>
          <p:cNvSpPr txBox="1"/>
          <p:nvPr/>
        </p:nvSpPr>
        <p:spPr>
          <a:xfrm>
            <a:off x="1741487" y="5208587"/>
            <a:ext cx="126682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</a:t>
            </a:r>
            <a:endParaRPr/>
          </a:p>
        </p:txBody>
      </p:sp>
      <p:sp>
        <p:nvSpPr>
          <p:cNvPr id="335" name="Google Shape;335;p18"/>
          <p:cNvSpPr txBox="1"/>
          <p:nvPr/>
        </p:nvSpPr>
        <p:spPr>
          <a:xfrm>
            <a:off x="9172575" y="5192712"/>
            <a:ext cx="12668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</a:t>
            </a:r>
            <a:endParaRPr/>
          </a:p>
        </p:txBody>
      </p:sp>
      <p:sp>
        <p:nvSpPr>
          <p:cNvPr id="336" name="Google Shape;336;p18"/>
          <p:cNvSpPr txBox="1"/>
          <p:nvPr/>
        </p:nvSpPr>
        <p:spPr>
          <a:xfrm>
            <a:off x="9172575" y="3224212"/>
            <a:ext cx="126682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</a:t>
            </a:r>
            <a:endParaRPr/>
          </a:p>
        </p:txBody>
      </p:sp>
      <p:sp>
        <p:nvSpPr>
          <p:cNvPr id="337" name="Google Shape;337;p18"/>
          <p:cNvSpPr txBox="1"/>
          <p:nvPr/>
        </p:nvSpPr>
        <p:spPr>
          <a:xfrm>
            <a:off x="9172575" y="1254125"/>
            <a:ext cx="126682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9"/>
          <p:cNvSpPr txBox="1"/>
          <p:nvPr/>
        </p:nvSpPr>
        <p:spPr>
          <a:xfrm>
            <a:off x="8764587" y="256698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43" name="Google Shape;343;p19"/>
          <p:cNvSpPr txBox="1"/>
          <p:nvPr/>
        </p:nvSpPr>
        <p:spPr>
          <a:xfrm>
            <a:off x="1781175" y="176053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44" name="Google Shape;344;p19"/>
          <p:cNvSpPr/>
          <p:nvPr/>
        </p:nvSpPr>
        <p:spPr>
          <a:xfrm>
            <a:off x="6135687" y="1852612"/>
            <a:ext cx="2073275" cy="2074862"/>
          </a:xfrm>
          <a:custGeom>
            <a:avLst/>
            <a:gdLst/>
            <a:ahLst/>
            <a:cxnLst/>
            <a:rect l="l" t="t" r="r" b="b"/>
            <a:pathLst>
              <a:path w="499" h="499" extrusionOk="0">
                <a:moveTo>
                  <a:pt x="0" y="0"/>
                </a:moveTo>
                <a:cubicBezTo>
                  <a:pt x="0" y="499"/>
                  <a:pt x="0" y="499"/>
                  <a:pt x="0" y="499"/>
                </a:cubicBezTo>
                <a:cubicBezTo>
                  <a:pt x="499" y="499"/>
                  <a:pt x="499" y="499"/>
                  <a:pt x="499" y="499"/>
                </a:cubicBezTo>
                <a:cubicBezTo>
                  <a:pt x="494" y="226"/>
                  <a:pt x="273" y="5"/>
                  <a:pt x="0" y="0"/>
                </a:cubicBezTo>
                <a:close/>
              </a:path>
            </a:pathLst>
          </a:custGeom>
          <a:solidFill>
            <a:srgbClr val="FF903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9"/>
          <p:cNvSpPr/>
          <p:nvPr/>
        </p:nvSpPr>
        <p:spPr>
          <a:xfrm>
            <a:off x="6189662" y="4005262"/>
            <a:ext cx="1611312" cy="1130300"/>
          </a:xfrm>
          <a:custGeom>
            <a:avLst/>
            <a:gdLst/>
            <a:ahLst/>
            <a:cxnLst/>
            <a:rect l="l" t="t" r="r" b="b"/>
            <a:pathLst>
              <a:path w="388" h="272" extrusionOk="0">
                <a:moveTo>
                  <a:pt x="0" y="0"/>
                </a:moveTo>
                <a:cubicBezTo>
                  <a:pt x="276" y="272"/>
                  <a:pt x="276" y="272"/>
                  <a:pt x="276" y="272"/>
                </a:cubicBezTo>
                <a:cubicBezTo>
                  <a:pt x="346" y="198"/>
                  <a:pt x="386" y="99"/>
                  <a:pt x="38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9"/>
          <p:cNvSpPr/>
          <p:nvPr/>
        </p:nvSpPr>
        <p:spPr>
          <a:xfrm>
            <a:off x="4516437" y="2189162"/>
            <a:ext cx="1539875" cy="1717675"/>
          </a:xfrm>
          <a:custGeom>
            <a:avLst/>
            <a:gdLst/>
            <a:ahLst/>
            <a:cxnLst/>
            <a:rect l="l" t="t" r="r" b="b"/>
            <a:pathLst>
              <a:path w="371" h="413" extrusionOk="0">
                <a:moveTo>
                  <a:pt x="371" y="413"/>
                </a:moveTo>
                <a:cubicBezTo>
                  <a:pt x="371" y="0"/>
                  <a:pt x="371" y="0"/>
                  <a:pt x="371" y="0"/>
                </a:cubicBezTo>
                <a:cubicBezTo>
                  <a:pt x="215" y="4"/>
                  <a:pt x="71" y="94"/>
                  <a:pt x="0" y="233"/>
                </a:cubicBezTo>
                <a:lnTo>
                  <a:pt x="371" y="413"/>
                </a:ln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9"/>
          <p:cNvSpPr/>
          <p:nvPr/>
        </p:nvSpPr>
        <p:spPr>
          <a:xfrm>
            <a:off x="3859212" y="3033712"/>
            <a:ext cx="2155825" cy="2052637"/>
          </a:xfrm>
          <a:custGeom>
            <a:avLst/>
            <a:gdLst/>
            <a:ahLst/>
            <a:cxnLst/>
            <a:rect l="l" t="t" r="r" b="b"/>
            <a:pathLst>
              <a:path w="519" h="494" extrusionOk="0">
                <a:moveTo>
                  <a:pt x="72" y="494"/>
                </a:moveTo>
                <a:cubicBezTo>
                  <a:pt x="519" y="225"/>
                  <a:pt x="519" y="225"/>
                  <a:pt x="519" y="225"/>
                </a:cubicBezTo>
                <a:cubicBezTo>
                  <a:pt x="49" y="0"/>
                  <a:pt x="49" y="0"/>
                  <a:pt x="49" y="0"/>
                </a:cubicBezTo>
                <a:cubicBezTo>
                  <a:pt x="17" y="70"/>
                  <a:pt x="0" y="146"/>
                  <a:pt x="0" y="224"/>
                </a:cubicBezTo>
                <a:cubicBezTo>
                  <a:pt x="0" y="319"/>
                  <a:pt x="25" y="412"/>
                  <a:pt x="72" y="494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9"/>
          <p:cNvSpPr/>
          <p:nvPr/>
        </p:nvSpPr>
        <p:spPr>
          <a:xfrm>
            <a:off x="4398962" y="4014787"/>
            <a:ext cx="3098800" cy="1957387"/>
          </a:xfrm>
          <a:custGeom>
            <a:avLst/>
            <a:gdLst/>
            <a:ahLst/>
            <a:cxnLst/>
            <a:rect l="l" t="t" r="r" b="b"/>
            <a:pathLst>
              <a:path w="746" h="471" extrusionOk="0">
                <a:moveTo>
                  <a:pt x="0" y="246"/>
                </a:moveTo>
                <a:cubicBezTo>
                  <a:pt x="89" y="387"/>
                  <a:pt x="241" y="471"/>
                  <a:pt x="409" y="471"/>
                </a:cubicBezTo>
                <a:cubicBezTo>
                  <a:pt x="536" y="471"/>
                  <a:pt x="655" y="422"/>
                  <a:pt x="746" y="334"/>
                </a:cubicBezTo>
                <a:cubicBezTo>
                  <a:pt x="407" y="0"/>
                  <a:pt x="407" y="0"/>
                  <a:pt x="407" y="0"/>
                </a:cubicBezTo>
                <a:lnTo>
                  <a:pt x="0" y="246"/>
                </a:lnTo>
                <a:close/>
              </a:path>
            </a:pathLst>
          </a:custGeom>
          <a:solidFill>
            <a:srgbClr val="70D8E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9"/>
          <p:cNvSpPr txBox="1"/>
          <p:nvPr/>
        </p:nvSpPr>
        <p:spPr>
          <a:xfrm>
            <a:off x="8836025" y="4184650"/>
            <a:ext cx="1198929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E</a:t>
            </a:r>
            <a:endParaRPr dirty="0"/>
          </a:p>
        </p:txBody>
      </p:sp>
      <p:sp>
        <p:nvSpPr>
          <p:cNvPr id="350" name="Google Shape;350;p19"/>
          <p:cNvSpPr txBox="1"/>
          <p:nvPr/>
        </p:nvSpPr>
        <p:spPr>
          <a:xfrm>
            <a:off x="8836025" y="2219325"/>
            <a:ext cx="1316160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D</a:t>
            </a:r>
            <a:endParaRPr dirty="0"/>
          </a:p>
        </p:txBody>
      </p:sp>
      <p:sp>
        <p:nvSpPr>
          <p:cNvPr id="351" name="Google Shape;351;p19"/>
          <p:cNvSpPr txBox="1"/>
          <p:nvPr/>
        </p:nvSpPr>
        <p:spPr>
          <a:xfrm>
            <a:off x="2239108" y="5427662"/>
            <a:ext cx="1288317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D8E0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70D8E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C</a:t>
            </a:r>
            <a:endParaRPr dirty="0"/>
          </a:p>
        </p:txBody>
      </p:sp>
      <p:sp>
        <p:nvSpPr>
          <p:cNvPr id="352" name="Google Shape;352;p19"/>
          <p:cNvSpPr txBox="1"/>
          <p:nvPr/>
        </p:nvSpPr>
        <p:spPr>
          <a:xfrm>
            <a:off x="2319337" y="3465512"/>
            <a:ext cx="1208087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B</a:t>
            </a:r>
            <a:endParaRPr dirty="0"/>
          </a:p>
        </p:txBody>
      </p:sp>
      <p:sp>
        <p:nvSpPr>
          <p:cNvPr id="353" name="Google Shape;353;p19"/>
          <p:cNvSpPr txBox="1"/>
          <p:nvPr/>
        </p:nvSpPr>
        <p:spPr>
          <a:xfrm>
            <a:off x="2239108" y="1474787"/>
            <a:ext cx="1301016" cy="439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A</a:t>
            </a:r>
            <a:endParaRPr dirty="0"/>
          </a:p>
        </p:txBody>
      </p:sp>
      <p:sp>
        <p:nvSpPr>
          <p:cNvPr id="354" name="Google Shape;354;p19"/>
          <p:cNvSpPr/>
          <p:nvPr/>
        </p:nvSpPr>
        <p:spPr>
          <a:xfrm>
            <a:off x="703262" y="3786187"/>
            <a:ext cx="838200" cy="560387"/>
          </a:xfrm>
          <a:custGeom>
            <a:avLst/>
            <a:gdLst/>
            <a:ahLst/>
            <a:cxnLst/>
            <a:rect l="l" t="t" r="r" b="b"/>
            <a:pathLst>
              <a:path w="202" h="135" extrusionOk="0">
                <a:moveTo>
                  <a:pt x="161" y="13"/>
                </a:moveTo>
                <a:cubicBezTo>
                  <a:pt x="179" y="60"/>
                  <a:pt x="179" y="60"/>
                  <a:pt x="179" y="60"/>
                </a:cubicBezTo>
                <a:cubicBezTo>
                  <a:pt x="156" y="70"/>
                  <a:pt x="156" y="70"/>
                  <a:pt x="156" y="70"/>
                </a:cubicBezTo>
                <a:cubicBezTo>
                  <a:pt x="143" y="60"/>
                  <a:pt x="106" y="27"/>
                  <a:pt x="102" y="27"/>
                </a:cubicBezTo>
                <a:cubicBezTo>
                  <a:pt x="100" y="27"/>
                  <a:pt x="88" y="31"/>
                  <a:pt x="87" y="31"/>
                </a:cubicBezTo>
                <a:cubicBezTo>
                  <a:pt x="87" y="31"/>
                  <a:pt x="79" y="33"/>
                  <a:pt x="73" y="33"/>
                </a:cubicBezTo>
                <a:cubicBezTo>
                  <a:pt x="70" y="33"/>
                  <a:pt x="68" y="33"/>
                  <a:pt x="67" y="32"/>
                </a:cubicBezTo>
                <a:cubicBezTo>
                  <a:pt x="65" y="31"/>
                  <a:pt x="64" y="30"/>
                  <a:pt x="64" y="28"/>
                </a:cubicBezTo>
                <a:cubicBezTo>
                  <a:pt x="64" y="26"/>
                  <a:pt x="67" y="24"/>
                  <a:pt x="69" y="23"/>
                </a:cubicBezTo>
                <a:cubicBezTo>
                  <a:pt x="79" y="17"/>
                  <a:pt x="105" y="7"/>
                  <a:pt x="108" y="7"/>
                </a:cubicBezTo>
                <a:cubicBezTo>
                  <a:pt x="108" y="7"/>
                  <a:pt x="108" y="7"/>
                  <a:pt x="108" y="7"/>
                </a:cubicBezTo>
                <a:cubicBezTo>
                  <a:pt x="115" y="7"/>
                  <a:pt x="156" y="13"/>
                  <a:pt x="161" y="13"/>
                </a:cubicBezTo>
                <a:close/>
                <a:moveTo>
                  <a:pt x="177" y="0"/>
                </a:moveTo>
                <a:cubicBezTo>
                  <a:pt x="176" y="0"/>
                  <a:pt x="176" y="0"/>
                  <a:pt x="175" y="1"/>
                </a:cubicBezTo>
                <a:cubicBezTo>
                  <a:pt x="167" y="4"/>
                  <a:pt x="167" y="4"/>
                  <a:pt x="167" y="4"/>
                </a:cubicBezTo>
                <a:cubicBezTo>
                  <a:pt x="166" y="4"/>
                  <a:pt x="165" y="5"/>
                  <a:pt x="164" y="6"/>
                </a:cubicBezTo>
                <a:cubicBezTo>
                  <a:pt x="164" y="8"/>
                  <a:pt x="164" y="9"/>
                  <a:pt x="164" y="10"/>
                </a:cubicBezTo>
                <a:cubicBezTo>
                  <a:pt x="184" y="60"/>
                  <a:pt x="184" y="60"/>
                  <a:pt x="184" y="60"/>
                </a:cubicBezTo>
                <a:cubicBezTo>
                  <a:pt x="185" y="62"/>
                  <a:pt x="188" y="64"/>
                  <a:pt x="191" y="62"/>
                </a:cubicBezTo>
                <a:cubicBezTo>
                  <a:pt x="198" y="59"/>
                  <a:pt x="198" y="59"/>
                  <a:pt x="198" y="59"/>
                </a:cubicBezTo>
                <a:cubicBezTo>
                  <a:pt x="200" y="59"/>
                  <a:pt x="201" y="58"/>
                  <a:pt x="201" y="57"/>
                </a:cubicBezTo>
                <a:cubicBezTo>
                  <a:pt x="202" y="55"/>
                  <a:pt x="202" y="54"/>
                  <a:pt x="201" y="53"/>
                </a:cubicBezTo>
                <a:cubicBezTo>
                  <a:pt x="182" y="4"/>
                  <a:pt x="182" y="4"/>
                  <a:pt x="182" y="4"/>
                </a:cubicBezTo>
                <a:cubicBezTo>
                  <a:pt x="181" y="2"/>
                  <a:pt x="179" y="0"/>
                  <a:pt x="177" y="0"/>
                </a:cubicBezTo>
                <a:close/>
                <a:moveTo>
                  <a:pt x="0" y="68"/>
                </a:moveTo>
                <a:cubicBezTo>
                  <a:pt x="0" y="69"/>
                  <a:pt x="0" y="70"/>
                  <a:pt x="1" y="71"/>
                </a:cubicBezTo>
                <a:cubicBezTo>
                  <a:pt x="2" y="72"/>
                  <a:pt x="3" y="73"/>
                  <a:pt x="5" y="73"/>
                </a:cubicBezTo>
                <a:cubicBezTo>
                  <a:pt x="13" y="74"/>
                  <a:pt x="13" y="74"/>
                  <a:pt x="13" y="74"/>
                </a:cubicBezTo>
                <a:cubicBezTo>
                  <a:pt x="16" y="74"/>
                  <a:pt x="19" y="72"/>
                  <a:pt x="19" y="69"/>
                </a:cubicBezTo>
                <a:cubicBezTo>
                  <a:pt x="23" y="14"/>
                  <a:pt x="23" y="14"/>
                  <a:pt x="23" y="14"/>
                </a:cubicBezTo>
                <a:cubicBezTo>
                  <a:pt x="23" y="12"/>
                  <a:pt x="23" y="11"/>
                  <a:pt x="22" y="10"/>
                </a:cubicBezTo>
                <a:cubicBezTo>
                  <a:pt x="21" y="9"/>
                  <a:pt x="19" y="8"/>
                  <a:pt x="18" y="8"/>
                </a:cubicBezTo>
                <a:cubicBezTo>
                  <a:pt x="10" y="8"/>
                  <a:pt x="10" y="8"/>
                  <a:pt x="10" y="8"/>
                </a:cubicBezTo>
                <a:cubicBezTo>
                  <a:pt x="10" y="8"/>
                  <a:pt x="9" y="8"/>
                  <a:pt x="9" y="8"/>
                </a:cubicBezTo>
                <a:cubicBezTo>
                  <a:pt x="7" y="8"/>
                  <a:pt x="4" y="10"/>
                  <a:pt x="4" y="12"/>
                </a:cubicBezTo>
                <a:lnTo>
                  <a:pt x="0" y="68"/>
                </a:lnTo>
                <a:close/>
                <a:moveTo>
                  <a:pt x="83" y="117"/>
                </a:moveTo>
                <a:cubicBezTo>
                  <a:pt x="83" y="115"/>
                  <a:pt x="81" y="113"/>
                  <a:pt x="80" y="112"/>
                </a:cubicBezTo>
                <a:cubicBezTo>
                  <a:pt x="76" y="109"/>
                  <a:pt x="73" y="109"/>
                  <a:pt x="69" y="113"/>
                </a:cubicBezTo>
                <a:cubicBezTo>
                  <a:pt x="66" y="118"/>
                  <a:pt x="66" y="118"/>
                  <a:pt x="66" y="118"/>
                </a:cubicBezTo>
                <a:cubicBezTo>
                  <a:pt x="65" y="118"/>
                  <a:pt x="65" y="118"/>
                  <a:pt x="65" y="118"/>
                </a:cubicBezTo>
                <a:cubicBezTo>
                  <a:pt x="62" y="122"/>
                  <a:pt x="62" y="122"/>
                  <a:pt x="62" y="122"/>
                </a:cubicBezTo>
                <a:cubicBezTo>
                  <a:pt x="58" y="128"/>
                  <a:pt x="62" y="132"/>
                  <a:pt x="63" y="133"/>
                </a:cubicBezTo>
                <a:cubicBezTo>
                  <a:pt x="65" y="134"/>
                  <a:pt x="66" y="135"/>
                  <a:pt x="68" y="135"/>
                </a:cubicBezTo>
                <a:cubicBezTo>
                  <a:pt x="70" y="135"/>
                  <a:pt x="72" y="134"/>
                  <a:pt x="73" y="132"/>
                </a:cubicBezTo>
                <a:cubicBezTo>
                  <a:pt x="79" y="125"/>
                  <a:pt x="79" y="125"/>
                  <a:pt x="79" y="125"/>
                </a:cubicBezTo>
                <a:cubicBezTo>
                  <a:pt x="79" y="125"/>
                  <a:pt x="79" y="125"/>
                  <a:pt x="79" y="125"/>
                </a:cubicBezTo>
                <a:cubicBezTo>
                  <a:pt x="81" y="123"/>
                  <a:pt x="81" y="123"/>
                  <a:pt x="81" y="123"/>
                </a:cubicBezTo>
                <a:cubicBezTo>
                  <a:pt x="83" y="121"/>
                  <a:pt x="83" y="119"/>
                  <a:pt x="83" y="117"/>
                </a:cubicBezTo>
                <a:close/>
                <a:moveTo>
                  <a:pt x="44" y="114"/>
                </a:moveTo>
                <a:cubicBezTo>
                  <a:pt x="41" y="117"/>
                  <a:pt x="42" y="120"/>
                  <a:pt x="46" y="123"/>
                </a:cubicBezTo>
                <a:cubicBezTo>
                  <a:pt x="49" y="126"/>
                  <a:pt x="53" y="126"/>
                  <a:pt x="56" y="122"/>
                </a:cubicBezTo>
                <a:cubicBezTo>
                  <a:pt x="66" y="110"/>
                  <a:pt x="66" y="110"/>
                  <a:pt x="66" y="110"/>
                </a:cubicBezTo>
                <a:cubicBezTo>
                  <a:pt x="70" y="105"/>
                  <a:pt x="66" y="101"/>
                  <a:pt x="64" y="100"/>
                </a:cubicBezTo>
                <a:cubicBezTo>
                  <a:pt x="61" y="97"/>
                  <a:pt x="57" y="97"/>
                  <a:pt x="54" y="101"/>
                </a:cubicBezTo>
                <a:cubicBezTo>
                  <a:pt x="49" y="107"/>
                  <a:pt x="49" y="107"/>
                  <a:pt x="49" y="107"/>
                </a:cubicBezTo>
                <a:cubicBezTo>
                  <a:pt x="49" y="107"/>
                  <a:pt x="49" y="107"/>
                  <a:pt x="49" y="107"/>
                </a:cubicBezTo>
                <a:cubicBezTo>
                  <a:pt x="48" y="108"/>
                  <a:pt x="48" y="108"/>
                  <a:pt x="48" y="108"/>
                </a:cubicBezTo>
                <a:lnTo>
                  <a:pt x="44" y="114"/>
                </a:lnTo>
                <a:close/>
                <a:moveTo>
                  <a:pt x="30" y="100"/>
                </a:moveTo>
                <a:cubicBezTo>
                  <a:pt x="28" y="102"/>
                  <a:pt x="27" y="104"/>
                  <a:pt x="28" y="106"/>
                </a:cubicBezTo>
                <a:cubicBezTo>
                  <a:pt x="28" y="107"/>
                  <a:pt x="29" y="109"/>
                  <a:pt x="31" y="110"/>
                </a:cubicBezTo>
                <a:cubicBezTo>
                  <a:pt x="35" y="113"/>
                  <a:pt x="38" y="113"/>
                  <a:pt x="41" y="109"/>
                </a:cubicBezTo>
                <a:cubicBezTo>
                  <a:pt x="52" y="97"/>
                  <a:pt x="52" y="97"/>
                  <a:pt x="52" y="97"/>
                </a:cubicBezTo>
                <a:cubicBezTo>
                  <a:pt x="53" y="95"/>
                  <a:pt x="54" y="93"/>
                  <a:pt x="54" y="91"/>
                </a:cubicBezTo>
                <a:cubicBezTo>
                  <a:pt x="53" y="89"/>
                  <a:pt x="52" y="87"/>
                  <a:pt x="50" y="86"/>
                </a:cubicBezTo>
                <a:cubicBezTo>
                  <a:pt x="47" y="83"/>
                  <a:pt x="43" y="83"/>
                  <a:pt x="40" y="87"/>
                </a:cubicBezTo>
                <a:cubicBezTo>
                  <a:pt x="35" y="93"/>
                  <a:pt x="35" y="93"/>
                  <a:pt x="35" y="93"/>
                </a:cubicBezTo>
                <a:cubicBezTo>
                  <a:pt x="35" y="93"/>
                  <a:pt x="35" y="93"/>
                  <a:pt x="35" y="93"/>
                </a:cubicBezTo>
                <a:cubicBezTo>
                  <a:pt x="34" y="94"/>
                  <a:pt x="34" y="94"/>
                  <a:pt x="34" y="94"/>
                </a:cubicBezTo>
                <a:lnTo>
                  <a:pt x="30" y="100"/>
                </a:lnTo>
                <a:close/>
                <a:moveTo>
                  <a:pt x="27" y="95"/>
                </a:moveTo>
                <a:cubicBezTo>
                  <a:pt x="38" y="83"/>
                  <a:pt x="38" y="83"/>
                  <a:pt x="38" y="83"/>
                </a:cubicBezTo>
                <a:cubicBezTo>
                  <a:pt x="42" y="77"/>
                  <a:pt x="38" y="73"/>
                  <a:pt x="37" y="72"/>
                </a:cubicBezTo>
                <a:cubicBezTo>
                  <a:pt x="33" y="69"/>
                  <a:pt x="29" y="69"/>
                  <a:pt x="26" y="73"/>
                </a:cubicBezTo>
                <a:cubicBezTo>
                  <a:pt x="23" y="78"/>
                  <a:pt x="23" y="78"/>
                  <a:pt x="23" y="78"/>
                </a:cubicBezTo>
                <a:cubicBezTo>
                  <a:pt x="23" y="78"/>
                  <a:pt x="23" y="78"/>
                  <a:pt x="23" y="78"/>
                </a:cubicBezTo>
                <a:cubicBezTo>
                  <a:pt x="22" y="78"/>
                  <a:pt x="22" y="78"/>
                  <a:pt x="22" y="78"/>
                </a:cubicBezTo>
                <a:cubicBezTo>
                  <a:pt x="18" y="84"/>
                  <a:pt x="18" y="84"/>
                  <a:pt x="18" y="84"/>
                </a:cubicBezTo>
                <a:cubicBezTo>
                  <a:pt x="16" y="86"/>
                  <a:pt x="15" y="88"/>
                  <a:pt x="15" y="90"/>
                </a:cubicBezTo>
                <a:cubicBezTo>
                  <a:pt x="15" y="92"/>
                  <a:pt x="17" y="93"/>
                  <a:pt x="18" y="94"/>
                </a:cubicBezTo>
                <a:cubicBezTo>
                  <a:pt x="19" y="95"/>
                  <a:pt x="21" y="97"/>
                  <a:pt x="24" y="97"/>
                </a:cubicBezTo>
                <a:cubicBezTo>
                  <a:pt x="25" y="97"/>
                  <a:pt x="26" y="96"/>
                  <a:pt x="27" y="95"/>
                </a:cubicBezTo>
                <a:close/>
                <a:moveTo>
                  <a:pt x="153" y="84"/>
                </a:moveTo>
                <a:cubicBezTo>
                  <a:pt x="155" y="82"/>
                  <a:pt x="157" y="77"/>
                  <a:pt x="152" y="73"/>
                </a:cubicBezTo>
                <a:cubicBezTo>
                  <a:pt x="148" y="70"/>
                  <a:pt x="148" y="70"/>
                  <a:pt x="148" y="70"/>
                </a:cubicBezTo>
                <a:cubicBezTo>
                  <a:pt x="129" y="54"/>
                  <a:pt x="107" y="35"/>
                  <a:pt x="102" y="32"/>
                </a:cubicBezTo>
                <a:cubicBezTo>
                  <a:pt x="99" y="32"/>
                  <a:pt x="93" y="34"/>
                  <a:pt x="88" y="36"/>
                </a:cubicBezTo>
                <a:cubicBezTo>
                  <a:pt x="88" y="36"/>
                  <a:pt x="88" y="36"/>
                  <a:pt x="88" y="36"/>
                </a:cubicBezTo>
                <a:cubicBezTo>
                  <a:pt x="88" y="36"/>
                  <a:pt x="80" y="38"/>
                  <a:pt x="73" y="38"/>
                </a:cubicBezTo>
                <a:cubicBezTo>
                  <a:pt x="69" y="38"/>
                  <a:pt x="66" y="37"/>
                  <a:pt x="64" y="36"/>
                </a:cubicBezTo>
                <a:cubicBezTo>
                  <a:pt x="60" y="33"/>
                  <a:pt x="59" y="30"/>
                  <a:pt x="59" y="28"/>
                </a:cubicBezTo>
                <a:cubicBezTo>
                  <a:pt x="60" y="24"/>
                  <a:pt x="63" y="20"/>
                  <a:pt x="66" y="19"/>
                </a:cubicBezTo>
                <a:cubicBezTo>
                  <a:pt x="28" y="14"/>
                  <a:pt x="28" y="14"/>
                  <a:pt x="28" y="14"/>
                </a:cubicBezTo>
                <a:cubicBezTo>
                  <a:pt x="24" y="69"/>
                  <a:pt x="24" y="69"/>
                  <a:pt x="24" y="69"/>
                </a:cubicBezTo>
                <a:cubicBezTo>
                  <a:pt x="27" y="66"/>
                  <a:pt x="30" y="65"/>
                  <a:pt x="32" y="65"/>
                </a:cubicBezTo>
                <a:cubicBezTo>
                  <a:pt x="35" y="65"/>
                  <a:pt x="37" y="66"/>
                  <a:pt x="40" y="68"/>
                </a:cubicBezTo>
                <a:cubicBezTo>
                  <a:pt x="43" y="71"/>
                  <a:pt x="45" y="75"/>
                  <a:pt x="44" y="79"/>
                </a:cubicBezTo>
                <a:cubicBezTo>
                  <a:pt x="48" y="79"/>
                  <a:pt x="51" y="80"/>
                  <a:pt x="53" y="82"/>
                </a:cubicBezTo>
                <a:cubicBezTo>
                  <a:pt x="57" y="85"/>
                  <a:pt x="59" y="89"/>
                  <a:pt x="58" y="93"/>
                </a:cubicBezTo>
                <a:cubicBezTo>
                  <a:pt x="62" y="93"/>
                  <a:pt x="65" y="94"/>
                  <a:pt x="67" y="96"/>
                </a:cubicBezTo>
                <a:cubicBezTo>
                  <a:pt x="71" y="99"/>
                  <a:pt x="72" y="102"/>
                  <a:pt x="72" y="106"/>
                </a:cubicBezTo>
                <a:cubicBezTo>
                  <a:pt x="76" y="105"/>
                  <a:pt x="79" y="106"/>
                  <a:pt x="83" y="108"/>
                </a:cubicBezTo>
                <a:cubicBezTo>
                  <a:pt x="87" y="112"/>
                  <a:pt x="89" y="117"/>
                  <a:pt x="87" y="122"/>
                </a:cubicBezTo>
                <a:cubicBezTo>
                  <a:pt x="90" y="124"/>
                  <a:pt x="90" y="124"/>
                  <a:pt x="90" y="124"/>
                </a:cubicBezTo>
                <a:cubicBezTo>
                  <a:pt x="91" y="124"/>
                  <a:pt x="91" y="125"/>
                  <a:pt x="91" y="125"/>
                </a:cubicBezTo>
                <a:cubicBezTo>
                  <a:pt x="91" y="125"/>
                  <a:pt x="91" y="125"/>
                  <a:pt x="91" y="125"/>
                </a:cubicBezTo>
                <a:cubicBezTo>
                  <a:pt x="93" y="126"/>
                  <a:pt x="94" y="126"/>
                  <a:pt x="95" y="126"/>
                </a:cubicBezTo>
                <a:cubicBezTo>
                  <a:pt x="98" y="126"/>
                  <a:pt x="99" y="125"/>
                  <a:pt x="100" y="123"/>
                </a:cubicBezTo>
                <a:cubicBezTo>
                  <a:pt x="103" y="121"/>
                  <a:pt x="104" y="118"/>
                  <a:pt x="101" y="115"/>
                </a:cubicBezTo>
                <a:cubicBezTo>
                  <a:pt x="101" y="115"/>
                  <a:pt x="101" y="115"/>
                  <a:pt x="101" y="115"/>
                </a:cubicBezTo>
                <a:cubicBezTo>
                  <a:pt x="84" y="101"/>
                  <a:pt x="84" y="101"/>
                  <a:pt x="84" y="101"/>
                </a:cubicBezTo>
                <a:cubicBezTo>
                  <a:pt x="83" y="100"/>
                  <a:pt x="83" y="100"/>
                  <a:pt x="83" y="99"/>
                </a:cubicBezTo>
                <a:cubicBezTo>
                  <a:pt x="83" y="98"/>
                  <a:pt x="83" y="97"/>
                  <a:pt x="84" y="97"/>
                </a:cubicBezTo>
                <a:cubicBezTo>
                  <a:pt x="85" y="96"/>
                  <a:pt x="86" y="96"/>
                  <a:pt x="87" y="97"/>
                </a:cubicBezTo>
                <a:cubicBezTo>
                  <a:pt x="110" y="115"/>
                  <a:pt x="110" y="115"/>
                  <a:pt x="110" y="115"/>
                </a:cubicBezTo>
                <a:cubicBezTo>
                  <a:pt x="111" y="116"/>
                  <a:pt x="112" y="116"/>
                  <a:pt x="114" y="116"/>
                </a:cubicBezTo>
                <a:cubicBezTo>
                  <a:pt x="116" y="116"/>
                  <a:pt x="118" y="115"/>
                  <a:pt x="120" y="113"/>
                </a:cubicBezTo>
                <a:cubicBezTo>
                  <a:pt x="121" y="112"/>
                  <a:pt x="122" y="110"/>
                  <a:pt x="121" y="108"/>
                </a:cubicBezTo>
                <a:cubicBezTo>
                  <a:pt x="121" y="106"/>
                  <a:pt x="120" y="104"/>
                  <a:pt x="118" y="102"/>
                </a:cubicBezTo>
                <a:cubicBezTo>
                  <a:pt x="116" y="100"/>
                  <a:pt x="116" y="100"/>
                  <a:pt x="116" y="100"/>
                </a:cubicBezTo>
                <a:cubicBezTo>
                  <a:pt x="116" y="100"/>
                  <a:pt x="116" y="100"/>
                  <a:pt x="116" y="100"/>
                </a:cubicBezTo>
                <a:cubicBezTo>
                  <a:pt x="103" y="90"/>
                  <a:pt x="103" y="90"/>
                  <a:pt x="103" y="90"/>
                </a:cubicBezTo>
                <a:cubicBezTo>
                  <a:pt x="103" y="90"/>
                  <a:pt x="102" y="89"/>
                  <a:pt x="102" y="88"/>
                </a:cubicBezTo>
                <a:cubicBezTo>
                  <a:pt x="102" y="88"/>
                  <a:pt x="102" y="87"/>
                  <a:pt x="103" y="86"/>
                </a:cubicBezTo>
                <a:cubicBezTo>
                  <a:pt x="104" y="85"/>
                  <a:pt x="105" y="85"/>
                  <a:pt x="107" y="86"/>
                </a:cubicBezTo>
                <a:cubicBezTo>
                  <a:pt x="127" y="103"/>
                  <a:pt x="127" y="103"/>
                  <a:pt x="127" y="103"/>
                </a:cubicBezTo>
                <a:cubicBezTo>
                  <a:pt x="129" y="104"/>
                  <a:pt x="130" y="104"/>
                  <a:pt x="132" y="104"/>
                </a:cubicBezTo>
                <a:cubicBezTo>
                  <a:pt x="134" y="104"/>
                  <a:pt x="137" y="103"/>
                  <a:pt x="139" y="101"/>
                </a:cubicBezTo>
                <a:cubicBezTo>
                  <a:pt x="140" y="99"/>
                  <a:pt x="141" y="97"/>
                  <a:pt x="141" y="95"/>
                </a:cubicBezTo>
                <a:cubicBezTo>
                  <a:pt x="140" y="93"/>
                  <a:pt x="139" y="92"/>
                  <a:pt x="137" y="90"/>
                </a:cubicBezTo>
                <a:cubicBezTo>
                  <a:pt x="131" y="85"/>
                  <a:pt x="131" y="85"/>
                  <a:pt x="131" y="85"/>
                </a:cubicBezTo>
                <a:cubicBezTo>
                  <a:pt x="131" y="85"/>
                  <a:pt x="131" y="85"/>
                  <a:pt x="131" y="85"/>
                </a:cubicBezTo>
                <a:cubicBezTo>
                  <a:pt x="121" y="76"/>
                  <a:pt x="121" y="76"/>
                  <a:pt x="121" y="76"/>
                </a:cubicBezTo>
                <a:cubicBezTo>
                  <a:pt x="120" y="75"/>
                  <a:pt x="119" y="74"/>
                  <a:pt x="120" y="73"/>
                </a:cubicBezTo>
                <a:cubicBezTo>
                  <a:pt x="121" y="71"/>
                  <a:pt x="123" y="71"/>
                  <a:pt x="124" y="72"/>
                </a:cubicBezTo>
                <a:cubicBezTo>
                  <a:pt x="142" y="86"/>
                  <a:pt x="142" y="86"/>
                  <a:pt x="142" y="86"/>
                </a:cubicBezTo>
                <a:cubicBezTo>
                  <a:pt x="145" y="89"/>
                  <a:pt x="150" y="88"/>
                  <a:pt x="153" y="84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9"/>
          <p:cNvSpPr/>
          <p:nvPr/>
        </p:nvSpPr>
        <p:spPr>
          <a:xfrm>
            <a:off x="10688637" y="2497137"/>
            <a:ext cx="747712" cy="627062"/>
          </a:xfrm>
          <a:custGeom>
            <a:avLst/>
            <a:gdLst/>
            <a:ahLst/>
            <a:cxnLst/>
            <a:rect l="l" t="t" r="r" b="b"/>
            <a:pathLst>
              <a:path w="180" h="151" extrusionOk="0">
                <a:moveTo>
                  <a:pt x="24" y="123"/>
                </a:moveTo>
                <a:cubicBezTo>
                  <a:pt x="24" y="82"/>
                  <a:pt x="24" y="82"/>
                  <a:pt x="24" y="82"/>
                </a:cubicBezTo>
                <a:cubicBezTo>
                  <a:pt x="24" y="79"/>
                  <a:pt x="27" y="76"/>
                  <a:pt x="30" y="76"/>
                </a:cubicBezTo>
                <a:cubicBezTo>
                  <a:pt x="40" y="76"/>
                  <a:pt x="40" y="76"/>
                  <a:pt x="40" y="76"/>
                </a:cubicBezTo>
                <a:cubicBezTo>
                  <a:pt x="43" y="76"/>
                  <a:pt x="46" y="79"/>
                  <a:pt x="46" y="82"/>
                </a:cubicBezTo>
                <a:cubicBezTo>
                  <a:pt x="46" y="123"/>
                  <a:pt x="46" y="123"/>
                  <a:pt x="46" y="123"/>
                </a:cubicBezTo>
                <a:cubicBezTo>
                  <a:pt x="46" y="126"/>
                  <a:pt x="43" y="129"/>
                  <a:pt x="40" y="129"/>
                </a:cubicBezTo>
                <a:cubicBezTo>
                  <a:pt x="30" y="129"/>
                  <a:pt x="30" y="129"/>
                  <a:pt x="30" y="129"/>
                </a:cubicBezTo>
                <a:cubicBezTo>
                  <a:pt x="27" y="129"/>
                  <a:pt x="24" y="126"/>
                  <a:pt x="24" y="123"/>
                </a:cubicBezTo>
                <a:close/>
                <a:moveTo>
                  <a:pt x="66" y="62"/>
                </a:moveTo>
                <a:cubicBezTo>
                  <a:pt x="63" y="62"/>
                  <a:pt x="60" y="64"/>
                  <a:pt x="60" y="68"/>
                </a:cubicBezTo>
                <a:cubicBezTo>
                  <a:pt x="60" y="123"/>
                  <a:pt x="60" y="123"/>
                  <a:pt x="60" y="123"/>
                </a:cubicBezTo>
                <a:cubicBezTo>
                  <a:pt x="60" y="126"/>
                  <a:pt x="63" y="129"/>
                  <a:pt x="66" y="129"/>
                </a:cubicBezTo>
                <a:cubicBezTo>
                  <a:pt x="76" y="129"/>
                  <a:pt x="76" y="129"/>
                  <a:pt x="76" y="129"/>
                </a:cubicBezTo>
                <a:cubicBezTo>
                  <a:pt x="79" y="129"/>
                  <a:pt x="82" y="126"/>
                  <a:pt x="82" y="123"/>
                </a:cubicBezTo>
                <a:cubicBezTo>
                  <a:pt x="82" y="68"/>
                  <a:pt x="82" y="68"/>
                  <a:pt x="82" y="68"/>
                </a:cubicBezTo>
                <a:cubicBezTo>
                  <a:pt x="82" y="64"/>
                  <a:pt x="79" y="62"/>
                  <a:pt x="76" y="62"/>
                </a:cubicBezTo>
                <a:lnTo>
                  <a:pt x="66" y="62"/>
                </a:lnTo>
                <a:close/>
                <a:moveTo>
                  <a:pt x="102" y="49"/>
                </a:moveTo>
                <a:cubicBezTo>
                  <a:pt x="99" y="49"/>
                  <a:pt x="96" y="52"/>
                  <a:pt x="96" y="55"/>
                </a:cubicBezTo>
                <a:cubicBezTo>
                  <a:pt x="96" y="123"/>
                  <a:pt x="96" y="123"/>
                  <a:pt x="96" y="123"/>
                </a:cubicBezTo>
                <a:cubicBezTo>
                  <a:pt x="96" y="126"/>
                  <a:pt x="99" y="129"/>
                  <a:pt x="102" y="129"/>
                </a:cubicBezTo>
                <a:cubicBezTo>
                  <a:pt x="112" y="129"/>
                  <a:pt x="112" y="129"/>
                  <a:pt x="112" y="129"/>
                </a:cubicBezTo>
                <a:cubicBezTo>
                  <a:pt x="115" y="129"/>
                  <a:pt x="118" y="126"/>
                  <a:pt x="118" y="123"/>
                </a:cubicBezTo>
                <a:cubicBezTo>
                  <a:pt x="118" y="55"/>
                  <a:pt x="118" y="55"/>
                  <a:pt x="118" y="55"/>
                </a:cubicBezTo>
                <a:cubicBezTo>
                  <a:pt x="118" y="52"/>
                  <a:pt x="115" y="49"/>
                  <a:pt x="112" y="49"/>
                </a:cubicBezTo>
                <a:lnTo>
                  <a:pt x="102" y="49"/>
                </a:lnTo>
                <a:close/>
                <a:moveTo>
                  <a:pt x="138" y="36"/>
                </a:moveTo>
                <a:cubicBezTo>
                  <a:pt x="135" y="36"/>
                  <a:pt x="132" y="39"/>
                  <a:pt x="132" y="42"/>
                </a:cubicBezTo>
                <a:cubicBezTo>
                  <a:pt x="132" y="123"/>
                  <a:pt x="132" y="123"/>
                  <a:pt x="132" y="123"/>
                </a:cubicBezTo>
                <a:cubicBezTo>
                  <a:pt x="132" y="126"/>
                  <a:pt x="135" y="129"/>
                  <a:pt x="138" y="129"/>
                </a:cubicBezTo>
                <a:cubicBezTo>
                  <a:pt x="148" y="129"/>
                  <a:pt x="148" y="129"/>
                  <a:pt x="148" y="129"/>
                </a:cubicBezTo>
                <a:cubicBezTo>
                  <a:pt x="151" y="129"/>
                  <a:pt x="154" y="126"/>
                  <a:pt x="154" y="123"/>
                </a:cubicBezTo>
                <a:cubicBezTo>
                  <a:pt x="154" y="42"/>
                  <a:pt x="154" y="42"/>
                  <a:pt x="154" y="42"/>
                </a:cubicBezTo>
                <a:cubicBezTo>
                  <a:pt x="154" y="39"/>
                  <a:pt x="151" y="36"/>
                  <a:pt x="148" y="36"/>
                </a:cubicBezTo>
                <a:lnTo>
                  <a:pt x="138" y="36"/>
                </a:lnTo>
                <a:close/>
                <a:moveTo>
                  <a:pt x="27" y="60"/>
                </a:moveTo>
                <a:cubicBezTo>
                  <a:pt x="65" y="53"/>
                  <a:pt x="101" y="39"/>
                  <a:pt x="134" y="20"/>
                </a:cubicBezTo>
                <a:cubicBezTo>
                  <a:pt x="137" y="26"/>
                  <a:pt x="137" y="26"/>
                  <a:pt x="137" y="26"/>
                </a:cubicBezTo>
                <a:cubicBezTo>
                  <a:pt x="148" y="8"/>
                  <a:pt x="148" y="8"/>
                  <a:pt x="148" y="8"/>
                </a:cubicBezTo>
                <a:cubicBezTo>
                  <a:pt x="127" y="7"/>
                  <a:pt x="127" y="7"/>
                  <a:pt x="127" y="7"/>
                </a:cubicBezTo>
                <a:cubicBezTo>
                  <a:pt x="130" y="13"/>
                  <a:pt x="130" y="13"/>
                  <a:pt x="130" y="13"/>
                </a:cubicBezTo>
                <a:cubicBezTo>
                  <a:pt x="98" y="32"/>
                  <a:pt x="63" y="45"/>
                  <a:pt x="25" y="52"/>
                </a:cubicBezTo>
                <a:lnTo>
                  <a:pt x="27" y="60"/>
                </a:lnTo>
                <a:close/>
                <a:moveTo>
                  <a:pt x="180" y="140"/>
                </a:moveTo>
                <a:cubicBezTo>
                  <a:pt x="162" y="129"/>
                  <a:pt x="162" y="129"/>
                  <a:pt x="162" y="129"/>
                </a:cubicBezTo>
                <a:cubicBezTo>
                  <a:pt x="162" y="136"/>
                  <a:pt x="162" y="136"/>
                  <a:pt x="162" y="136"/>
                </a:cubicBezTo>
                <a:cubicBezTo>
                  <a:pt x="14" y="136"/>
                  <a:pt x="14" y="136"/>
                  <a:pt x="14" y="136"/>
                </a:cubicBezTo>
                <a:cubicBezTo>
                  <a:pt x="14" y="18"/>
                  <a:pt x="14" y="18"/>
                  <a:pt x="14" y="18"/>
                </a:cubicBezTo>
                <a:cubicBezTo>
                  <a:pt x="21" y="18"/>
                  <a:pt x="21" y="18"/>
                  <a:pt x="21" y="18"/>
                </a:cubicBezTo>
                <a:cubicBezTo>
                  <a:pt x="10" y="0"/>
                  <a:pt x="10" y="0"/>
                  <a:pt x="10" y="0"/>
                </a:cubicBezTo>
                <a:cubicBezTo>
                  <a:pt x="0" y="18"/>
                  <a:pt x="0" y="18"/>
                  <a:pt x="0" y="18"/>
                </a:cubicBezTo>
                <a:cubicBezTo>
                  <a:pt x="6" y="18"/>
                  <a:pt x="6" y="18"/>
                  <a:pt x="6" y="18"/>
                </a:cubicBezTo>
                <a:cubicBezTo>
                  <a:pt x="6" y="136"/>
                  <a:pt x="6" y="136"/>
                  <a:pt x="6" y="136"/>
                </a:cubicBezTo>
                <a:cubicBezTo>
                  <a:pt x="6" y="140"/>
                  <a:pt x="6" y="140"/>
                  <a:pt x="6" y="140"/>
                </a:cubicBezTo>
                <a:cubicBezTo>
                  <a:pt x="6" y="144"/>
                  <a:pt x="6" y="144"/>
                  <a:pt x="6" y="144"/>
                </a:cubicBezTo>
                <a:cubicBezTo>
                  <a:pt x="162" y="144"/>
                  <a:pt x="162" y="144"/>
                  <a:pt x="162" y="144"/>
                </a:cubicBezTo>
                <a:cubicBezTo>
                  <a:pt x="162" y="151"/>
                  <a:pt x="162" y="151"/>
                  <a:pt x="162" y="151"/>
                </a:cubicBezTo>
                <a:lnTo>
                  <a:pt x="180" y="140"/>
                </a:lnTo>
                <a:close/>
              </a:path>
            </a:pathLst>
          </a:custGeom>
          <a:solidFill>
            <a:srgbClr val="FF903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9"/>
          <p:cNvSpPr/>
          <p:nvPr/>
        </p:nvSpPr>
        <p:spPr>
          <a:xfrm>
            <a:off x="877887" y="5635625"/>
            <a:ext cx="671512" cy="673100"/>
          </a:xfrm>
          <a:custGeom>
            <a:avLst/>
            <a:gdLst/>
            <a:ahLst/>
            <a:cxnLst/>
            <a:rect l="l" t="t" r="r" b="b"/>
            <a:pathLst>
              <a:path w="162" h="162" extrusionOk="0">
                <a:moveTo>
                  <a:pt x="76" y="86"/>
                </a:moveTo>
                <a:cubicBezTo>
                  <a:pt x="153" y="86"/>
                  <a:pt x="153" y="86"/>
                  <a:pt x="153" y="86"/>
                </a:cubicBezTo>
                <a:cubicBezTo>
                  <a:pt x="153" y="128"/>
                  <a:pt x="119" y="162"/>
                  <a:pt x="76" y="162"/>
                </a:cubicBezTo>
                <a:cubicBezTo>
                  <a:pt x="34" y="162"/>
                  <a:pt x="0" y="128"/>
                  <a:pt x="0" y="86"/>
                </a:cubicBezTo>
                <a:cubicBezTo>
                  <a:pt x="0" y="44"/>
                  <a:pt x="34" y="10"/>
                  <a:pt x="76" y="10"/>
                </a:cubicBezTo>
                <a:lnTo>
                  <a:pt x="76" y="86"/>
                </a:lnTo>
                <a:close/>
                <a:moveTo>
                  <a:pt x="86" y="0"/>
                </a:moveTo>
                <a:cubicBezTo>
                  <a:pt x="86" y="77"/>
                  <a:pt x="86" y="77"/>
                  <a:pt x="86" y="77"/>
                </a:cubicBezTo>
                <a:cubicBezTo>
                  <a:pt x="162" y="77"/>
                  <a:pt x="162" y="77"/>
                  <a:pt x="162" y="77"/>
                </a:cubicBezTo>
                <a:cubicBezTo>
                  <a:pt x="162" y="35"/>
                  <a:pt x="128" y="0"/>
                  <a:pt x="86" y="0"/>
                </a:cubicBezTo>
                <a:close/>
              </a:path>
            </a:pathLst>
          </a:custGeom>
          <a:solidFill>
            <a:srgbClr val="70D8E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9"/>
          <p:cNvSpPr/>
          <p:nvPr/>
        </p:nvSpPr>
        <p:spPr>
          <a:xfrm>
            <a:off x="10799762" y="4330700"/>
            <a:ext cx="508000" cy="747712"/>
          </a:xfrm>
          <a:custGeom>
            <a:avLst/>
            <a:gdLst/>
            <a:ahLst/>
            <a:cxnLst/>
            <a:rect l="l" t="t" r="r" b="b"/>
            <a:pathLst>
              <a:path w="122" h="180" extrusionOk="0">
                <a:moveTo>
                  <a:pt x="122" y="120"/>
                </a:moveTo>
                <a:cubicBezTo>
                  <a:pt x="122" y="102"/>
                  <a:pt x="107" y="88"/>
                  <a:pt x="79" y="82"/>
                </a:cubicBezTo>
                <a:cubicBezTo>
                  <a:pt x="76" y="81"/>
                  <a:pt x="59" y="77"/>
                  <a:pt x="56" y="76"/>
                </a:cubicBezTo>
                <a:cubicBezTo>
                  <a:pt x="34" y="70"/>
                  <a:pt x="24" y="66"/>
                  <a:pt x="24" y="57"/>
                </a:cubicBezTo>
                <a:cubicBezTo>
                  <a:pt x="24" y="49"/>
                  <a:pt x="33" y="40"/>
                  <a:pt x="59" y="40"/>
                </a:cubicBezTo>
                <a:cubicBezTo>
                  <a:pt x="77" y="40"/>
                  <a:pt x="94" y="52"/>
                  <a:pt x="94" y="53"/>
                </a:cubicBezTo>
                <a:cubicBezTo>
                  <a:pt x="97" y="55"/>
                  <a:pt x="99" y="55"/>
                  <a:pt x="100" y="55"/>
                </a:cubicBezTo>
                <a:cubicBezTo>
                  <a:pt x="101" y="55"/>
                  <a:pt x="103" y="55"/>
                  <a:pt x="106" y="52"/>
                </a:cubicBezTo>
                <a:cubicBezTo>
                  <a:pt x="108" y="50"/>
                  <a:pt x="112" y="46"/>
                  <a:pt x="112" y="43"/>
                </a:cubicBezTo>
                <a:cubicBezTo>
                  <a:pt x="112" y="37"/>
                  <a:pt x="96" y="26"/>
                  <a:pt x="73" y="21"/>
                </a:cubicBezTo>
                <a:cubicBezTo>
                  <a:pt x="71" y="21"/>
                  <a:pt x="71" y="21"/>
                  <a:pt x="71" y="21"/>
                </a:cubicBezTo>
                <a:cubicBezTo>
                  <a:pt x="71" y="3"/>
                  <a:pt x="71" y="3"/>
                  <a:pt x="71" y="3"/>
                </a:cubicBezTo>
                <a:cubicBezTo>
                  <a:pt x="71" y="1"/>
                  <a:pt x="69" y="0"/>
                  <a:pt x="66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53" y="0"/>
                  <a:pt x="51" y="1"/>
                  <a:pt x="51" y="3"/>
                </a:cubicBezTo>
                <a:cubicBezTo>
                  <a:pt x="51" y="20"/>
                  <a:pt x="51" y="20"/>
                  <a:pt x="51" y="20"/>
                </a:cubicBezTo>
                <a:cubicBezTo>
                  <a:pt x="48" y="20"/>
                  <a:pt x="48" y="20"/>
                  <a:pt x="48" y="20"/>
                </a:cubicBezTo>
                <a:cubicBezTo>
                  <a:pt x="18" y="23"/>
                  <a:pt x="0" y="38"/>
                  <a:pt x="0" y="58"/>
                </a:cubicBezTo>
                <a:cubicBezTo>
                  <a:pt x="0" y="80"/>
                  <a:pt x="22" y="89"/>
                  <a:pt x="46" y="95"/>
                </a:cubicBezTo>
                <a:cubicBezTo>
                  <a:pt x="49" y="96"/>
                  <a:pt x="69" y="101"/>
                  <a:pt x="72" y="101"/>
                </a:cubicBezTo>
                <a:cubicBezTo>
                  <a:pt x="94" y="107"/>
                  <a:pt x="97" y="116"/>
                  <a:pt x="97" y="121"/>
                </a:cubicBezTo>
                <a:cubicBezTo>
                  <a:pt x="97" y="126"/>
                  <a:pt x="94" y="139"/>
                  <a:pt x="62" y="139"/>
                </a:cubicBezTo>
                <a:cubicBezTo>
                  <a:pt x="45" y="139"/>
                  <a:pt x="22" y="126"/>
                  <a:pt x="22" y="125"/>
                </a:cubicBezTo>
                <a:cubicBezTo>
                  <a:pt x="17" y="122"/>
                  <a:pt x="12" y="123"/>
                  <a:pt x="8" y="128"/>
                </a:cubicBezTo>
                <a:cubicBezTo>
                  <a:pt x="8" y="128"/>
                  <a:pt x="5" y="132"/>
                  <a:pt x="5" y="136"/>
                </a:cubicBezTo>
                <a:cubicBezTo>
                  <a:pt x="5" y="142"/>
                  <a:pt x="25" y="154"/>
                  <a:pt x="48" y="158"/>
                </a:cubicBezTo>
                <a:cubicBezTo>
                  <a:pt x="51" y="159"/>
                  <a:pt x="51" y="159"/>
                  <a:pt x="51" y="159"/>
                </a:cubicBezTo>
                <a:cubicBezTo>
                  <a:pt x="51" y="176"/>
                  <a:pt x="51" y="176"/>
                  <a:pt x="51" y="176"/>
                </a:cubicBezTo>
                <a:cubicBezTo>
                  <a:pt x="51" y="178"/>
                  <a:pt x="53" y="180"/>
                  <a:pt x="56" y="180"/>
                </a:cubicBezTo>
                <a:cubicBezTo>
                  <a:pt x="66" y="180"/>
                  <a:pt x="66" y="180"/>
                  <a:pt x="66" y="180"/>
                </a:cubicBezTo>
                <a:cubicBezTo>
                  <a:pt x="69" y="180"/>
                  <a:pt x="71" y="178"/>
                  <a:pt x="71" y="176"/>
                </a:cubicBezTo>
                <a:cubicBezTo>
                  <a:pt x="71" y="159"/>
                  <a:pt x="71" y="159"/>
                  <a:pt x="71" y="159"/>
                </a:cubicBezTo>
                <a:cubicBezTo>
                  <a:pt x="74" y="159"/>
                  <a:pt x="74" y="159"/>
                  <a:pt x="74" y="159"/>
                </a:cubicBezTo>
                <a:cubicBezTo>
                  <a:pt x="109" y="155"/>
                  <a:pt x="122" y="137"/>
                  <a:pt x="122" y="120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9"/>
          <p:cNvSpPr/>
          <p:nvPr/>
        </p:nvSpPr>
        <p:spPr>
          <a:xfrm>
            <a:off x="785812" y="1574800"/>
            <a:ext cx="668337" cy="796925"/>
          </a:xfrm>
          <a:custGeom>
            <a:avLst/>
            <a:gdLst/>
            <a:ahLst/>
            <a:cxnLst/>
            <a:rect l="l" t="t" r="r" b="b"/>
            <a:pathLst>
              <a:path w="161" h="192" extrusionOk="0">
                <a:moveTo>
                  <a:pt x="108" y="185"/>
                </a:moveTo>
                <a:cubicBezTo>
                  <a:pt x="108" y="189"/>
                  <a:pt x="105" y="192"/>
                  <a:pt x="101" y="192"/>
                </a:cubicBezTo>
                <a:cubicBezTo>
                  <a:pt x="61" y="192"/>
                  <a:pt x="61" y="192"/>
                  <a:pt x="61" y="192"/>
                </a:cubicBezTo>
                <a:cubicBezTo>
                  <a:pt x="57" y="192"/>
                  <a:pt x="54" y="189"/>
                  <a:pt x="54" y="185"/>
                </a:cubicBezTo>
                <a:cubicBezTo>
                  <a:pt x="54" y="185"/>
                  <a:pt x="54" y="185"/>
                  <a:pt x="54" y="185"/>
                </a:cubicBezTo>
                <a:cubicBezTo>
                  <a:pt x="54" y="182"/>
                  <a:pt x="57" y="179"/>
                  <a:pt x="61" y="179"/>
                </a:cubicBezTo>
                <a:cubicBezTo>
                  <a:pt x="101" y="179"/>
                  <a:pt x="101" y="179"/>
                  <a:pt x="101" y="179"/>
                </a:cubicBezTo>
                <a:cubicBezTo>
                  <a:pt x="105" y="179"/>
                  <a:pt x="108" y="182"/>
                  <a:pt x="108" y="185"/>
                </a:cubicBezTo>
                <a:close/>
                <a:moveTo>
                  <a:pt x="108" y="168"/>
                </a:moveTo>
                <a:cubicBezTo>
                  <a:pt x="108" y="164"/>
                  <a:pt x="105" y="161"/>
                  <a:pt x="101" y="161"/>
                </a:cubicBezTo>
                <a:cubicBezTo>
                  <a:pt x="61" y="161"/>
                  <a:pt x="61" y="161"/>
                  <a:pt x="61" y="161"/>
                </a:cubicBezTo>
                <a:cubicBezTo>
                  <a:pt x="57" y="161"/>
                  <a:pt x="54" y="164"/>
                  <a:pt x="54" y="168"/>
                </a:cubicBezTo>
                <a:cubicBezTo>
                  <a:pt x="54" y="168"/>
                  <a:pt x="54" y="168"/>
                  <a:pt x="54" y="168"/>
                </a:cubicBezTo>
                <a:cubicBezTo>
                  <a:pt x="54" y="172"/>
                  <a:pt x="57" y="175"/>
                  <a:pt x="61" y="175"/>
                </a:cubicBezTo>
                <a:cubicBezTo>
                  <a:pt x="101" y="175"/>
                  <a:pt x="101" y="175"/>
                  <a:pt x="101" y="175"/>
                </a:cubicBezTo>
                <a:cubicBezTo>
                  <a:pt x="105" y="175"/>
                  <a:pt x="108" y="172"/>
                  <a:pt x="108" y="168"/>
                </a:cubicBezTo>
                <a:close/>
                <a:moveTo>
                  <a:pt x="87" y="95"/>
                </a:moveTo>
                <a:cubicBezTo>
                  <a:pt x="79" y="95"/>
                  <a:pt x="79" y="95"/>
                  <a:pt x="79" y="95"/>
                </a:cubicBezTo>
                <a:cubicBezTo>
                  <a:pt x="74" y="95"/>
                  <a:pt x="74" y="95"/>
                  <a:pt x="74" y="95"/>
                </a:cubicBezTo>
                <a:cubicBezTo>
                  <a:pt x="74" y="157"/>
                  <a:pt x="74" y="157"/>
                  <a:pt x="74" y="157"/>
                </a:cubicBezTo>
                <a:cubicBezTo>
                  <a:pt x="76" y="157"/>
                  <a:pt x="78" y="157"/>
                  <a:pt x="81" y="157"/>
                </a:cubicBezTo>
                <a:cubicBezTo>
                  <a:pt x="81" y="157"/>
                  <a:pt x="81" y="157"/>
                  <a:pt x="81" y="157"/>
                </a:cubicBezTo>
                <a:cubicBezTo>
                  <a:pt x="81" y="157"/>
                  <a:pt x="81" y="157"/>
                  <a:pt x="81" y="157"/>
                </a:cubicBezTo>
                <a:cubicBezTo>
                  <a:pt x="81" y="157"/>
                  <a:pt x="81" y="157"/>
                  <a:pt x="81" y="157"/>
                </a:cubicBezTo>
                <a:cubicBezTo>
                  <a:pt x="81" y="157"/>
                  <a:pt x="81" y="157"/>
                  <a:pt x="81" y="157"/>
                </a:cubicBezTo>
                <a:cubicBezTo>
                  <a:pt x="83" y="157"/>
                  <a:pt x="85" y="157"/>
                  <a:pt x="87" y="157"/>
                </a:cubicBezTo>
                <a:lnTo>
                  <a:pt x="87" y="95"/>
                </a:lnTo>
                <a:close/>
                <a:moveTo>
                  <a:pt x="59" y="69"/>
                </a:moveTo>
                <a:cubicBezTo>
                  <a:pt x="53" y="69"/>
                  <a:pt x="49" y="73"/>
                  <a:pt x="49" y="79"/>
                </a:cubicBezTo>
                <a:cubicBezTo>
                  <a:pt x="49" y="84"/>
                  <a:pt x="53" y="88"/>
                  <a:pt x="59" y="88"/>
                </a:cubicBezTo>
                <a:cubicBezTo>
                  <a:pt x="68" y="88"/>
                  <a:pt x="68" y="88"/>
                  <a:pt x="68" y="8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73"/>
                  <a:pt x="64" y="69"/>
                  <a:pt x="59" y="69"/>
                </a:cubicBezTo>
                <a:close/>
                <a:moveTo>
                  <a:pt x="113" y="79"/>
                </a:moveTo>
                <a:cubicBezTo>
                  <a:pt x="113" y="73"/>
                  <a:pt x="108" y="69"/>
                  <a:pt x="103" y="69"/>
                </a:cubicBezTo>
                <a:cubicBezTo>
                  <a:pt x="98" y="69"/>
                  <a:pt x="93" y="73"/>
                  <a:pt x="93" y="79"/>
                </a:cubicBezTo>
                <a:cubicBezTo>
                  <a:pt x="93" y="88"/>
                  <a:pt x="93" y="88"/>
                  <a:pt x="93" y="88"/>
                </a:cubicBezTo>
                <a:cubicBezTo>
                  <a:pt x="103" y="88"/>
                  <a:pt x="103" y="88"/>
                  <a:pt x="103" y="88"/>
                </a:cubicBezTo>
                <a:cubicBezTo>
                  <a:pt x="108" y="88"/>
                  <a:pt x="113" y="84"/>
                  <a:pt x="113" y="79"/>
                </a:cubicBezTo>
                <a:close/>
                <a:moveTo>
                  <a:pt x="134" y="61"/>
                </a:moveTo>
                <a:cubicBezTo>
                  <a:pt x="130" y="44"/>
                  <a:pt x="109" y="26"/>
                  <a:pt x="81" y="26"/>
                </a:cubicBezTo>
                <a:cubicBezTo>
                  <a:pt x="52" y="26"/>
                  <a:pt x="32" y="44"/>
                  <a:pt x="28" y="61"/>
                </a:cubicBezTo>
                <a:cubicBezTo>
                  <a:pt x="24" y="74"/>
                  <a:pt x="27" y="87"/>
                  <a:pt x="34" y="99"/>
                </a:cubicBezTo>
                <a:cubicBezTo>
                  <a:pt x="39" y="109"/>
                  <a:pt x="45" y="118"/>
                  <a:pt x="50" y="129"/>
                </a:cubicBezTo>
                <a:cubicBezTo>
                  <a:pt x="53" y="135"/>
                  <a:pt x="54" y="144"/>
                  <a:pt x="55" y="150"/>
                </a:cubicBezTo>
                <a:cubicBezTo>
                  <a:pt x="56" y="155"/>
                  <a:pt x="58" y="157"/>
                  <a:pt x="64" y="157"/>
                </a:cubicBezTo>
                <a:cubicBezTo>
                  <a:pt x="66" y="157"/>
                  <a:pt x="67" y="157"/>
                  <a:pt x="68" y="157"/>
                </a:cubicBezTo>
                <a:cubicBezTo>
                  <a:pt x="68" y="95"/>
                  <a:pt x="68" y="95"/>
                  <a:pt x="68" y="95"/>
                </a:cubicBezTo>
                <a:cubicBezTo>
                  <a:pt x="59" y="95"/>
                  <a:pt x="59" y="95"/>
                  <a:pt x="59" y="95"/>
                </a:cubicBezTo>
                <a:cubicBezTo>
                  <a:pt x="54" y="95"/>
                  <a:pt x="50" y="93"/>
                  <a:pt x="47" y="90"/>
                </a:cubicBezTo>
                <a:cubicBezTo>
                  <a:pt x="44" y="87"/>
                  <a:pt x="43" y="83"/>
                  <a:pt x="43" y="79"/>
                </a:cubicBezTo>
                <a:cubicBezTo>
                  <a:pt x="43" y="74"/>
                  <a:pt x="44" y="70"/>
                  <a:pt x="47" y="67"/>
                </a:cubicBezTo>
                <a:cubicBezTo>
                  <a:pt x="50" y="64"/>
                  <a:pt x="54" y="63"/>
                  <a:pt x="59" y="63"/>
                </a:cubicBezTo>
                <a:cubicBezTo>
                  <a:pt x="67" y="63"/>
                  <a:pt x="74" y="70"/>
                  <a:pt x="74" y="78"/>
                </a:cubicBezTo>
                <a:cubicBezTo>
                  <a:pt x="74" y="78"/>
                  <a:pt x="74" y="78"/>
                  <a:pt x="74" y="78"/>
                </a:cubicBezTo>
                <a:cubicBezTo>
                  <a:pt x="74" y="88"/>
                  <a:pt x="74" y="88"/>
                  <a:pt x="74" y="88"/>
                </a:cubicBezTo>
                <a:cubicBezTo>
                  <a:pt x="79" y="88"/>
                  <a:pt x="79" y="88"/>
                  <a:pt x="79" y="88"/>
                </a:cubicBezTo>
                <a:cubicBezTo>
                  <a:pt x="87" y="88"/>
                  <a:pt x="87" y="88"/>
                  <a:pt x="87" y="88"/>
                </a:cubicBezTo>
                <a:cubicBezTo>
                  <a:pt x="87" y="78"/>
                  <a:pt x="87" y="78"/>
                  <a:pt x="87" y="78"/>
                </a:cubicBezTo>
                <a:cubicBezTo>
                  <a:pt x="87" y="78"/>
                  <a:pt x="87" y="78"/>
                  <a:pt x="87" y="78"/>
                </a:cubicBezTo>
                <a:cubicBezTo>
                  <a:pt x="87" y="74"/>
                  <a:pt x="89" y="70"/>
                  <a:pt x="92" y="67"/>
                </a:cubicBezTo>
                <a:cubicBezTo>
                  <a:pt x="95" y="64"/>
                  <a:pt x="99" y="63"/>
                  <a:pt x="103" y="63"/>
                </a:cubicBezTo>
                <a:cubicBezTo>
                  <a:pt x="107" y="63"/>
                  <a:pt x="111" y="64"/>
                  <a:pt x="114" y="67"/>
                </a:cubicBezTo>
                <a:cubicBezTo>
                  <a:pt x="117" y="70"/>
                  <a:pt x="119" y="74"/>
                  <a:pt x="119" y="79"/>
                </a:cubicBezTo>
                <a:cubicBezTo>
                  <a:pt x="119" y="83"/>
                  <a:pt x="117" y="87"/>
                  <a:pt x="114" y="90"/>
                </a:cubicBezTo>
                <a:cubicBezTo>
                  <a:pt x="111" y="93"/>
                  <a:pt x="107" y="95"/>
                  <a:pt x="103" y="95"/>
                </a:cubicBezTo>
                <a:cubicBezTo>
                  <a:pt x="93" y="95"/>
                  <a:pt x="93" y="95"/>
                  <a:pt x="93" y="95"/>
                </a:cubicBezTo>
                <a:cubicBezTo>
                  <a:pt x="93" y="157"/>
                  <a:pt x="93" y="157"/>
                  <a:pt x="93" y="157"/>
                </a:cubicBezTo>
                <a:cubicBezTo>
                  <a:pt x="95" y="157"/>
                  <a:pt x="96" y="157"/>
                  <a:pt x="97" y="157"/>
                </a:cubicBezTo>
                <a:cubicBezTo>
                  <a:pt x="104" y="157"/>
                  <a:pt x="105" y="155"/>
                  <a:pt x="107" y="150"/>
                </a:cubicBezTo>
                <a:cubicBezTo>
                  <a:pt x="108" y="144"/>
                  <a:pt x="109" y="135"/>
                  <a:pt x="112" y="129"/>
                </a:cubicBezTo>
                <a:cubicBezTo>
                  <a:pt x="117" y="118"/>
                  <a:pt x="122" y="109"/>
                  <a:pt x="128" y="99"/>
                </a:cubicBezTo>
                <a:cubicBezTo>
                  <a:pt x="134" y="87"/>
                  <a:pt x="137" y="74"/>
                  <a:pt x="134" y="61"/>
                </a:cubicBezTo>
                <a:close/>
                <a:moveTo>
                  <a:pt x="87" y="6"/>
                </a:moveTo>
                <a:cubicBezTo>
                  <a:pt x="87" y="3"/>
                  <a:pt x="84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8" y="0"/>
                  <a:pt x="75" y="3"/>
                  <a:pt x="75" y="6"/>
                </a:cubicBezTo>
                <a:cubicBezTo>
                  <a:pt x="75" y="17"/>
                  <a:pt x="75" y="17"/>
                  <a:pt x="75" y="17"/>
                </a:cubicBezTo>
                <a:cubicBezTo>
                  <a:pt x="75" y="20"/>
                  <a:pt x="78" y="22"/>
                  <a:pt x="81" y="22"/>
                </a:cubicBezTo>
                <a:cubicBezTo>
                  <a:pt x="81" y="22"/>
                  <a:pt x="81" y="22"/>
                  <a:pt x="81" y="22"/>
                </a:cubicBezTo>
                <a:cubicBezTo>
                  <a:pt x="84" y="22"/>
                  <a:pt x="87" y="20"/>
                  <a:pt x="87" y="17"/>
                </a:cubicBezTo>
                <a:lnTo>
                  <a:pt x="87" y="6"/>
                </a:lnTo>
                <a:close/>
                <a:moveTo>
                  <a:pt x="119" y="15"/>
                </a:moveTo>
                <a:cubicBezTo>
                  <a:pt x="121" y="12"/>
                  <a:pt x="120" y="9"/>
                  <a:pt x="117" y="7"/>
                </a:cubicBezTo>
                <a:cubicBezTo>
                  <a:pt x="117" y="7"/>
                  <a:pt x="117" y="7"/>
                  <a:pt x="117" y="7"/>
                </a:cubicBezTo>
                <a:cubicBezTo>
                  <a:pt x="114" y="6"/>
                  <a:pt x="110" y="7"/>
                  <a:pt x="109" y="10"/>
                </a:cubicBezTo>
                <a:cubicBezTo>
                  <a:pt x="104" y="19"/>
                  <a:pt x="104" y="19"/>
                  <a:pt x="104" y="19"/>
                </a:cubicBezTo>
                <a:cubicBezTo>
                  <a:pt x="102" y="22"/>
                  <a:pt x="103" y="26"/>
                  <a:pt x="106" y="27"/>
                </a:cubicBezTo>
                <a:cubicBezTo>
                  <a:pt x="106" y="27"/>
                  <a:pt x="106" y="27"/>
                  <a:pt x="106" y="27"/>
                </a:cubicBezTo>
                <a:cubicBezTo>
                  <a:pt x="109" y="29"/>
                  <a:pt x="112" y="28"/>
                  <a:pt x="114" y="25"/>
                </a:cubicBezTo>
                <a:lnTo>
                  <a:pt x="119" y="15"/>
                </a:lnTo>
                <a:close/>
                <a:moveTo>
                  <a:pt x="143" y="34"/>
                </a:moveTo>
                <a:cubicBezTo>
                  <a:pt x="145" y="32"/>
                  <a:pt x="146" y="28"/>
                  <a:pt x="144" y="26"/>
                </a:cubicBezTo>
                <a:cubicBezTo>
                  <a:pt x="144" y="26"/>
                  <a:pt x="144" y="26"/>
                  <a:pt x="144" y="26"/>
                </a:cubicBezTo>
                <a:cubicBezTo>
                  <a:pt x="141" y="23"/>
                  <a:pt x="138" y="23"/>
                  <a:pt x="135" y="25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5" y="35"/>
                  <a:pt x="125" y="38"/>
                  <a:pt x="127" y="41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9" y="43"/>
                  <a:pt x="133" y="43"/>
                  <a:pt x="135" y="41"/>
                </a:cubicBezTo>
                <a:lnTo>
                  <a:pt x="143" y="34"/>
                </a:lnTo>
                <a:close/>
                <a:moveTo>
                  <a:pt x="156" y="63"/>
                </a:moveTo>
                <a:cubicBezTo>
                  <a:pt x="159" y="62"/>
                  <a:pt x="161" y="59"/>
                  <a:pt x="160" y="56"/>
                </a:cubicBezTo>
                <a:cubicBezTo>
                  <a:pt x="160" y="56"/>
                  <a:pt x="160" y="56"/>
                  <a:pt x="160" y="56"/>
                </a:cubicBezTo>
                <a:cubicBezTo>
                  <a:pt x="160" y="53"/>
                  <a:pt x="157" y="51"/>
                  <a:pt x="154" y="51"/>
                </a:cubicBezTo>
                <a:cubicBezTo>
                  <a:pt x="143" y="53"/>
                  <a:pt x="143" y="53"/>
                  <a:pt x="143" y="53"/>
                </a:cubicBezTo>
                <a:cubicBezTo>
                  <a:pt x="140" y="54"/>
                  <a:pt x="138" y="57"/>
                  <a:pt x="138" y="60"/>
                </a:cubicBezTo>
                <a:cubicBezTo>
                  <a:pt x="138" y="60"/>
                  <a:pt x="138" y="60"/>
                  <a:pt x="138" y="60"/>
                </a:cubicBezTo>
                <a:cubicBezTo>
                  <a:pt x="139" y="63"/>
                  <a:pt x="142" y="65"/>
                  <a:pt x="145" y="65"/>
                </a:cubicBezTo>
                <a:lnTo>
                  <a:pt x="156" y="63"/>
                </a:lnTo>
                <a:close/>
                <a:moveTo>
                  <a:pt x="153" y="94"/>
                </a:moveTo>
                <a:cubicBezTo>
                  <a:pt x="156" y="95"/>
                  <a:pt x="159" y="93"/>
                  <a:pt x="160" y="90"/>
                </a:cubicBezTo>
                <a:cubicBezTo>
                  <a:pt x="160" y="90"/>
                  <a:pt x="160" y="90"/>
                  <a:pt x="160" y="90"/>
                </a:cubicBezTo>
                <a:cubicBezTo>
                  <a:pt x="161" y="86"/>
                  <a:pt x="159" y="83"/>
                  <a:pt x="155" y="83"/>
                </a:cubicBezTo>
                <a:cubicBezTo>
                  <a:pt x="145" y="81"/>
                  <a:pt x="145" y="81"/>
                  <a:pt x="145" y="81"/>
                </a:cubicBezTo>
                <a:cubicBezTo>
                  <a:pt x="142" y="80"/>
                  <a:pt x="139" y="82"/>
                  <a:pt x="138" y="85"/>
                </a:cubicBezTo>
                <a:cubicBezTo>
                  <a:pt x="138" y="85"/>
                  <a:pt x="138" y="85"/>
                  <a:pt x="138" y="85"/>
                </a:cubicBezTo>
                <a:cubicBezTo>
                  <a:pt x="137" y="88"/>
                  <a:pt x="139" y="91"/>
                  <a:pt x="142" y="92"/>
                </a:cubicBezTo>
                <a:lnTo>
                  <a:pt x="153" y="94"/>
                </a:lnTo>
                <a:close/>
                <a:moveTo>
                  <a:pt x="47" y="25"/>
                </a:moveTo>
                <a:cubicBezTo>
                  <a:pt x="48" y="28"/>
                  <a:pt x="52" y="29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8" y="26"/>
                  <a:pt x="59" y="22"/>
                  <a:pt x="57" y="19"/>
                </a:cubicBezTo>
                <a:cubicBezTo>
                  <a:pt x="52" y="10"/>
                  <a:pt x="52" y="10"/>
                  <a:pt x="52" y="10"/>
                </a:cubicBezTo>
                <a:cubicBezTo>
                  <a:pt x="51" y="7"/>
                  <a:pt x="47" y="6"/>
                  <a:pt x="44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1" y="9"/>
                  <a:pt x="40" y="12"/>
                  <a:pt x="42" y="15"/>
                </a:cubicBezTo>
                <a:lnTo>
                  <a:pt x="47" y="25"/>
                </a:lnTo>
                <a:close/>
                <a:moveTo>
                  <a:pt x="26" y="41"/>
                </a:moveTo>
                <a:cubicBezTo>
                  <a:pt x="28" y="43"/>
                  <a:pt x="32" y="43"/>
                  <a:pt x="34" y="41"/>
                </a:cubicBezTo>
                <a:cubicBezTo>
                  <a:pt x="34" y="41"/>
                  <a:pt x="34" y="41"/>
                  <a:pt x="34" y="41"/>
                </a:cubicBezTo>
                <a:cubicBezTo>
                  <a:pt x="36" y="38"/>
                  <a:pt x="36" y="35"/>
                  <a:pt x="34" y="33"/>
                </a:cubicBezTo>
                <a:cubicBezTo>
                  <a:pt x="26" y="25"/>
                  <a:pt x="26" y="25"/>
                  <a:pt x="26" y="25"/>
                </a:cubicBezTo>
                <a:cubicBezTo>
                  <a:pt x="23" y="23"/>
                  <a:pt x="20" y="23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5" y="28"/>
                  <a:pt x="15" y="32"/>
                  <a:pt x="18" y="34"/>
                </a:cubicBezTo>
                <a:lnTo>
                  <a:pt x="26" y="41"/>
                </a:lnTo>
                <a:close/>
                <a:moveTo>
                  <a:pt x="16" y="65"/>
                </a:moveTo>
                <a:cubicBezTo>
                  <a:pt x="19" y="65"/>
                  <a:pt x="22" y="63"/>
                  <a:pt x="23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3" y="57"/>
                  <a:pt x="21" y="54"/>
                  <a:pt x="18" y="53"/>
                </a:cubicBezTo>
                <a:cubicBezTo>
                  <a:pt x="7" y="51"/>
                  <a:pt x="7" y="51"/>
                  <a:pt x="7" y="51"/>
                </a:cubicBezTo>
                <a:cubicBezTo>
                  <a:pt x="4" y="51"/>
                  <a:pt x="1" y="53"/>
                  <a:pt x="1" y="56"/>
                </a:cubicBezTo>
                <a:cubicBezTo>
                  <a:pt x="1" y="56"/>
                  <a:pt x="1" y="56"/>
                  <a:pt x="1" y="56"/>
                </a:cubicBezTo>
                <a:cubicBezTo>
                  <a:pt x="0" y="59"/>
                  <a:pt x="2" y="62"/>
                  <a:pt x="5" y="63"/>
                </a:cubicBezTo>
                <a:lnTo>
                  <a:pt x="16" y="65"/>
                </a:lnTo>
                <a:close/>
                <a:moveTo>
                  <a:pt x="18" y="92"/>
                </a:moveTo>
                <a:cubicBezTo>
                  <a:pt x="22" y="91"/>
                  <a:pt x="24" y="88"/>
                  <a:pt x="23" y="85"/>
                </a:cubicBezTo>
                <a:cubicBezTo>
                  <a:pt x="23" y="85"/>
                  <a:pt x="23" y="85"/>
                  <a:pt x="23" y="85"/>
                </a:cubicBezTo>
                <a:cubicBezTo>
                  <a:pt x="22" y="82"/>
                  <a:pt x="19" y="80"/>
                  <a:pt x="16" y="81"/>
                </a:cubicBezTo>
                <a:cubicBezTo>
                  <a:pt x="6" y="83"/>
                  <a:pt x="6" y="83"/>
                  <a:pt x="6" y="83"/>
                </a:cubicBezTo>
                <a:cubicBezTo>
                  <a:pt x="2" y="83"/>
                  <a:pt x="0" y="86"/>
                  <a:pt x="1" y="90"/>
                </a:cubicBezTo>
                <a:cubicBezTo>
                  <a:pt x="1" y="90"/>
                  <a:pt x="1" y="90"/>
                  <a:pt x="1" y="90"/>
                </a:cubicBezTo>
                <a:cubicBezTo>
                  <a:pt x="2" y="93"/>
                  <a:pt x="5" y="95"/>
                  <a:pt x="8" y="94"/>
                </a:cubicBezTo>
                <a:lnTo>
                  <a:pt x="18" y="92"/>
                </a:ln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6405562" y="3116262"/>
            <a:ext cx="132080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Montserrat"/>
              <a:buNone/>
            </a:pPr>
            <a:r>
              <a:rPr lang="en-US" sz="41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/>
          </a:p>
        </p:txBody>
      </p:sp>
      <p:sp>
        <p:nvSpPr>
          <p:cNvPr id="360" name="Google Shape;360;p19"/>
          <p:cNvSpPr txBox="1"/>
          <p:nvPr/>
        </p:nvSpPr>
        <p:spPr>
          <a:xfrm>
            <a:off x="6708775" y="4081462"/>
            <a:ext cx="739775" cy="4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Montserrat"/>
              <a:buNone/>
            </a:pPr>
            <a:r>
              <a:rPr lang="en-US" sz="24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10%</a:t>
            </a:r>
            <a:endParaRPr/>
          </a:p>
        </p:txBody>
      </p:sp>
      <p:sp>
        <p:nvSpPr>
          <p:cNvPr id="361" name="Google Shape;361;p19"/>
          <p:cNvSpPr txBox="1"/>
          <p:nvPr/>
        </p:nvSpPr>
        <p:spPr>
          <a:xfrm>
            <a:off x="5264150" y="3016250"/>
            <a:ext cx="852487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Montserrat"/>
              <a:buNone/>
            </a:pPr>
            <a:r>
              <a:rPr lang="en-US" sz="2800" b="0" i="0" u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16%</a:t>
            </a:r>
            <a:endParaRPr dirty="0"/>
          </a:p>
        </p:txBody>
      </p:sp>
      <p:sp>
        <p:nvSpPr>
          <p:cNvPr id="362" name="Google Shape;362;p19"/>
          <p:cNvSpPr txBox="1"/>
          <p:nvPr/>
        </p:nvSpPr>
        <p:spPr>
          <a:xfrm>
            <a:off x="4637087" y="3690937"/>
            <a:ext cx="1101725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Montserrat"/>
              <a:buNone/>
            </a:pPr>
            <a:r>
              <a:rPr lang="en-US" sz="34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23%</a:t>
            </a:r>
            <a:endParaRPr/>
          </a:p>
        </p:txBody>
      </p:sp>
      <p:sp>
        <p:nvSpPr>
          <p:cNvPr id="363" name="Google Shape;363;p19"/>
          <p:cNvSpPr txBox="1"/>
          <p:nvPr/>
        </p:nvSpPr>
        <p:spPr>
          <a:xfrm>
            <a:off x="5529262" y="4487862"/>
            <a:ext cx="1212850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Montserrat"/>
              <a:buNone/>
            </a:pPr>
            <a:r>
              <a:rPr lang="en-US" sz="41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31%</a:t>
            </a:r>
            <a:endParaRPr/>
          </a:p>
        </p:txBody>
      </p:sp>
      <p:sp>
        <p:nvSpPr>
          <p:cNvPr id="364" name="Google Shape;364;p19"/>
          <p:cNvSpPr txBox="1"/>
          <p:nvPr/>
        </p:nvSpPr>
        <p:spPr>
          <a:xfrm>
            <a:off x="1358411" y="335756"/>
            <a:ext cx="10094301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Montserrat"/>
              <a:buNone/>
            </a:pPr>
            <a:r>
              <a:rPr lang="en-US" sz="5200" b="0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ESTRUCTURA DEL MERCADO</a:t>
            </a:r>
            <a:endParaRPr dirty="0"/>
          </a:p>
        </p:txBody>
      </p:sp>
      <p:sp>
        <p:nvSpPr>
          <p:cNvPr id="365" name="Google Shape;365;p19"/>
          <p:cNvSpPr txBox="1"/>
          <p:nvPr/>
        </p:nvSpPr>
        <p:spPr>
          <a:xfrm>
            <a:off x="8761412" y="4500562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66" name="Google Shape;366;p19"/>
          <p:cNvSpPr txBox="1"/>
          <p:nvPr/>
        </p:nvSpPr>
        <p:spPr>
          <a:xfrm>
            <a:off x="1762125" y="3759200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67" name="Google Shape;367;p19"/>
          <p:cNvSpPr txBox="1"/>
          <p:nvPr/>
        </p:nvSpPr>
        <p:spPr>
          <a:xfrm>
            <a:off x="1770062" y="573563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0"/>
          <p:cNvSpPr txBox="1"/>
          <p:nvPr/>
        </p:nvSpPr>
        <p:spPr>
          <a:xfrm>
            <a:off x="631825" y="5705475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73" name="Google Shape;373;p20"/>
          <p:cNvSpPr/>
          <p:nvPr/>
        </p:nvSpPr>
        <p:spPr>
          <a:xfrm>
            <a:off x="4675187" y="4291012"/>
            <a:ext cx="2860675" cy="2570162"/>
          </a:xfrm>
          <a:custGeom>
            <a:avLst/>
            <a:gdLst/>
            <a:ahLst/>
            <a:cxnLst/>
            <a:rect l="l" t="t" r="r" b="b"/>
            <a:pathLst>
              <a:path w="655" h="588" extrusionOk="0">
                <a:moveTo>
                  <a:pt x="655" y="588"/>
                </a:moveTo>
                <a:cubicBezTo>
                  <a:pt x="617" y="550"/>
                  <a:pt x="571" y="523"/>
                  <a:pt x="522" y="501"/>
                </a:cubicBezTo>
                <a:cubicBezTo>
                  <a:pt x="501" y="491"/>
                  <a:pt x="478" y="483"/>
                  <a:pt x="456" y="474"/>
                </a:cubicBezTo>
                <a:cubicBezTo>
                  <a:pt x="415" y="458"/>
                  <a:pt x="403" y="415"/>
                  <a:pt x="434" y="385"/>
                </a:cubicBezTo>
                <a:cubicBezTo>
                  <a:pt x="496" y="323"/>
                  <a:pt x="519" y="247"/>
                  <a:pt x="516" y="163"/>
                </a:cubicBezTo>
                <a:cubicBezTo>
                  <a:pt x="513" y="74"/>
                  <a:pt x="461" y="27"/>
                  <a:pt x="379" y="7"/>
                </a:cubicBezTo>
                <a:cubicBezTo>
                  <a:pt x="362" y="2"/>
                  <a:pt x="344" y="0"/>
                  <a:pt x="328" y="0"/>
                </a:cubicBezTo>
                <a:cubicBezTo>
                  <a:pt x="311" y="0"/>
                  <a:pt x="294" y="2"/>
                  <a:pt x="276" y="7"/>
                </a:cubicBezTo>
                <a:cubicBezTo>
                  <a:pt x="195" y="27"/>
                  <a:pt x="143" y="74"/>
                  <a:pt x="139" y="163"/>
                </a:cubicBezTo>
                <a:cubicBezTo>
                  <a:pt x="136" y="247"/>
                  <a:pt x="159" y="322"/>
                  <a:pt x="222" y="385"/>
                </a:cubicBezTo>
                <a:cubicBezTo>
                  <a:pt x="252" y="416"/>
                  <a:pt x="241" y="458"/>
                  <a:pt x="199" y="474"/>
                </a:cubicBezTo>
                <a:cubicBezTo>
                  <a:pt x="177" y="483"/>
                  <a:pt x="155" y="491"/>
                  <a:pt x="133" y="501"/>
                </a:cubicBezTo>
                <a:cubicBezTo>
                  <a:pt x="84" y="523"/>
                  <a:pt x="39" y="550"/>
                  <a:pt x="0" y="588"/>
                </a:cubicBezTo>
              </a:path>
            </a:pathLst>
          </a:custGeom>
          <a:solidFill>
            <a:srgbClr val="49494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0"/>
          <p:cNvSpPr/>
          <p:nvPr/>
        </p:nvSpPr>
        <p:spPr>
          <a:xfrm>
            <a:off x="8685212" y="4460875"/>
            <a:ext cx="361950" cy="874712"/>
          </a:xfrm>
          <a:custGeom>
            <a:avLst/>
            <a:gdLst/>
            <a:ahLst/>
            <a:cxnLst/>
            <a:rect l="l" t="t" r="r" b="b"/>
            <a:pathLst>
              <a:path w="83" h="200" extrusionOk="0">
                <a:moveTo>
                  <a:pt x="0" y="0"/>
                </a:moveTo>
                <a:cubicBezTo>
                  <a:pt x="38" y="63"/>
                  <a:pt x="66" y="130"/>
                  <a:pt x="83" y="200"/>
                </a:cubicBezTo>
              </a:path>
            </a:pathLst>
          </a:custGeom>
          <a:noFill/>
          <a:ln w="65075" cap="rnd" cmpd="sng">
            <a:solidFill>
              <a:srgbClr val="59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0"/>
          <p:cNvSpPr/>
          <p:nvPr/>
        </p:nvSpPr>
        <p:spPr>
          <a:xfrm>
            <a:off x="6797675" y="3092450"/>
            <a:ext cx="904875" cy="381000"/>
          </a:xfrm>
          <a:custGeom>
            <a:avLst/>
            <a:gdLst/>
            <a:ahLst/>
            <a:cxnLst/>
            <a:rect l="l" t="t" r="r" b="b"/>
            <a:pathLst>
              <a:path w="207" h="87" extrusionOk="0">
                <a:moveTo>
                  <a:pt x="0" y="0"/>
                </a:moveTo>
                <a:cubicBezTo>
                  <a:pt x="72" y="17"/>
                  <a:pt x="142" y="46"/>
                  <a:pt x="207" y="87"/>
                </a:cubicBezTo>
              </a:path>
            </a:pathLst>
          </a:custGeom>
          <a:noFill/>
          <a:ln w="65075" cap="rnd" cmpd="sng">
            <a:solidFill>
              <a:srgbClr val="59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0"/>
          <p:cNvSpPr/>
          <p:nvPr/>
        </p:nvSpPr>
        <p:spPr>
          <a:xfrm>
            <a:off x="4505325" y="3092450"/>
            <a:ext cx="900112" cy="376237"/>
          </a:xfrm>
          <a:custGeom>
            <a:avLst/>
            <a:gdLst/>
            <a:ahLst/>
            <a:cxnLst/>
            <a:rect l="l" t="t" r="r" b="b"/>
            <a:pathLst>
              <a:path w="206" h="86" extrusionOk="0">
                <a:moveTo>
                  <a:pt x="0" y="86"/>
                </a:moveTo>
                <a:cubicBezTo>
                  <a:pt x="64" y="46"/>
                  <a:pt x="134" y="17"/>
                  <a:pt x="206" y="0"/>
                </a:cubicBezTo>
              </a:path>
            </a:pathLst>
          </a:custGeom>
          <a:noFill/>
          <a:ln w="65075" cap="rnd" cmpd="sng">
            <a:solidFill>
              <a:srgbClr val="59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0"/>
          <p:cNvSpPr/>
          <p:nvPr/>
        </p:nvSpPr>
        <p:spPr>
          <a:xfrm>
            <a:off x="3155950" y="4465637"/>
            <a:ext cx="357187" cy="865187"/>
          </a:xfrm>
          <a:custGeom>
            <a:avLst/>
            <a:gdLst/>
            <a:ahLst/>
            <a:cxnLst/>
            <a:rect l="l" t="t" r="r" b="b"/>
            <a:pathLst>
              <a:path w="82" h="198" extrusionOk="0">
                <a:moveTo>
                  <a:pt x="0" y="198"/>
                </a:moveTo>
                <a:cubicBezTo>
                  <a:pt x="17" y="129"/>
                  <a:pt x="44" y="62"/>
                  <a:pt x="82" y="0"/>
                </a:cubicBezTo>
              </a:path>
            </a:pathLst>
          </a:custGeom>
          <a:noFill/>
          <a:ln w="65075" cap="rnd" cmpd="sng">
            <a:solidFill>
              <a:srgbClr val="594F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0"/>
          <p:cNvSpPr/>
          <p:nvPr/>
        </p:nvSpPr>
        <p:spPr>
          <a:xfrm>
            <a:off x="7632700" y="3294062"/>
            <a:ext cx="1217612" cy="1214437"/>
          </a:xfrm>
          <a:custGeom>
            <a:avLst/>
            <a:gdLst/>
            <a:ahLst/>
            <a:cxnLst/>
            <a:rect l="l" t="t" r="r" b="b"/>
            <a:pathLst>
              <a:path w="279" h="278" extrusionOk="0">
                <a:moveTo>
                  <a:pt x="229" y="229"/>
                </a:moveTo>
                <a:cubicBezTo>
                  <a:pt x="180" y="278"/>
                  <a:pt x="99" y="278"/>
                  <a:pt x="50" y="229"/>
                </a:cubicBezTo>
                <a:cubicBezTo>
                  <a:pt x="0" y="179"/>
                  <a:pt x="0" y="99"/>
                  <a:pt x="50" y="49"/>
                </a:cubicBezTo>
                <a:cubicBezTo>
                  <a:pt x="99" y="0"/>
                  <a:pt x="180" y="0"/>
                  <a:pt x="229" y="49"/>
                </a:cubicBezTo>
                <a:cubicBezTo>
                  <a:pt x="279" y="99"/>
                  <a:pt x="279" y="179"/>
                  <a:pt x="229" y="229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0"/>
          <p:cNvSpPr/>
          <p:nvPr/>
        </p:nvSpPr>
        <p:spPr>
          <a:xfrm>
            <a:off x="8575675" y="5492750"/>
            <a:ext cx="1104900" cy="1106487"/>
          </a:xfrm>
          <a:prstGeom prst="ellipse">
            <a:avLst/>
          </a:prstGeom>
          <a:solidFill>
            <a:srgbClr val="70D8E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0"/>
          <p:cNvSpPr/>
          <p:nvPr/>
        </p:nvSpPr>
        <p:spPr>
          <a:xfrm>
            <a:off x="2517775" y="5492750"/>
            <a:ext cx="1109662" cy="1106487"/>
          </a:xfrm>
          <a:prstGeom prst="ellipse">
            <a:avLst/>
          </a:prstGeom>
          <a:solidFill>
            <a:srgbClr val="FF87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0"/>
          <p:cNvSpPr/>
          <p:nvPr/>
        </p:nvSpPr>
        <p:spPr>
          <a:xfrm>
            <a:off x="3352800" y="3294062"/>
            <a:ext cx="1212850" cy="1214437"/>
          </a:xfrm>
          <a:custGeom>
            <a:avLst/>
            <a:gdLst/>
            <a:ahLst/>
            <a:cxnLst/>
            <a:rect l="l" t="t" r="r" b="b"/>
            <a:pathLst>
              <a:path w="278" h="278" extrusionOk="0">
                <a:moveTo>
                  <a:pt x="229" y="49"/>
                </a:moveTo>
                <a:cubicBezTo>
                  <a:pt x="278" y="99"/>
                  <a:pt x="278" y="179"/>
                  <a:pt x="229" y="229"/>
                </a:cubicBezTo>
                <a:cubicBezTo>
                  <a:pt x="179" y="278"/>
                  <a:pt x="99" y="278"/>
                  <a:pt x="49" y="229"/>
                </a:cubicBezTo>
                <a:cubicBezTo>
                  <a:pt x="0" y="179"/>
                  <a:pt x="0" y="99"/>
                  <a:pt x="49" y="49"/>
                </a:cubicBezTo>
                <a:cubicBezTo>
                  <a:pt x="99" y="0"/>
                  <a:pt x="179" y="0"/>
                  <a:pt x="229" y="49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0"/>
          <p:cNvSpPr/>
          <p:nvPr/>
        </p:nvSpPr>
        <p:spPr>
          <a:xfrm>
            <a:off x="5545137" y="2459037"/>
            <a:ext cx="1108075" cy="1109662"/>
          </a:xfrm>
          <a:prstGeom prst="ellipse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0"/>
          <p:cNvSpPr txBox="1"/>
          <p:nvPr/>
        </p:nvSpPr>
        <p:spPr>
          <a:xfrm>
            <a:off x="1736725" y="2411412"/>
            <a:ext cx="982662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PLAN</a:t>
            </a:r>
            <a:endParaRPr/>
          </a:p>
        </p:txBody>
      </p:sp>
      <p:sp>
        <p:nvSpPr>
          <p:cNvPr id="384" name="Google Shape;384;p20"/>
          <p:cNvSpPr txBox="1"/>
          <p:nvPr/>
        </p:nvSpPr>
        <p:spPr>
          <a:xfrm>
            <a:off x="9091612" y="2332037"/>
            <a:ext cx="1624012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NEGOCIO</a:t>
            </a:r>
            <a:endParaRPr/>
          </a:p>
        </p:txBody>
      </p:sp>
      <p:sp>
        <p:nvSpPr>
          <p:cNvPr id="385" name="Google Shape;385;p20"/>
          <p:cNvSpPr txBox="1"/>
          <p:nvPr/>
        </p:nvSpPr>
        <p:spPr>
          <a:xfrm>
            <a:off x="719137" y="5357812"/>
            <a:ext cx="1215171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72B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FF87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EQUIPO</a:t>
            </a:r>
            <a:endParaRPr/>
          </a:p>
        </p:txBody>
      </p:sp>
      <p:sp>
        <p:nvSpPr>
          <p:cNvPr id="386" name="Google Shape;386;p20"/>
          <p:cNvSpPr txBox="1"/>
          <p:nvPr/>
        </p:nvSpPr>
        <p:spPr>
          <a:xfrm>
            <a:off x="5492750" y="981075"/>
            <a:ext cx="1604962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300"/>
              <a:buFont typeface="Open Sans SemiBold"/>
              <a:buNone/>
            </a:pPr>
            <a:r>
              <a:rPr lang="en-US" sz="2300" b="1" i="0" u="none" dirty="0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PROYECTO</a:t>
            </a:r>
            <a:endParaRPr dirty="0"/>
          </a:p>
        </p:txBody>
      </p:sp>
      <p:sp>
        <p:nvSpPr>
          <p:cNvPr id="387" name="Google Shape;387;p20"/>
          <p:cNvSpPr txBox="1"/>
          <p:nvPr/>
        </p:nvSpPr>
        <p:spPr>
          <a:xfrm>
            <a:off x="10161587" y="5410200"/>
            <a:ext cx="1476375" cy="503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D1DA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69D1D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ÉXITO</a:t>
            </a:r>
            <a:endParaRPr/>
          </a:p>
        </p:txBody>
      </p:sp>
      <p:sp>
        <p:nvSpPr>
          <p:cNvPr id="388" name="Google Shape;388;p20"/>
          <p:cNvSpPr/>
          <p:nvPr/>
        </p:nvSpPr>
        <p:spPr>
          <a:xfrm>
            <a:off x="7942262" y="3582987"/>
            <a:ext cx="611187" cy="611187"/>
          </a:xfrm>
          <a:custGeom>
            <a:avLst/>
            <a:gdLst/>
            <a:ahLst/>
            <a:cxnLst/>
            <a:rect l="l" t="t" r="r" b="b"/>
            <a:pathLst>
              <a:path w="140" h="140" extrusionOk="0">
                <a:moveTo>
                  <a:pt x="77" y="140"/>
                </a:moveTo>
                <a:cubicBezTo>
                  <a:pt x="63" y="140"/>
                  <a:pt x="63" y="140"/>
                  <a:pt x="63" y="140"/>
                </a:cubicBezTo>
                <a:cubicBezTo>
                  <a:pt x="60" y="140"/>
                  <a:pt x="58" y="137"/>
                  <a:pt x="57" y="135"/>
                </a:cubicBezTo>
                <a:cubicBezTo>
                  <a:pt x="55" y="121"/>
                  <a:pt x="55" y="121"/>
                  <a:pt x="55" y="121"/>
                </a:cubicBezTo>
                <a:cubicBezTo>
                  <a:pt x="55" y="120"/>
                  <a:pt x="54" y="120"/>
                  <a:pt x="54" y="120"/>
                </a:cubicBezTo>
                <a:cubicBezTo>
                  <a:pt x="51" y="119"/>
                  <a:pt x="49" y="118"/>
                  <a:pt x="46" y="116"/>
                </a:cubicBezTo>
                <a:cubicBezTo>
                  <a:pt x="46" y="116"/>
                  <a:pt x="45" y="116"/>
                  <a:pt x="44" y="117"/>
                </a:cubicBezTo>
                <a:cubicBezTo>
                  <a:pt x="33" y="125"/>
                  <a:pt x="33" y="125"/>
                  <a:pt x="33" y="125"/>
                </a:cubicBezTo>
                <a:cubicBezTo>
                  <a:pt x="31" y="126"/>
                  <a:pt x="28" y="126"/>
                  <a:pt x="25" y="124"/>
                </a:cubicBezTo>
                <a:cubicBezTo>
                  <a:pt x="16" y="114"/>
                  <a:pt x="16" y="114"/>
                  <a:pt x="16" y="114"/>
                </a:cubicBezTo>
                <a:cubicBezTo>
                  <a:pt x="14" y="112"/>
                  <a:pt x="14" y="109"/>
                  <a:pt x="15" y="107"/>
                </a:cubicBezTo>
                <a:cubicBezTo>
                  <a:pt x="23" y="95"/>
                  <a:pt x="23" y="95"/>
                  <a:pt x="23" y="95"/>
                </a:cubicBezTo>
                <a:cubicBezTo>
                  <a:pt x="24" y="95"/>
                  <a:pt x="24" y="94"/>
                  <a:pt x="23" y="94"/>
                </a:cubicBezTo>
                <a:cubicBezTo>
                  <a:pt x="22" y="91"/>
                  <a:pt x="21" y="89"/>
                  <a:pt x="20" y="86"/>
                </a:cubicBezTo>
                <a:cubicBezTo>
                  <a:pt x="20" y="85"/>
                  <a:pt x="20" y="85"/>
                  <a:pt x="19" y="85"/>
                </a:cubicBezTo>
                <a:cubicBezTo>
                  <a:pt x="5" y="83"/>
                  <a:pt x="5" y="83"/>
                  <a:pt x="5" y="83"/>
                </a:cubicBezTo>
                <a:cubicBezTo>
                  <a:pt x="3" y="82"/>
                  <a:pt x="0" y="80"/>
                  <a:pt x="0" y="77"/>
                </a:cubicBezTo>
                <a:cubicBezTo>
                  <a:pt x="0" y="63"/>
                  <a:pt x="0" y="63"/>
                  <a:pt x="0" y="63"/>
                </a:cubicBezTo>
                <a:cubicBezTo>
                  <a:pt x="0" y="60"/>
                  <a:pt x="3" y="58"/>
                  <a:pt x="5" y="57"/>
                </a:cubicBezTo>
                <a:cubicBezTo>
                  <a:pt x="19" y="55"/>
                  <a:pt x="19" y="55"/>
                  <a:pt x="19" y="55"/>
                </a:cubicBezTo>
                <a:cubicBezTo>
                  <a:pt x="20" y="55"/>
                  <a:pt x="20" y="55"/>
                  <a:pt x="20" y="54"/>
                </a:cubicBezTo>
                <a:cubicBezTo>
                  <a:pt x="21" y="51"/>
                  <a:pt x="22" y="49"/>
                  <a:pt x="23" y="46"/>
                </a:cubicBezTo>
                <a:cubicBezTo>
                  <a:pt x="24" y="46"/>
                  <a:pt x="24" y="45"/>
                  <a:pt x="23" y="45"/>
                </a:cubicBezTo>
                <a:cubicBezTo>
                  <a:pt x="15" y="33"/>
                  <a:pt x="15" y="33"/>
                  <a:pt x="15" y="33"/>
                </a:cubicBezTo>
                <a:cubicBezTo>
                  <a:pt x="14" y="31"/>
                  <a:pt x="14" y="28"/>
                  <a:pt x="16" y="26"/>
                </a:cubicBezTo>
                <a:cubicBezTo>
                  <a:pt x="25" y="16"/>
                  <a:pt x="25" y="16"/>
                  <a:pt x="25" y="16"/>
                </a:cubicBezTo>
                <a:cubicBezTo>
                  <a:pt x="28" y="14"/>
                  <a:pt x="31" y="14"/>
                  <a:pt x="33" y="15"/>
                </a:cubicBezTo>
                <a:cubicBezTo>
                  <a:pt x="44" y="23"/>
                  <a:pt x="44" y="23"/>
                  <a:pt x="44" y="23"/>
                </a:cubicBezTo>
                <a:cubicBezTo>
                  <a:pt x="45" y="24"/>
                  <a:pt x="46" y="24"/>
                  <a:pt x="46" y="24"/>
                </a:cubicBezTo>
                <a:cubicBezTo>
                  <a:pt x="49" y="22"/>
                  <a:pt x="51" y="21"/>
                  <a:pt x="54" y="20"/>
                </a:cubicBezTo>
                <a:cubicBezTo>
                  <a:pt x="55" y="20"/>
                  <a:pt x="55" y="20"/>
                  <a:pt x="55" y="19"/>
                </a:cubicBezTo>
                <a:cubicBezTo>
                  <a:pt x="57" y="5"/>
                  <a:pt x="57" y="5"/>
                  <a:pt x="57" y="5"/>
                </a:cubicBezTo>
                <a:cubicBezTo>
                  <a:pt x="58" y="3"/>
                  <a:pt x="60" y="0"/>
                  <a:pt x="63" y="0"/>
                </a:cubicBezTo>
                <a:cubicBezTo>
                  <a:pt x="77" y="0"/>
                  <a:pt x="77" y="0"/>
                  <a:pt x="77" y="0"/>
                </a:cubicBezTo>
                <a:cubicBezTo>
                  <a:pt x="80" y="0"/>
                  <a:pt x="82" y="3"/>
                  <a:pt x="83" y="5"/>
                </a:cubicBezTo>
                <a:cubicBezTo>
                  <a:pt x="85" y="19"/>
                  <a:pt x="85" y="19"/>
                  <a:pt x="85" y="19"/>
                </a:cubicBezTo>
                <a:cubicBezTo>
                  <a:pt x="85" y="20"/>
                  <a:pt x="85" y="20"/>
                  <a:pt x="86" y="20"/>
                </a:cubicBezTo>
                <a:cubicBezTo>
                  <a:pt x="89" y="21"/>
                  <a:pt x="91" y="22"/>
                  <a:pt x="94" y="24"/>
                </a:cubicBezTo>
                <a:cubicBezTo>
                  <a:pt x="94" y="24"/>
                  <a:pt x="95" y="24"/>
                  <a:pt x="95" y="23"/>
                </a:cubicBezTo>
                <a:cubicBezTo>
                  <a:pt x="107" y="15"/>
                  <a:pt x="107" y="15"/>
                  <a:pt x="107" y="15"/>
                </a:cubicBezTo>
                <a:cubicBezTo>
                  <a:pt x="109" y="14"/>
                  <a:pt x="112" y="14"/>
                  <a:pt x="114" y="16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6" y="28"/>
                  <a:pt x="126" y="31"/>
                  <a:pt x="125" y="33"/>
                </a:cubicBezTo>
                <a:cubicBezTo>
                  <a:pt x="116" y="45"/>
                  <a:pt x="116" y="45"/>
                  <a:pt x="116" y="45"/>
                </a:cubicBezTo>
                <a:cubicBezTo>
                  <a:pt x="116" y="45"/>
                  <a:pt x="116" y="46"/>
                  <a:pt x="116" y="46"/>
                </a:cubicBezTo>
                <a:cubicBezTo>
                  <a:pt x="118" y="49"/>
                  <a:pt x="119" y="51"/>
                  <a:pt x="120" y="54"/>
                </a:cubicBezTo>
                <a:cubicBezTo>
                  <a:pt x="120" y="55"/>
                  <a:pt x="120" y="55"/>
                  <a:pt x="121" y="55"/>
                </a:cubicBezTo>
                <a:cubicBezTo>
                  <a:pt x="135" y="57"/>
                  <a:pt x="135" y="57"/>
                  <a:pt x="135" y="57"/>
                </a:cubicBezTo>
                <a:cubicBezTo>
                  <a:pt x="135" y="57"/>
                  <a:pt x="135" y="57"/>
                  <a:pt x="135" y="57"/>
                </a:cubicBezTo>
                <a:cubicBezTo>
                  <a:pt x="137" y="58"/>
                  <a:pt x="140" y="60"/>
                  <a:pt x="140" y="63"/>
                </a:cubicBezTo>
                <a:cubicBezTo>
                  <a:pt x="140" y="77"/>
                  <a:pt x="140" y="77"/>
                  <a:pt x="140" y="77"/>
                </a:cubicBezTo>
                <a:cubicBezTo>
                  <a:pt x="140" y="80"/>
                  <a:pt x="137" y="82"/>
                  <a:pt x="134" y="83"/>
                </a:cubicBezTo>
                <a:cubicBezTo>
                  <a:pt x="121" y="85"/>
                  <a:pt x="121" y="85"/>
                  <a:pt x="121" y="85"/>
                </a:cubicBezTo>
                <a:cubicBezTo>
                  <a:pt x="120" y="85"/>
                  <a:pt x="120" y="86"/>
                  <a:pt x="120" y="86"/>
                </a:cubicBezTo>
                <a:cubicBezTo>
                  <a:pt x="119" y="89"/>
                  <a:pt x="118" y="91"/>
                  <a:pt x="116" y="94"/>
                </a:cubicBezTo>
                <a:cubicBezTo>
                  <a:pt x="116" y="94"/>
                  <a:pt x="116" y="95"/>
                  <a:pt x="116" y="95"/>
                </a:cubicBezTo>
                <a:cubicBezTo>
                  <a:pt x="125" y="107"/>
                  <a:pt x="125" y="107"/>
                  <a:pt x="125" y="107"/>
                </a:cubicBezTo>
                <a:cubicBezTo>
                  <a:pt x="126" y="109"/>
                  <a:pt x="126" y="112"/>
                  <a:pt x="124" y="114"/>
                </a:cubicBezTo>
                <a:cubicBezTo>
                  <a:pt x="114" y="124"/>
                  <a:pt x="114" y="124"/>
                  <a:pt x="114" y="124"/>
                </a:cubicBezTo>
                <a:cubicBezTo>
                  <a:pt x="112" y="126"/>
                  <a:pt x="109" y="126"/>
                  <a:pt x="107" y="125"/>
                </a:cubicBezTo>
                <a:cubicBezTo>
                  <a:pt x="95" y="117"/>
                  <a:pt x="95" y="117"/>
                  <a:pt x="95" y="117"/>
                </a:cubicBezTo>
                <a:cubicBezTo>
                  <a:pt x="95" y="116"/>
                  <a:pt x="94" y="116"/>
                  <a:pt x="94" y="116"/>
                </a:cubicBezTo>
                <a:cubicBezTo>
                  <a:pt x="91" y="118"/>
                  <a:pt x="89" y="119"/>
                  <a:pt x="86" y="120"/>
                </a:cubicBezTo>
                <a:cubicBezTo>
                  <a:pt x="85" y="120"/>
                  <a:pt x="85" y="120"/>
                  <a:pt x="85" y="121"/>
                </a:cubicBezTo>
                <a:cubicBezTo>
                  <a:pt x="83" y="135"/>
                  <a:pt x="83" y="135"/>
                  <a:pt x="83" y="135"/>
                </a:cubicBezTo>
                <a:cubicBezTo>
                  <a:pt x="82" y="137"/>
                  <a:pt x="80" y="140"/>
                  <a:pt x="77" y="140"/>
                </a:cubicBezTo>
                <a:close/>
                <a:moveTo>
                  <a:pt x="63" y="133"/>
                </a:moveTo>
                <a:cubicBezTo>
                  <a:pt x="76" y="133"/>
                  <a:pt x="76" y="133"/>
                  <a:pt x="76" y="133"/>
                </a:cubicBezTo>
                <a:cubicBezTo>
                  <a:pt x="79" y="120"/>
                  <a:pt x="79" y="120"/>
                  <a:pt x="79" y="120"/>
                </a:cubicBezTo>
                <a:cubicBezTo>
                  <a:pt x="79" y="117"/>
                  <a:pt x="81" y="115"/>
                  <a:pt x="84" y="114"/>
                </a:cubicBezTo>
                <a:cubicBezTo>
                  <a:pt x="86" y="113"/>
                  <a:pt x="89" y="112"/>
                  <a:pt x="91" y="111"/>
                </a:cubicBezTo>
                <a:cubicBezTo>
                  <a:pt x="94" y="109"/>
                  <a:pt x="97" y="110"/>
                  <a:pt x="99" y="111"/>
                </a:cubicBezTo>
                <a:cubicBezTo>
                  <a:pt x="110" y="119"/>
                  <a:pt x="110" y="119"/>
                  <a:pt x="110" y="119"/>
                </a:cubicBezTo>
                <a:cubicBezTo>
                  <a:pt x="119" y="110"/>
                  <a:pt x="119" y="110"/>
                  <a:pt x="119" y="110"/>
                </a:cubicBezTo>
                <a:cubicBezTo>
                  <a:pt x="111" y="99"/>
                  <a:pt x="111" y="99"/>
                  <a:pt x="111" y="99"/>
                </a:cubicBezTo>
                <a:cubicBezTo>
                  <a:pt x="110" y="97"/>
                  <a:pt x="109" y="94"/>
                  <a:pt x="111" y="91"/>
                </a:cubicBezTo>
                <a:cubicBezTo>
                  <a:pt x="112" y="89"/>
                  <a:pt x="113" y="86"/>
                  <a:pt x="114" y="84"/>
                </a:cubicBezTo>
                <a:cubicBezTo>
                  <a:pt x="115" y="81"/>
                  <a:pt x="117" y="79"/>
                  <a:pt x="120" y="79"/>
                </a:cubicBezTo>
                <a:cubicBezTo>
                  <a:pt x="133" y="77"/>
                  <a:pt x="133" y="77"/>
                  <a:pt x="133" y="77"/>
                </a:cubicBezTo>
                <a:cubicBezTo>
                  <a:pt x="133" y="63"/>
                  <a:pt x="133" y="63"/>
                  <a:pt x="133" y="63"/>
                </a:cubicBezTo>
                <a:cubicBezTo>
                  <a:pt x="120" y="61"/>
                  <a:pt x="120" y="61"/>
                  <a:pt x="120" y="61"/>
                </a:cubicBezTo>
                <a:cubicBezTo>
                  <a:pt x="117" y="61"/>
                  <a:pt x="115" y="59"/>
                  <a:pt x="114" y="56"/>
                </a:cubicBezTo>
                <a:cubicBezTo>
                  <a:pt x="113" y="54"/>
                  <a:pt x="112" y="51"/>
                  <a:pt x="111" y="49"/>
                </a:cubicBezTo>
                <a:cubicBezTo>
                  <a:pt x="109" y="46"/>
                  <a:pt x="110" y="43"/>
                  <a:pt x="111" y="41"/>
                </a:cubicBezTo>
                <a:cubicBezTo>
                  <a:pt x="119" y="30"/>
                  <a:pt x="119" y="30"/>
                  <a:pt x="119" y="30"/>
                </a:cubicBezTo>
                <a:cubicBezTo>
                  <a:pt x="110" y="21"/>
                  <a:pt x="110" y="21"/>
                  <a:pt x="110" y="21"/>
                </a:cubicBezTo>
                <a:cubicBezTo>
                  <a:pt x="99" y="29"/>
                  <a:pt x="99" y="29"/>
                  <a:pt x="99" y="29"/>
                </a:cubicBezTo>
                <a:cubicBezTo>
                  <a:pt x="97" y="30"/>
                  <a:pt x="94" y="31"/>
                  <a:pt x="91" y="29"/>
                </a:cubicBezTo>
                <a:cubicBezTo>
                  <a:pt x="89" y="28"/>
                  <a:pt x="86" y="27"/>
                  <a:pt x="84" y="26"/>
                </a:cubicBezTo>
                <a:cubicBezTo>
                  <a:pt x="81" y="25"/>
                  <a:pt x="79" y="23"/>
                  <a:pt x="79" y="20"/>
                </a:cubicBezTo>
                <a:cubicBezTo>
                  <a:pt x="76" y="7"/>
                  <a:pt x="76" y="7"/>
                  <a:pt x="76" y="7"/>
                </a:cubicBezTo>
                <a:cubicBezTo>
                  <a:pt x="63" y="7"/>
                  <a:pt x="63" y="7"/>
                  <a:pt x="63" y="7"/>
                </a:cubicBezTo>
                <a:cubicBezTo>
                  <a:pt x="61" y="20"/>
                  <a:pt x="61" y="20"/>
                  <a:pt x="61" y="20"/>
                </a:cubicBezTo>
                <a:cubicBezTo>
                  <a:pt x="61" y="23"/>
                  <a:pt x="59" y="25"/>
                  <a:pt x="56" y="26"/>
                </a:cubicBezTo>
                <a:cubicBezTo>
                  <a:pt x="54" y="27"/>
                  <a:pt x="51" y="28"/>
                  <a:pt x="49" y="29"/>
                </a:cubicBezTo>
                <a:cubicBezTo>
                  <a:pt x="46" y="31"/>
                  <a:pt x="43" y="30"/>
                  <a:pt x="41" y="29"/>
                </a:cubicBezTo>
                <a:cubicBezTo>
                  <a:pt x="30" y="21"/>
                  <a:pt x="30" y="21"/>
                  <a:pt x="30" y="21"/>
                </a:cubicBezTo>
                <a:cubicBezTo>
                  <a:pt x="21" y="30"/>
                  <a:pt x="21" y="30"/>
                  <a:pt x="21" y="30"/>
                </a:cubicBezTo>
                <a:cubicBezTo>
                  <a:pt x="29" y="41"/>
                  <a:pt x="29" y="41"/>
                  <a:pt x="29" y="41"/>
                </a:cubicBezTo>
                <a:cubicBezTo>
                  <a:pt x="30" y="43"/>
                  <a:pt x="31" y="46"/>
                  <a:pt x="29" y="49"/>
                </a:cubicBezTo>
                <a:cubicBezTo>
                  <a:pt x="28" y="51"/>
                  <a:pt x="27" y="54"/>
                  <a:pt x="26" y="56"/>
                </a:cubicBezTo>
                <a:cubicBezTo>
                  <a:pt x="25" y="59"/>
                  <a:pt x="23" y="61"/>
                  <a:pt x="20" y="61"/>
                </a:cubicBezTo>
                <a:cubicBezTo>
                  <a:pt x="7" y="63"/>
                  <a:pt x="7" y="63"/>
                  <a:pt x="7" y="63"/>
                </a:cubicBezTo>
                <a:cubicBezTo>
                  <a:pt x="7" y="77"/>
                  <a:pt x="7" y="77"/>
                  <a:pt x="7" y="77"/>
                </a:cubicBezTo>
                <a:cubicBezTo>
                  <a:pt x="20" y="79"/>
                  <a:pt x="20" y="79"/>
                  <a:pt x="20" y="79"/>
                </a:cubicBezTo>
                <a:cubicBezTo>
                  <a:pt x="23" y="79"/>
                  <a:pt x="25" y="81"/>
                  <a:pt x="26" y="84"/>
                </a:cubicBezTo>
                <a:cubicBezTo>
                  <a:pt x="27" y="86"/>
                  <a:pt x="28" y="89"/>
                  <a:pt x="29" y="91"/>
                </a:cubicBezTo>
                <a:cubicBezTo>
                  <a:pt x="31" y="94"/>
                  <a:pt x="30" y="97"/>
                  <a:pt x="29" y="99"/>
                </a:cubicBezTo>
                <a:cubicBezTo>
                  <a:pt x="21" y="110"/>
                  <a:pt x="21" y="110"/>
                  <a:pt x="21" y="110"/>
                </a:cubicBezTo>
                <a:cubicBezTo>
                  <a:pt x="30" y="119"/>
                  <a:pt x="30" y="119"/>
                  <a:pt x="30" y="119"/>
                </a:cubicBezTo>
                <a:cubicBezTo>
                  <a:pt x="41" y="111"/>
                  <a:pt x="41" y="111"/>
                  <a:pt x="41" y="111"/>
                </a:cubicBezTo>
                <a:cubicBezTo>
                  <a:pt x="43" y="110"/>
                  <a:pt x="46" y="109"/>
                  <a:pt x="49" y="111"/>
                </a:cubicBezTo>
                <a:cubicBezTo>
                  <a:pt x="51" y="112"/>
                  <a:pt x="54" y="113"/>
                  <a:pt x="56" y="114"/>
                </a:cubicBezTo>
                <a:cubicBezTo>
                  <a:pt x="59" y="115"/>
                  <a:pt x="61" y="117"/>
                  <a:pt x="61" y="120"/>
                </a:cubicBezTo>
                <a:lnTo>
                  <a:pt x="63" y="133"/>
                </a:lnTo>
                <a:close/>
                <a:moveTo>
                  <a:pt x="20" y="110"/>
                </a:moveTo>
                <a:cubicBezTo>
                  <a:pt x="20" y="110"/>
                  <a:pt x="20" y="110"/>
                  <a:pt x="20" y="110"/>
                </a:cubicBezTo>
                <a:cubicBezTo>
                  <a:pt x="20" y="110"/>
                  <a:pt x="20" y="110"/>
                  <a:pt x="20" y="110"/>
                </a:cubicBezTo>
                <a:close/>
                <a:moveTo>
                  <a:pt x="120" y="110"/>
                </a:moveTo>
                <a:cubicBezTo>
                  <a:pt x="119" y="110"/>
                  <a:pt x="119" y="110"/>
                  <a:pt x="119" y="110"/>
                </a:cubicBezTo>
                <a:lnTo>
                  <a:pt x="120" y="110"/>
                </a:lnTo>
                <a:close/>
                <a:moveTo>
                  <a:pt x="133" y="77"/>
                </a:moveTo>
                <a:cubicBezTo>
                  <a:pt x="133" y="77"/>
                  <a:pt x="133" y="77"/>
                  <a:pt x="133" y="77"/>
                </a:cubicBezTo>
                <a:close/>
                <a:moveTo>
                  <a:pt x="7" y="77"/>
                </a:moveTo>
                <a:cubicBezTo>
                  <a:pt x="7" y="77"/>
                  <a:pt x="7" y="77"/>
                  <a:pt x="7" y="77"/>
                </a:cubicBezTo>
                <a:close/>
                <a:moveTo>
                  <a:pt x="134" y="76"/>
                </a:moveTo>
                <a:cubicBezTo>
                  <a:pt x="134" y="76"/>
                  <a:pt x="134" y="76"/>
                  <a:pt x="134" y="76"/>
                </a:cubicBezTo>
                <a:close/>
                <a:moveTo>
                  <a:pt x="6" y="76"/>
                </a:moveTo>
                <a:cubicBezTo>
                  <a:pt x="6" y="76"/>
                  <a:pt x="6" y="76"/>
                  <a:pt x="6" y="76"/>
                </a:cubicBezTo>
                <a:cubicBezTo>
                  <a:pt x="6" y="76"/>
                  <a:pt x="6" y="76"/>
                  <a:pt x="6" y="76"/>
                </a:cubicBezTo>
                <a:close/>
                <a:moveTo>
                  <a:pt x="110" y="20"/>
                </a:moveTo>
                <a:cubicBezTo>
                  <a:pt x="110" y="20"/>
                  <a:pt x="110" y="20"/>
                  <a:pt x="110" y="20"/>
                </a:cubicBezTo>
                <a:cubicBezTo>
                  <a:pt x="110" y="20"/>
                  <a:pt x="110" y="20"/>
                  <a:pt x="110" y="20"/>
                </a:cubicBezTo>
                <a:close/>
                <a:moveTo>
                  <a:pt x="110" y="20"/>
                </a:moveTo>
                <a:cubicBezTo>
                  <a:pt x="110" y="20"/>
                  <a:pt x="110" y="20"/>
                  <a:pt x="110" y="20"/>
                </a:cubicBezTo>
                <a:close/>
                <a:moveTo>
                  <a:pt x="70" y="98"/>
                </a:moveTo>
                <a:cubicBezTo>
                  <a:pt x="63" y="98"/>
                  <a:pt x="56" y="95"/>
                  <a:pt x="50" y="90"/>
                </a:cubicBezTo>
                <a:cubicBezTo>
                  <a:pt x="44" y="83"/>
                  <a:pt x="41" y="73"/>
                  <a:pt x="43" y="64"/>
                </a:cubicBezTo>
                <a:cubicBezTo>
                  <a:pt x="45" y="53"/>
                  <a:pt x="53" y="45"/>
                  <a:pt x="64" y="43"/>
                </a:cubicBezTo>
                <a:cubicBezTo>
                  <a:pt x="73" y="41"/>
                  <a:pt x="83" y="44"/>
                  <a:pt x="90" y="50"/>
                </a:cubicBezTo>
                <a:cubicBezTo>
                  <a:pt x="96" y="57"/>
                  <a:pt x="99" y="67"/>
                  <a:pt x="97" y="76"/>
                </a:cubicBezTo>
                <a:cubicBezTo>
                  <a:pt x="95" y="87"/>
                  <a:pt x="87" y="95"/>
                  <a:pt x="76" y="97"/>
                </a:cubicBezTo>
                <a:cubicBezTo>
                  <a:pt x="74" y="97"/>
                  <a:pt x="72" y="98"/>
                  <a:pt x="70" y="98"/>
                </a:cubicBezTo>
                <a:close/>
                <a:moveTo>
                  <a:pt x="70" y="49"/>
                </a:moveTo>
                <a:cubicBezTo>
                  <a:pt x="68" y="49"/>
                  <a:pt x="67" y="49"/>
                  <a:pt x="65" y="49"/>
                </a:cubicBezTo>
                <a:cubicBezTo>
                  <a:pt x="57" y="51"/>
                  <a:pt x="51" y="57"/>
                  <a:pt x="49" y="65"/>
                </a:cubicBezTo>
                <a:cubicBezTo>
                  <a:pt x="48" y="72"/>
                  <a:pt x="50" y="80"/>
                  <a:pt x="55" y="85"/>
                </a:cubicBezTo>
                <a:cubicBezTo>
                  <a:pt x="60" y="90"/>
                  <a:pt x="68" y="92"/>
                  <a:pt x="75" y="91"/>
                </a:cubicBezTo>
                <a:cubicBezTo>
                  <a:pt x="75" y="91"/>
                  <a:pt x="75" y="91"/>
                  <a:pt x="75" y="91"/>
                </a:cubicBezTo>
                <a:cubicBezTo>
                  <a:pt x="83" y="89"/>
                  <a:pt x="89" y="83"/>
                  <a:pt x="91" y="75"/>
                </a:cubicBezTo>
                <a:cubicBezTo>
                  <a:pt x="92" y="68"/>
                  <a:pt x="90" y="60"/>
                  <a:pt x="85" y="55"/>
                </a:cubicBezTo>
                <a:cubicBezTo>
                  <a:pt x="81" y="51"/>
                  <a:pt x="76" y="49"/>
                  <a:pt x="70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0"/>
          <p:cNvSpPr/>
          <p:nvPr/>
        </p:nvSpPr>
        <p:spPr>
          <a:xfrm>
            <a:off x="3600450" y="3673475"/>
            <a:ext cx="712787" cy="446087"/>
          </a:xfrm>
          <a:custGeom>
            <a:avLst/>
            <a:gdLst/>
            <a:ahLst/>
            <a:cxnLst/>
            <a:rect l="l" t="t" r="r" b="b"/>
            <a:pathLst>
              <a:path w="163" h="102" extrusionOk="0">
                <a:moveTo>
                  <a:pt x="142" y="102"/>
                </a:moveTo>
                <a:cubicBezTo>
                  <a:pt x="20" y="102"/>
                  <a:pt x="20" y="102"/>
                  <a:pt x="20" y="102"/>
                </a:cubicBezTo>
                <a:cubicBezTo>
                  <a:pt x="9" y="102"/>
                  <a:pt x="0" y="93"/>
                  <a:pt x="0" y="82"/>
                </a:cubicBezTo>
                <a:cubicBezTo>
                  <a:pt x="0" y="20"/>
                  <a:pt x="0" y="20"/>
                  <a:pt x="0" y="20"/>
                </a:cubicBezTo>
                <a:cubicBezTo>
                  <a:pt x="0" y="9"/>
                  <a:pt x="9" y="0"/>
                  <a:pt x="20" y="0"/>
                </a:cubicBezTo>
                <a:cubicBezTo>
                  <a:pt x="142" y="0"/>
                  <a:pt x="142" y="0"/>
                  <a:pt x="142" y="0"/>
                </a:cubicBezTo>
                <a:cubicBezTo>
                  <a:pt x="154" y="0"/>
                  <a:pt x="163" y="9"/>
                  <a:pt x="163" y="20"/>
                </a:cubicBezTo>
                <a:cubicBezTo>
                  <a:pt x="163" y="82"/>
                  <a:pt x="163" y="82"/>
                  <a:pt x="163" y="82"/>
                </a:cubicBezTo>
                <a:cubicBezTo>
                  <a:pt x="163" y="93"/>
                  <a:pt x="154" y="102"/>
                  <a:pt x="142" y="102"/>
                </a:cubicBezTo>
                <a:close/>
                <a:moveTo>
                  <a:pt x="20" y="6"/>
                </a:moveTo>
                <a:cubicBezTo>
                  <a:pt x="13" y="6"/>
                  <a:pt x="6" y="12"/>
                  <a:pt x="6" y="20"/>
                </a:cubicBezTo>
                <a:cubicBezTo>
                  <a:pt x="6" y="82"/>
                  <a:pt x="6" y="82"/>
                  <a:pt x="6" y="82"/>
                </a:cubicBezTo>
                <a:cubicBezTo>
                  <a:pt x="6" y="89"/>
                  <a:pt x="13" y="96"/>
                  <a:pt x="20" y="96"/>
                </a:cubicBezTo>
                <a:cubicBezTo>
                  <a:pt x="142" y="96"/>
                  <a:pt x="142" y="96"/>
                  <a:pt x="142" y="96"/>
                </a:cubicBezTo>
                <a:cubicBezTo>
                  <a:pt x="150" y="96"/>
                  <a:pt x="156" y="89"/>
                  <a:pt x="156" y="82"/>
                </a:cubicBezTo>
                <a:cubicBezTo>
                  <a:pt x="156" y="20"/>
                  <a:pt x="156" y="20"/>
                  <a:pt x="156" y="20"/>
                </a:cubicBezTo>
                <a:cubicBezTo>
                  <a:pt x="156" y="12"/>
                  <a:pt x="150" y="6"/>
                  <a:pt x="142" y="6"/>
                </a:cubicBezTo>
                <a:lnTo>
                  <a:pt x="20" y="6"/>
                </a:lnTo>
                <a:close/>
                <a:moveTo>
                  <a:pt x="140" y="86"/>
                </a:moveTo>
                <a:cubicBezTo>
                  <a:pt x="139" y="86"/>
                  <a:pt x="138" y="86"/>
                  <a:pt x="138" y="85"/>
                </a:cubicBezTo>
                <a:cubicBezTo>
                  <a:pt x="102" y="55"/>
                  <a:pt x="102" y="55"/>
                  <a:pt x="102" y="55"/>
                </a:cubicBezTo>
                <a:cubicBezTo>
                  <a:pt x="83" y="70"/>
                  <a:pt x="83" y="70"/>
                  <a:pt x="83" y="70"/>
                </a:cubicBezTo>
                <a:cubicBezTo>
                  <a:pt x="82" y="71"/>
                  <a:pt x="80" y="71"/>
                  <a:pt x="79" y="70"/>
                </a:cubicBezTo>
                <a:cubicBezTo>
                  <a:pt x="60" y="55"/>
                  <a:pt x="60" y="55"/>
                  <a:pt x="60" y="55"/>
                </a:cubicBezTo>
                <a:cubicBezTo>
                  <a:pt x="25" y="85"/>
                  <a:pt x="25" y="85"/>
                  <a:pt x="25" y="85"/>
                </a:cubicBezTo>
                <a:cubicBezTo>
                  <a:pt x="23" y="86"/>
                  <a:pt x="21" y="86"/>
                  <a:pt x="20" y="85"/>
                </a:cubicBezTo>
                <a:cubicBezTo>
                  <a:pt x="19" y="83"/>
                  <a:pt x="19" y="81"/>
                  <a:pt x="21" y="80"/>
                </a:cubicBezTo>
                <a:cubicBezTo>
                  <a:pt x="55" y="51"/>
                  <a:pt x="55" y="51"/>
                  <a:pt x="55" y="51"/>
                </a:cubicBezTo>
                <a:cubicBezTo>
                  <a:pt x="21" y="24"/>
                  <a:pt x="21" y="24"/>
                  <a:pt x="21" y="24"/>
                </a:cubicBezTo>
                <a:cubicBezTo>
                  <a:pt x="19" y="23"/>
                  <a:pt x="19" y="21"/>
                  <a:pt x="20" y="20"/>
                </a:cubicBezTo>
                <a:cubicBezTo>
                  <a:pt x="21" y="18"/>
                  <a:pt x="23" y="18"/>
                  <a:pt x="25" y="19"/>
                </a:cubicBezTo>
                <a:cubicBezTo>
                  <a:pt x="81" y="63"/>
                  <a:pt x="81" y="63"/>
                  <a:pt x="81" y="63"/>
                </a:cubicBezTo>
                <a:cubicBezTo>
                  <a:pt x="138" y="19"/>
                  <a:pt x="138" y="19"/>
                  <a:pt x="138" y="19"/>
                </a:cubicBezTo>
                <a:cubicBezTo>
                  <a:pt x="139" y="18"/>
                  <a:pt x="141" y="18"/>
                  <a:pt x="142" y="20"/>
                </a:cubicBezTo>
                <a:cubicBezTo>
                  <a:pt x="143" y="21"/>
                  <a:pt x="143" y="23"/>
                  <a:pt x="142" y="24"/>
                </a:cubicBezTo>
                <a:cubicBezTo>
                  <a:pt x="107" y="51"/>
                  <a:pt x="107" y="51"/>
                  <a:pt x="107" y="51"/>
                </a:cubicBezTo>
                <a:cubicBezTo>
                  <a:pt x="142" y="80"/>
                  <a:pt x="142" y="80"/>
                  <a:pt x="142" y="80"/>
                </a:cubicBezTo>
                <a:cubicBezTo>
                  <a:pt x="143" y="81"/>
                  <a:pt x="143" y="83"/>
                  <a:pt x="142" y="85"/>
                </a:cubicBezTo>
                <a:cubicBezTo>
                  <a:pt x="141" y="86"/>
                  <a:pt x="141" y="86"/>
                  <a:pt x="140" y="8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0"/>
          <p:cNvSpPr/>
          <p:nvPr/>
        </p:nvSpPr>
        <p:spPr>
          <a:xfrm>
            <a:off x="5784850" y="2690812"/>
            <a:ext cx="638175" cy="555625"/>
          </a:xfrm>
          <a:custGeom>
            <a:avLst/>
            <a:gdLst/>
            <a:ahLst/>
            <a:cxnLst/>
            <a:rect l="l" t="t" r="r" b="b"/>
            <a:pathLst>
              <a:path w="146" h="127" extrusionOk="0">
                <a:moveTo>
                  <a:pt x="129" y="127"/>
                </a:moveTo>
                <a:cubicBezTo>
                  <a:pt x="17" y="127"/>
                  <a:pt x="17" y="127"/>
                  <a:pt x="17" y="127"/>
                </a:cubicBezTo>
                <a:cubicBezTo>
                  <a:pt x="8" y="127"/>
                  <a:pt x="0" y="119"/>
                  <a:pt x="0" y="110"/>
                </a:cubicBezTo>
                <a:cubicBezTo>
                  <a:pt x="0" y="82"/>
                  <a:pt x="0" y="82"/>
                  <a:pt x="0" y="82"/>
                </a:cubicBezTo>
                <a:cubicBezTo>
                  <a:pt x="0" y="80"/>
                  <a:pt x="2" y="79"/>
                  <a:pt x="4" y="79"/>
                </a:cubicBezTo>
                <a:cubicBezTo>
                  <a:pt x="5" y="79"/>
                  <a:pt x="7" y="80"/>
                  <a:pt x="7" y="82"/>
                </a:cubicBezTo>
                <a:cubicBezTo>
                  <a:pt x="7" y="110"/>
                  <a:pt x="7" y="110"/>
                  <a:pt x="7" y="110"/>
                </a:cubicBezTo>
                <a:cubicBezTo>
                  <a:pt x="7" y="115"/>
                  <a:pt x="12" y="120"/>
                  <a:pt x="17" y="120"/>
                </a:cubicBezTo>
                <a:cubicBezTo>
                  <a:pt x="129" y="120"/>
                  <a:pt x="129" y="120"/>
                  <a:pt x="129" y="120"/>
                </a:cubicBezTo>
                <a:cubicBezTo>
                  <a:pt x="135" y="120"/>
                  <a:pt x="140" y="115"/>
                  <a:pt x="140" y="110"/>
                </a:cubicBezTo>
                <a:cubicBezTo>
                  <a:pt x="140" y="82"/>
                  <a:pt x="140" y="82"/>
                  <a:pt x="140" y="82"/>
                </a:cubicBezTo>
                <a:cubicBezTo>
                  <a:pt x="140" y="80"/>
                  <a:pt x="141" y="79"/>
                  <a:pt x="143" y="79"/>
                </a:cubicBezTo>
                <a:cubicBezTo>
                  <a:pt x="145" y="79"/>
                  <a:pt x="146" y="80"/>
                  <a:pt x="146" y="82"/>
                </a:cubicBezTo>
                <a:cubicBezTo>
                  <a:pt x="146" y="110"/>
                  <a:pt x="146" y="110"/>
                  <a:pt x="146" y="110"/>
                </a:cubicBezTo>
                <a:cubicBezTo>
                  <a:pt x="146" y="119"/>
                  <a:pt x="139" y="127"/>
                  <a:pt x="129" y="127"/>
                </a:cubicBezTo>
                <a:close/>
                <a:moveTo>
                  <a:pt x="79" y="91"/>
                </a:moveTo>
                <a:cubicBezTo>
                  <a:pt x="67" y="91"/>
                  <a:pt x="67" y="91"/>
                  <a:pt x="67" y="91"/>
                </a:cubicBezTo>
                <a:cubicBezTo>
                  <a:pt x="63" y="91"/>
                  <a:pt x="59" y="86"/>
                  <a:pt x="59" y="81"/>
                </a:cubicBezTo>
                <a:cubicBezTo>
                  <a:pt x="59" y="68"/>
                  <a:pt x="59" y="68"/>
                  <a:pt x="59" y="68"/>
                </a:cubicBezTo>
                <a:cubicBezTo>
                  <a:pt x="59" y="62"/>
                  <a:pt x="63" y="58"/>
                  <a:pt x="67" y="58"/>
                </a:cubicBezTo>
                <a:cubicBezTo>
                  <a:pt x="79" y="58"/>
                  <a:pt x="79" y="58"/>
                  <a:pt x="79" y="58"/>
                </a:cubicBezTo>
                <a:cubicBezTo>
                  <a:pt x="84" y="58"/>
                  <a:pt x="87" y="62"/>
                  <a:pt x="87" y="68"/>
                </a:cubicBezTo>
                <a:cubicBezTo>
                  <a:pt x="87" y="81"/>
                  <a:pt x="87" y="81"/>
                  <a:pt x="87" y="81"/>
                </a:cubicBezTo>
                <a:cubicBezTo>
                  <a:pt x="87" y="86"/>
                  <a:pt x="84" y="91"/>
                  <a:pt x="79" y="91"/>
                </a:cubicBezTo>
                <a:close/>
                <a:moveTo>
                  <a:pt x="67" y="65"/>
                </a:moveTo>
                <a:cubicBezTo>
                  <a:pt x="67" y="65"/>
                  <a:pt x="66" y="66"/>
                  <a:pt x="66" y="68"/>
                </a:cubicBezTo>
                <a:cubicBezTo>
                  <a:pt x="66" y="81"/>
                  <a:pt x="66" y="81"/>
                  <a:pt x="66" y="81"/>
                </a:cubicBezTo>
                <a:cubicBezTo>
                  <a:pt x="66" y="83"/>
                  <a:pt x="67" y="84"/>
                  <a:pt x="67" y="84"/>
                </a:cubicBezTo>
                <a:cubicBezTo>
                  <a:pt x="79" y="84"/>
                  <a:pt x="79" y="84"/>
                  <a:pt x="79" y="84"/>
                </a:cubicBezTo>
                <a:cubicBezTo>
                  <a:pt x="80" y="84"/>
                  <a:pt x="81" y="83"/>
                  <a:pt x="81" y="81"/>
                </a:cubicBezTo>
                <a:cubicBezTo>
                  <a:pt x="81" y="68"/>
                  <a:pt x="81" y="68"/>
                  <a:pt x="81" y="68"/>
                </a:cubicBezTo>
                <a:cubicBezTo>
                  <a:pt x="81" y="66"/>
                  <a:pt x="80" y="65"/>
                  <a:pt x="79" y="65"/>
                </a:cubicBezTo>
                <a:lnTo>
                  <a:pt x="67" y="65"/>
                </a:lnTo>
                <a:close/>
                <a:moveTo>
                  <a:pt x="129" y="78"/>
                </a:moveTo>
                <a:cubicBezTo>
                  <a:pt x="96" y="78"/>
                  <a:pt x="96" y="78"/>
                  <a:pt x="96" y="78"/>
                </a:cubicBezTo>
                <a:cubicBezTo>
                  <a:pt x="95" y="78"/>
                  <a:pt x="93" y="76"/>
                  <a:pt x="93" y="74"/>
                </a:cubicBezTo>
                <a:cubicBezTo>
                  <a:pt x="93" y="73"/>
                  <a:pt x="95" y="71"/>
                  <a:pt x="96" y="71"/>
                </a:cubicBezTo>
                <a:cubicBezTo>
                  <a:pt x="129" y="71"/>
                  <a:pt x="129" y="71"/>
                  <a:pt x="129" y="71"/>
                </a:cubicBezTo>
                <a:cubicBezTo>
                  <a:pt x="135" y="71"/>
                  <a:pt x="140" y="67"/>
                  <a:pt x="140" y="61"/>
                </a:cubicBezTo>
                <a:cubicBezTo>
                  <a:pt x="140" y="39"/>
                  <a:pt x="140" y="39"/>
                  <a:pt x="140" y="39"/>
                </a:cubicBezTo>
                <a:cubicBezTo>
                  <a:pt x="140" y="33"/>
                  <a:pt x="135" y="29"/>
                  <a:pt x="129" y="29"/>
                </a:cubicBezTo>
                <a:cubicBezTo>
                  <a:pt x="17" y="29"/>
                  <a:pt x="17" y="29"/>
                  <a:pt x="17" y="29"/>
                </a:cubicBezTo>
                <a:cubicBezTo>
                  <a:pt x="12" y="29"/>
                  <a:pt x="7" y="33"/>
                  <a:pt x="7" y="39"/>
                </a:cubicBezTo>
                <a:cubicBezTo>
                  <a:pt x="7" y="61"/>
                  <a:pt x="7" y="61"/>
                  <a:pt x="7" y="61"/>
                </a:cubicBezTo>
                <a:cubicBezTo>
                  <a:pt x="7" y="67"/>
                  <a:pt x="12" y="71"/>
                  <a:pt x="17" y="71"/>
                </a:cubicBezTo>
                <a:cubicBezTo>
                  <a:pt x="50" y="71"/>
                  <a:pt x="50" y="71"/>
                  <a:pt x="50" y="71"/>
                </a:cubicBezTo>
                <a:cubicBezTo>
                  <a:pt x="52" y="71"/>
                  <a:pt x="54" y="73"/>
                  <a:pt x="54" y="74"/>
                </a:cubicBezTo>
                <a:cubicBezTo>
                  <a:pt x="54" y="76"/>
                  <a:pt x="52" y="78"/>
                  <a:pt x="50" y="78"/>
                </a:cubicBezTo>
                <a:cubicBezTo>
                  <a:pt x="17" y="78"/>
                  <a:pt x="17" y="78"/>
                  <a:pt x="17" y="78"/>
                </a:cubicBezTo>
                <a:cubicBezTo>
                  <a:pt x="8" y="78"/>
                  <a:pt x="0" y="70"/>
                  <a:pt x="0" y="61"/>
                </a:cubicBezTo>
                <a:cubicBezTo>
                  <a:pt x="0" y="39"/>
                  <a:pt x="0" y="39"/>
                  <a:pt x="0" y="39"/>
                </a:cubicBezTo>
                <a:cubicBezTo>
                  <a:pt x="0" y="30"/>
                  <a:pt x="8" y="22"/>
                  <a:pt x="17" y="22"/>
                </a:cubicBezTo>
                <a:cubicBezTo>
                  <a:pt x="129" y="22"/>
                  <a:pt x="129" y="22"/>
                  <a:pt x="129" y="22"/>
                </a:cubicBezTo>
                <a:cubicBezTo>
                  <a:pt x="139" y="22"/>
                  <a:pt x="146" y="30"/>
                  <a:pt x="146" y="39"/>
                </a:cubicBezTo>
                <a:cubicBezTo>
                  <a:pt x="146" y="63"/>
                  <a:pt x="146" y="63"/>
                  <a:pt x="146" y="63"/>
                </a:cubicBezTo>
                <a:cubicBezTo>
                  <a:pt x="146" y="64"/>
                  <a:pt x="146" y="64"/>
                  <a:pt x="146" y="65"/>
                </a:cubicBezTo>
                <a:cubicBezTo>
                  <a:pt x="144" y="72"/>
                  <a:pt x="137" y="78"/>
                  <a:pt x="129" y="78"/>
                </a:cubicBezTo>
                <a:close/>
                <a:moveTo>
                  <a:pt x="97" y="17"/>
                </a:moveTo>
                <a:cubicBezTo>
                  <a:pt x="96" y="17"/>
                  <a:pt x="94" y="16"/>
                  <a:pt x="94" y="14"/>
                </a:cubicBezTo>
                <a:cubicBezTo>
                  <a:pt x="94" y="10"/>
                  <a:pt x="90" y="6"/>
                  <a:pt x="85" y="6"/>
                </a:cubicBezTo>
                <a:cubicBezTo>
                  <a:pt x="61" y="6"/>
                  <a:pt x="61" y="6"/>
                  <a:pt x="61" y="6"/>
                </a:cubicBezTo>
                <a:cubicBezTo>
                  <a:pt x="56" y="6"/>
                  <a:pt x="52" y="10"/>
                  <a:pt x="52" y="14"/>
                </a:cubicBezTo>
                <a:cubicBezTo>
                  <a:pt x="52" y="16"/>
                  <a:pt x="51" y="17"/>
                  <a:pt x="49" y="17"/>
                </a:cubicBezTo>
                <a:cubicBezTo>
                  <a:pt x="47" y="17"/>
                  <a:pt x="46" y="16"/>
                  <a:pt x="46" y="14"/>
                </a:cubicBezTo>
                <a:cubicBezTo>
                  <a:pt x="46" y="6"/>
                  <a:pt x="53" y="0"/>
                  <a:pt x="61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94" y="0"/>
                  <a:pt x="101" y="6"/>
                  <a:pt x="101" y="14"/>
                </a:cubicBezTo>
                <a:cubicBezTo>
                  <a:pt x="101" y="16"/>
                  <a:pt x="99" y="17"/>
                  <a:pt x="97" y="1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0"/>
          <p:cNvSpPr/>
          <p:nvPr/>
        </p:nvSpPr>
        <p:spPr>
          <a:xfrm>
            <a:off x="8820150" y="5737225"/>
            <a:ext cx="646112" cy="582612"/>
          </a:xfrm>
          <a:custGeom>
            <a:avLst/>
            <a:gdLst/>
            <a:ahLst/>
            <a:cxnLst/>
            <a:rect l="l" t="t" r="r" b="b"/>
            <a:pathLst>
              <a:path w="148" h="133" extrusionOk="0">
                <a:moveTo>
                  <a:pt x="32" y="60"/>
                </a:moveTo>
                <a:cubicBezTo>
                  <a:pt x="28" y="60"/>
                  <a:pt x="24" y="64"/>
                  <a:pt x="24" y="68"/>
                </a:cubicBezTo>
                <a:cubicBezTo>
                  <a:pt x="24" y="102"/>
                  <a:pt x="24" y="102"/>
                  <a:pt x="24" y="102"/>
                </a:cubicBezTo>
                <a:cubicBezTo>
                  <a:pt x="24" y="107"/>
                  <a:pt x="28" y="110"/>
                  <a:pt x="32" y="110"/>
                </a:cubicBezTo>
                <a:cubicBezTo>
                  <a:pt x="40" y="110"/>
                  <a:pt x="40" y="110"/>
                  <a:pt x="40" y="110"/>
                </a:cubicBezTo>
                <a:cubicBezTo>
                  <a:pt x="45" y="110"/>
                  <a:pt x="49" y="107"/>
                  <a:pt x="49" y="102"/>
                </a:cubicBezTo>
                <a:cubicBezTo>
                  <a:pt x="49" y="68"/>
                  <a:pt x="49" y="68"/>
                  <a:pt x="49" y="68"/>
                </a:cubicBezTo>
                <a:cubicBezTo>
                  <a:pt x="49" y="64"/>
                  <a:pt x="45" y="60"/>
                  <a:pt x="40" y="60"/>
                </a:cubicBezTo>
                <a:lnTo>
                  <a:pt x="32" y="60"/>
                </a:lnTo>
                <a:close/>
                <a:moveTo>
                  <a:pt x="42" y="68"/>
                </a:moveTo>
                <a:cubicBezTo>
                  <a:pt x="42" y="102"/>
                  <a:pt x="42" y="102"/>
                  <a:pt x="42" y="102"/>
                </a:cubicBezTo>
                <a:cubicBezTo>
                  <a:pt x="42" y="103"/>
                  <a:pt x="41" y="104"/>
                  <a:pt x="40" y="104"/>
                </a:cubicBezTo>
                <a:cubicBezTo>
                  <a:pt x="32" y="104"/>
                  <a:pt x="32" y="104"/>
                  <a:pt x="32" y="104"/>
                </a:cubicBezTo>
                <a:cubicBezTo>
                  <a:pt x="31" y="104"/>
                  <a:pt x="30" y="103"/>
                  <a:pt x="30" y="102"/>
                </a:cubicBezTo>
                <a:cubicBezTo>
                  <a:pt x="30" y="68"/>
                  <a:pt x="30" y="68"/>
                  <a:pt x="30" y="68"/>
                </a:cubicBezTo>
                <a:cubicBezTo>
                  <a:pt x="30" y="67"/>
                  <a:pt x="31" y="66"/>
                  <a:pt x="32" y="66"/>
                </a:cubicBezTo>
                <a:cubicBezTo>
                  <a:pt x="40" y="66"/>
                  <a:pt x="40" y="66"/>
                  <a:pt x="40" y="66"/>
                </a:cubicBezTo>
                <a:cubicBezTo>
                  <a:pt x="41" y="66"/>
                  <a:pt x="42" y="67"/>
                  <a:pt x="42" y="68"/>
                </a:cubicBezTo>
                <a:close/>
                <a:moveTo>
                  <a:pt x="62" y="48"/>
                </a:moveTo>
                <a:cubicBezTo>
                  <a:pt x="58" y="48"/>
                  <a:pt x="54" y="52"/>
                  <a:pt x="54" y="56"/>
                </a:cubicBezTo>
                <a:cubicBezTo>
                  <a:pt x="54" y="102"/>
                  <a:pt x="54" y="102"/>
                  <a:pt x="54" y="102"/>
                </a:cubicBezTo>
                <a:cubicBezTo>
                  <a:pt x="54" y="107"/>
                  <a:pt x="58" y="110"/>
                  <a:pt x="62" y="110"/>
                </a:cubicBezTo>
                <a:cubicBezTo>
                  <a:pt x="71" y="110"/>
                  <a:pt x="71" y="110"/>
                  <a:pt x="71" y="110"/>
                </a:cubicBezTo>
                <a:cubicBezTo>
                  <a:pt x="75" y="110"/>
                  <a:pt x="79" y="107"/>
                  <a:pt x="79" y="102"/>
                </a:cubicBezTo>
                <a:cubicBezTo>
                  <a:pt x="79" y="56"/>
                  <a:pt x="79" y="56"/>
                  <a:pt x="79" y="56"/>
                </a:cubicBezTo>
                <a:cubicBezTo>
                  <a:pt x="79" y="52"/>
                  <a:pt x="75" y="48"/>
                  <a:pt x="71" y="48"/>
                </a:cubicBezTo>
                <a:lnTo>
                  <a:pt x="62" y="48"/>
                </a:lnTo>
                <a:close/>
                <a:moveTo>
                  <a:pt x="72" y="56"/>
                </a:moveTo>
                <a:cubicBezTo>
                  <a:pt x="72" y="102"/>
                  <a:pt x="72" y="102"/>
                  <a:pt x="72" y="102"/>
                </a:cubicBezTo>
                <a:cubicBezTo>
                  <a:pt x="72" y="103"/>
                  <a:pt x="72" y="104"/>
                  <a:pt x="71" y="104"/>
                </a:cubicBezTo>
                <a:cubicBezTo>
                  <a:pt x="62" y="104"/>
                  <a:pt x="62" y="104"/>
                  <a:pt x="62" y="104"/>
                </a:cubicBezTo>
                <a:cubicBezTo>
                  <a:pt x="61" y="104"/>
                  <a:pt x="61" y="103"/>
                  <a:pt x="61" y="102"/>
                </a:cubicBezTo>
                <a:cubicBezTo>
                  <a:pt x="61" y="56"/>
                  <a:pt x="61" y="56"/>
                  <a:pt x="61" y="56"/>
                </a:cubicBezTo>
                <a:cubicBezTo>
                  <a:pt x="61" y="55"/>
                  <a:pt x="61" y="54"/>
                  <a:pt x="62" y="54"/>
                </a:cubicBezTo>
                <a:cubicBezTo>
                  <a:pt x="71" y="54"/>
                  <a:pt x="71" y="54"/>
                  <a:pt x="71" y="54"/>
                </a:cubicBezTo>
                <a:cubicBezTo>
                  <a:pt x="72" y="54"/>
                  <a:pt x="72" y="55"/>
                  <a:pt x="72" y="56"/>
                </a:cubicBezTo>
                <a:close/>
                <a:moveTo>
                  <a:pt x="93" y="38"/>
                </a:moveTo>
                <a:cubicBezTo>
                  <a:pt x="88" y="38"/>
                  <a:pt x="84" y="41"/>
                  <a:pt x="84" y="46"/>
                </a:cubicBezTo>
                <a:cubicBezTo>
                  <a:pt x="84" y="102"/>
                  <a:pt x="84" y="102"/>
                  <a:pt x="84" y="102"/>
                </a:cubicBezTo>
                <a:cubicBezTo>
                  <a:pt x="84" y="107"/>
                  <a:pt x="88" y="110"/>
                  <a:pt x="93" y="110"/>
                </a:cubicBezTo>
                <a:cubicBezTo>
                  <a:pt x="101" y="110"/>
                  <a:pt x="101" y="110"/>
                  <a:pt x="101" y="110"/>
                </a:cubicBezTo>
                <a:cubicBezTo>
                  <a:pt x="105" y="110"/>
                  <a:pt x="109" y="107"/>
                  <a:pt x="109" y="102"/>
                </a:cubicBezTo>
                <a:cubicBezTo>
                  <a:pt x="109" y="46"/>
                  <a:pt x="109" y="46"/>
                  <a:pt x="109" y="46"/>
                </a:cubicBezTo>
                <a:cubicBezTo>
                  <a:pt x="109" y="41"/>
                  <a:pt x="105" y="38"/>
                  <a:pt x="101" y="38"/>
                </a:cubicBezTo>
                <a:lnTo>
                  <a:pt x="93" y="38"/>
                </a:lnTo>
                <a:close/>
                <a:moveTo>
                  <a:pt x="103" y="46"/>
                </a:moveTo>
                <a:cubicBezTo>
                  <a:pt x="103" y="102"/>
                  <a:pt x="103" y="102"/>
                  <a:pt x="103" y="102"/>
                </a:cubicBezTo>
                <a:cubicBezTo>
                  <a:pt x="103" y="103"/>
                  <a:pt x="102" y="104"/>
                  <a:pt x="101" y="104"/>
                </a:cubicBezTo>
                <a:cubicBezTo>
                  <a:pt x="93" y="104"/>
                  <a:pt x="93" y="104"/>
                  <a:pt x="93" y="104"/>
                </a:cubicBezTo>
                <a:cubicBezTo>
                  <a:pt x="92" y="104"/>
                  <a:pt x="91" y="103"/>
                  <a:pt x="91" y="102"/>
                </a:cubicBezTo>
                <a:cubicBezTo>
                  <a:pt x="91" y="46"/>
                  <a:pt x="91" y="46"/>
                  <a:pt x="91" y="46"/>
                </a:cubicBezTo>
                <a:cubicBezTo>
                  <a:pt x="91" y="45"/>
                  <a:pt x="92" y="44"/>
                  <a:pt x="93" y="44"/>
                </a:cubicBezTo>
                <a:cubicBezTo>
                  <a:pt x="101" y="44"/>
                  <a:pt x="101" y="44"/>
                  <a:pt x="101" y="44"/>
                </a:cubicBezTo>
                <a:cubicBezTo>
                  <a:pt x="102" y="44"/>
                  <a:pt x="103" y="45"/>
                  <a:pt x="103" y="46"/>
                </a:cubicBezTo>
                <a:close/>
                <a:moveTo>
                  <a:pt x="115" y="35"/>
                </a:moveTo>
                <a:cubicBezTo>
                  <a:pt x="115" y="102"/>
                  <a:pt x="115" y="102"/>
                  <a:pt x="115" y="102"/>
                </a:cubicBezTo>
                <a:cubicBezTo>
                  <a:pt x="115" y="107"/>
                  <a:pt x="118" y="110"/>
                  <a:pt x="123" y="110"/>
                </a:cubicBezTo>
                <a:cubicBezTo>
                  <a:pt x="131" y="110"/>
                  <a:pt x="131" y="110"/>
                  <a:pt x="131" y="110"/>
                </a:cubicBezTo>
                <a:cubicBezTo>
                  <a:pt x="136" y="110"/>
                  <a:pt x="139" y="107"/>
                  <a:pt x="139" y="102"/>
                </a:cubicBezTo>
                <a:cubicBezTo>
                  <a:pt x="139" y="35"/>
                  <a:pt x="139" y="35"/>
                  <a:pt x="139" y="35"/>
                </a:cubicBezTo>
                <a:cubicBezTo>
                  <a:pt x="139" y="31"/>
                  <a:pt x="136" y="27"/>
                  <a:pt x="131" y="27"/>
                </a:cubicBezTo>
                <a:cubicBezTo>
                  <a:pt x="123" y="27"/>
                  <a:pt x="123" y="27"/>
                  <a:pt x="123" y="27"/>
                </a:cubicBezTo>
                <a:cubicBezTo>
                  <a:pt x="118" y="27"/>
                  <a:pt x="115" y="31"/>
                  <a:pt x="115" y="35"/>
                </a:cubicBezTo>
                <a:close/>
                <a:moveTo>
                  <a:pt x="133" y="35"/>
                </a:moveTo>
                <a:cubicBezTo>
                  <a:pt x="133" y="102"/>
                  <a:pt x="133" y="102"/>
                  <a:pt x="133" y="102"/>
                </a:cubicBezTo>
                <a:cubicBezTo>
                  <a:pt x="133" y="103"/>
                  <a:pt x="132" y="104"/>
                  <a:pt x="131" y="104"/>
                </a:cubicBezTo>
                <a:cubicBezTo>
                  <a:pt x="123" y="104"/>
                  <a:pt x="123" y="104"/>
                  <a:pt x="123" y="104"/>
                </a:cubicBezTo>
                <a:cubicBezTo>
                  <a:pt x="122" y="104"/>
                  <a:pt x="121" y="103"/>
                  <a:pt x="121" y="102"/>
                </a:cubicBezTo>
                <a:cubicBezTo>
                  <a:pt x="121" y="35"/>
                  <a:pt x="121" y="35"/>
                  <a:pt x="121" y="35"/>
                </a:cubicBezTo>
                <a:cubicBezTo>
                  <a:pt x="121" y="34"/>
                  <a:pt x="122" y="33"/>
                  <a:pt x="123" y="33"/>
                </a:cubicBezTo>
                <a:cubicBezTo>
                  <a:pt x="131" y="33"/>
                  <a:pt x="131" y="33"/>
                  <a:pt x="131" y="33"/>
                </a:cubicBezTo>
                <a:cubicBezTo>
                  <a:pt x="132" y="33"/>
                  <a:pt x="133" y="34"/>
                  <a:pt x="133" y="35"/>
                </a:cubicBezTo>
                <a:close/>
                <a:moveTo>
                  <a:pt x="77" y="26"/>
                </a:moveTo>
                <a:cubicBezTo>
                  <a:pt x="96" y="18"/>
                  <a:pt x="116" y="7"/>
                  <a:pt x="116" y="7"/>
                </a:cubicBezTo>
                <a:cubicBezTo>
                  <a:pt x="113" y="0"/>
                  <a:pt x="113" y="0"/>
                  <a:pt x="113" y="0"/>
                </a:cubicBezTo>
                <a:cubicBezTo>
                  <a:pt x="119" y="2"/>
                  <a:pt x="119" y="2"/>
                  <a:pt x="119" y="2"/>
                </a:cubicBezTo>
                <a:cubicBezTo>
                  <a:pt x="126" y="5"/>
                  <a:pt x="126" y="5"/>
                  <a:pt x="126" y="5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3" y="20"/>
                  <a:pt x="123" y="20"/>
                  <a:pt x="123" y="20"/>
                </a:cubicBezTo>
                <a:cubicBezTo>
                  <a:pt x="119" y="12"/>
                  <a:pt x="119" y="12"/>
                  <a:pt x="119" y="12"/>
                </a:cubicBezTo>
                <a:cubicBezTo>
                  <a:pt x="116" y="14"/>
                  <a:pt x="98" y="25"/>
                  <a:pt x="79" y="32"/>
                </a:cubicBezTo>
                <a:cubicBezTo>
                  <a:pt x="57" y="41"/>
                  <a:pt x="29" y="46"/>
                  <a:pt x="29" y="46"/>
                </a:cubicBezTo>
                <a:cubicBezTo>
                  <a:pt x="28" y="46"/>
                  <a:pt x="28" y="46"/>
                  <a:pt x="28" y="46"/>
                </a:cubicBezTo>
                <a:cubicBezTo>
                  <a:pt x="27" y="46"/>
                  <a:pt x="25" y="45"/>
                  <a:pt x="25" y="44"/>
                </a:cubicBezTo>
                <a:cubicBezTo>
                  <a:pt x="25" y="42"/>
                  <a:pt x="26" y="40"/>
                  <a:pt x="27" y="40"/>
                </a:cubicBezTo>
                <a:cubicBezTo>
                  <a:pt x="28" y="40"/>
                  <a:pt x="55" y="34"/>
                  <a:pt x="77" y="26"/>
                </a:cubicBezTo>
                <a:close/>
                <a:moveTo>
                  <a:pt x="148" y="122"/>
                </a:moveTo>
                <a:cubicBezTo>
                  <a:pt x="144" y="127"/>
                  <a:pt x="144" y="127"/>
                  <a:pt x="144" y="127"/>
                </a:cubicBezTo>
                <a:cubicBezTo>
                  <a:pt x="139" y="133"/>
                  <a:pt x="139" y="133"/>
                  <a:pt x="139" y="133"/>
                </a:cubicBezTo>
                <a:cubicBezTo>
                  <a:pt x="139" y="125"/>
                  <a:pt x="139" y="125"/>
                  <a:pt x="139" y="125"/>
                </a:cubicBezTo>
                <a:cubicBezTo>
                  <a:pt x="12" y="125"/>
                  <a:pt x="12" y="125"/>
                  <a:pt x="12" y="125"/>
                </a:cubicBezTo>
                <a:cubicBezTo>
                  <a:pt x="11" y="125"/>
                  <a:pt x="9" y="124"/>
                  <a:pt x="9" y="122"/>
                </a:cubicBezTo>
                <a:cubicBezTo>
                  <a:pt x="9" y="21"/>
                  <a:pt x="9" y="21"/>
                  <a:pt x="9" y="21"/>
                </a:cubicBezTo>
                <a:cubicBezTo>
                  <a:pt x="0" y="21"/>
                  <a:pt x="0" y="21"/>
                  <a:pt x="0" y="21"/>
                </a:cubicBezTo>
                <a:cubicBezTo>
                  <a:pt x="6" y="15"/>
                  <a:pt x="6" y="15"/>
                  <a:pt x="6" y="15"/>
                </a:cubicBezTo>
                <a:cubicBezTo>
                  <a:pt x="12" y="10"/>
                  <a:pt x="12" y="10"/>
                  <a:pt x="12" y="10"/>
                </a:cubicBezTo>
                <a:cubicBezTo>
                  <a:pt x="19" y="15"/>
                  <a:pt x="19" y="15"/>
                  <a:pt x="19" y="15"/>
                </a:cubicBezTo>
                <a:cubicBezTo>
                  <a:pt x="25" y="21"/>
                  <a:pt x="25" y="21"/>
                  <a:pt x="25" y="21"/>
                </a:cubicBezTo>
                <a:cubicBezTo>
                  <a:pt x="16" y="21"/>
                  <a:pt x="16" y="21"/>
                  <a:pt x="16" y="21"/>
                </a:cubicBezTo>
                <a:cubicBezTo>
                  <a:pt x="16" y="119"/>
                  <a:pt x="16" y="119"/>
                  <a:pt x="16" y="119"/>
                </a:cubicBezTo>
                <a:cubicBezTo>
                  <a:pt x="139" y="119"/>
                  <a:pt x="139" y="119"/>
                  <a:pt x="139" y="119"/>
                </a:cubicBezTo>
                <a:cubicBezTo>
                  <a:pt x="139" y="111"/>
                  <a:pt x="139" y="111"/>
                  <a:pt x="139" y="111"/>
                </a:cubicBezTo>
                <a:cubicBezTo>
                  <a:pt x="144" y="116"/>
                  <a:pt x="144" y="116"/>
                  <a:pt x="144" y="116"/>
                </a:cubicBezTo>
                <a:lnTo>
                  <a:pt x="148" y="12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0"/>
          <p:cNvSpPr/>
          <p:nvPr/>
        </p:nvSpPr>
        <p:spPr>
          <a:xfrm>
            <a:off x="5640387" y="4702175"/>
            <a:ext cx="960437" cy="1122362"/>
          </a:xfrm>
          <a:custGeom>
            <a:avLst/>
            <a:gdLst/>
            <a:ahLst/>
            <a:cxnLst/>
            <a:rect l="l" t="t" r="r" b="b"/>
            <a:pathLst>
              <a:path w="220" h="257" extrusionOk="0">
                <a:moveTo>
                  <a:pt x="126" y="257"/>
                </a:moveTo>
                <a:cubicBezTo>
                  <a:pt x="91" y="257"/>
                  <a:pt x="91" y="257"/>
                  <a:pt x="91" y="257"/>
                </a:cubicBezTo>
                <a:cubicBezTo>
                  <a:pt x="88" y="257"/>
                  <a:pt x="86" y="255"/>
                  <a:pt x="86" y="252"/>
                </a:cubicBezTo>
                <a:cubicBezTo>
                  <a:pt x="86" y="249"/>
                  <a:pt x="88" y="247"/>
                  <a:pt x="91" y="247"/>
                </a:cubicBezTo>
                <a:cubicBezTo>
                  <a:pt x="126" y="247"/>
                  <a:pt x="126" y="247"/>
                  <a:pt x="126" y="247"/>
                </a:cubicBezTo>
                <a:cubicBezTo>
                  <a:pt x="129" y="247"/>
                  <a:pt x="131" y="249"/>
                  <a:pt x="131" y="252"/>
                </a:cubicBezTo>
                <a:cubicBezTo>
                  <a:pt x="131" y="255"/>
                  <a:pt x="129" y="257"/>
                  <a:pt x="126" y="257"/>
                </a:cubicBezTo>
                <a:close/>
                <a:moveTo>
                  <a:pt x="136" y="240"/>
                </a:moveTo>
                <a:cubicBezTo>
                  <a:pt x="81" y="240"/>
                  <a:pt x="81" y="240"/>
                  <a:pt x="81" y="240"/>
                </a:cubicBezTo>
                <a:cubicBezTo>
                  <a:pt x="78" y="240"/>
                  <a:pt x="76" y="238"/>
                  <a:pt x="76" y="236"/>
                </a:cubicBezTo>
                <a:cubicBezTo>
                  <a:pt x="76" y="233"/>
                  <a:pt x="78" y="231"/>
                  <a:pt x="81" y="231"/>
                </a:cubicBezTo>
                <a:cubicBezTo>
                  <a:pt x="136" y="231"/>
                  <a:pt x="136" y="231"/>
                  <a:pt x="136" y="231"/>
                </a:cubicBezTo>
                <a:cubicBezTo>
                  <a:pt x="139" y="231"/>
                  <a:pt x="141" y="233"/>
                  <a:pt x="141" y="236"/>
                </a:cubicBezTo>
                <a:cubicBezTo>
                  <a:pt x="141" y="238"/>
                  <a:pt x="139" y="240"/>
                  <a:pt x="136" y="240"/>
                </a:cubicBezTo>
                <a:close/>
                <a:moveTo>
                  <a:pt x="108" y="222"/>
                </a:moveTo>
                <a:cubicBezTo>
                  <a:pt x="98" y="222"/>
                  <a:pt x="88" y="222"/>
                  <a:pt x="87" y="222"/>
                </a:cubicBezTo>
                <a:cubicBezTo>
                  <a:pt x="87" y="222"/>
                  <a:pt x="87" y="222"/>
                  <a:pt x="87" y="222"/>
                </a:cubicBezTo>
                <a:cubicBezTo>
                  <a:pt x="77" y="222"/>
                  <a:pt x="72" y="219"/>
                  <a:pt x="70" y="210"/>
                </a:cubicBezTo>
                <a:cubicBezTo>
                  <a:pt x="70" y="206"/>
                  <a:pt x="69" y="203"/>
                  <a:pt x="69" y="199"/>
                </a:cubicBezTo>
                <a:cubicBezTo>
                  <a:pt x="69" y="194"/>
                  <a:pt x="69" y="189"/>
                  <a:pt x="67" y="186"/>
                </a:cubicBezTo>
                <a:cubicBezTo>
                  <a:pt x="59" y="172"/>
                  <a:pt x="54" y="163"/>
                  <a:pt x="47" y="149"/>
                </a:cubicBezTo>
                <a:cubicBezTo>
                  <a:pt x="40" y="135"/>
                  <a:pt x="33" y="114"/>
                  <a:pt x="38" y="95"/>
                </a:cubicBezTo>
                <a:cubicBezTo>
                  <a:pt x="44" y="70"/>
                  <a:pt x="70" y="46"/>
                  <a:pt x="108" y="46"/>
                </a:cubicBezTo>
                <a:cubicBezTo>
                  <a:pt x="146" y="46"/>
                  <a:pt x="172" y="70"/>
                  <a:pt x="178" y="95"/>
                </a:cubicBezTo>
                <a:cubicBezTo>
                  <a:pt x="183" y="114"/>
                  <a:pt x="176" y="135"/>
                  <a:pt x="169" y="149"/>
                </a:cubicBezTo>
                <a:cubicBezTo>
                  <a:pt x="161" y="163"/>
                  <a:pt x="156" y="172"/>
                  <a:pt x="149" y="186"/>
                </a:cubicBezTo>
                <a:cubicBezTo>
                  <a:pt x="147" y="189"/>
                  <a:pt x="147" y="194"/>
                  <a:pt x="146" y="199"/>
                </a:cubicBezTo>
                <a:cubicBezTo>
                  <a:pt x="146" y="203"/>
                  <a:pt x="146" y="206"/>
                  <a:pt x="145" y="210"/>
                </a:cubicBezTo>
                <a:cubicBezTo>
                  <a:pt x="143" y="219"/>
                  <a:pt x="139" y="222"/>
                  <a:pt x="129" y="222"/>
                </a:cubicBezTo>
                <a:cubicBezTo>
                  <a:pt x="129" y="222"/>
                  <a:pt x="118" y="222"/>
                  <a:pt x="108" y="222"/>
                </a:cubicBezTo>
                <a:close/>
                <a:moveTo>
                  <a:pt x="87" y="213"/>
                </a:moveTo>
                <a:cubicBezTo>
                  <a:pt x="88" y="213"/>
                  <a:pt x="128" y="213"/>
                  <a:pt x="129" y="213"/>
                </a:cubicBezTo>
                <a:cubicBezTo>
                  <a:pt x="135" y="213"/>
                  <a:pt x="135" y="212"/>
                  <a:pt x="136" y="208"/>
                </a:cubicBezTo>
                <a:cubicBezTo>
                  <a:pt x="137" y="205"/>
                  <a:pt x="137" y="202"/>
                  <a:pt x="137" y="199"/>
                </a:cubicBezTo>
                <a:cubicBezTo>
                  <a:pt x="137" y="193"/>
                  <a:pt x="137" y="186"/>
                  <a:pt x="140" y="181"/>
                </a:cubicBezTo>
                <a:cubicBezTo>
                  <a:pt x="148" y="168"/>
                  <a:pt x="153" y="158"/>
                  <a:pt x="160" y="144"/>
                </a:cubicBezTo>
                <a:cubicBezTo>
                  <a:pt x="165" y="134"/>
                  <a:pt x="173" y="115"/>
                  <a:pt x="169" y="97"/>
                </a:cubicBezTo>
                <a:cubicBezTo>
                  <a:pt x="164" y="77"/>
                  <a:pt x="141" y="55"/>
                  <a:pt x="108" y="55"/>
                </a:cubicBezTo>
                <a:cubicBezTo>
                  <a:pt x="75" y="55"/>
                  <a:pt x="52" y="77"/>
                  <a:pt x="47" y="97"/>
                </a:cubicBezTo>
                <a:cubicBezTo>
                  <a:pt x="42" y="115"/>
                  <a:pt x="50" y="134"/>
                  <a:pt x="56" y="144"/>
                </a:cubicBezTo>
                <a:cubicBezTo>
                  <a:pt x="63" y="158"/>
                  <a:pt x="68" y="168"/>
                  <a:pt x="75" y="181"/>
                </a:cubicBezTo>
                <a:cubicBezTo>
                  <a:pt x="78" y="186"/>
                  <a:pt x="79" y="193"/>
                  <a:pt x="79" y="199"/>
                </a:cubicBezTo>
                <a:cubicBezTo>
                  <a:pt x="79" y="202"/>
                  <a:pt x="79" y="205"/>
                  <a:pt x="80" y="208"/>
                </a:cubicBezTo>
                <a:cubicBezTo>
                  <a:pt x="81" y="212"/>
                  <a:pt x="81" y="213"/>
                  <a:pt x="87" y="213"/>
                </a:cubicBezTo>
                <a:cubicBezTo>
                  <a:pt x="87" y="213"/>
                  <a:pt x="87" y="213"/>
                  <a:pt x="87" y="213"/>
                </a:cubicBezTo>
                <a:close/>
                <a:moveTo>
                  <a:pt x="24" y="118"/>
                </a:moveTo>
                <a:cubicBezTo>
                  <a:pt x="5" y="118"/>
                  <a:pt x="5" y="118"/>
                  <a:pt x="5" y="118"/>
                </a:cubicBezTo>
                <a:cubicBezTo>
                  <a:pt x="2" y="118"/>
                  <a:pt x="0" y="116"/>
                  <a:pt x="0" y="113"/>
                </a:cubicBezTo>
                <a:cubicBezTo>
                  <a:pt x="0" y="110"/>
                  <a:pt x="2" y="108"/>
                  <a:pt x="5" y="108"/>
                </a:cubicBezTo>
                <a:cubicBezTo>
                  <a:pt x="24" y="108"/>
                  <a:pt x="24" y="108"/>
                  <a:pt x="24" y="108"/>
                </a:cubicBezTo>
                <a:cubicBezTo>
                  <a:pt x="26" y="108"/>
                  <a:pt x="28" y="110"/>
                  <a:pt x="28" y="113"/>
                </a:cubicBezTo>
                <a:cubicBezTo>
                  <a:pt x="28" y="116"/>
                  <a:pt x="26" y="118"/>
                  <a:pt x="24" y="118"/>
                </a:cubicBezTo>
                <a:close/>
                <a:moveTo>
                  <a:pt x="215" y="114"/>
                </a:moveTo>
                <a:cubicBezTo>
                  <a:pt x="192" y="114"/>
                  <a:pt x="192" y="114"/>
                  <a:pt x="192" y="114"/>
                </a:cubicBezTo>
                <a:cubicBezTo>
                  <a:pt x="190" y="114"/>
                  <a:pt x="187" y="112"/>
                  <a:pt x="187" y="110"/>
                </a:cubicBezTo>
                <a:cubicBezTo>
                  <a:pt x="187" y="107"/>
                  <a:pt x="190" y="105"/>
                  <a:pt x="192" y="105"/>
                </a:cubicBezTo>
                <a:cubicBezTo>
                  <a:pt x="215" y="105"/>
                  <a:pt x="215" y="105"/>
                  <a:pt x="215" y="105"/>
                </a:cubicBezTo>
                <a:cubicBezTo>
                  <a:pt x="218" y="105"/>
                  <a:pt x="220" y="107"/>
                  <a:pt x="220" y="110"/>
                </a:cubicBezTo>
                <a:cubicBezTo>
                  <a:pt x="220" y="112"/>
                  <a:pt x="218" y="114"/>
                  <a:pt x="215" y="114"/>
                </a:cubicBezTo>
                <a:close/>
                <a:moveTo>
                  <a:pt x="65" y="110"/>
                </a:moveTo>
                <a:cubicBezTo>
                  <a:pt x="64" y="110"/>
                  <a:pt x="64" y="110"/>
                  <a:pt x="64" y="110"/>
                </a:cubicBezTo>
                <a:cubicBezTo>
                  <a:pt x="61" y="110"/>
                  <a:pt x="59" y="107"/>
                  <a:pt x="60" y="104"/>
                </a:cubicBezTo>
                <a:cubicBezTo>
                  <a:pt x="65" y="87"/>
                  <a:pt x="83" y="69"/>
                  <a:pt x="110" y="69"/>
                </a:cubicBezTo>
                <a:cubicBezTo>
                  <a:pt x="110" y="69"/>
                  <a:pt x="110" y="69"/>
                  <a:pt x="110" y="69"/>
                </a:cubicBezTo>
                <a:cubicBezTo>
                  <a:pt x="113" y="69"/>
                  <a:pt x="115" y="71"/>
                  <a:pt x="115" y="74"/>
                </a:cubicBezTo>
                <a:cubicBezTo>
                  <a:pt x="115" y="76"/>
                  <a:pt x="113" y="79"/>
                  <a:pt x="110" y="79"/>
                </a:cubicBezTo>
                <a:cubicBezTo>
                  <a:pt x="88" y="79"/>
                  <a:pt x="73" y="93"/>
                  <a:pt x="69" y="107"/>
                </a:cubicBezTo>
                <a:cubicBezTo>
                  <a:pt x="69" y="109"/>
                  <a:pt x="67" y="110"/>
                  <a:pt x="65" y="110"/>
                </a:cubicBezTo>
                <a:close/>
                <a:moveTo>
                  <a:pt x="169" y="58"/>
                </a:moveTo>
                <a:cubicBezTo>
                  <a:pt x="168" y="58"/>
                  <a:pt x="167" y="57"/>
                  <a:pt x="166" y="56"/>
                </a:cubicBezTo>
                <a:cubicBezTo>
                  <a:pt x="164" y="55"/>
                  <a:pt x="164" y="52"/>
                  <a:pt x="166" y="50"/>
                </a:cubicBezTo>
                <a:cubicBezTo>
                  <a:pt x="182" y="33"/>
                  <a:pt x="182" y="33"/>
                  <a:pt x="182" y="33"/>
                </a:cubicBezTo>
                <a:cubicBezTo>
                  <a:pt x="184" y="32"/>
                  <a:pt x="187" y="32"/>
                  <a:pt x="189" y="33"/>
                </a:cubicBezTo>
                <a:cubicBezTo>
                  <a:pt x="191" y="35"/>
                  <a:pt x="191" y="38"/>
                  <a:pt x="189" y="40"/>
                </a:cubicBezTo>
                <a:cubicBezTo>
                  <a:pt x="173" y="56"/>
                  <a:pt x="173" y="56"/>
                  <a:pt x="173" y="56"/>
                </a:cubicBezTo>
                <a:cubicBezTo>
                  <a:pt x="172" y="57"/>
                  <a:pt x="170" y="58"/>
                  <a:pt x="169" y="58"/>
                </a:cubicBezTo>
                <a:close/>
                <a:moveTo>
                  <a:pt x="48" y="58"/>
                </a:moveTo>
                <a:cubicBezTo>
                  <a:pt x="46" y="58"/>
                  <a:pt x="45" y="57"/>
                  <a:pt x="44" y="56"/>
                </a:cubicBezTo>
                <a:cubicBezTo>
                  <a:pt x="28" y="40"/>
                  <a:pt x="28" y="40"/>
                  <a:pt x="28" y="40"/>
                </a:cubicBezTo>
                <a:cubicBezTo>
                  <a:pt x="26" y="38"/>
                  <a:pt x="26" y="35"/>
                  <a:pt x="28" y="33"/>
                </a:cubicBezTo>
                <a:cubicBezTo>
                  <a:pt x="30" y="32"/>
                  <a:pt x="33" y="32"/>
                  <a:pt x="35" y="33"/>
                </a:cubicBezTo>
                <a:cubicBezTo>
                  <a:pt x="51" y="50"/>
                  <a:pt x="51" y="50"/>
                  <a:pt x="51" y="50"/>
                </a:cubicBezTo>
                <a:cubicBezTo>
                  <a:pt x="53" y="52"/>
                  <a:pt x="53" y="55"/>
                  <a:pt x="51" y="56"/>
                </a:cubicBezTo>
                <a:cubicBezTo>
                  <a:pt x="50" y="57"/>
                  <a:pt x="49" y="58"/>
                  <a:pt x="48" y="58"/>
                </a:cubicBezTo>
                <a:close/>
                <a:moveTo>
                  <a:pt x="108" y="36"/>
                </a:moveTo>
                <a:cubicBezTo>
                  <a:pt x="105" y="36"/>
                  <a:pt x="103" y="34"/>
                  <a:pt x="103" y="31"/>
                </a:cubicBezTo>
                <a:cubicBezTo>
                  <a:pt x="103" y="4"/>
                  <a:pt x="103" y="4"/>
                  <a:pt x="103" y="4"/>
                </a:cubicBezTo>
                <a:cubicBezTo>
                  <a:pt x="103" y="2"/>
                  <a:pt x="105" y="0"/>
                  <a:pt x="108" y="0"/>
                </a:cubicBezTo>
                <a:cubicBezTo>
                  <a:pt x="110" y="0"/>
                  <a:pt x="113" y="2"/>
                  <a:pt x="113" y="4"/>
                </a:cubicBezTo>
                <a:cubicBezTo>
                  <a:pt x="113" y="31"/>
                  <a:pt x="113" y="31"/>
                  <a:pt x="113" y="31"/>
                </a:cubicBezTo>
                <a:cubicBezTo>
                  <a:pt x="113" y="34"/>
                  <a:pt x="110" y="36"/>
                  <a:pt x="108" y="3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0"/>
          <p:cNvSpPr/>
          <p:nvPr/>
        </p:nvSpPr>
        <p:spPr>
          <a:xfrm>
            <a:off x="2605087" y="5754687"/>
            <a:ext cx="930275" cy="473075"/>
          </a:xfrm>
          <a:custGeom>
            <a:avLst/>
            <a:gdLst/>
            <a:ahLst/>
            <a:cxnLst/>
            <a:rect l="l" t="t" r="r" b="b"/>
            <a:pathLst>
              <a:path w="213" h="108" extrusionOk="0">
                <a:moveTo>
                  <a:pt x="109" y="108"/>
                </a:moveTo>
                <a:cubicBezTo>
                  <a:pt x="96" y="107"/>
                  <a:pt x="86" y="107"/>
                  <a:pt x="76" y="105"/>
                </a:cubicBezTo>
                <a:cubicBezTo>
                  <a:pt x="72" y="104"/>
                  <a:pt x="69" y="103"/>
                  <a:pt x="66" y="101"/>
                </a:cubicBezTo>
                <a:cubicBezTo>
                  <a:pt x="60" y="98"/>
                  <a:pt x="58" y="94"/>
                  <a:pt x="58" y="92"/>
                </a:cubicBezTo>
                <a:cubicBezTo>
                  <a:pt x="57" y="88"/>
                  <a:pt x="59" y="84"/>
                  <a:pt x="62" y="81"/>
                </a:cubicBezTo>
                <a:cubicBezTo>
                  <a:pt x="67" y="76"/>
                  <a:pt x="73" y="72"/>
                  <a:pt x="81" y="68"/>
                </a:cubicBezTo>
                <a:cubicBezTo>
                  <a:pt x="83" y="67"/>
                  <a:pt x="86" y="66"/>
                  <a:pt x="88" y="65"/>
                </a:cubicBezTo>
                <a:cubicBezTo>
                  <a:pt x="90" y="65"/>
                  <a:pt x="90" y="65"/>
                  <a:pt x="90" y="65"/>
                </a:cubicBezTo>
                <a:cubicBezTo>
                  <a:pt x="92" y="64"/>
                  <a:pt x="93" y="63"/>
                  <a:pt x="94" y="61"/>
                </a:cubicBezTo>
                <a:cubicBezTo>
                  <a:pt x="94" y="60"/>
                  <a:pt x="93" y="59"/>
                  <a:pt x="92" y="57"/>
                </a:cubicBezTo>
                <a:cubicBezTo>
                  <a:pt x="83" y="49"/>
                  <a:pt x="80" y="38"/>
                  <a:pt x="80" y="25"/>
                </a:cubicBezTo>
                <a:cubicBezTo>
                  <a:pt x="81" y="12"/>
                  <a:pt x="88" y="4"/>
                  <a:pt x="101" y="1"/>
                </a:cubicBezTo>
                <a:cubicBezTo>
                  <a:pt x="104" y="0"/>
                  <a:pt x="106" y="0"/>
                  <a:pt x="109" y="0"/>
                </a:cubicBezTo>
                <a:cubicBezTo>
                  <a:pt x="111" y="0"/>
                  <a:pt x="114" y="0"/>
                  <a:pt x="117" y="1"/>
                </a:cubicBezTo>
                <a:cubicBezTo>
                  <a:pt x="130" y="4"/>
                  <a:pt x="137" y="12"/>
                  <a:pt x="138" y="25"/>
                </a:cubicBezTo>
                <a:cubicBezTo>
                  <a:pt x="138" y="38"/>
                  <a:pt x="134" y="49"/>
                  <a:pt x="125" y="57"/>
                </a:cubicBezTo>
                <a:cubicBezTo>
                  <a:pt x="124" y="59"/>
                  <a:pt x="124" y="60"/>
                  <a:pt x="124" y="61"/>
                </a:cubicBezTo>
                <a:cubicBezTo>
                  <a:pt x="124" y="63"/>
                  <a:pt x="125" y="64"/>
                  <a:pt x="127" y="65"/>
                </a:cubicBezTo>
                <a:cubicBezTo>
                  <a:pt x="129" y="65"/>
                  <a:pt x="129" y="65"/>
                  <a:pt x="129" y="65"/>
                </a:cubicBezTo>
                <a:cubicBezTo>
                  <a:pt x="132" y="66"/>
                  <a:pt x="134" y="67"/>
                  <a:pt x="137" y="68"/>
                </a:cubicBezTo>
                <a:cubicBezTo>
                  <a:pt x="145" y="72"/>
                  <a:pt x="151" y="76"/>
                  <a:pt x="156" y="81"/>
                </a:cubicBezTo>
                <a:cubicBezTo>
                  <a:pt x="158" y="84"/>
                  <a:pt x="160" y="88"/>
                  <a:pt x="159" y="92"/>
                </a:cubicBezTo>
                <a:cubicBezTo>
                  <a:pt x="158" y="96"/>
                  <a:pt x="155" y="99"/>
                  <a:pt x="151" y="101"/>
                </a:cubicBezTo>
                <a:cubicBezTo>
                  <a:pt x="151" y="101"/>
                  <a:pt x="151" y="101"/>
                  <a:pt x="151" y="101"/>
                </a:cubicBezTo>
                <a:cubicBezTo>
                  <a:pt x="148" y="103"/>
                  <a:pt x="145" y="104"/>
                  <a:pt x="142" y="105"/>
                </a:cubicBezTo>
                <a:cubicBezTo>
                  <a:pt x="131" y="107"/>
                  <a:pt x="121" y="107"/>
                  <a:pt x="109" y="108"/>
                </a:cubicBezTo>
                <a:close/>
                <a:moveTo>
                  <a:pt x="109" y="5"/>
                </a:moveTo>
                <a:cubicBezTo>
                  <a:pt x="107" y="6"/>
                  <a:pt x="105" y="6"/>
                  <a:pt x="102" y="6"/>
                </a:cubicBezTo>
                <a:cubicBezTo>
                  <a:pt x="92" y="9"/>
                  <a:pt x="86" y="15"/>
                  <a:pt x="86" y="25"/>
                </a:cubicBezTo>
                <a:cubicBezTo>
                  <a:pt x="85" y="36"/>
                  <a:pt x="89" y="46"/>
                  <a:pt x="96" y="53"/>
                </a:cubicBezTo>
                <a:cubicBezTo>
                  <a:pt x="99" y="56"/>
                  <a:pt x="100" y="59"/>
                  <a:pt x="99" y="62"/>
                </a:cubicBezTo>
                <a:cubicBezTo>
                  <a:pt x="99" y="66"/>
                  <a:pt x="96" y="69"/>
                  <a:pt x="92" y="70"/>
                </a:cubicBezTo>
                <a:cubicBezTo>
                  <a:pt x="90" y="71"/>
                  <a:pt x="90" y="71"/>
                  <a:pt x="90" y="71"/>
                </a:cubicBezTo>
                <a:cubicBezTo>
                  <a:pt x="88" y="72"/>
                  <a:pt x="86" y="73"/>
                  <a:pt x="83" y="74"/>
                </a:cubicBezTo>
                <a:cubicBezTo>
                  <a:pt x="76" y="77"/>
                  <a:pt x="70" y="81"/>
                  <a:pt x="66" y="85"/>
                </a:cubicBezTo>
                <a:cubicBezTo>
                  <a:pt x="64" y="87"/>
                  <a:pt x="63" y="89"/>
                  <a:pt x="64" y="91"/>
                </a:cubicBezTo>
                <a:cubicBezTo>
                  <a:pt x="64" y="93"/>
                  <a:pt x="66" y="95"/>
                  <a:pt x="69" y="96"/>
                </a:cubicBezTo>
                <a:cubicBezTo>
                  <a:pt x="71" y="97"/>
                  <a:pt x="74" y="98"/>
                  <a:pt x="77" y="99"/>
                </a:cubicBezTo>
                <a:cubicBezTo>
                  <a:pt x="87" y="101"/>
                  <a:pt x="97" y="101"/>
                  <a:pt x="109" y="102"/>
                </a:cubicBezTo>
                <a:cubicBezTo>
                  <a:pt x="121" y="101"/>
                  <a:pt x="131" y="101"/>
                  <a:pt x="140" y="99"/>
                </a:cubicBezTo>
                <a:cubicBezTo>
                  <a:pt x="143" y="98"/>
                  <a:pt x="146" y="97"/>
                  <a:pt x="149" y="96"/>
                </a:cubicBezTo>
                <a:cubicBezTo>
                  <a:pt x="151" y="95"/>
                  <a:pt x="153" y="93"/>
                  <a:pt x="153" y="91"/>
                </a:cubicBezTo>
                <a:cubicBezTo>
                  <a:pt x="153" y="88"/>
                  <a:pt x="153" y="86"/>
                  <a:pt x="152" y="85"/>
                </a:cubicBezTo>
                <a:cubicBezTo>
                  <a:pt x="147" y="81"/>
                  <a:pt x="142" y="77"/>
                  <a:pt x="134" y="74"/>
                </a:cubicBezTo>
                <a:cubicBezTo>
                  <a:pt x="132" y="73"/>
                  <a:pt x="129" y="72"/>
                  <a:pt x="127" y="71"/>
                </a:cubicBezTo>
                <a:cubicBezTo>
                  <a:pt x="125" y="70"/>
                  <a:pt x="125" y="70"/>
                  <a:pt x="125" y="70"/>
                </a:cubicBezTo>
                <a:cubicBezTo>
                  <a:pt x="121" y="69"/>
                  <a:pt x="119" y="66"/>
                  <a:pt x="118" y="62"/>
                </a:cubicBezTo>
                <a:cubicBezTo>
                  <a:pt x="117" y="59"/>
                  <a:pt x="119" y="56"/>
                  <a:pt x="121" y="53"/>
                </a:cubicBezTo>
                <a:cubicBezTo>
                  <a:pt x="129" y="46"/>
                  <a:pt x="132" y="37"/>
                  <a:pt x="132" y="25"/>
                </a:cubicBezTo>
                <a:cubicBezTo>
                  <a:pt x="131" y="15"/>
                  <a:pt x="126" y="9"/>
                  <a:pt x="115" y="6"/>
                </a:cubicBezTo>
                <a:cubicBezTo>
                  <a:pt x="113" y="6"/>
                  <a:pt x="111" y="6"/>
                  <a:pt x="109" y="5"/>
                </a:cubicBezTo>
                <a:close/>
                <a:moveTo>
                  <a:pt x="150" y="99"/>
                </a:moveTo>
                <a:cubicBezTo>
                  <a:pt x="150" y="99"/>
                  <a:pt x="150" y="99"/>
                  <a:pt x="150" y="99"/>
                </a:cubicBezTo>
                <a:close/>
                <a:moveTo>
                  <a:pt x="177" y="108"/>
                </a:moveTo>
                <a:cubicBezTo>
                  <a:pt x="175" y="108"/>
                  <a:pt x="175" y="108"/>
                  <a:pt x="175" y="108"/>
                </a:cubicBezTo>
                <a:cubicBezTo>
                  <a:pt x="169" y="107"/>
                  <a:pt x="168" y="107"/>
                  <a:pt x="161" y="107"/>
                </a:cubicBezTo>
                <a:cubicBezTo>
                  <a:pt x="160" y="107"/>
                  <a:pt x="159" y="105"/>
                  <a:pt x="159" y="103"/>
                </a:cubicBezTo>
                <a:cubicBezTo>
                  <a:pt x="159" y="102"/>
                  <a:pt x="160" y="101"/>
                  <a:pt x="162" y="101"/>
                </a:cubicBezTo>
                <a:cubicBezTo>
                  <a:pt x="168" y="101"/>
                  <a:pt x="170" y="102"/>
                  <a:pt x="175" y="102"/>
                </a:cubicBezTo>
                <a:cubicBezTo>
                  <a:pt x="177" y="102"/>
                  <a:pt x="177" y="102"/>
                  <a:pt x="177" y="102"/>
                </a:cubicBezTo>
                <a:cubicBezTo>
                  <a:pt x="185" y="102"/>
                  <a:pt x="192" y="101"/>
                  <a:pt x="199" y="100"/>
                </a:cubicBezTo>
                <a:cubicBezTo>
                  <a:pt x="201" y="99"/>
                  <a:pt x="203" y="99"/>
                  <a:pt x="204" y="98"/>
                </a:cubicBezTo>
                <a:cubicBezTo>
                  <a:pt x="206" y="97"/>
                  <a:pt x="207" y="96"/>
                  <a:pt x="207" y="95"/>
                </a:cubicBezTo>
                <a:cubicBezTo>
                  <a:pt x="207" y="94"/>
                  <a:pt x="207" y="92"/>
                  <a:pt x="206" y="92"/>
                </a:cubicBezTo>
                <a:cubicBezTo>
                  <a:pt x="203" y="89"/>
                  <a:pt x="200" y="86"/>
                  <a:pt x="194" y="84"/>
                </a:cubicBezTo>
                <a:cubicBezTo>
                  <a:pt x="193" y="83"/>
                  <a:pt x="191" y="83"/>
                  <a:pt x="189" y="82"/>
                </a:cubicBezTo>
                <a:cubicBezTo>
                  <a:pt x="188" y="81"/>
                  <a:pt x="188" y="81"/>
                  <a:pt x="188" y="81"/>
                </a:cubicBezTo>
                <a:cubicBezTo>
                  <a:pt x="185" y="80"/>
                  <a:pt x="183" y="78"/>
                  <a:pt x="183" y="75"/>
                </a:cubicBezTo>
                <a:cubicBezTo>
                  <a:pt x="182" y="73"/>
                  <a:pt x="183" y="70"/>
                  <a:pt x="185" y="68"/>
                </a:cubicBezTo>
                <a:cubicBezTo>
                  <a:pt x="190" y="63"/>
                  <a:pt x="192" y="57"/>
                  <a:pt x="192" y="49"/>
                </a:cubicBezTo>
                <a:cubicBezTo>
                  <a:pt x="192" y="43"/>
                  <a:pt x="188" y="39"/>
                  <a:pt x="181" y="37"/>
                </a:cubicBezTo>
                <a:cubicBezTo>
                  <a:pt x="180" y="37"/>
                  <a:pt x="178" y="37"/>
                  <a:pt x="177" y="37"/>
                </a:cubicBezTo>
                <a:cubicBezTo>
                  <a:pt x="176" y="37"/>
                  <a:pt x="174" y="37"/>
                  <a:pt x="173" y="37"/>
                </a:cubicBezTo>
                <a:cubicBezTo>
                  <a:pt x="166" y="39"/>
                  <a:pt x="162" y="43"/>
                  <a:pt x="162" y="49"/>
                </a:cubicBezTo>
                <a:cubicBezTo>
                  <a:pt x="162" y="57"/>
                  <a:pt x="164" y="63"/>
                  <a:pt x="169" y="68"/>
                </a:cubicBezTo>
                <a:cubicBezTo>
                  <a:pt x="171" y="70"/>
                  <a:pt x="172" y="73"/>
                  <a:pt x="172" y="76"/>
                </a:cubicBezTo>
                <a:cubicBezTo>
                  <a:pt x="171" y="78"/>
                  <a:pt x="170" y="80"/>
                  <a:pt x="167" y="81"/>
                </a:cubicBezTo>
                <a:cubicBezTo>
                  <a:pt x="166" y="81"/>
                  <a:pt x="166" y="81"/>
                  <a:pt x="166" y="81"/>
                </a:cubicBezTo>
                <a:cubicBezTo>
                  <a:pt x="165" y="82"/>
                  <a:pt x="163" y="81"/>
                  <a:pt x="163" y="79"/>
                </a:cubicBezTo>
                <a:cubicBezTo>
                  <a:pt x="162" y="78"/>
                  <a:pt x="163" y="76"/>
                  <a:pt x="164" y="76"/>
                </a:cubicBezTo>
                <a:cubicBezTo>
                  <a:pt x="165" y="75"/>
                  <a:pt x="165" y="75"/>
                  <a:pt x="165" y="75"/>
                </a:cubicBezTo>
                <a:cubicBezTo>
                  <a:pt x="166" y="75"/>
                  <a:pt x="166" y="75"/>
                  <a:pt x="166" y="75"/>
                </a:cubicBezTo>
                <a:cubicBezTo>
                  <a:pt x="166" y="74"/>
                  <a:pt x="166" y="73"/>
                  <a:pt x="165" y="72"/>
                </a:cubicBezTo>
                <a:cubicBezTo>
                  <a:pt x="159" y="66"/>
                  <a:pt x="156" y="58"/>
                  <a:pt x="156" y="49"/>
                </a:cubicBezTo>
                <a:cubicBezTo>
                  <a:pt x="156" y="43"/>
                  <a:pt x="159" y="34"/>
                  <a:pt x="171" y="31"/>
                </a:cubicBezTo>
                <a:cubicBezTo>
                  <a:pt x="173" y="31"/>
                  <a:pt x="175" y="31"/>
                  <a:pt x="177" y="31"/>
                </a:cubicBezTo>
                <a:cubicBezTo>
                  <a:pt x="179" y="31"/>
                  <a:pt x="181" y="31"/>
                  <a:pt x="183" y="31"/>
                </a:cubicBezTo>
                <a:cubicBezTo>
                  <a:pt x="195" y="34"/>
                  <a:pt x="198" y="43"/>
                  <a:pt x="198" y="49"/>
                </a:cubicBezTo>
                <a:cubicBezTo>
                  <a:pt x="198" y="58"/>
                  <a:pt x="195" y="66"/>
                  <a:pt x="189" y="72"/>
                </a:cubicBezTo>
                <a:cubicBezTo>
                  <a:pt x="189" y="73"/>
                  <a:pt x="188" y="73"/>
                  <a:pt x="188" y="74"/>
                </a:cubicBezTo>
                <a:cubicBezTo>
                  <a:pt x="189" y="75"/>
                  <a:pt x="189" y="76"/>
                  <a:pt x="190" y="76"/>
                </a:cubicBezTo>
                <a:cubicBezTo>
                  <a:pt x="192" y="76"/>
                  <a:pt x="192" y="76"/>
                  <a:pt x="192" y="76"/>
                </a:cubicBezTo>
                <a:cubicBezTo>
                  <a:pt x="193" y="77"/>
                  <a:pt x="195" y="78"/>
                  <a:pt x="197" y="79"/>
                </a:cubicBezTo>
                <a:cubicBezTo>
                  <a:pt x="203" y="81"/>
                  <a:pt x="207" y="84"/>
                  <a:pt x="210" y="88"/>
                </a:cubicBezTo>
                <a:cubicBezTo>
                  <a:pt x="212" y="90"/>
                  <a:pt x="213" y="93"/>
                  <a:pt x="213" y="96"/>
                </a:cubicBezTo>
                <a:cubicBezTo>
                  <a:pt x="212" y="99"/>
                  <a:pt x="210" y="102"/>
                  <a:pt x="207" y="103"/>
                </a:cubicBezTo>
                <a:cubicBezTo>
                  <a:pt x="205" y="104"/>
                  <a:pt x="203" y="105"/>
                  <a:pt x="200" y="105"/>
                </a:cubicBezTo>
                <a:cubicBezTo>
                  <a:pt x="193" y="107"/>
                  <a:pt x="186" y="107"/>
                  <a:pt x="177" y="108"/>
                </a:cubicBezTo>
                <a:close/>
                <a:moveTo>
                  <a:pt x="40" y="108"/>
                </a:moveTo>
                <a:cubicBezTo>
                  <a:pt x="30" y="107"/>
                  <a:pt x="22" y="107"/>
                  <a:pt x="15" y="105"/>
                </a:cubicBezTo>
                <a:cubicBezTo>
                  <a:pt x="12" y="105"/>
                  <a:pt x="9" y="104"/>
                  <a:pt x="7" y="103"/>
                </a:cubicBezTo>
                <a:cubicBezTo>
                  <a:pt x="3" y="101"/>
                  <a:pt x="1" y="98"/>
                  <a:pt x="0" y="95"/>
                </a:cubicBezTo>
                <a:cubicBezTo>
                  <a:pt x="0" y="92"/>
                  <a:pt x="1" y="88"/>
                  <a:pt x="3" y="86"/>
                </a:cubicBezTo>
                <a:cubicBezTo>
                  <a:pt x="7" y="82"/>
                  <a:pt x="12" y="79"/>
                  <a:pt x="18" y="76"/>
                </a:cubicBezTo>
                <a:cubicBezTo>
                  <a:pt x="20" y="75"/>
                  <a:pt x="22" y="75"/>
                  <a:pt x="24" y="74"/>
                </a:cubicBezTo>
                <a:cubicBezTo>
                  <a:pt x="25" y="73"/>
                  <a:pt x="25" y="73"/>
                  <a:pt x="25" y="73"/>
                </a:cubicBezTo>
                <a:cubicBezTo>
                  <a:pt x="27" y="73"/>
                  <a:pt x="28" y="72"/>
                  <a:pt x="28" y="71"/>
                </a:cubicBezTo>
                <a:cubicBezTo>
                  <a:pt x="28" y="70"/>
                  <a:pt x="27" y="69"/>
                  <a:pt x="27" y="69"/>
                </a:cubicBezTo>
                <a:cubicBezTo>
                  <a:pt x="20" y="62"/>
                  <a:pt x="17" y="53"/>
                  <a:pt x="17" y="43"/>
                </a:cubicBezTo>
                <a:cubicBezTo>
                  <a:pt x="17" y="36"/>
                  <a:pt x="21" y="27"/>
                  <a:pt x="34" y="24"/>
                </a:cubicBezTo>
                <a:cubicBezTo>
                  <a:pt x="36" y="23"/>
                  <a:pt x="38" y="23"/>
                  <a:pt x="40" y="23"/>
                </a:cubicBezTo>
                <a:cubicBezTo>
                  <a:pt x="42" y="23"/>
                  <a:pt x="44" y="23"/>
                  <a:pt x="46" y="24"/>
                </a:cubicBezTo>
                <a:cubicBezTo>
                  <a:pt x="59" y="27"/>
                  <a:pt x="63" y="36"/>
                  <a:pt x="63" y="43"/>
                </a:cubicBezTo>
                <a:cubicBezTo>
                  <a:pt x="63" y="53"/>
                  <a:pt x="60" y="62"/>
                  <a:pt x="53" y="69"/>
                </a:cubicBezTo>
                <a:cubicBezTo>
                  <a:pt x="53" y="69"/>
                  <a:pt x="52" y="70"/>
                  <a:pt x="52" y="71"/>
                </a:cubicBezTo>
                <a:cubicBezTo>
                  <a:pt x="53" y="72"/>
                  <a:pt x="53" y="73"/>
                  <a:pt x="55" y="73"/>
                </a:cubicBezTo>
                <a:cubicBezTo>
                  <a:pt x="56" y="74"/>
                  <a:pt x="56" y="74"/>
                  <a:pt x="56" y="74"/>
                </a:cubicBezTo>
                <a:cubicBezTo>
                  <a:pt x="58" y="74"/>
                  <a:pt x="58" y="76"/>
                  <a:pt x="58" y="78"/>
                </a:cubicBezTo>
                <a:cubicBezTo>
                  <a:pt x="57" y="79"/>
                  <a:pt x="55" y="80"/>
                  <a:pt x="54" y="79"/>
                </a:cubicBezTo>
                <a:cubicBezTo>
                  <a:pt x="53" y="79"/>
                  <a:pt x="53" y="79"/>
                  <a:pt x="53" y="79"/>
                </a:cubicBezTo>
                <a:cubicBezTo>
                  <a:pt x="49" y="77"/>
                  <a:pt x="47" y="75"/>
                  <a:pt x="47" y="72"/>
                </a:cubicBezTo>
                <a:cubicBezTo>
                  <a:pt x="46" y="69"/>
                  <a:pt x="47" y="67"/>
                  <a:pt x="49" y="64"/>
                </a:cubicBezTo>
                <a:cubicBezTo>
                  <a:pt x="55" y="59"/>
                  <a:pt x="57" y="52"/>
                  <a:pt x="57" y="43"/>
                </a:cubicBezTo>
                <a:cubicBezTo>
                  <a:pt x="57" y="36"/>
                  <a:pt x="53" y="32"/>
                  <a:pt x="45" y="30"/>
                </a:cubicBezTo>
                <a:cubicBezTo>
                  <a:pt x="43" y="29"/>
                  <a:pt x="42" y="29"/>
                  <a:pt x="40" y="29"/>
                </a:cubicBezTo>
                <a:cubicBezTo>
                  <a:pt x="39" y="29"/>
                  <a:pt x="37" y="29"/>
                  <a:pt x="35" y="30"/>
                </a:cubicBezTo>
                <a:cubicBezTo>
                  <a:pt x="27" y="32"/>
                  <a:pt x="23" y="36"/>
                  <a:pt x="23" y="43"/>
                </a:cubicBezTo>
                <a:cubicBezTo>
                  <a:pt x="23" y="52"/>
                  <a:pt x="25" y="59"/>
                  <a:pt x="31" y="65"/>
                </a:cubicBezTo>
                <a:cubicBezTo>
                  <a:pt x="33" y="67"/>
                  <a:pt x="34" y="70"/>
                  <a:pt x="33" y="72"/>
                </a:cubicBezTo>
                <a:cubicBezTo>
                  <a:pt x="33" y="75"/>
                  <a:pt x="31" y="77"/>
                  <a:pt x="28" y="79"/>
                </a:cubicBezTo>
                <a:cubicBezTo>
                  <a:pt x="26" y="79"/>
                  <a:pt x="26" y="79"/>
                  <a:pt x="26" y="79"/>
                </a:cubicBezTo>
                <a:cubicBezTo>
                  <a:pt x="24" y="80"/>
                  <a:pt x="23" y="81"/>
                  <a:pt x="21" y="81"/>
                </a:cubicBezTo>
                <a:cubicBezTo>
                  <a:pt x="15" y="84"/>
                  <a:pt x="11" y="87"/>
                  <a:pt x="8" y="90"/>
                </a:cubicBezTo>
                <a:cubicBezTo>
                  <a:pt x="6" y="91"/>
                  <a:pt x="6" y="93"/>
                  <a:pt x="6" y="94"/>
                </a:cubicBezTo>
                <a:cubicBezTo>
                  <a:pt x="6" y="95"/>
                  <a:pt x="8" y="96"/>
                  <a:pt x="10" y="97"/>
                </a:cubicBezTo>
                <a:cubicBezTo>
                  <a:pt x="12" y="98"/>
                  <a:pt x="14" y="99"/>
                  <a:pt x="16" y="99"/>
                </a:cubicBezTo>
                <a:cubicBezTo>
                  <a:pt x="23" y="101"/>
                  <a:pt x="31" y="101"/>
                  <a:pt x="40" y="102"/>
                </a:cubicBezTo>
                <a:cubicBezTo>
                  <a:pt x="46" y="102"/>
                  <a:pt x="50" y="101"/>
                  <a:pt x="54" y="101"/>
                </a:cubicBezTo>
                <a:cubicBezTo>
                  <a:pt x="56" y="101"/>
                  <a:pt x="57" y="102"/>
                  <a:pt x="58" y="104"/>
                </a:cubicBezTo>
                <a:cubicBezTo>
                  <a:pt x="58" y="105"/>
                  <a:pt x="57" y="107"/>
                  <a:pt x="55" y="107"/>
                </a:cubicBezTo>
                <a:cubicBezTo>
                  <a:pt x="51" y="107"/>
                  <a:pt x="46" y="107"/>
                  <a:pt x="40" y="10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1643062" y="2747962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95" name="Google Shape;395;p20"/>
          <p:cNvSpPr txBox="1"/>
          <p:nvPr/>
        </p:nvSpPr>
        <p:spPr>
          <a:xfrm>
            <a:off x="5405437" y="1349375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96" name="Google Shape;396;p20"/>
          <p:cNvSpPr txBox="1"/>
          <p:nvPr/>
        </p:nvSpPr>
        <p:spPr>
          <a:xfrm>
            <a:off x="9023350" y="2660650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397" name="Google Shape;397;p20"/>
          <p:cNvSpPr txBox="1"/>
          <p:nvPr/>
        </p:nvSpPr>
        <p:spPr>
          <a:xfrm>
            <a:off x="10096500" y="575468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1"/>
          <p:cNvSpPr txBox="1"/>
          <p:nvPr/>
        </p:nvSpPr>
        <p:spPr>
          <a:xfrm>
            <a:off x="8047037" y="1789112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03" name="Google Shape;403;p21"/>
          <p:cNvSpPr txBox="1"/>
          <p:nvPr/>
        </p:nvSpPr>
        <p:spPr>
          <a:xfrm>
            <a:off x="292100" y="2686050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04" name="Google Shape;404;p21"/>
          <p:cNvSpPr/>
          <p:nvPr/>
        </p:nvSpPr>
        <p:spPr>
          <a:xfrm>
            <a:off x="4095750" y="1800225"/>
            <a:ext cx="4194175" cy="4329112"/>
          </a:xfrm>
          <a:custGeom>
            <a:avLst/>
            <a:gdLst/>
            <a:ahLst/>
            <a:cxnLst/>
            <a:rect l="l" t="t" r="r" b="b"/>
            <a:pathLst>
              <a:path w="1078" h="1112" extrusionOk="0">
                <a:moveTo>
                  <a:pt x="987" y="1047"/>
                </a:moveTo>
                <a:cubicBezTo>
                  <a:pt x="957" y="1061"/>
                  <a:pt x="924" y="1072"/>
                  <a:pt x="891" y="1080"/>
                </a:cubicBezTo>
                <a:cubicBezTo>
                  <a:pt x="785" y="1105"/>
                  <a:pt x="676" y="1109"/>
                  <a:pt x="540" y="1112"/>
                </a:cubicBezTo>
                <a:cubicBezTo>
                  <a:pt x="404" y="1109"/>
                  <a:pt x="295" y="1105"/>
                  <a:pt x="189" y="1080"/>
                </a:cubicBezTo>
                <a:cubicBezTo>
                  <a:pt x="156" y="1072"/>
                  <a:pt x="123" y="1061"/>
                  <a:pt x="93" y="1047"/>
                </a:cubicBezTo>
                <a:cubicBezTo>
                  <a:pt x="1" y="1004"/>
                  <a:pt x="0" y="929"/>
                  <a:pt x="52" y="878"/>
                </a:cubicBezTo>
                <a:cubicBezTo>
                  <a:pt x="109" y="821"/>
                  <a:pt x="177" y="781"/>
                  <a:pt x="250" y="747"/>
                </a:cubicBezTo>
                <a:cubicBezTo>
                  <a:pt x="282" y="732"/>
                  <a:pt x="316" y="720"/>
                  <a:pt x="349" y="707"/>
                </a:cubicBezTo>
                <a:cubicBezTo>
                  <a:pt x="410" y="683"/>
                  <a:pt x="428" y="621"/>
                  <a:pt x="382" y="574"/>
                </a:cubicBezTo>
                <a:cubicBezTo>
                  <a:pt x="289" y="481"/>
                  <a:pt x="254" y="368"/>
                  <a:pt x="259" y="243"/>
                </a:cubicBezTo>
                <a:cubicBezTo>
                  <a:pt x="264" y="111"/>
                  <a:pt x="341" y="40"/>
                  <a:pt x="463" y="10"/>
                </a:cubicBezTo>
                <a:cubicBezTo>
                  <a:pt x="489" y="4"/>
                  <a:pt x="515" y="1"/>
                  <a:pt x="540" y="0"/>
                </a:cubicBezTo>
                <a:cubicBezTo>
                  <a:pt x="565" y="1"/>
                  <a:pt x="591" y="4"/>
                  <a:pt x="617" y="10"/>
                </a:cubicBezTo>
                <a:cubicBezTo>
                  <a:pt x="739" y="40"/>
                  <a:pt x="816" y="111"/>
                  <a:pt x="821" y="243"/>
                </a:cubicBezTo>
                <a:cubicBezTo>
                  <a:pt x="826" y="368"/>
                  <a:pt x="791" y="483"/>
                  <a:pt x="698" y="574"/>
                </a:cubicBezTo>
                <a:cubicBezTo>
                  <a:pt x="652" y="620"/>
                  <a:pt x="670" y="683"/>
                  <a:pt x="731" y="707"/>
                </a:cubicBezTo>
                <a:cubicBezTo>
                  <a:pt x="764" y="720"/>
                  <a:pt x="798" y="732"/>
                  <a:pt x="830" y="747"/>
                </a:cubicBezTo>
                <a:cubicBezTo>
                  <a:pt x="903" y="781"/>
                  <a:pt x="971" y="821"/>
                  <a:pt x="1028" y="878"/>
                </a:cubicBezTo>
                <a:cubicBezTo>
                  <a:pt x="1063" y="912"/>
                  <a:pt x="1078" y="1004"/>
                  <a:pt x="987" y="1047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1"/>
          <p:cNvSpPr/>
          <p:nvPr/>
        </p:nvSpPr>
        <p:spPr>
          <a:xfrm>
            <a:off x="7862887" y="3121025"/>
            <a:ext cx="2266950" cy="3008312"/>
          </a:xfrm>
          <a:custGeom>
            <a:avLst/>
            <a:gdLst/>
            <a:ahLst/>
            <a:cxnLst/>
            <a:rect l="l" t="t" r="r" b="b"/>
            <a:pathLst>
              <a:path w="583" h="773" extrusionOk="0">
                <a:moveTo>
                  <a:pt x="548" y="610"/>
                </a:moveTo>
                <a:cubicBezTo>
                  <a:pt x="508" y="570"/>
                  <a:pt x="461" y="543"/>
                  <a:pt x="410" y="519"/>
                </a:cubicBezTo>
                <a:cubicBezTo>
                  <a:pt x="388" y="509"/>
                  <a:pt x="364" y="501"/>
                  <a:pt x="341" y="492"/>
                </a:cubicBezTo>
                <a:cubicBezTo>
                  <a:pt x="298" y="475"/>
                  <a:pt x="286" y="431"/>
                  <a:pt x="318" y="399"/>
                </a:cubicBezTo>
                <a:cubicBezTo>
                  <a:pt x="383" y="335"/>
                  <a:pt x="407" y="256"/>
                  <a:pt x="404" y="169"/>
                </a:cubicBezTo>
                <a:cubicBezTo>
                  <a:pt x="400" y="77"/>
                  <a:pt x="346" y="28"/>
                  <a:pt x="262" y="7"/>
                </a:cubicBezTo>
                <a:cubicBezTo>
                  <a:pt x="243" y="2"/>
                  <a:pt x="226" y="0"/>
                  <a:pt x="208" y="0"/>
                </a:cubicBezTo>
                <a:cubicBezTo>
                  <a:pt x="191" y="0"/>
                  <a:pt x="173" y="2"/>
                  <a:pt x="155" y="7"/>
                </a:cubicBezTo>
                <a:cubicBezTo>
                  <a:pt x="70" y="28"/>
                  <a:pt x="16" y="77"/>
                  <a:pt x="13" y="169"/>
                </a:cubicBezTo>
                <a:cubicBezTo>
                  <a:pt x="9" y="256"/>
                  <a:pt x="33" y="334"/>
                  <a:pt x="98" y="399"/>
                </a:cubicBezTo>
                <a:cubicBezTo>
                  <a:pt x="130" y="431"/>
                  <a:pt x="118" y="475"/>
                  <a:pt x="75" y="492"/>
                </a:cubicBezTo>
                <a:cubicBezTo>
                  <a:pt x="73" y="492"/>
                  <a:pt x="72" y="493"/>
                  <a:pt x="70" y="494"/>
                </a:cubicBezTo>
                <a:cubicBezTo>
                  <a:pt x="77" y="500"/>
                  <a:pt x="83" y="506"/>
                  <a:pt x="89" y="512"/>
                </a:cubicBezTo>
                <a:cubicBezTo>
                  <a:pt x="119" y="542"/>
                  <a:pt x="133" y="590"/>
                  <a:pt x="126" y="634"/>
                </a:cubicBezTo>
                <a:cubicBezTo>
                  <a:pt x="118" y="681"/>
                  <a:pt x="86" y="719"/>
                  <a:pt x="38" y="742"/>
                </a:cubicBezTo>
                <a:cubicBezTo>
                  <a:pt x="26" y="748"/>
                  <a:pt x="13" y="753"/>
                  <a:pt x="0" y="758"/>
                </a:cubicBezTo>
                <a:cubicBezTo>
                  <a:pt x="63" y="769"/>
                  <a:pt x="129" y="772"/>
                  <a:pt x="208" y="773"/>
                </a:cubicBezTo>
                <a:cubicBezTo>
                  <a:pt x="303" y="771"/>
                  <a:pt x="378" y="768"/>
                  <a:pt x="452" y="751"/>
                </a:cubicBezTo>
                <a:cubicBezTo>
                  <a:pt x="475" y="745"/>
                  <a:pt x="498" y="738"/>
                  <a:pt x="519" y="728"/>
                </a:cubicBezTo>
                <a:cubicBezTo>
                  <a:pt x="583" y="698"/>
                  <a:pt x="572" y="634"/>
                  <a:pt x="548" y="610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1"/>
          <p:cNvSpPr/>
          <p:nvPr/>
        </p:nvSpPr>
        <p:spPr>
          <a:xfrm>
            <a:off x="2057400" y="2797175"/>
            <a:ext cx="2474912" cy="3332162"/>
          </a:xfrm>
          <a:custGeom>
            <a:avLst/>
            <a:gdLst/>
            <a:ahLst/>
            <a:cxnLst/>
            <a:rect l="l" t="t" r="r" b="b"/>
            <a:pathLst>
              <a:path w="636" h="856" extrusionOk="0">
                <a:moveTo>
                  <a:pt x="502" y="716"/>
                </a:moveTo>
                <a:cubicBezTo>
                  <a:pt x="495" y="674"/>
                  <a:pt x="511" y="630"/>
                  <a:pt x="546" y="595"/>
                </a:cubicBezTo>
                <a:cubicBezTo>
                  <a:pt x="560" y="581"/>
                  <a:pt x="575" y="568"/>
                  <a:pt x="591" y="555"/>
                </a:cubicBezTo>
                <a:cubicBezTo>
                  <a:pt x="581" y="551"/>
                  <a:pt x="572" y="548"/>
                  <a:pt x="563" y="544"/>
                </a:cubicBezTo>
                <a:cubicBezTo>
                  <a:pt x="516" y="526"/>
                  <a:pt x="502" y="477"/>
                  <a:pt x="537" y="442"/>
                </a:cubicBezTo>
                <a:cubicBezTo>
                  <a:pt x="609" y="371"/>
                  <a:pt x="636" y="283"/>
                  <a:pt x="632" y="187"/>
                </a:cubicBezTo>
                <a:cubicBezTo>
                  <a:pt x="628" y="85"/>
                  <a:pt x="569" y="31"/>
                  <a:pt x="475" y="8"/>
                </a:cubicBezTo>
                <a:cubicBezTo>
                  <a:pt x="455" y="3"/>
                  <a:pt x="435" y="0"/>
                  <a:pt x="416" y="0"/>
                </a:cubicBezTo>
                <a:cubicBezTo>
                  <a:pt x="396" y="0"/>
                  <a:pt x="377" y="3"/>
                  <a:pt x="356" y="8"/>
                </a:cubicBezTo>
                <a:cubicBezTo>
                  <a:pt x="263" y="31"/>
                  <a:pt x="203" y="85"/>
                  <a:pt x="199" y="187"/>
                </a:cubicBezTo>
                <a:cubicBezTo>
                  <a:pt x="195" y="283"/>
                  <a:pt x="222" y="370"/>
                  <a:pt x="294" y="442"/>
                </a:cubicBezTo>
                <a:cubicBezTo>
                  <a:pt x="329" y="478"/>
                  <a:pt x="316" y="526"/>
                  <a:pt x="268" y="544"/>
                </a:cubicBezTo>
                <a:cubicBezTo>
                  <a:pt x="243" y="554"/>
                  <a:pt x="217" y="564"/>
                  <a:pt x="192" y="575"/>
                </a:cubicBezTo>
                <a:cubicBezTo>
                  <a:pt x="136" y="601"/>
                  <a:pt x="83" y="632"/>
                  <a:pt x="40" y="675"/>
                </a:cubicBezTo>
                <a:cubicBezTo>
                  <a:pt x="0" y="715"/>
                  <a:pt x="1" y="773"/>
                  <a:pt x="71" y="806"/>
                </a:cubicBezTo>
                <a:cubicBezTo>
                  <a:pt x="95" y="817"/>
                  <a:pt x="120" y="825"/>
                  <a:pt x="145" y="831"/>
                </a:cubicBezTo>
                <a:cubicBezTo>
                  <a:pt x="227" y="851"/>
                  <a:pt x="311" y="854"/>
                  <a:pt x="416" y="856"/>
                </a:cubicBezTo>
                <a:cubicBezTo>
                  <a:pt x="499" y="854"/>
                  <a:pt x="569" y="852"/>
                  <a:pt x="636" y="841"/>
                </a:cubicBezTo>
                <a:cubicBezTo>
                  <a:pt x="623" y="836"/>
                  <a:pt x="610" y="831"/>
                  <a:pt x="598" y="825"/>
                </a:cubicBezTo>
                <a:cubicBezTo>
                  <a:pt x="544" y="800"/>
                  <a:pt x="510" y="761"/>
                  <a:pt x="502" y="716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1"/>
          <p:cNvSpPr txBox="1"/>
          <p:nvPr/>
        </p:nvSpPr>
        <p:spPr>
          <a:xfrm>
            <a:off x="1509712" y="400049"/>
            <a:ext cx="9366250" cy="908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Montserrat"/>
              <a:buNone/>
            </a:pPr>
            <a:r>
              <a:rPr lang="en-US" sz="59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AUDIENCIA OBJETIVO</a:t>
            </a:r>
            <a:endParaRPr dirty="0"/>
          </a:p>
        </p:txBody>
      </p:sp>
      <p:sp>
        <p:nvSpPr>
          <p:cNvPr id="408" name="Google Shape;408;p21"/>
          <p:cNvSpPr txBox="1"/>
          <p:nvPr/>
        </p:nvSpPr>
        <p:spPr>
          <a:xfrm>
            <a:off x="7702550" y="1328737"/>
            <a:ext cx="1063625" cy="16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8600"/>
              <a:buFont typeface="Montserrat"/>
              <a:buNone/>
            </a:pPr>
            <a:r>
              <a:rPr lang="en-US" sz="8600" b="0" i="0" u="none">
                <a:solidFill>
                  <a:srgbClr val="34B2E3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409" name="Google Shape;409;p21"/>
          <p:cNvSpPr txBox="1"/>
          <p:nvPr/>
        </p:nvSpPr>
        <p:spPr>
          <a:xfrm>
            <a:off x="9739312" y="2773362"/>
            <a:ext cx="1262062" cy="158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8500"/>
              <a:buFont typeface="Montserrat"/>
              <a:buNone/>
            </a:pPr>
            <a:r>
              <a:rPr lang="en-US" sz="8500" b="0" i="0" u="none">
                <a:solidFill>
                  <a:srgbClr val="065280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410" name="Google Shape;410;p21"/>
          <p:cNvSpPr txBox="1"/>
          <p:nvPr/>
        </p:nvSpPr>
        <p:spPr>
          <a:xfrm>
            <a:off x="1962150" y="2246312"/>
            <a:ext cx="1273175" cy="1589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D1DA"/>
              </a:buClr>
              <a:buSzPts val="8500"/>
              <a:buFont typeface="Montserrat"/>
              <a:buNone/>
            </a:pPr>
            <a:r>
              <a:rPr lang="en-US" sz="8500" b="0" i="0" u="none">
                <a:solidFill>
                  <a:srgbClr val="64D1DA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411" name="Google Shape;411;p21"/>
          <p:cNvSpPr txBox="1"/>
          <p:nvPr/>
        </p:nvSpPr>
        <p:spPr>
          <a:xfrm>
            <a:off x="5335587" y="4894262"/>
            <a:ext cx="1724025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0"/>
              <a:buFont typeface="PT Sans"/>
              <a:buNone/>
            </a:pPr>
            <a:r>
              <a:rPr lang="en-US" sz="6500" b="1" i="0" u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43%</a:t>
            </a:r>
            <a:endParaRPr/>
          </a:p>
        </p:txBody>
      </p:sp>
      <p:sp>
        <p:nvSpPr>
          <p:cNvPr id="412" name="Google Shape;412;p21"/>
          <p:cNvSpPr txBox="1"/>
          <p:nvPr/>
        </p:nvSpPr>
        <p:spPr>
          <a:xfrm>
            <a:off x="2563812" y="5232400"/>
            <a:ext cx="1243012" cy="72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700"/>
              <a:buFont typeface="PT Sans"/>
              <a:buNone/>
            </a:pPr>
            <a:r>
              <a:rPr lang="en-US" sz="4700" b="1" i="0" u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31%</a:t>
            </a:r>
            <a:endParaRPr/>
          </a:p>
        </p:txBody>
      </p:sp>
      <p:sp>
        <p:nvSpPr>
          <p:cNvPr id="413" name="Google Shape;413;p21"/>
          <p:cNvSpPr txBox="1"/>
          <p:nvPr/>
        </p:nvSpPr>
        <p:spPr>
          <a:xfrm>
            <a:off x="8578850" y="5311775"/>
            <a:ext cx="1160462" cy="654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PT Sans"/>
              <a:buNone/>
            </a:pPr>
            <a:r>
              <a:rPr lang="en-US" sz="4100" b="1" i="0" u="none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26%</a:t>
            </a:r>
            <a:endParaRPr/>
          </a:p>
        </p:txBody>
      </p:sp>
      <p:sp>
        <p:nvSpPr>
          <p:cNvPr id="414" name="Google Shape;414;p21"/>
          <p:cNvSpPr txBox="1"/>
          <p:nvPr/>
        </p:nvSpPr>
        <p:spPr>
          <a:xfrm>
            <a:off x="8139112" y="1562100"/>
            <a:ext cx="971550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 SemiBold"/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A</a:t>
            </a:r>
            <a:endParaRPr dirty="0"/>
          </a:p>
        </p:txBody>
      </p:sp>
      <p:sp>
        <p:nvSpPr>
          <p:cNvPr id="415" name="Google Shape;415;p21"/>
          <p:cNvSpPr txBox="1"/>
          <p:nvPr/>
        </p:nvSpPr>
        <p:spPr>
          <a:xfrm>
            <a:off x="1084263" y="2457450"/>
            <a:ext cx="933449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 SemiBold"/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B</a:t>
            </a:r>
            <a:endParaRPr dirty="0"/>
          </a:p>
        </p:txBody>
      </p:sp>
      <p:sp>
        <p:nvSpPr>
          <p:cNvPr id="416" name="Google Shape;416;p21"/>
          <p:cNvSpPr txBox="1"/>
          <p:nvPr/>
        </p:nvSpPr>
        <p:spPr>
          <a:xfrm>
            <a:off x="10415586" y="2979737"/>
            <a:ext cx="967521" cy="33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Open Sans SemiBold"/>
              <a:buNone/>
            </a:pPr>
            <a:r>
              <a:rPr lang="en-US" sz="1600" b="1" i="0" u="none" dirty="0">
                <a:solidFill>
                  <a:srgbClr val="0000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C</a:t>
            </a:r>
            <a:endParaRPr dirty="0"/>
          </a:p>
        </p:txBody>
      </p:sp>
      <p:sp>
        <p:nvSpPr>
          <p:cNvPr id="417" name="Google Shape;417;p21"/>
          <p:cNvSpPr txBox="1"/>
          <p:nvPr/>
        </p:nvSpPr>
        <p:spPr>
          <a:xfrm>
            <a:off x="10347325" y="320833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2"/>
          <p:cNvSpPr txBox="1"/>
          <p:nvPr/>
        </p:nvSpPr>
        <p:spPr>
          <a:xfrm>
            <a:off x="1619250" y="5237162"/>
            <a:ext cx="1644650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23" name="Google Shape;423;p22"/>
          <p:cNvSpPr txBox="1"/>
          <p:nvPr/>
        </p:nvSpPr>
        <p:spPr>
          <a:xfrm>
            <a:off x="9090025" y="1622425"/>
            <a:ext cx="1727200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5300"/>
              <a:buFont typeface="Montserrat"/>
              <a:buNone/>
            </a:pPr>
            <a:r>
              <a:rPr lang="en-US" sz="5300" b="0" i="0" u="none">
                <a:solidFill>
                  <a:srgbClr val="444444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/>
          </a:p>
        </p:txBody>
      </p:sp>
      <p:sp>
        <p:nvSpPr>
          <p:cNvPr id="424" name="Google Shape;424;p22"/>
          <p:cNvSpPr txBox="1"/>
          <p:nvPr/>
        </p:nvSpPr>
        <p:spPr>
          <a:xfrm>
            <a:off x="5440362" y="1622425"/>
            <a:ext cx="1812925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5300"/>
              <a:buFont typeface="Montserrat"/>
              <a:buNone/>
            </a:pPr>
            <a:r>
              <a:rPr lang="en-US" sz="5300" b="0" i="0" u="none">
                <a:solidFill>
                  <a:srgbClr val="444444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1787525" y="1622425"/>
            <a:ext cx="1744662" cy="10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5300"/>
              <a:buFont typeface="Montserrat"/>
              <a:buNone/>
            </a:pPr>
            <a:r>
              <a:rPr lang="en-US" sz="5300" b="0" i="0" u="none">
                <a:solidFill>
                  <a:srgbClr val="444444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4821237" y="763587"/>
            <a:ext cx="2549525" cy="2551112"/>
          </a:xfrm>
          <a:custGeom>
            <a:avLst/>
            <a:gdLst/>
            <a:ahLst/>
            <a:cxnLst/>
            <a:rect l="l" t="t" r="r" b="b"/>
            <a:pathLst>
              <a:path w="633" h="633" extrusionOk="0">
                <a:moveTo>
                  <a:pt x="317" y="633"/>
                </a:moveTo>
                <a:cubicBezTo>
                  <a:pt x="142" y="633"/>
                  <a:pt x="0" y="491"/>
                  <a:pt x="0" y="317"/>
                </a:cubicBezTo>
                <a:cubicBezTo>
                  <a:pt x="0" y="142"/>
                  <a:pt x="142" y="0"/>
                  <a:pt x="317" y="0"/>
                </a:cubicBezTo>
                <a:cubicBezTo>
                  <a:pt x="491" y="0"/>
                  <a:pt x="633" y="142"/>
                  <a:pt x="633" y="317"/>
                </a:cubicBezTo>
                <a:cubicBezTo>
                  <a:pt x="633" y="491"/>
                  <a:pt x="491" y="633"/>
                  <a:pt x="317" y="633"/>
                </a:cubicBezTo>
                <a:close/>
                <a:moveTo>
                  <a:pt x="317" y="65"/>
                </a:moveTo>
                <a:cubicBezTo>
                  <a:pt x="178" y="65"/>
                  <a:pt x="65" y="178"/>
                  <a:pt x="65" y="317"/>
                </a:cubicBezTo>
                <a:cubicBezTo>
                  <a:pt x="65" y="455"/>
                  <a:pt x="178" y="568"/>
                  <a:pt x="317" y="568"/>
                </a:cubicBezTo>
                <a:cubicBezTo>
                  <a:pt x="456" y="568"/>
                  <a:pt x="568" y="455"/>
                  <a:pt x="568" y="317"/>
                </a:cubicBezTo>
                <a:cubicBezTo>
                  <a:pt x="568" y="178"/>
                  <a:pt x="456" y="65"/>
                  <a:pt x="317" y="65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/>
          <p:nvPr/>
        </p:nvSpPr>
        <p:spPr>
          <a:xfrm>
            <a:off x="8477250" y="763587"/>
            <a:ext cx="2549525" cy="2551112"/>
          </a:xfrm>
          <a:custGeom>
            <a:avLst/>
            <a:gdLst/>
            <a:ahLst/>
            <a:cxnLst/>
            <a:rect l="l" t="t" r="r" b="b"/>
            <a:pathLst>
              <a:path w="633" h="633" extrusionOk="0">
                <a:moveTo>
                  <a:pt x="316" y="633"/>
                </a:moveTo>
                <a:cubicBezTo>
                  <a:pt x="142" y="633"/>
                  <a:pt x="0" y="491"/>
                  <a:pt x="0" y="317"/>
                </a:cubicBezTo>
                <a:cubicBezTo>
                  <a:pt x="0" y="142"/>
                  <a:pt x="142" y="0"/>
                  <a:pt x="316" y="0"/>
                </a:cubicBezTo>
                <a:cubicBezTo>
                  <a:pt x="491" y="0"/>
                  <a:pt x="633" y="142"/>
                  <a:pt x="633" y="317"/>
                </a:cubicBezTo>
                <a:cubicBezTo>
                  <a:pt x="633" y="491"/>
                  <a:pt x="491" y="633"/>
                  <a:pt x="316" y="633"/>
                </a:cubicBezTo>
                <a:close/>
                <a:moveTo>
                  <a:pt x="316" y="65"/>
                </a:moveTo>
                <a:cubicBezTo>
                  <a:pt x="178" y="65"/>
                  <a:pt x="65" y="178"/>
                  <a:pt x="65" y="317"/>
                </a:cubicBezTo>
                <a:cubicBezTo>
                  <a:pt x="65" y="455"/>
                  <a:pt x="178" y="568"/>
                  <a:pt x="316" y="568"/>
                </a:cubicBezTo>
                <a:cubicBezTo>
                  <a:pt x="455" y="568"/>
                  <a:pt x="568" y="455"/>
                  <a:pt x="568" y="317"/>
                </a:cubicBezTo>
                <a:cubicBezTo>
                  <a:pt x="568" y="178"/>
                  <a:pt x="455" y="65"/>
                  <a:pt x="316" y="65"/>
                </a:cubicBezTo>
                <a:close/>
              </a:path>
            </a:pathLst>
          </a:custGeom>
          <a:solidFill>
            <a:srgbClr val="E5E5E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2"/>
          <p:cNvSpPr/>
          <p:nvPr/>
        </p:nvSpPr>
        <p:spPr>
          <a:xfrm>
            <a:off x="1166812" y="763587"/>
            <a:ext cx="2549525" cy="2551112"/>
          </a:xfrm>
          <a:custGeom>
            <a:avLst/>
            <a:gdLst/>
            <a:ahLst/>
            <a:cxnLst/>
            <a:rect l="l" t="t" r="r" b="b"/>
            <a:pathLst>
              <a:path w="633" h="633" extrusionOk="0">
                <a:moveTo>
                  <a:pt x="317" y="633"/>
                </a:moveTo>
                <a:cubicBezTo>
                  <a:pt x="142" y="633"/>
                  <a:pt x="0" y="491"/>
                  <a:pt x="0" y="317"/>
                </a:cubicBezTo>
                <a:cubicBezTo>
                  <a:pt x="0" y="142"/>
                  <a:pt x="142" y="0"/>
                  <a:pt x="317" y="0"/>
                </a:cubicBezTo>
                <a:cubicBezTo>
                  <a:pt x="491" y="0"/>
                  <a:pt x="633" y="142"/>
                  <a:pt x="633" y="317"/>
                </a:cubicBezTo>
                <a:cubicBezTo>
                  <a:pt x="633" y="491"/>
                  <a:pt x="491" y="633"/>
                  <a:pt x="317" y="633"/>
                </a:cubicBezTo>
                <a:close/>
                <a:moveTo>
                  <a:pt x="317" y="65"/>
                </a:moveTo>
                <a:cubicBezTo>
                  <a:pt x="178" y="65"/>
                  <a:pt x="65" y="178"/>
                  <a:pt x="65" y="317"/>
                </a:cubicBezTo>
                <a:cubicBezTo>
                  <a:pt x="65" y="455"/>
                  <a:pt x="178" y="568"/>
                  <a:pt x="317" y="568"/>
                </a:cubicBezTo>
                <a:cubicBezTo>
                  <a:pt x="455" y="568"/>
                  <a:pt x="568" y="455"/>
                  <a:pt x="568" y="317"/>
                </a:cubicBezTo>
                <a:cubicBezTo>
                  <a:pt x="568" y="178"/>
                  <a:pt x="455" y="65"/>
                  <a:pt x="317" y="65"/>
                </a:cubicBezTo>
                <a:close/>
              </a:path>
            </a:pathLst>
          </a:custGeom>
          <a:solidFill>
            <a:srgbClr val="F0F0F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2"/>
          <p:cNvSpPr/>
          <p:nvPr/>
        </p:nvSpPr>
        <p:spPr>
          <a:xfrm>
            <a:off x="2444750" y="763587"/>
            <a:ext cx="1271587" cy="1277937"/>
          </a:xfrm>
          <a:custGeom>
            <a:avLst/>
            <a:gdLst/>
            <a:ahLst/>
            <a:cxnLst/>
            <a:rect l="l" t="t" r="r" b="b"/>
            <a:pathLst>
              <a:path w="316" h="317" extrusionOk="0">
                <a:moveTo>
                  <a:pt x="0" y="0"/>
                </a:moveTo>
                <a:cubicBezTo>
                  <a:pt x="0" y="65"/>
                  <a:pt x="0" y="65"/>
                  <a:pt x="0" y="65"/>
                </a:cubicBezTo>
                <a:cubicBezTo>
                  <a:pt x="138" y="65"/>
                  <a:pt x="251" y="178"/>
                  <a:pt x="251" y="317"/>
                </a:cubicBezTo>
                <a:cubicBezTo>
                  <a:pt x="316" y="317"/>
                  <a:pt x="316" y="317"/>
                  <a:pt x="316" y="317"/>
                </a:cubicBezTo>
                <a:cubicBezTo>
                  <a:pt x="316" y="142"/>
                  <a:pt x="174" y="0"/>
                  <a:pt x="0" y="0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/>
          <p:nvPr/>
        </p:nvSpPr>
        <p:spPr>
          <a:xfrm>
            <a:off x="6097587" y="763587"/>
            <a:ext cx="1273175" cy="2551112"/>
          </a:xfrm>
          <a:custGeom>
            <a:avLst/>
            <a:gdLst/>
            <a:ahLst/>
            <a:cxnLst/>
            <a:rect l="l" t="t" r="r" b="b"/>
            <a:pathLst>
              <a:path w="316" h="633" extrusionOk="0">
                <a:moveTo>
                  <a:pt x="316" y="317"/>
                </a:moveTo>
                <a:cubicBezTo>
                  <a:pt x="316" y="142"/>
                  <a:pt x="174" y="0"/>
                  <a:pt x="0" y="0"/>
                </a:cubicBezTo>
                <a:cubicBezTo>
                  <a:pt x="0" y="65"/>
                  <a:pt x="0" y="65"/>
                  <a:pt x="0" y="65"/>
                </a:cubicBezTo>
                <a:cubicBezTo>
                  <a:pt x="139" y="65"/>
                  <a:pt x="251" y="178"/>
                  <a:pt x="251" y="317"/>
                </a:cubicBezTo>
                <a:cubicBezTo>
                  <a:pt x="251" y="455"/>
                  <a:pt x="139" y="568"/>
                  <a:pt x="0" y="568"/>
                </a:cubicBezTo>
                <a:cubicBezTo>
                  <a:pt x="0" y="633"/>
                  <a:pt x="0" y="633"/>
                  <a:pt x="0" y="633"/>
                </a:cubicBezTo>
                <a:cubicBezTo>
                  <a:pt x="174" y="633"/>
                  <a:pt x="316" y="491"/>
                  <a:pt x="316" y="317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2"/>
          <p:cNvSpPr/>
          <p:nvPr/>
        </p:nvSpPr>
        <p:spPr>
          <a:xfrm>
            <a:off x="8477250" y="763587"/>
            <a:ext cx="2549525" cy="2551112"/>
          </a:xfrm>
          <a:custGeom>
            <a:avLst/>
            <a:gdLst/>
            <a:ahLst/>
            <a:cxnLst/>
            <a:rect l="l" t="t" r="r" b="b"/>
            <a:pathLst>
              <a:path w="633" h="633" extrusionOk="0">
                <a:moveTo>
                  <a:pt x="316" y="0"/>
                </a:moveTo>
                <a:cubicBezTo>
                  <a:pt x="316" y="65"/>
                  <a:pt x="316" y="65"/>
                  <a:pt x="316" y="65"/>
                </a:cubicBezTo>
                <a:cubicBezTo>
                  <a:pt x="455" y="65"/>
                  <a:pt x="568" y="178"/>
                  <a:pt x="568" y="317"/>
                </a:cubicBezTo>
                <a:cubicBezTo>
                  <a:pt x="568" y="455"/>
                  <a:pt x="455" y="568"/>
                  <a:pt x="316" y="568"/>
                </a:cubicBezTo>
                <a:cubicBezTo>
                  <a:pt x="178" y="568"/>
                  <a:pt x="65" y="455"/>
                  <a:pt x="65" y="317"/>
                </a:cubicBezTo>
                <a:cubicBezTo>
                  <a:pt x="0" y="317"/>
                  <a:pt x="0" y="317"/>
                  <a:pt x="0" y="317"/>
                </a:cubicBezTo>
                <a:cubicBezTo>
                  <a:pt x="0" y="491"/>
                  <a:pt x="142" y="633"/>
                  <a:pt x="316" y="633"/>
                </a:cubicBezTo>
                <a:cubicBezTo>
                  <a:pt x="491" y="633"/>
                  <a:pt x="633" y="491"/>
                  <a:pt x="633" y="317"/>
                </a:cubicBezTo>
                <a:cubicBezTo>
                  <a:pt x="633" y="142"/>
                  <a:pt x="491" y="0"/>
                  <a:pt x="316" y="0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2"/>
          <p:cNvSpPr txBox="1"/>
          <p:nvPr/>
        </p:nvSpPr>
        <p:spPr>
          <a:xfrm>
            <a:off x="4625790" y="3634887"/>
            <a:ext cx="2940417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2B5"/>
              </a:buClr>
              <a:buSzPts val="2300"/>
              <a:buFont typeface="Montserrat"/>
              <a:buNone/>
            </a:pPr>
            <a:r>
              <a:rPr lang="en-US" sz="2300" b="1" i="0" u="none" dirty="0">
                <a:solidFill>
                  <a:srgbClr val="41B2B5"/>
                </a:solidFill>
                <a:latin typeface="Montserrat"/>
                <a:ea typeface="Montserrat"/>
                <a:cs typeface="Montserrat"/>
                <a:sym typeface="Montserrat"/>
              </a:rPr>
              <a:t>SEGUNDA OPCIÓN</a:t>
            </a:r>
            <a:endParaRPr dirty="0"/>
          </a:p>
        </p:txBody>
      </p:sp>
      <p:sp>
        <p:nvSpPr>
          <p:cNvPr id="433" name="Google Shape;433;p22"/>
          <p:cNvSpPr txBox="1"/>
          <p:nvPr/>
        </p:nvSpPr>
        <p:spPr>
          <a:xfrm>
            <a:off x="8360571" y="3641725"/>
            <a:ext cx="2797052" cy="427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2B5"/>
              </a:buClr>
              <a:buSzPts val="2300"/>
              <a:buFont typeface="Montserrat"/>
              <a:buNone/>
            </a:pPr>
            <a:r>
              <a:rPr lang="es-EC" sz="2300" b="1" dirty="0">
                <a:solidFill>
                  <a:srgbClr val="41B2B5"/>
                </a:solidFill>
                <a:latin typeface="Montserrat"/>
                <a:sym typeface="Montserrat"/>
              </a:rPr>
              <a:t>T</a:t>
            </a:r>
            <a:r>
              <a:rPr lang="en-US" sz="2300" b="1" dirty="0">
                <a:solidFill>
                  <a:srgbClr val="41B2B5"/>
                </a:solidFill>
                <a:latin typeface="Montserrat"/>
                <a:sym typeface="Montserrat"/>
              </a:rPr>
              <a:t>ERCERA OPCIÓN</a:t>
            </a:r>
            <a:endParaRPr dirty="0"/>
          </a:p>
        </p:txBody>
      </p:sp>
      <p:sp>
        <p:nvSpPr>
          <p:cNvPr id="434" name="Google Shape;434;p22"/>
          <p:cNvSpPr txBox="1"/>
          <p:nvPr/>
        </p:nvSpPr>
        <p:spPr>
          <a:xfrm>
            <a:off x="1043047" y="3641725"/>
            <a:ext cx="2797053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B2B5"/>
              </a:buClr>
              <a:buSzPts val="2300"/>
              <a:buFont typeface="Montserrat"/>
              <a:buNone/>
            </a:pPr>
            <a:r>
              <a:rPr lang="en-US" sz="2300" b="1" i="0" u="none" dirty="0">
                <a:solidFill>
                  <a:srgbClr val="41B2B5"/>
                </a:solidFill>
                <a:latin typeface="Montserrat"/>
                <a:ea typeface="Montserrat"/>
                <a:cs typeface="Montserrat"/>
                <a:sym typeface="Montserrat"/>
              </a:rPr>
              <a:t>PRIMERA OPCIÓN</a:t>
            </a:r>
            <a:endParaRPr dirty="0"/>
          </a:p>
        </p:txBody>
      </p:sp>
      <p:sp>
        <p:nvSpPr>
          <p:cNvPr id="435" name="Google Shape;435;p22"/>
          <p:cNvSpPr/>
          <p:nvPr/>
        </p:nvSpPr>
        <p:spPr>
          <a:xfrm>
            <a:off x="9110662" y="4278312"/>
            <a:ext cx="1284287" cy="649287"/>
          </a:xfrm>
          <a:custGeom>
            <a:avLst/>
            <a:gdLst/>
            <a:ahLst/>
            <a:cxnLst/>
            <a:rect l="l" t="t" r="r" b="b"/>
            <a:pathLst>
              <a:path w="319" h="161" extrusionOk="0">
                <a:moveTo>
                  <a:pt x="163" y="161"/>
                </a:moveTo>
                <a:cubicBezTo>
                  <a:pt x="144" y="161"/>
                  <a:pt x="129" y="160"/>
                  <a:pt x="114" y="157"/>
                </a:cubicBezTo>
                <a:cubicBezTo>
                  <a:pt x="108" y="155"/>
                  <a:pt x="104" y="154"/>
                  <a:pt x="99" y="152"/>
                </a:cubicBezTo>
                <a:cubicBezTo>
                  <a:pt x="90" y="148"/>
                  <a:pt x="88" y="142"/>
                  <a:pt x="87" y="137"/>
                </a:cubicBezTo>
                <a:cubicBezTo>
                  <a:pt x="86" y="132"/>
                  <a:pt x="88" y="126"/>
                  <a:pt x="93" y="122"/>
                </a:cubicBezTo>
                <a:cubicBezTo>
                  <a:pt x="100" y="114"/>
                  <a:pt x="109" y="109"/>
                  <a:pt x="121" y="103"/>
                </a:cubicBezTo>
                <a:cubicBezTo>
                  <a:pt x="125" y="101"/>
                  <a:pt x="128" y="100"/>
                  <a:pt x="132" y="98"/>
                </a:cubicBezTo>
                <a:cubicBezTo>
                  <a:pt x="135" y="97"/>
                  <a:pt x="135" y="97"/>
                  <a:pt x="135" y="97"/>
                </a:cubicBezTo>
                <a:cubicBezTo>
                  <a:pt x="138" y="96"/>
                  <a:pt x="140" y="94"/>
                  <a:pt x="140" y="92"/>
                </a:cubicBezTo>
                <a:cubicBezTo>
                  <a:pt x="140" y="90"/>
                  <a:pt x="140" y="88"/>
                  <a:pt x="138" y="86"/>
                </a:cubicBezTo>
                <a:cubicBezTo>
                  <a:pt x="125" y="73"/>
                  <a:pt x="119" y="57"/>
                  <a:pt x="120" y="38"/>
                </a:cubicBezTo>
                <a:cubicBezTo>
                  <a:pt x="120" y="19"/>
                  <a:pt x="131" y="7"/>
                  <a:pt x="151" y="2"/>
                </a:cubicBezTo>
                <a:cubicBezTo>
                  <a:pt x="155" y="1"/>
                  <a:pt x="159" y="0"/>
                  <a:pt x="163" y="0"/>
                </a:cubicBezTo>
                <a:cubicBezTo>
                  <a:pt x="166" y="0"/>
                  <a:pt x="170" y="1"/>
                  <a:pt x="174" y="2"/>
                </a:cubicBezTo>
                <a:cubicBezTo>
                  <a:pt x="194" y="7"/>
                  <a:pt x="205" y="19"/>
                  <a:pt x="205" y="38"/>
                </a:cubicBezTo>
                <a:cubicBezTo>
                  <a:pt x="206" y="57"/>
                  <a:pt x="200" y="74"/>
                  <a:pt x="187" y="86"/>
                </a:cubicBezTo>
                <a:cubicBezTo>
                  <a:pt x="185" y="88"/>
                  <a:pt x="185" y="90"/>
                  <a:pt x="185" y="92"/>
                </a:cubicBezTo>
                <a:cubicBezTo>
                  <a:pt x="186" y="94"/>
                  <a:pt x="188" y="96"/>
                  <a:pt x="190" y="97"/>
                </a:cubicBezTo>
                <a:cubicBezTo>
                  <a:pt x="193" y="98"/>
                  <a:pt x="193" y="98"/>
                  <a:pt x="193" y="98"/>
                </a:cubicBezTo>
                <a:cubicBezTo>
                  <a:pt x="197" y="100"/>
                  <a:pt x="201" y="101"/>
                  <a:pt x="204" y="103"/>
                </a:cubicBezTo>
                <a:cubicBezTo>
                  <a:pt x="217" y="109"/>
                  <a:pt x="225" y="114"/>
                  <a:pt x="233" y="122"/>
                </a:cubicBezTo>
                <a:cubicBezTo>
                  <a:pt x="236" y="125"/>
                  <a:pt x="238" y="132"/>
                  <a:pt x="237" y="138"/>
                </a:cubicBezTo>
                <a:cubicBezTo>
                  <a:pt x="236" y="144"/>
                  <a:pt x="232" y="149"/>
                  <a:pt x="226" y="152"/>
                </a:cubicBezTo>
                <a:cubicBezTo>
                  <a:pt x="226" y="152"/>
                  <a:pt x="226" y="152"/>
                  <a:pt x="226" y="152"/>
                </a:cubicBezTo>
                <a:cubicBezTo>
                  <a:pt x="222" y="154"/>
                  <a:pt x="217" y="155"/>
                  <a:pt x="212" y="157"/>
                </a:cubicBezTo>
                <a:cubicBezTo>
                  <a:pt x="196" y="160"/>
                  <a:pt x="181" y="161"/>
                  <a:pt x="163" y="161"/>
                </a:cubicBezTo>
                <a:close/>
                <a:moveTo>
                  <a:pt x="163" y="9"/>
                </a:moveTo>
                <a:cubicBezTo>
                  <a:pt x="159" y="9"/>
                  <a:pt x="156" y="9"/>
                  <a:pt x="153" y="10"/>
                </a:cubicBezTo>
                <a:cubicBezTo>
                  <a:pt x="137" y="14"/>
                  <a:pt x="129" y="23"/>
                  <a:pt x="128" y="38"/>
                </a:cubicBezTo>
                <a:cubicBezTo>
                  <a:pt x="128" y="55"/>
                  <a:pt x="133" y="69"/>
                  <a:pt x="144" y="80"/>
                </a:cubicBezTo>
                <a:cubicBezTo>
                  <a:pt x="148" y="84"/>
                  <a:pt x="150" y="89"/>
                  <a:pt x="149" y="94"/>
                </a:cubicBezTo>
                <a:cubicBezTo>
                  <a:pt x="147" y="99"/>
                  <a:pt x="144" y="103"/>
                  <a:pt x="138" y="105"/>
                </a:cubicBezTo>
                <a:cubicBezTo>
                  <a:pt x="135" y="107"/>
                  <a:pt x="135" y="107"/>
                  <a:pt x="135" y="107"/>
                </a:cubicBezTo>
                <a:cubicBezTo>
                  <a:pt x="132" y="108"/>
                  <a:pt x="128" y="109"/>
                  <a:pt x="125" y="111"/>
                </a:cubicBezTo>
                <a:cubicBezTo>
                  <a:pt x="113" y="116"/>
                  <a:pt x="105" y="121"/>
                  <a:pt x="99" y="128"/>
                </a:cubicBezTo>
                <a:cubicBezTo>
                  <a:pt x="96" y="130"/>
                  <a:pt x="95" y="133"/>
                  <a:pt x="96" y="136"/>
                </a:cubicBezTo>
                <a:cubicBezTo>
                  <a:pt x="96" y="139"/>
                  <a:pt x="99" y="142"/>
                  <a:pt x="103" y="144"/>
                </a:cubicBezTo>
                <a:cubicBezTo>
                  <a:pt x="107" y="146"/>
                  <a:pt x="111" y="147"/>
                  <a:pt x="116" y="148"/>
                </a:cubicBezTo>
                <a:cubicBezTo>
                  <a:pt x="130" y="152"/>
                  <a:pt x="145" y="152"/>
                  <a:pt x="163" y="152"/>
                </a:cubicBezTo>
                <a:cubicBezTo>
                  <a:pt x="180" y="152"/>
                  <a:pt x="195" y="152"/>
                  <a:pt x="210" y="148"/>
                </a:cubicBezTo>
                <a:cubicBezTo>
                  <a:pt x="214" y="147"/>
                  <a:pt x="218" y="146"/>
                  <a:pt x="222" y="144"/>
                </a:cubicBezTo>
                <a:cubicBezTo>
                  <a:pt x="226" y="142"/>
                  <a:pt x="228" y="139"/>
                  <a:pt x="229" y="136"/>
                </a:cubicBezTo>
                <a:cubicBezTo>
                  <a:pt x="229" y="133"/>
                  <a:pt x="228" y="129"/>
                  <a:pt x="226" y="128"/>
                </a:cubicBezTo>
                <a:cubicBezTo>
                  <a:pt x="220" y="121"/>
                  <a:pt x="212" y="116"/>
                  <a:pt x="200" y="111"/>
                </a:cubicBezTo>
                <a:cubicBezTo>
                  <a:pt x="197" y="109"/>
                  <a:pt x="193" y="108"/>
                  <a:pt x="190" y="107"/>
                </a:cubicBezTo>
                <a:cubicBezTo>
                  <a:pt x="187" y="105"/>
                  <a:pt x="187" y="105"/>
                  <a:pt x="187" y="105"/>
                </a:cubicBezTo>
                <a:cubicBezTo>
                  <a:pt x="181" y="103"/>
                  <a:pt x="178" y="99"/>
                  <a:pt x="177" y="94"/>
                </a:cubicBezTo>
                <a:cubicBezTo>
                  <a:pt x="176" y="89"/>
                  <a:pt x="177" y="84"/>
                  <a:pt x="181" y="80"/>
                </a:cubicBezTo>
                <a:cubicBezTo>
                  <a:pt x="192" y="69"/>
                  <a:pt x="197" y="55"/>
                  <a:pt x="197" y="38"/>
                </a:cubicBezTo>
                <a:cubicBezTo>
                  <a:pt x="196" y="23"/>
                  <a:pt x="188" y="14"/>
                  <a:pt x="172" y="10"/>
                </a:cubicBezTo>
                <a:cubicBezTo>
                  <a:pt x="169" y="9"/>
                  <a:pt x="166" y="9"/>
                  <a:pt x="163" y="9"/>
                </a:cubicBezTo>
                <a:close/>
                <a:moveTo>
                  <a:pt x="224" y="148"/>
                </a:moveTo>
                <a:cubicBezTo>
                  <a:pt x="224" y="148"/>
                  <a:pt x="224" y="148"/>
                  <a:pt x="224" y="148"/>
                </a:cubicBezTo>
                <a:close/>
                <a:moveTo>
                  <a:pt x="265" y="161"/>
                </a:moveTo>
                <a:cubicBezTo>
                  <a:pt x="262" y="161"/>
                  <a:pt x="262" y="161"/>
                  <a:pt x="262" y="161"/>
                </a:cubicBezTo>
                <a:cubicBezTo>
                  <a:pt x="253" y="161"/>
                  <a:pt x="250" y="161"/>
                  <a:pt x="241" y="160"/>
                </a:cubicBezTo>
                <a:cubicBezTo>
                  <a:pt x="239" y="160"/>
                  <a:pt x="237" y="157"/>
                  <a:pt x="237" y="155"/>
                </a:cubicBezTo>
                <a:cubicBezTo>
                  <a:pt x="237" y="153"/>
                  <a:pt x="240" y="151"/>
                  <a:pt x="242" y="151"/>
                </a:cubicBezTo>
                <a:cubicBezTo>
                  <a:pt x="251" y="152"/>
                  <a:pt x="253" y="152"/>
                  <a:pt x="262" y="152"/>
                </a:cubicBezTo>
                <a:cubicBezTo>
                  <a:pt x="265" y="152"/>
                  <a:pt x="265" y="152"/>
                  <a:pt x="265" y="152"/>
                </a:cubicBezTo>
                <a:cubicBezTo>
                  <a:pt x="277" y="152"/>
                  <a:pt x="287" y="152"/>
                  <a:pt x="297" y="149"/>
                </a:cubicBezTo>
                <a:cubicBezTo>
                  <a:pt x="300" y="149"/>
                  <a:pt x="303" y="148"/>
                  <a:pt x="305" y="147"/>
                </a:cubicBezTo>
                <a:cubicBezTo>
                  <a:pt x="307" y="146"/>
                  <a:pt x="309" y="144"/>
                  <a:pt x="309" y="142"/>
                </a:cubicBezTo>
                <a:cubicBezTo>
                  <a:pt x="309" y="140"/>
                  <a:pt x="309" y="138"/>
                  <a:pt x="308" y="138"/>
                </a:cubicBezTo>
                <a:cubicBezTo>
                  <a:pt x="304" y="133"/>
                  <a:pt x="298" y="130"/>
                  <a:pt x="290" y="126"/>
                </a:cubicBezTo>
                <a:cubicBezTo>
                  <a:pt x="288" y="125"/>
                  <a:pt x="285" y="124"/>
                  <a:pt x="283" y="123"/>
                </a:cubicBezTo>
                <a:cubicBezTo>
                  <a:pt x="281" y="122"/>
                  <a:pt x="281" y="122"/>
                  <a:pt x="281" y="122"/>
                </a:cubicBezTo>
                <a:cubicBezTo>
                  <a:pt x="277" y="121"/>
                  <a:pt x="274" y="117"/>
                  <a:pt x="273" y="113"/>
                </a:cubicBezTo>
                <a:cubicBezTo>
                  <a:pt x="272" y="109"/>
                  <a:pt x="273" y="105"/>
                  <a:pt x="276" y="102"/>
                </a:cubicBezTo>
                <a:cubicBezTo>
                  <a:pt x="284" y="95"/>
                  <a:pt x="287" y="86"/>
                  <a:pt x="287" y="74"/>
                </a:cubicBezTo>
                <a:cubicBezTo>
                  <a:pt x="286" y="64"/>
                  <a:pt x="281" y="59"/>
                  <a:pt x="271" y="56"/>
                </a:cubicBezTo>
                <a:cubicBezTo>
                  <a:pt x="269" y="56"/>
                  <a:pt x="267" y="55"/>
                  <a:pt x="264" y="55"/>
                </a:cubicBezTo>
                <a:cubicBezTo>
                  <a:pt x="262" y="55"/>
                  <a:pt x="260" y="56"/>
                  <a:pt x="258" y="56"/>
                </a:cubicBezTo>
                <a:cubicBezTo>
                  <a:pt x="248" y="59"/>
                  <a:pt x="242" y="64"/>
                  <a:pt x="242" y="74"/>
                </a:cubicBezTo>
                <a:cubicBezTo>
                  <a:pt x="242" y="86"/>
                  <a:pt x="245" y="95"/>
                  <a:pt x="253" y="103"/>
                </a:cubicBezTo>
                <a:cubicBezTo>
                  <a:pt x="256" y="106"/>
                  <a:pt x="257" y="110"/>
                  <a:pt x="257" y="114"/>
                </a:cubicBezTo>
                <a:cubicBezTo>
                  <a:pt x="256" y="117"/>
                  <a:pt x="253" y="120"/>
                  <a:pt x="249" y="122"/>
                </a:cubicBezTo>
                <a:cubicBezTo>
                  <a:pt x="249" y="122"/>
                  <a:pt x="249" y="122"/>
                  <a:pt x="249" y="122"/>
                </a:cubicBezTo>
                <a:cubicBezTo>
                  <a:pt x="246" y="123"/>
                  <a:pt x="244" y="122"/>
                  <a:pt x="243" y="119"/>
                </a:cubicBezTo>
                <a:cubicBezTo>
                  <a:pt x="242" y="117"/>
                  <a:pt x="243" y="115"/>
                  <a:pt x="245" y="114"/>
                </a:cubicBezTo>
                <a:cubicBezTo>
                  <a:pt x="246" y="113"/>
                  <a:pt x="246" y="113"/>
                  <a:pt x="246" y="113"/>
                </a:cubicBezTo>
                <a:cubicBezTo>
                  <a:pt x="247" y="113"/>
                  <a:pt x="248" y="112"/>
                  <a:pt x="248" y="112"/>
                </a:cubicBezTo>
                <a:cubicBezTo>
                  <a:pt x="248" y="111"/>
                  <a:pt x="248" y="110"/>
                  <a:pt x="246" y="109"/>
                </a:cubicBezTo>
                <a:cubicBezTo>
                  <a:pt x="237" y="99"/>
                  <a:pt x="233" y="88"/>
                  <a:pt x="233" y="74"/>
                </a:cubicBezTo>
                <a:cubicBezTo>
                  <a:pt x="234" y="64"/>
                  <a:pt x="238" y="52"/>
                  <a:pt x="256" y="48"/>
                </a:cubicBezTo>
                <a:cubicBezTo>
                  <a:pt x="259" y="47"/>
                  <a:pt x="262" y="47"/>
                  <a:pt x="264" y="47"/>
                </a:cubicBezTo>
                <a:cubicBezTo>
                  <a:pt x="267" y="47"/>
                  <a:pt x="270" y="47"/>
                  <a:pt x="273" y="48"/>
                </a:cubicBezTo>
                <a:cubicBezTo>
                  <a:pt x="291" y="52"/>
                  <a:pt x="295" y="64"/>
                  <a:pt x="296" y="74"/>
                </a:cubicBezTo>
                <a:cubicBezTo>
                  <a:pt x="296" y="88"/>
                  <a:pt x="292" y="100"/>
                  <a:pt x="283" y="109"/>
                </a:cubicBezTo>
                <a:cubicBezTo>
                  <a:pt x="282" y="109"/>
                  <a:pt x="281" y="110"/>
                  <a:pt x="281" y="111"/>
                </a:cubicBezTo>
                <a:cubicBezTo>
                  <a:pt x="282" y="113"/>
                  <a:pt x="283" y="114"/>
                  <a:pt x="284" y="114"/>
                </a:cubicBezTo>
                <a:cubicBezTo>
                  <a:pt x="286" y="115"/>
                  <a:pt x="286" y="115"/>
                  <a:pt x="286" y="115"/>
                </a:cubicBezTo>
                <a:cubicBezTo>
                  <a:pt x="289" y="116"/>
                  <a:pt x="291" y="117"/>
                  <a:pt x="294" y="118"/>
                </a:cubicBezTo>
                <a:cubicBezTo>
                  <a:pt x="303" y="122"/>
                  <a:pt x="309" y="126"/>
                  <a:pt x="314" y="131"/>
                </a:cubicBezTo>
                <a:cubicBezTo>
                  <a:pt x="317" y="134"/>
                  <a:pt x="319" y="139"/>
                  <a:pt x="318" y="144"/>
                </a:cubicBezTo>
                <a:cubicBezTo>
                  <a:pt x="317" y="148"/>
                  <a:pt x="314" y="152"/>
                  <a:pt x="309" y="155"/>
                </a:cubicBezTo>
                <a:cubicBezTo>
                  <a:pt x="306" y="156"/>
                  <a:pt x="303" y="157"/>
                  <a:pt x="299" y="158"/>
                </a:cubicBezTo>
                <a:cubicBezTo>
                  <a:pt x="288" y="161"/>
                  <a:pt x="277" y="161"/>
                  <a:pt x="265" y="161"/>
                </a:cubicBezTo>
                <a:close/>
                <a:moveTo>
                  <a:pt x="60" y="161"/>
                </a:moveTo>
                <a:cubicBezTo>
                  <a:pt x="46" y="161"/>
                  <a:pt x="34" y="160"/>
                  <a:pt x="22" y="158"/>
                </a:cubicBezTo>
                <a:cubicBezTo>
                  <a:pt x="18" y="157"/>
                  <a:pt x="14" y="155"/>
                  <a:pt x="11" y="154"/>
                </a:cubicBezTo>
                <a:cubicBezTo>
                  <a:pt x="5" y="151"/>
                  <a:pt x="2" y="147"/>
                  <a:pt x="1" y="142"/>
                </a:cubicBezTo>
                <a:cubicBezTo>
                  <a:pt x="0" y="138"/>
                  <a:pt x="2" y="133"/>
                  <a:pt x="6" y="129"/>
                </a:cubicBezTo>
                <a:cubicBezTo>
                  <a:pt x="11" y="123"/>
                  <a:pt x="18" y="119"/>
                  <a:pt x="28" y="114"/>
                </a:cubicBezTo>
                <a:cubicBezTo>
                  <a:pt x="30" y="113"/>
                  <a:pt x="33" y="112"/>
                  <a:pt x="36" y="111"/>
                </a:cubicBezTo>
                <a:cubicBezTo>
                  <a:pt x="38" y="110"/>
                  <a:pt x="38" y="110"/>
                  <a:pt x="38" y="110"/>
                </a:cubicBezTo>
                <a:cubicBezTo>
                  <a:pt x="40" y="109"/>
                  <a:pt x="41" y="108"/>
                  <a:pt x="42" y="107"/>
                </a:cubicBezTo>
                <a:cubicBezTo>
                  <a:pt x="42" y="105"/>
                  <a:pt x="41" y="104"/>
                  <a:pt x="40" y="103"/>
                </a:cubicBezTo>
                <a:cubicBezTo>
                  <a:pt x="30" y="93"/>
                  <a:pt x="25" y="80"/>
                  <a:pt x="26" y="65"/>
                </a:cubicBezTo>
                <a:cubicBezTo>
                  <a:pt x="26" y="55"/>
                  <a:pt x="31" y="41"/>
                  <a:pt x="51" y="36"/>
                </a:cubicBezTo>
                <a:cubicBezTo>
                  <a:pt x="54" y="36"/>
                  <a:pt x="57" y="35"/>
                  <a:pt x="60" y="35"/>
                </a:cubicBezTo>
                <a:cubicBezTo>
                  <a:pt x="63" y="35"/>
                  <a:pt x="66" y="36"/>
                  <a:pt x="69" y="36"/>
                </a:cubicBezTo>
                <a:cubicBezTo>
                  <a:pt x="89" y="41"/>
                  <a:pt x="94" y="55"/>
                  <a:pt x="94" y="65"/>
                </a:cubicBezTo>
                <a:cubicBezTo>
                  <a:pt x="95" y="80"/>
                  <a:pt x="90" y="93"/>
                  <a:pt x="80" y="103"/>
                </a:cubicBezTo>
                <a:cubicBezTo>
                  <a:pt x="79" y="104"/>
                  <a:pt x="78" y="105"/>
                  <a:pt x="78" y="107"/>
                </a:cubicBezTo>
                <a:cubicBezTo>
                  <a:pt x="79" y="108"/>
                  <a:pt x="80" y="109"/>
                  <a:pt x="82" y="110"/>
                </a:cubicBezTo>
                <a:cubicBezTo>
                  <a:pt x="84" y="111"/>
                  <a:pt x="84" y="111"/>
                  <a:pt x="84" y="111"/>
                </a:cubicBezTo>
                <a:cubicBezTo>
                  <a:pt x="86" y="112"/>
                  <a:pt x="87" y="114"/>
                  <a:pt x="87" y="117"/>
                </a:cubicBezTo>
                <a:cubicBezTo>
                  <a:pt x="86" y="119"/>
                  <a:pt x="83" y="120"/>
                  <a:pt x="81" y="119"/>
                </a:cubicBezTo>
                <a:cubicBezTo>
                  <a:pt x="79" y="118"/>
                  <a:pt x="79" y="118"/>
                  <a:pt x="79" y="118"/>
                </a:cubicBezTo>
                <a:cubicBezTo>
                  <a:pt x="74" y="116"/>
                  <a:pt x="71" y="113"/>
                  <a:pt x="70" y="108"/>
                </a:cubicBezTo>
                <a:cubicBezTo>
                  <a:pt x="69" y="104"/>
                  <a:pt x="70" y="100"/>
                  <a:pt x="74" y="97"/>
                </a:cubicBezTo>
                <a:cubicBezTo>
                  <a:pt x="82" y="89"/>
                  <a:pt x="86" y="78"/>
                  <a:pt x="85" y="65"/>
                </a:cubicBezTo>
                <a:cubicBezTo>
                  <a:pt x="85" y="54"/>
                  <a:pt x="79" y="48"/>
                  <a:pt x="67" y="45"/>
                </a:cubicBezTo>
                <a:cubicBezTo>
                  <a:pt x="65" y="44"/>
                  <a:pt x="62" y="44"/>
                  <a:pt x="60" y="44"/>
                </a:cubicBezTo>
                <a:cubicBezTo>
                  <a:pt x="58" y="44"/>
                  <a:pt x="55" y="44"/>
                  <a:pt x="53" y="45"/>
                </a:cubicBezTo>
                <a:cubicBezTo>
                  <a:pt x="41" y="48"/>
                  <a:pt x="35" y="54"/>
                  <a:pt x="35" y="65"/>
                </a:cubicBezTo>
                <a:cubicBezTo>
                  <a:pt x="34" y="78"/>
                  <a:pt x="38" y="89"/>
                  <a:pt x="47" y="97"/>
                </a:cubicBezTo>
                <a:cubicBezTo>
                  <a:pt x="50" y="100"/>
                  <a:pt x="51" y="104"/>
                  <a:pt x="50" y="109"/>
                </a:cubicBezTo>
                <a:cubicBezTo>
                  <a:pt x="49" y="113"/>
                  <a:pt x="46" y="116"/>
                  <a:pt x="42" y="118"/>
                </a:cubicBezTo>
                <a:cubicBezTo>
                  <a:pt x="39" y="119"/>
                  <a:pt x="39" y="119"/>
                  <a:pt x="39" y="119"/>
                </a:cubicBezTo>
                <a:cubicBezTo>
                  <a:pt x="37" y="120"/>
                  <a:pt x="34" y="121"/>
                  <a:pt x="31" y="122"/>
                </a:cubicBezTo>
                <a:cubicBezTo>
                  <a:pt x="23" y="126"/>
                  <a:pt x="17" y="130"/>
                  <a:pt x="12" y="135"/>
                </a:cubicBezTo>
                <a:cubicBezTo>
                  <a:pt x="10" y="137"/>
                  <a:pt x="9" y="139"/>
                  <a:pt x="9" y="141"/>
                </a:cubicBezTo>
                <a:cubicBezTo>
                  <a:pt x="10" y="143"/>
                  <a:pt x="12" y="145"/>
                  <a:pt x="15" y="146"/>
                </a:cubicBezTo>
                <a:cubicBezTo>
                  <a:pt x="18" y="147"/>
                  <a:pt x="21" y="148"/>
                  <a:pt x="24" y="149"/>
                </a:cubicBezTo>
                <a:cubicBezTo>
                  <a:pt x="35" y="152"/>
                  <a:pt x="46" y="152"/>
                  <a:pt x="60" y="152"/>
                </a:cubicBezTo>
                <a:cubicBezTo>
                  <a:pt x="68" y="152"/>
                  <a:pt x="75" y="152"/>
                  <a:pt x="82" y="151"/>
                </a:cubicBezTo>
                <a:cubicBezTo>
                  <a:pt x="84" y="151"/>
                  <a:pt x="86" y="153"/>
                  <a:pt x="86" y="155"/>
                </a:cubicBezTo>
                <a:cubicBezTo>
                  <a:pt x="87" y="158"/>
                  <a:pt x="85" y="160"/>
                  <a:pt x="82" y="160"/>
                </a:cubicBezTo>
                <a:cubicBezTo>
                  <a:pt x="76" y="161"/>
                  <a:pt x="69" y="161"/>
                  <a:pt x="60" y="161"/>
                </a:cubicBez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/>
          <p:nvPr/>
        </p:nvSpPr>
        <p:spPr>
          <a:xfrm>
            <a:off x="5691187" y="4265612"/>
            <a:ext cx="812800" cy="706437"/>
          </a:xfrm>
          <a:custGeom>
            <a:avLst/>
            <a:gdLst/>
            <a:ahLst/>
            <a:cxnLst/>
            <a:rect l="l" t="t" r="r" b="b"/>
            <a:pathLst>
              <a:path w="202" h="175" extrusionOk="0">
                <a:moveTo>
                  <a:pt x="178" y="175"/>
                </a:moveTo>
                <a:cubicBezTo>
                  <a:pt x="24" y="175"/>
                  <a:pt x="24" y="175"/>
                  <a:pt x="24" y="175"/>
                </a:cubicBezTo>
                <a:cubicBezTo>
                  <a:pt x="11" y="175"/>
                  <a:pt x="0" y="164"/>
                  <a:pt x="0" y="151"/>
                </a:cubicBezTo>
                <a:cubicBezTo>
                  <a:pt x="0" y="113"/>
                  <a:pt x="0" y="113"/>
                  <a:pt x="0" y="113"/>
                </a:cubicBezTo>
                <a:cubicBezTo>
                  <a:pt x="0" y="110"/>
                  <a:pt x="2" y="108"/>
                  <a:pt x="5" y="108"/>
                </a:cubicBezTo>
                <a:cubicBezTo>
                  <a:pt x="7" y="108"/>
                  <a:pt x="9" y="110"/>
                  <a:pt x="9" y="113"/>
                </a:cubicBezTo>
                <a:cubicBezTo>
                  <a:pt x="9" y="151"/>
                  <a:pt x="9" y="151"/>
                  <a:pt x="9" y="151"/>
                </a:cubicBezTo>
                <a:cubicBezTo>
                  <a:pt x="9" y="159"/>
                  <a:pt x="16" y="166"/>
                  <a:pt x="24" y="166"/>
                </a:cubicBezTo>
                <a:cubicBezTo>
                  <a:pt x="178" y="166"/>
                  <a:pt x="178" y="166"/>
                  <a:pt x="178" y="166"/>
                </a:cubicBezTo>
                <a:cubicBezTo>
                  <a:pt x="186" y="166"/>
                  <a:pt x="193" y="159"/>
                  <a:pt x="193" y="151"/>
                </a:cubicBezTo>
                <a:cubicBezTo>
                  <a:pt x="193" y="113"/>
                  <a:pt x="193" y="113"/>
                  <a:pt x="193" y="113"/>
                </a:cubicBezTo>
                <a:cubicBezTo>
                  <a:pt x="193" y="111"/>
                  <a:pt x="195" y="109"/>
                  <a:pt x="197" y="109"/>
                </a:cubicBezTo>
                <a:cubicBezTo>
                  <a:pt x="200" y="109"/>
                  <a:pt x="202" y="111"/>
                  <a:pt x="202" y="113"/>
                </a:cubicBezTo>
                <a:cubicBezTo>
                  <a:pt x="202" y="151"/>
                  <a:pt x="202" y="151"/>
                  <a:pt x="202" y="151"/>
                </a:cubicBezTo>
                <a:cubicBezTo>
                  <a:pt x="202" y="164"/>
                  <a:pt x="191" y="175"/>
                  <a:pt x="178" y="175"/>
                </a:cubicBezTo>
                <a:close/>
                <a:moveTo>
                  <a:pt x="109" y="125"/>
                </a:moveTo>
                <a:cubicBezTo>
                  <a:pt x="93" y="125"/>
                  <a:pt x="93" y="125"/>
                  <a:pt x="93" y="125"/>
                </a:cubicBezTo>
                <a:cubicBezTo>
                  <a:pt x="87" y="125"/>
                  <a:pt x="81" y="119"/>
                  <a:pt x="81" y="112"/>
                </a:cubicBezTo>
                <a:cubicBezTo>
                  <a:pt x="81" y="93"/>
                  <a:pt x="81" y="93"/>
                  <a:pt x="81" y="93"/>
                </a:cubicBezTo>
                <a:cubicBezTo>
                  <a:pt x="81" y="86"/>
                  <a:pt x="87" y="80"/>
                  <a:pt x="93" y="80"/>
                </a:cubicBezTo>
                <a:cubicBezTo>
                  <a:pt x="109" y="80"/>
                  <a:pt x="109" y="80"/>
                  <a:pt x="109" y="80"/>
                </a:cubicBezTo>
                <a:cubicBezTo>
                  <a:pt x="115" y="80"/>
                  <a:pt x="120" y="86"/>
                  <a:pt x="120" y="93"/>
                </a:cubicBezTo>
                <a:cubicBezTo>
                  <a:pt x="120" y="112"/>
                  <a:pt x="120" y="112"/>
                  <a:pt x="120" y="112"/>
                </a:cubicBezTo>
                <a:cubicBezTo>
                  <a:pt x="120" y="119"/>
                  <a:pt x="115" y="125"/>
                  <a:pt x="109" y="125"/>
                </a:cubicBezTo>
                <a:close/>
                <a:moveTo>
                  <a:pt x="93" y="89"/>
                </a:moveTo>
                <a:cubicBezTo>
                  <a:pt x="92" y="89"/>
                  <a:pt x="90" y="91"/>
                  <a:pt x="90" y="93"/>
                </a:cubicBezTo>
                <a:cubicBezTo>
                  <a:pt x="90" y="112"/>
                  <a:pt x="90" y="112"/>
                  <a:pt x="90" y="112"/>
                </a:cubicBezTo>
                <a:cubicBezTo>
                  <a:pt x="90" y="114"/>
                  <a:pt x="92" y="116"/>
                  <a:pt x="93" y="116"/>
                </a:cubicBezTo>
                <a:cubicBezTo>
                  <a:pt x="109" y="116"/>
                  <a:pt x="109" y="116"/>
                  <a:pt x="109" y="116"/>
                </a:cubicBezTo>
                <a:cubicBezTo>
                  <a:pt x="110" y="116"/>
                  <a:pt x="112" y="114"/>
                  <a:pt x="112" y="112"/>
                </a:cubicBezTo>
                <a:cubicBezTo>
                  <a:pt x="112" y="93"/>
                  <a:pt x="112" y="93"/>
                  <a:pt x="112" y="93"/>
                </a:cubicBezTo>
                <a:cubicBezTo>
                  <a:pt x="112" y="91"/>
                  <a:pt x="110" y="89"/>
                  <a:pt x="109" y="89"/>
                </a:cubicBezTo>
                <a:lnTo>
                  <a:pt x="93" y="89"/>
                </a:lnTo>
                <a:close/>
                <a:moveTo>
                  <a:pt x="178" y="107"/>
                </a:moveTo>
                <a:cubicBezTo>
                  <a:pt x="133" y="107"/>
                  <a:pt x="133" y="107"/>
                  <a:pt x="133" y="107"/>
                </a:cubicBezTo>
                <a:cubicBezTo>
                  <a:pt x="130" y="107"/>
                  <a:pt x="128" y="105"/>
                  <a:pt x="128" y="103"/>
                </a:cubicBezTo>
                <a:cubicBezTo>
                  <a:pt x="128" y="100"/>
                  <a:pt x="130" y="98"/>
                  <a:pt x="133" y="98"/>
                </a:cubicBezTo>
                <a:cubicBezTo>
                  <a:pt x="178" y="98"/>
                  <a:pt x="178" y="98"/>
                  <a:pt x="178" y="98"/>
                </a:cubicBezTo>
                <a:cubicBezTo>
                  <a:pt x="186" y="98"/>
                  <a:pt x="193" y="92"/>
                  <a:pt x="193" y="84"/>
                </a:cubicBezTo>
                <a:cubicBezTo>
                  <a:pt x="193" y="54"/>
                  <a:pt x="193" y="54"/>
                  <a:pt x="193" y="54"/>
                </a:cubicBezTo>
                <a:cubicBezTo>
                  <a:pt x="193" y="46"/>
                  <a:pt x="186" y="39"/>
                  <a:pt x="178" y="39"/>
                </a:cubicBezTo>
                <a:cubicBezTo>
                  <a:pt x="24" y="39"/>
                  <a:pt x="24" y="39"/>
                  <a:pt x="24" y="39"/>
                </a:cubicBezTo>
                <a:cubicBezTo>
                  <a:pt x="16" y="39"/>
                  <a:pt x="9" y="46"/>
                  <a:pt x="9" y="54"/>
                </a:cubicBezTo>
                <a:cubicBezTo>
                  <a:pt x="9" y="84"/>
                  <a:pt x="9" y="84"/>
                  <a:pt x="9" y="84"/>
                </a:cubicBezTo>
                <a:cubicBezTo>
                  <a:pt x="9" y="92"/>
                  <a:pt x="16" y="98"/>
                  <a:pt x="24" y="98"/>
                </a:cubicBezTo>
                <a:cubicBezTo>
                  <a:pt x="69" y="98"/>
                  <a:pt x="69" y="98"/>
                  <a:pt x="69" y="98"/>
                </a:cubicBezTo>
                <a:cubicBezTo>
                  <a:pt x="72" y="98"/>
                  <a:pt x="74" y="100"/>
                  <a:pt x="74" y="103"/>
                </a:cubicBezTo>
                <a:cubicBezTo>
                  <a:pt x="74" y="105"/>
                  <a:pt x="72" y="107"/>
                  <a:pt x="69" y="107"/>
                </a:cubicBezTo>
                <a:cubicBezTo>
                  <a:pt x="24" y="107"/>
                  <a:pt x="24" y="107"/>
                  <a:pt x="24" y="107"/>
                </a:cubicBezTo>
                <a:cubicBezTo>
                  <a:pt x="11" y="107"/>
                  <a:pt x="0" y="97"/>
                  <a:pt x="0" y="84"/>
                </a:cubicBezTo>
                <a:cubicBezTo>
                  <a:pt x="0" y="54"/>
                  <a:pt x="0" y="54"/>
                  <a:pt x="0" y="54"/>
                </a:cubicBezTo>
                <a:cubicBezTo>
                  <a:pt x="0" y="41"/>
                  <a:pt x="11" y="31"/>
                  <a:pt x="24" y="31"/>
                </a:cubicBezTo>
                <a:cubicBezTo>
                  <a:pt x="178" y="31"/>
                  <a:pt x="178" y="31"/>
                  <a:pt x="178" y="31"/>
                </a:cubicBezTo>
                <a:cubicBezTo>
                  <a:pt x="191" y="31"/>
                  <a:pt x="202" y="41"/>
                  <a:pt x="202" y="54"/>
                </a:cubicBezTo>
                <a:cubicBezTo>
                  <a:pt x="202" y="87"/>
                  <a:pt x="202" y="87"/>
                  <a:pt x="202" y="87"/>
                </a:cubicBezTo>
                <a:cubicBezTo>
                  <a:pt x="202" y="88"/>
                  <a:pt x="201" y="89"/>
                  <a:pt x="201" y="89"/>
                </a:cubicBezTo>
                <a:cubicBezTo>
                  <a:pt x="198" y="99"/>
                  <a:pt x="189" y="107"/>
                  <a:pt x="178" y="107"/>
                </a:cubicBezTo>
                <a:close/>
                <a:moveTo>
                  <a:pt x="134" y="23"/>
                </a:moveTo>
                <a:cubicBezTo>
                  <a:pt x="132" y="23"/>
                  <a:pt x="130" y="21"/>
                  <a:pt x="130" y="19"/>
                </a:cubicBezTo>
                <a:cubicBezTo>
                  <a:pt x="130" y="13"/>
                  <a:pt x="125" y="8"/>
                  <a:pt x="118" y="8"/>
                </a:cubicBezTo>
                <a:cubicBezTo>
                  <a:pt x="84" y="8"/>
                  <a:pt x="84" y="8"/>
                  <a:pt x="84" y="8"/>
                </a:cubicBezTo>
                <a:cubicBezTo>
                  <a:pt x="77" y="8"/>
                  <a:pt x="72" y="13"/>
                  <a:pt x="72" y="19"/>
                </a:cubicBezTo>
                <a:cubicBezTo>
                  <a:pt x="72" y="21"/>
                  <a:pt x="70" y="23"/>
                  <a:pt x="68" y="23"/>
                </a:cubicBezTo>
                <a:cubicBezTo>
                  <a:pt x="65" y="23"/>
                  <a:pt x="63" y="21"/>
                  <a:pt x="63" y="19"/>
                </a:cubicBezTo>
                <a:cubicBezTo>
                  <a:pt x="63" y="8"/>
                  <a:pt x="73" y="0"/>
                  <a:pt x="84" y="0"/>
                </a:cubicBezTo>
                <a:cubicBezTo>
                  <a:pt x="118" y="0"/>
                  <a:pt x="118" y="0"/>
                  <a:pt x="118" y="0"/>
                </a:cubicBezTo>
                <a:cubicBezTo>
                  <a:pt x="129" y="0"/>
                  <a:pt x="139" y="8"/>
                  <a:pt x="139" y="19"/>
                </a:cubicBezTo>
                <a:cubicBezTo>
                  <a:pt x="139" y="21"/>
                  <a:pt x="137" y="23"/>
                  <a:pt x="134" y="23"/>
                </a:cubicBez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2"/>
          <p:cNvSpPr/>
          <p:nvPr/>
        </p:nvSpPr>
        <p:spPr>
          <a:xfrm>
            <a:off x="2036762" y="4144962"/>
            <a:ext cx="809625" cy="942975"/>
          </a:xfrm>
          <a:custGeom>
            <a:avLst/>
            <a:gdLst/>
            <a:ahLst/>
            <a:cxnLst/>
            <a:rect l="l" t="t" r="r" b="b"/>
            <a:pathLst>
              <a:path w="201" h="234" extrusionOk="0">
                <a:moveTo>
                  <a:pt x="116" y="234"/>
                </a:moveTo>
                <a:cubicBezTo>
                  <a:pt x="83" y="234"/>
                  <a:pt x="83" y="234"/>
                  <a:pt x="83" y="234"/>
                </a:cubicBezTo>
                <a:cubicBezTo>
                  <a:pt x="81" y="234"/>
                  <a:pt x="79" y="233"/>
                  <a:pt x="79" y="230"/>
                </a:cubicBezTo>
                <a:cubicBezTo>
                  <a:pt x="79" y="228"/>
                  <a:pt x="81" y="226"/>
                  <a:pt x="83" y="226"/>
                </a:cubicBezTo>
                <a:cubicBezTo>
                  <a:pt x="116" y="226"/>
                  <a:pt x="116" y="226"/>
                  <a:pt x="116" y="226"/>
                </a:cubicBezTo>
                <a:cubicBezTo>
                  <a:pt x="118" y="226"/>
                  <a:pt x="120" y="228"/>
                  <a:pt x="120" y="230"/>
                </a:cubicBezTo>
                <a:cubicBezTo>
                  <a:pt x="120" y="233"/>
                  <a:pt x="118" y="234"/>
                  <a:pt x="116" y="234"/>
                </a:cubicBezTo>
                <a:close/>
                <a:moveTo>
                  <a:pt x="125" y="219"/>
                </a:moveTo>
                <a:cubicBezTo>
                  <a:pt x="74" y="219"/>
                  <a:pt x="74" y="219"/>
                  <a:pt x="74" y="219"/>
                </a:cubicBezTo>
                <a:cubicBezTo>
                  <a:pt x="72" y="219"/>
                  <a:pt x="70" y="217"/>
                  <a:pt x="70" y="215"/>
                </a:cubicBezTo>
                <a:cubicBezTo>
                  <a:pt x="70" y="213"/>
                  <a:pt x="72" y="211"/>
                  <a:pt x="74" y="211"/>
                </a:cubicBezTo>
                <a:cubicBezTo>
                  <a:pt x="125" y="211"/>
                  <a:pt x="125" y="211"/>
                  <a:pt x="125" y="211"/>
                </a:cubicBezTo>
                <a:cubicBezTo>
                  <a:pt x="127" y="211"/>
                  <a:pt x="129" y="213"/>
                  <a:pt x="129" y="215"/>
                </a:cubicBezTo>
                <a:cubicBezTo>
                  <a:pt x="129" y="217"/>
                  <a:pt x="127" y="219"/>
                  <a:pt x="125" y="219"/>
                </a:cubicBezTo>
                <a:close/>
                <a:moveTo>
                  <a:pt x="99" y="203"/>
                </a:moveTo>
                <a:cubicBezTo>
                  <a:pt x="90" y="203"/>
                  <a:pt x="80" y="203"/>
                  <a:pt x="80" y="203"/>
                </a:cubicBezTo>
                <a:cubicBezTo>
                  <a:pt x="80" y="203"/>
                  <a:pt x="80" y="203"/>
                  <a:pt x="80" y="203"/>
                </a:cubicBezTo>
                <a:cubicBezTo>
                  <a:pt x="71" y="203"/>
                  <a:pt x="66" y="200"/>
                  <a:pt x="65" y="192"/>
                </a:cubicBezTo>
                <a:cubicBezTo>
                  <a:pt x="64" y="188"/>
                  <a:pt x="64" y="185"/>
                  <a:pt x="64" y="182"/>
                </a:cubicBezTo>
                <a:cubicBezTo>
                  <a:pt x="63" y="177"/>
                  <a:pt x="63" y="173"/>
                  <a:pt x="61" y="169"/>
                </a:cubicBezTo>
                <a:cubicBezTo>
                  <a:pt x="55" y="157"/>
                  <a:pt x="50" y="149"/>
                  <a:pt x="43" y="136"/>
                </a:cubicBezTo>
                <a:cubicBezTo>
                  <a:pt x="37" y="123"/>
                  <a:pt x="30" y="105"/>
                  <a:pt x="35" y="87"/>
                </a:cubicBezTo>
                <a:cubicBezTo>
                  <a:pt x="40" y="64"/>
                  <a:pt x="64" y="42"/>
                  <a:pt x="99" y="42"/>
                </a:cubicBezTo>
                <a:cubicBezTo>
                  <a:pt x="133" y="42"/>
                  <a:pt x="157" y="64"/>
                  <a:pt x="163" y="87"/>
                </a:cubicBezTo>
                <a:cubicBezTo>
                  <a:pt x="167" y="105"/>
                  <a:pt x="161" y="123"/>
                  <a:pt x="154" y="136"/>
                </a:cubicBezTo>
                <a:cubicBezTo>
                  <a:pt x="147" y="149"/>
                  <a:pt x="143" y="157"/>
                  <a:pt x="136" y="169"/>
                </a:cubicBezTo>
                <a:cubicBezTo>
                  <a:pt x="134" y="173"/>
                  <a:pt x="134" y="177"/>
                  <a:pt x="134" y="182"/>
                </a:cubicBezTo>
                <a:cubicBezTo>
                  <a:pt x="134" y="185"/>
                  <a:pt x="134" y="188"/>
                  <a:pt x="133" y="192"/>
                </a:cubicBezTo>
                <a:cubicBezTo>
                  <a:pt x="131" y="200"/>
                  <a:pt x="127" y="203"/>
                  <a:pt x="118" y="203"/>
                </a:cubicBezTo>
                <a:cubicBezTo>
                  <a:pt x="118" y="203"/>
                  <a:pt x="108" y="203"/>
                  <a:pt x="99" y="203"/>
                </a:cubicBezTo>
                <a:close/>
                <a:moveTo>
                  <a:pt x="80" y="194"/>
                </a:moveTo>
                <a:cubicBezTo>
                  <a:pt x="81" y="194"/>
                  <a:pt x="117" y="194"/>
                  <a:pt x="118" y="194"/>
                </a:cubicBezTo>
                <a:cubicBezTo>
                  <a:pt x="123" y="194"/>
                  <a:pt x="124" y="193"/>
                  <a:pt x="124" y="190"/>
                </a:cubicBezTo>
                <a:cubicBezTo>
                  <a:pt x="125" y="187"/>
                  <a:pt x="125" y="184"/>
                  <a:pt x="125" y="181"/>
                </a:cubicBezTo>
                <a:cubicBezTo>
                  <a:pt x="125" y="176"/>
                  <a:pt x="125" y="170"/>
                  <a:pt x="128" y="165"/>
                </a:cubicBezTo>
                <a:cubicBezTo>
                  <a:pt x="135" y="153"/>
                  <a:pt x="140" y="144"/>
                  <a:pt x="146" y="132"/>
                </a:cubicBezTo>
                <a:cubicBezTo>
                  <a:pt x="151" y="123"/>
                  <a:pt x="158" y="105"/>
                  <a:pt x="154" y="89"/>
                </a:cubicBezTo>
                <a:cubicBezTo>
                  <a:pt x="150" y="70"/>
                  <a:pt x="129" y="51"/>
                  <a:pt x="99" y="50"/>
                </a:cubicBezTo>
                <a:cubicBezTo>
                  <a:pt x="69" y="51"/>
                  <a:pt x="48" y="70"/>
                  <a:pt x="43" y="89"/>
                </a:cubicBezTo>
                <a:cubicBezTo>
                  <a:pt x="39" y="105"/>
                  <a:pt x="46" y="123"/>
                  <a:pt x="51" y="132"/>
                </a:cubicBezTo>
                <a:cubicBezTo>
                  <a:pt x="58" y="144"/>
                  <a:pt x="62" y="153"/>
                  <a:pt x="69" y="165"/>
                </a:cubicBezTo>
                <a:cubicBezTo>
                  <a:pt x="72" y="170"/>
                  <a:pt x="72" y="176"/>
                  <a:pt x="72" y="181"/>
                </a:cubicBezTo>
                <a:cubicBezTo>
                  <a:pt x="72" y="184"/>
                  <a:pt x="73" y="187"/>
                  <a:pt x="73" y="190"/>
                </a:cubicBezTo>
                <a:cubicBezTo>
                  <a:pt x="74" y="193"/>
                  <a:pt x="74" y="194"/>
                  <a:pt x="80" y="194"/>
                </a:cubicBezTo>
                <a:cubicBezTo>
                  <a:pt x="80" y="194"/>
                  <a:pt x="80" y="194"/>
                  <a:pt x="80" y="194"/>
                </a:cubicBezTo>
                <a:close/>
                <a:moveTo>
                  <a:pt x="22" y="108"/>
                </a:moveTo>
                <a:cubicBezTo>
                  <a:pt x="5" y="108"/>
                  <a:pt x="5" y="108"/>
                  <a:pt x="5" y="108"/>
                </a:cubicBezTo>
                <a:cubicBezTo>
                  <a:pt x="2" y="108"/>
                  <a:pt x="0" y="106"/>
                  <a:pt x="0" y="103"/>
                </a:cubicBezTo>
                <a:cubicBezTo>
                  <a:pt x="0" y="101"/>
                  <a:pt x="2" y="99"/>
                  <a:pt x="5" y="99"/>
                </a:cubicBezTo>
                <a:cubicBezTo>
                  <a:pt x="22" y="99"/>
                  <a:pt x="22" y="99"/>
                  <a:pt x="22" y="99"/>
                </a:cubicBezTo>
                <a:cubicBezTo>
                  <a:pt x="24" y="99"/>
                  <a:pt x="26" y="101"/>
                  <a:pt x="26" y="103"/>
                </a:cubicBezTo>
                <a:cubicBezTo>
                  <a:pt x="26" y="106"/>
                  <a:pt x="24" y="108"/>
                  <a:pt x="22" y="108"/>
                </a:cubicBezTo>
                <a:close/>
                <a:moveTo>
                  <a:pt x="197" y="104"/>
                </a:moveTo>
                <a:cubicBezTo>
                  <a:pt x="176" y="104"/>
                  <a:pt x="176" y="104"/>
                  <a:pt x="176" y="104"/>
                </a:cubicBezTo>
                <a:cubicBezTo>
                  <a:pt x="173" y="104"/>
                  <a:pt x="171" y="102"/>
                  <a:pt x="171" y="100"/>
                </a:cubicBezTo>
                <a:cubicBezTo>
                  <a:pt x="171" y="98"/>
                  <a:pt x="173" y="96"/>
                  <a:pt x="176" y="96"/>
                </a:cubicBezTo>
                <a:cubicBezTo>
                  <a:pt x="197" y="96"/>
                  <a:pt x="197" y="96"/>
                  <a:pt x="197" y="96"/>
                </a:cubicBezTo>
                <a:cubicBezTo>
                  <a:pt x="199" y="96"/>
                  <a:pt x="201" y="98"/>
                  <a:pt x="201" y="100"/>
                </a:cubicBezTo>
                <a:cubicBezTo>
                  <a:pt x="201" y="102"/>
                  <a:pt x="199" y="104"/>
                  <a:pt x="197" y="104"/>
                </a:cubicBezTo>
                <a:close/>
                <a:moveTo>
                  <a:pt x="59" y="101"/>
                </a:moveTo>
                <a:cubicBezTo>
                  <a:pt x="59" y="101"/>
                  <a:pt x="59" y="101"/>
                  <a:pt x="58" y="101"/>
                </a:cubicBezTo>
                <a:cubicBezTo>
                  <a:pt x="56" y="100"/>
                  <a:pt x="55" y="98"/>
                  <a:pt x="55" y="95"/>
                </a:cubicBezTo>
                <a:cubicBezTo>
                  <a:pt x="59" y="79"/>
                  <a:pt x="76" y="63"/>
                  <a:pt x="101" y="63"/>
                </a:cubicBezTo>
                <a:cubicBezTo>
                  <a:pt x="101" y="63"/>
                  <a:pt x="101" y="63"/>
                  <a:pt x="101" y="63"/>
                </a:cubicBezTo>
                <a:cubicBezTo>
                  <a:pt x="104" y="63"/>
                  <a:pt x="105" y="65"/>
                  <a:pt x="105" y="67"/>
                </a:cubicBezTo>
                <a:cubicBezTo>
                  <a:pt x="105" y="70"/>
                  <a:pt x="104" y="72"/>
                  <a:pt x="101" y="72"/>
                </a:cubicBezTo>
                <a:cubicBezTo>
                  <a:pt x="81" y="72"/>
                  <a:pt x="67" y="85"/>
                  <a:pt x="64" y="98"/>
                </a:cubicBezTo>
                <a:cubicBezTo>
                  <a:pt x="63" y="100"/>
                  <a:pt x="61" y="101"/>
                  <a:pt x="59" y="101"/>
                </a:cubicBezTo>
                <a:close/>
                <a:moveTo>
                  <a:pt x="155" y="53"/>
                </a:moveTo>
                <a:cubicBezTo>
                  <a:pt x="154" y="53"/>
                  <a:pt x="152" y="53"/>
                  <a:pt x="152" y="52"/>
                </a:cubicBezTo>
                <a:cubicBezTo>
                  <a:pt x="150" y="50"/>
                  <a:pt x="150" y="47"/>
                  <a:pt x="152" y="46"/>
                </a:cubicBezTo>
                <a:cubicBezTo>
                  <a:pt x="166" y="31"/>
                  <a:pt x="166" y="31"/>
                  <a:pt x="166" y="31"/>
                </a:cubicBezTo>
                <a:cubicBezTo>
                  <a:pt x="168" y="29"/>
                  <a:pt x="171" y="29"/>
                  <a:pt x="173" y="31"/>
                </a:cubicBezTo>
                <a:cubicBezTo>
                  <a:pt x="174" y="32"/>
                  <a:pt x="174" y="35"/>
                  <a:pt x="173" y="37"/>
                </a:cubicBezTo>
                <a:cubicBezTo>
                  <a:pt x="158" y="52"/>
                  <a:pt x="158" y="52"/>
                  <a:pt x="158" y="52"/>
                </a:cubicBezTo>
                <a:cubicBezTo>
                  <a:pt x="157" y="53"/>
                  <a:pt x="156" y="53"/>
                  <a:pt x="155" y="53"/>
                </a:cubicBezTo>
                <a:close/>
                <a:moveTo>
                  <a:pt x="44" y="53"/>
                </a:moveTo>
                <a:cubicBezTo>
                  <a:pt x="43" y="53"/>
                  <a:pt x="42" y="53"/>
                  <a:pt x="41" y="52"/>
                </a:cubicBezTo>
                <a:cubicBezTo>
                  <a:pt x="26" y="37"/>
                  <a:pt x="26" y="37"/>
                  <a:pt x="26" y="37"/>
                </a:cubicBezTo>
                <a:cubicBezTo>
                  <a:pt x="24" y="35"/>
                  <a:pt x="24" y="32"/>
                  <a:pt x="26" y="31"/>
                </a:cubicBezTo>
                <a:cubicBezTo>
                  <a:pt x="28" y="29"/>
                  <a:pt x="30" y="29"/>
                  <a:pt x="32" y="31"/>
                </a:cubicBezTo>
                <a:cubicBezTo>
                  <a:pt x="47" y="46"/>
                  <a:pt x="47" y="46"/>
                  <a:pt x="47" y="46"/>
                </a:cubicBezTo>
                <a:cubicBezTo>
                  <a:pt x="49" y="47"/>
                  <a:pt x="49" y="50"/>
                  <a:pt x="47" y="52"/>
                </a:cubicBezTo>
                <a:cubicBezTo>
                  <a:pt x="46" y="53"/>
                  <a:pt x="45" y="53"/>
                  <a:pt x="44" y="53"/>
                </a:cubicBezTo>
                <a:close/>
                <a:moveTo>
                  <a:pt x="99" y="33"/>
                </a:moveTo>
                <a:cubicBezTo>
                  <a:pt x="96" y="33"/>
                  <a:pt x="94" y="31"/>
                  <a:pt x="94" y="29"/>
                </a:cubicBezTo>
                <a:cubicBezTo>
                  <a:pt x="94" y="4"/>
                  <a:pt x="94" y="4"/>
                  <a:pt x="94" y="4"/>
                </a:cubicBezTo>
                <a:cubicBezTo>
                  <a:pt x="94" y="2"/>
                  <a:pt x="96" y="0"/>
                  <a:pt x="99" y="0"/>
                </a:cubicBezTo>
                <a:cubicBezTo>
                  <a:pt x="101" y="0"/>
                  <a:pt x="103" y="2"/>
                  <a:pt x="103" y="4"/>
                </a:cubicBezTo>
                <a:cubicBezTo>
                  <a:pt x="103" y="29"/>
                  <a:pt x="103" y="29"/>
                  <a:pt x="103" y="29"/>
                </a:cubicBezTo>
                <a:cubicBezTo>
                  <a:pt x="103" y="31"/>
                  <a:pt x="101" y="33"/>
                  <a:pt x="99" y="33"/>
                </a:cubicBezTo>
                <a:close/>
              </a:path>
            </a:pathLst>
          </a:custGeom>
          <a:solidFill>
            <a:srgbClr val="42424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8929687" y="5237162"/>
            <a:ext cx="1644650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39" name="Google Shape;439;p22"/>
          <p:cNvSpPr txBox="1"/>
          <p:nvPr/>
        </p:nvSpPr>
        <p:spPr>
          <a:xfrm>
            <a:off x="5275262" y="5237162"/>
            <a:ext cx="1643062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23"/>
          <p:cNvSpPr txBox="1"/>
          <p:nvPr/>
        </p:nvSpPr>
        <p:spPr>
          <a:xfrm>
            <a:off x="8945562" y="4665662"/>
            <a:ext cx="155892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45" name="Google Shape;445;p23"/>
          <p:cNvSpPr txBox="1"/>
          <p:nvPr/>
        </p:nvSpPr>
        <p:spPr>
          <a:xfrm>
            <a:off x="1635125" y="2646362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46" name="Google Shape;446;p23"/>
          <p:cNvSpPr/>
          <p:nvPr/>
        </p:nvSpPr>
        <p:spPr>
          <a:xfrm>
            <a:off x="3862387" y="1644650"/>
            <a:ext cx="4471987" cy="4479925"/>
          </a:xfrm>
          <a:custGeom>
            <a:avLst/>
            <a:gdLst/>
            <a:ahLst/>
            <a:cxnLst/>
            <a:rect l="l" t="t" r="r" b="b"/>
            <a:pathLst>
              <a:path w="1068" h="1069" extrusionOk="0">
                <a:moveTo>
                  <a:pt x="764" y="942"/>
                </a:moveTo>
                <a:cubicBezTo>
                  <a:pt x="540" y="1069"/>
                  <a:pt x="254" y="990"/>
                  <a:pt x="127" y="765"/>
                </a:cubicBezTo>
                <a:cubicBezTo>
                  <a:pt x="0" y="540"/>
                  <a:pt x="79" y="255"/>
                  <a:pt x="304" y="127"/>
                </a:cubicBezTo>
                <a:cubicBezTo>
                  <a:pt x="528" y="0"/>
                  <a:pt x="814" y="79"/>
                  <a:pt x="941" y="304"/>
                </a:cubicBezTo>
                <a:cubicBezTo>
                  <a:pt x="1068" y="529"/>
                  <a:pt x="989" y="814"/>
                  <a:pt x="764" y="94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9026525" y="4381500"/>
            <a:ext cx="1190625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000"/>
              <a:buFont typeface="Open Sans SemiBold"/>
              <a:buNone/>
            </a:pPr>
            <a:r>
              <a:rPr lang="en-US" sz="2000" b="1" i="0" u="none" dirty="0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C</a:t>
            </a:r>
            <a:endParaRPr dirty="0"/>
          </a:p>
        </p:txBody>
      </p:sp>
      <p:sp>
        <p:nvSpPr>
          <p:cNvPr id="448" name="Google Shape;448;p23"/>
          <p:cNvSpPr txBox="1"/>
          <p:nvPr/>
        </p:nvSpPr>
        <p:spPr>
          <a:xfrm>
            <a:off x="2179637" y="4373562"/>
            <a:ext cx="1192213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000"/>
              <a:buFont typeface="Open Sans SemiBold"/>
              <a:buNone/>
            </a:pPr>
            <a:r>
              <a:rPr lang="en-US" sz="20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B</a:t>
            </a:r>
            <a:endParaRPr dirty="0"/>
          </a:p>
        </p:txBody>
      </p:sp>
      <p:sp>
        <p:nvSpPr>
          <p:cNvPr id="449" name="Google Shape;449;p23"/>
          <p:cNvSpPr txBox="1"/>
          <p:nvPr/>
        </p:nvSpPr>
        <p:spPr>
          <a:xfrm>
            <a:off x="2157046" y="2386012"/>
            <a:ext cx="1222741" cy="423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720"/>
              </a:buClr>
              <a:buSzPts val="2000"/>
              <a:buFont typeface="Open Sans SemiBold"/>
              <a:buNone/>
            </a:pPr>
            <a:r>
              <a:rPr lang="en-US" sz="2000" b="1" i="0" u="none" dirty="0">
                <a:solidFill>
                  <a:srgbClr val="F5A72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A</a:t>
            </a:r>
            <a:endParaRPr dirty="0"/>
          </a:p>
        </p:txBody>
      </p:sp>
      <p:sp>
        <p:nvSpPr>
          <p:cNvPr id="450" name="Google Shape;450;p23"/>
          <p:cNvSpPr txBox="1"/>
          <p:nvPr/>
        </p:nvSpPr>
        <p:spPr>
          <a:xfrm>
            <a:off x="2362688" y="344488"/>
            <a:ext cx="7288823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Montserrat"/>
              <a:buNone/>
            </a:pPr>
            <a:r>
              <a:rPr lang="en-US" sz="52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MERCADO OBJETIVO</a:t>
            </a:r>
            <a:endParaRPr dirty="0"/>
          </a:p>
        </p:txBody>
      </p:sp>
      <p:sp>
        <p:nvSpPr>
          <p:cNvPr id="451" name="Google Shape;451;p23"/>
          <p:cNvSpPr/>
          <p:nvPr/>
        </p:nvSpPr>
        <p:spPr>
          <a:xfrm>
            <a:off x="10687050" y="4562475"/>
            <a:ext cx="862012" cy="720725"/>
          </a:xfrm>
          <a:custGeom>
            <a:avLst/>
            <a:gdLst/>
            <a:ahLst/>
            <a:cxnLst/>
            <a:rect l="l" t="t" r="r" b="b"/>
            <a:pathLst>
              <a:path w="206" h="172" extrusionOk="0">
                <a:moveTo>
                  <a:pt x="28" y="140"/>
                </a:moveTo>
                <a:cubicBezTo>
                  <a:pt x="28" y="94"/>
                  <a:pt x="28" y="94"/>
                  <a:pt x="28" y="94"/>
                </a:cubicBezTo>
                <a:cubicBezTo>
                  <a:pt x="28" y="90"/>
                  <a:pt x="31" y="87"/>
                  <a:pt x="35" y="87"/>
                </a:cubicBezTo>
                <a:cubicBezTo>
                  <a:pt x="46" y="87"/>
                  <a:pt x="46" y="87"/>
                  <a:pt x="46" y="87"/>
                </a:cubicBezTo>
                <a:cubicBezTo>
                  <a:pt x="50" y="87"/>
                  <a:pt x="53" y="90"/>
                  <a:pt x="53" y="94"/>
                </a:cubicBezTo>
                <a:cubicBezTo>
                  <a:pt x="53" y="140"/>
                  <a:pt x="53" y="140"/>
                  <a:pt x="53" y="140"/>
                </a:cubicBezTo>
                <a:cubicBezTo>
                  <a:pt x="53" y="144"/>
                  <a:pt x="50" y="147"/>
                  <a:pt x="46" y="147"/>
                </a:cubicBezTo>
                <a:cubicBezTo>
                  <a:pt x="35" y="147"/>
                  <a:pt x="35" y="147"/>
                  <a:pt x="35" y="147"/>
                </a:cubicBezTo>
                <a:cubicBezTo>
                  <a:pt x="31" y="147"/>
                  <a:pt x="28" y="144"/>
                  <a:pt x="28" y="140"/>
                </a:cubicBezTo>
                <a:close/>
                <a:moveTo>
                  <a:pt x="76" y="71"/>
                </a:moveTo>
                <a:cubicBezTo>
                  <a:pt x="72" y="71"/>
                  <a:pt x="69" y="74"/>
                  <a:pt x="69" y="77"/>
                </a:cubicBezTo>
                <a:cubicBezTo>
                  <a:pt x="69" y="140"/>
                  <a:pt x="69" y="140"/>
                  <a:pt x="69" y="140"/>
                </a:cubicBezTo>
                <a:cubicBezTo>
                  <a:pt x="69" y="144"/>
                  <a:pt x="72" y="147"/>
                  <a:pt x="76" y="147"/>
                </a:cubicBezTo>
                <a:cubicBezTo>
                  <a:pt x="87" y="147"/>
                  <a:pt x="87" y="147"/>
                  <a:pt x="87" y="147"/>
                </a:cubicBezTo>
                <a:cubicBezTo>
                  <a:pt x="91" y="147"/>
                  <a:pt x="94" y="144"/>
                  <a:pt x="94" y="140"/>
                </a:cubicBezTo>
                <a:cubicBezTo>
                  <a:pt x="94" y="77"/>
                  <a:pt x="94" y="77"/>
                  <a:pt x="94" y="77"/>
                </a:cubicBezTo>
                <a:cubicBezTo>
                  <a:pt x="94" y="74"/>
                  <a:pt x="91" y="71"/>
                  <a:pt x="87" y="71"/>
                </a:cubicBezTo>
                <a:lnTo>
                  <a:pt x="76" y="71"/>
                </a:lnTo>
                <a:close/>
                <a:moveTo>
                  <a:pt x="117" y="56"/>
                </a:moveTo>
                <a:cubicBezTo>
                  <a:pt x="113" y="56"/>
                  <a:pt x="110" y="59"/>
                  <a:pt x="110" y="63"/>
                </a:cubicBezTo>
                <a:cubicBezTo>
                  <a:pt x="110" y="140"/>
                  <a:pt x="110" y="140"/>
                  <a:pt x="110" y="140"/>
                </a:cubicBezTo>
                <a:cubicBezTo>
                  <a:pt x="110" y="144"/>
                  <a:pt x="113" y="147"/>
                  <a:pt x="117" y="147"/>
                </a:cubicBezTo>
                <a:cubicBezTo>
                  <a:pt x="128" y="147"/>
                  <a:pt x="128" y="147"/>
                  <a:pt x="128" y="147"/>
                </a:cubicBezTo>
                <a:cubicBezTo>
                  <a:pt x="132" y="147"/>
                  <a:pt x="135" y="144"/>
                  <a:pt x="135" y="140"/>
                </a:cubicBezTo>
                <a:cubicBezTo>
                  <a:pt x="135" y="63"/>
                  <a:pt x="135" y="63"/>
                  <a:pt x="135" y="63"/>
                </a:cubicBezTo>
                <a:cubicBezTo>
                  <a:pt x="135" y="59"/>
                  <a:pt x="132" y="56"/>
                  <a:pt x="128" y="56"/>
                </a:cubicBezTo>
                <a:lnTo>
                  <a:pt x="117" y="56"/>
                </a:lnTo>
                <a:close/>
                <a:moveTo>
                  <a:pt x="158" y="42"/>
                </a:moveTo>
                <a:cubicBezTo>
                  <a:pt x="154" y="42"/>
                  <a:pt x="151" y="45"/>
                  <a:pt x="151" y="49"/>
                </a:cubicBezTo>
                <a:cubicBezTo>
                  <a:pt x="151" y="140"/>
                  <a:pt x="151" y="140"/>
                  <a:pt x="151" y="140"/>
                </a:cubicBezTo>
                <a:cubicBezTo>
                  <a:pt x="151" y="144"/>
                  <a:pt x="154" y="147"/>
                  <a:pt x="158" y="147"/>
                </a:cubicBezTo>
                <a:cubicBezTo>
                  <a:pt x="170" y="147"/>
                  <a:pt x="170" y="147"/>
                  <a:pt x="170" y="147"/>
                </a:cubicBezTo>
                <a:cubicBezTo>
                  <a:pt x="173" y="147"/>
                  <a:pt x="176" y="144"/>
                  <a:pt x="176" y="140"/>
                </a:cubicBezTo>
                <a:cubicBezTo>
                  <a:pt x="176" y="49"/>
                  <a:pt x="176" y="49"/>
                  <a:pt x="176" y="49"/>
                </a:cubicBezTo>
                <a:cubicBezTo>
                  <a:pt x="176" y="45"/>
                  <a:pt x="173" y="42"/>
                  <a:pt x="170" y="42"/>
                </a:cubicBezTo>
                <a:lnTo>
                  <a:pt x="158" y="42"/>
                </a:lnTo>
                <a:close/>
                <a:moveTo>
                  <a:pt x="31" y="69"/>
                </a:moveTo>
                <a:cubicBezTo>
                  <a:pt x="75" y="61"/>
                  <a:pt x="116" y="45"/>
                  <a:pt x="153" y="23"/>
                </a:cubicBezTo>
                <a:cubicBezTo>
                  <a:pt x="157" y="30"/>
                  <a:pt x="157" y="30"/>
                  <a:pt x="157" y="30"/>
                </a:cubicBezTo>
                <a:cubicBezTo>
                  <a:pt x="170" y="9"/>
                  <a:pt x="170" y="9"/>
                  <a:pt x="170" y="9"/>
                </a:cubicBezTo>
                <a:cubicBezTo>
                  <a:pt x="145" y="8"/>
                  <a:pt x="145" y="8"/>
                  <a:pt x="145" y="8"/>
                </a:cubicBezTo>
                <a:cubicBezTo>
                  <a:pt x="149" y="15"/>
                  <a:pt x="149" y="15"/>
                  <a:pt x="149" y="15"/>
                </a:cubicBezTo>
                <a:cubicBezTo>
                  <a:pt x="113" y="37"/>
                  <a:pt x="72" y="52"/>
                  <a:pt x="29" y="60"/>
                </a:cubicBezTo>
                <a:lnTo>
                  <a:pt x="31" y="69"/>
                </a:lnTo>
                <a:close/>
                <a:moveTo>
                  <a:pt x="206" y="160"/>
                </a:moveTo>
                <a:cubicBezTo>
                  <a:pt x="185" y="148"/>
                  <a:pt x="185" y="148"/>
                  <a:pt x="185" y="148"/>
                </a:cubicBezTo>
                <a:cubicBezTo>
                  <a:pt x="185" y="156"/>
                  <a:pt x="185" y="156"/>
                  <a:pt x="185" y="156"/>
                </a:cubicBezTo>
                <a:cubicBezTo>
                  <a:pt x="17" y="156"/>
                  <a:pt x="17" y="156"/>
                  <a:pt x="17" y="156"/>
                </a:cubicBezTo>
                <a:cubicBezTo>
                  <a:pt x="17" y="21"/>
                  <a:pt x="17" y="21"/>
                  <a:pt x="17" y="21"/>
                </a:cubicBezTo>
                <a:cubicBezTo>
                  <a:pt x="25" y="21"/>
                  <a:pt x="25" y="21"/>
                  <a:pt x="25" y="21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21"/>
                  <a:pt x="0" y="21"/>
                  <a:pt x="0" y="21"/>
                </a:cubicBezTo>
                <a:cubicBezTo>
                  <a:pt x="8" y="21"/>
                  <a:pt x="8" y="21"/>
                  <a:pt x="8" y="21"/>
                </a:cubicBezTo>
                <a:cubicBezTo>
                  <a:pt x="8" y="156"/>
                  <a:pt x="8" y="156"/>
                  <a:pt x="8" y="156"/>
                </a:cubicBezTo>
                <a:cubicBezTo>
                  <a:pt x="8" y="160"/>
                  <a:pt x="8" y="160"/>
                  <a:pt x="8" y="160"/>
                </a:cubicBezTo>
                <a:cubicBezTo>
                  <a:pt x="8" y="165"/>
                  <a:pt x="8" y="165"/>
                  <a:pt x="8" y="165"/>
                </a:cubicBezTo>
                <a:cubicBezTo>
                  <a:pt x="185" y="165"/>
                  <a:pt x="185" y="165"/>
                  <a:pt x="185" y="165"/>
                </a:cubicBezTo>
                <a:cubicBezTo>
                  <a:pt x="185" y="172"/>
                  <a:pt x="185" y="172"/>
                  <a:pt x="185" y="172"/>
                </a:cubicBezTo>
                <a:lnTo>
                  <a:pt x="206" y="160"/>
                </a:ln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779462" y="4578350"/>
            <a:ext cx="769937" cy="692150"/>
          </a:xfrm>
          <a:custGeom>
            <a:avLst/>
            <a:gdLst/>
            <a:ahLst/>
            <a:cxnLst/>
            <a:rect l="l" t="t" r="r" b="b"/>
            <a:pathLst>
              <a:path w="184" h="165" extrusionOk="0">
                <a:moveTo>
                  <a:pt x="125" y="22"/>
                </a:moveTo>
                <a:cubicBezTo>
                  <a:pt x="114" y="22"/>
                  <a:pt x="114" y="22"/>
                  <a:pt x="114" y="22"/>
                </a:cubicBezTo>
                <a:cubicBezTo>
                  <a:pt x="113" y="15"/>
                  <a:pt x="108" y="10"/>
                  <a:pt x="102" y="10"/>
                </a:cubicBezTo>
                <a:cubicBezTo>
                  <a:pt x="82" y="10"/>
                  <a:pt x="82" y="10"/>
                  <a:pt x="82" y="10"/>
                </a:cubicBezTo>
                <a:cubicBezTo>
                  <a:pt x="76" y="10"/>
                  <a:pt x="71" y="15"/>
                  <a:pt x="70" y="22"/>
                </a:cubicBezTo>
                <a:cubicBezTo>
                  <a:pt x="59" y="22"/>
                  <a:pt x="59" y="22"/>
                  <a:pt x="59" y="22"/>
                </a:cubicBezTo>
                <a:cubicBezTo>
                  <a:pt x="59" y="9"/>
                  <a:pt x="68" y="0"/>
                  <a:pt x="79" y="0"/>
                </a:cubicBezTo>
                <a:cubicBezTo>
                  <a:pt x="105" y="0"/>
                  <a:pt x="105" y="0"/>
                  <a:pt x="105" y="0"/>
                </a:cubicBezTo>
                <a:cubicBezTo>
                  <a:pt x="116" y="0"/>
                  <a:pt x="125" y="9"/>
                  <a:pt x="125" y="22"/>
                </a:cubicBezTo>
                <a:close/>
                <a:moveTo>
                  <a:pt x="28" y="91"/>
                </a:moveTo>
                <a:cubicBezTo>
                  <a:pt x="74" y="91"/>
                  <a:pt x="74" y="91"/>
                  <a:pt x="74" y="91"/>
                </a:cubicBezTo>
                <a:cubicBezTo>
                  <a:pt x="74" y="85"/>
                  <a:pt x="74" y="85"/>
                  <a:pt x="74" y="85"/>
                </a:cubicBezTo>
                <a:cubicBezTo>
                  <a:pt x="74" y="80"/>
                  <a:pt x="78" y="76"/>
                  <a:pt x="83" y="76"/>
                </a:cubicBezTo>
                <a:cubicBezTo>
                  <a:pt x="101" y="76"/>
                  <a:pt x="101" y="76"/>
                  <a:pt x="101" y="76"/>
                </a:cubicBezTo>
                <a:cubicBezTo>
                  <a:pt x="106" y="76"/>
                  <a:pt x="110" y="80"/>
                  <a:pt x="110" y="85"/>
                </a:cubicBezTo>
                <a:cubicBezTo>
                  <a:pt x="110" y="91"/>
                  <a:pt x="110" y="91"/>
                  <a:pt x="110" y="91"/>
                </a:cubicBezTo>
                <a:cubicBezTo>
                  <a:pt x="156" y="91"/>
                  <a:pt x="156" y="91"/>
                  <a:pt x="156" y="91"/>
                </a:cubicBezTo>
                <a:cubicBezTo>
                  <a:pt x="170" y="91"/>
                  <a:pt x="182" y="80"/>
                  <a:pt x="184" y="65"/>
                </a:cubicBezTo>
                <a:cubicBezTo>
                  <a:pt x="184" y="51"/>
                  <a:pt x="184" y="51"/>
                  <a:pt x="184" y="51"/>
                </a:cubicBezTo>
                <a:cubicBezTo>
                  <a:pt x="184" y="37"/>
                  <a:pt x="174" y="26"/>
                  <a:pt x="162" y="26"/>
                </a:cubicBezTo>
                <a:cubicBezTo>
                  <a:pt x="152" y="26"/>
                  <a:pt x="152" y="26"/>
                  <a:pt x="152" y="26"/>
                </a:cubicBezTo>
                <a:cubicBezTo>
                  <a:pt x="147" y="26"/>
                  <a:pt x="147" y="26"/>
                  <a:pt x="147" y="26"/>
                </a:cubicBezTo>
                <a:cubicBezTo>
                  <a:pt x="140" y="26"/>
                  <a:pt x="140" y="26"/>
                  <a:pt x="140" y="26"/>
                </a:cubicBezTo>
                <a:cubicBezTo>
                  <a:pt x="132" y="26"/>
                  <a:pt x="132" y="26"/>
                  <a:pt x="132" y="26"/>
                </a:cubicBezTo>
                <a:cubicBezTo>
                  <a:pt x="126" y="26"/>
                  <a:pt x="126" y="26"/>
                  <a:pt x="126" y="26"/>
                </a:cubicBezTo>
                <a:cubicBezTo>
                  <a:pt x="113" y="26"/>
                  <a:pt x="113" y="26"/>
                  <a:pt x="113" y="26"/>
                </a:cubicBezTo>
                <a:cubicBezTo>
                  <a:pt x="71" y="26"/>
                  <a:pt x="71" y="26"/>
                  <a:pt x="71" y="26"/>
                </a:cubicBezTo>
                <a:cubicBezTo>
                  <a:pt x="58" y="26"/>
                  <a:pt x="58" y="26"/>
                  <a:pt x="58" y="26"/>
                </a:cubicBezTo>
                <a:cubicBezTo>
                  <a:pt x="43" y="26"/>
                  <a:pt x="43" y="26"/>
                  <a:pt x="43" y="26"/>
                </a:cubicBezTo>
                <a:cubicBezTo>
                  <a:pt x="35" y="26"/>
                  <a:pt x="35" y="26"/>
                  <a:pt x="35" y="26"/>
                </a:cubicBezTo>
                <a:cubicBezTo>
                  <a:pt x="29" y="26"/>
                  <a:pt x="29" y="26"/>
                  <a:pt x="29" y="26"/>
                </a:cubicBezTo>
                <a:cubicBezTo>
                  <a:pt x="22" y="26"/>
                  <a:pt x="22" y="26"/>
                  <a:pt x="22" y="26"/>
                </a:cubicBezTo>
                <a:cubicBezTo>
                  <a:pt x="10" y="26"/>
                  <a:pt x="0" y="37"/>
                  <a:pt x="0" y="51"/>
                </a:cubicBezTo>
                <a:cubicBezTo>
                  <a:pt x="0" y="65"/>
                  <a:pt x="0" y="65"/>
                  <a:pt x="0" y="65"/>
                </a:cubicBezTo>
                <a:cubicBezTo>
                  <a:pt x="2" y="80"/>
                  <a:pt x="14" y="91"/>
                  <a:pt x="28" y="91"/>
                </a:cubicBezTo>
                <a:close/>
                <a:moveTo>
                  <a:pt x="156" y="99"/>
                </a:moveTo>
                <a:cubicBezTo>
                  <a:pt x="110" y="99"/>
                  <a:pt x="110" y="99"/>
                  <a:pt x="110" y="99"/>
                </a:cubicBezTo>
                <a:cubicBezTo>
                  <a:pt x="110" y="106"/>
                  <a:pt x="110" y="106"/>
                  <a:pt x="110" y="106"/>
                </a:cubicBezTo>
                <a:cubicBezTo>
                  <a:pt x="110" y="111"/>
                  <a:pt x="106" y="115"/>
                  <a:pt x="101" y="115"/>
                </a:cubicBezTo>
                <a:cubicBezTo>
                  <a:pt x="83" y="115"/>
                  <a:pt x="83" y="115"/>
                  <a:pt x="83" y="115"/>
                </a:cubicBezTo>
                <a:cubicBezTo>
                  <a:pt x="78" y="115"/>
                  <a:pt x="74" y="111"/>
                  <a:pt x="74" y="106"/>
                </a:cubicBezTo>
                <a:cubicBezTo>
                  <a:pt x="74" y="99"/>
                  <a:pt x="74" y="99"/>
                  <a:pt x="74" y="99"/>
                </a:cubicBezTo>
                <a:cubicBezTo>
                  <a:pt x="28" y="99"/>
                  <a:pt x="28" y="99"/>
                  <a:pt x="28" y="99"/>
                </a:cubicBezTo>
                <a:cubicBezTo>
                  <a:pt x="16" y="99"/>
                  <a:pt x="6" y="93"/>
                  <a:pt x="0" y="83"/>
                </a:cubicBezTo>
                <a:cubicBezTo>
                  <a:pt x="0" y="140"/>
                  <a:pt x="0" y="140"/>
                  <a:pt x="0" y="140"/>
                </a:cubicBezTo>
                <a:cubicBezTo>
                  <a:pt x="0" y="154"/>
                  <a:pt x="10" y="165"/>
                  <a:pt x="22" y="165"/>
                </a:cubicBezTo>
                <a:cubicBezTo>
                  <a:pt x="29" y="165"/>
                  <a:pt x="29" y="165"/>
                  <a:pt x="29" y="165"/>
                </a:cubicBezTo>
                <a:cubicBezTo>
                  <a:pt x="35" y="165"/>
                  <a:pt x="35" y="165"/>
                  <a:pt x="35" y="165"/>
                </a:cubicBezTo>
                <a:cubicBezTo>
                  <a:pt x="43" y="165"/>
                  <a:pt x="43" y="165"/>
                  <a:pt x="43" y="165"/>
                </a:cubicBezTo>
                <a:cubicBezTo>
                  <a:pt x="140" y="165"/>
                  <a:pt x="140" y="165"/>
                  <a:pt x="140" y="165"/>
                </a:cubicBezTo>
                <a:cubicBezTo>
                  <a:pt x="147" y="165"/>
                  <a:pt x="147" y="165"/>
                  <a:pt x="147" y="165"/>
                </a:cubicBezTo>
                <a:cubicBezTo>
                  <a:pt x="152" y="165"/>
                  <a:pt x="152" y="165"/>
                  <a:pt x="152" y="165"/>
                </a:cubicBezTo>
                <a:cubicBezTo>
                  <a:pt x="162" y="165"/>
                  <a:pt x="162" y="165"/>
                  <a:pt x="162" y="165"/>
                </a:cubicBezTo>
                <a:cubicBezTo>
                  <a:pt x="174" y="165"/>
                  <a:pt x="184" y="154"/>
                  <a:pt x="184" y="140"/>
                </a:cubicBezTo>
                <a:cubicBezTo>
                  <a:pt x="184" y="83"/>
                  <a:pt x="184" y="83"/>
                  <a:pt x="184" y="83"/>
                </a:cubicBezTo>
                <a:cubicBezTo>
                  <a:pt x="178" y="93"/>
                  <a:pt x="168" y="99"/>
                  <a:pt x="156" y="99"/>
                </a:cubicBezTo>
                <a:close/>
                <a:moveTo>
                  <a:pt x="101" y="83"/>
                </a:moveTo>
                <a:cubicBezTo>
                  <a:pt x="83" y="83"/>
                  <a:pt x="83" y="83"/>
                  <a:pt x="83" y="83"/>
                </a:cubicBezTo>
                <a:cubicBezTo>
                  <a:pt x="82" y="83"/>
                  <a:pt x="80" y="84"/>
                  <a:pt x="80" y="86"/>
                </a:cubicBezTo>
                <a:cubicBezTo>
                  <a:pt x="80" y="90"/>
                  <a:pt x="80" y="90"/>
                  <a:pt x="80" y="90"/>
                </a:cubicBezTo>
                <a:cubicBezTo>
                  <a:pt x="80" y="93"/>
                  <a:pt x="80" y="93"/>
                  <a:pt x="80" y="93"/>
                </a:cubicBezTo>
                <a:cubicBezTo>
                  <a:pt x="80" y="98"/>
                  <a:pt x="80" y="98"/>
                  <a:pt x="80" y="98"/>
                </a:cubicBezTo>
                <a:cubicBezTo>
                  <a:pt x="80" y="100"/>
                  <a:pt x="80" y="100"/>
                  <a:pt x="80" y="100"/>
                </a:cubicBezTo>
                <a:cubicBezTo>
                  <a:pt x="80" y="105"/>
                  <a:pt x="80" y="105"/>
                  <a:pt x="80" y="105"/>
                </a:cubicBezTo>
                <a:cubicBezTo>
                  <a:pt x="80" y="107"/>
                  <a:pt x="82" y="108"/>
                  <a:pt x="83" y="108"/>
                </a:cubicBezTo>
                <a:cubicBezTo>
                  <a:pt x="101" y="108"/>
                  <a:pt x="101" y="108"/>
                  <a:pt x="101" y="108"/>
                </a:cubicBezTo>
                <a:cubicBezTo>
                  <a:pt x="102" y="108"/>
                  <a:pt x="104" y="107"/>
                  <a:pt x="104" y="105"/>
                </a:cubicBezTo>
                <a:cubicBezTo>
                  <a:pt x="104" y="100"/>
                  <a:pt x="104" y="100"/>
                  <a:pt x="104" y="100"/>
                </a:cubicBezTo>
                <a:cubicBezTo>
                  <a:pt x="104" y="98"/>
                  <a:pt x="104" y="98"/>
                  <a:pt x="104" y="98"/>
                </a:cubicBezTo>
                <a:cubicBezTo>
                  <a:pt x="104" y="93"/>
                  <a:pt x="104" y="93"/>
                  <a:pt x="104" y="93"/>
                </a:cubicBezTo>
                <a:cubicBezTo>
                  <a:pt x="104" y="90"/>
                  <a:pt x="104" y="90"/>
                  <a:pt x="104" y="90"/>
                </a:cubicBezTo>
                <a:cubicBezTo>
                  <a:pt x="104" y="86"/>
                  <a:pt x="104" y="86"/>
                  <a:pt x="104" y="86"/>
                </a:cubicBezTo>
                <a:cubicBezTo>
                  <a:pt x="104" y="84"/>
                  <a:pt x="102" y="83"/>
                  <a:pt x="101" y="83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/>
          <p:nvPr/>
        </p:nvSpPr>
        <p:spPr>
          <a:xfrm>
            <a:off x="800100" y="2559050"/>
            <a:ext cx="728662" cy="733425"/>
          </a:xfrm>
          <a:custGeom>
            <a:avLst/>
            <a:gdLst/>
            <a:ahLst/>
            <a:cxnLst/>
            <a:rect l="l" t="t" r="r" b="b"/>
            <a:pathLst>
              <a:path w="174" h="175" extrusionOk="0">
                <a:moveTo>
                  <a:pt x="171" y="75"/>
                </a:moveTo>
                <a:cubicBezTo>
                  <a:pt x="149" y="72"/>
                  <a:pt x="149" y="72"/>
                  <a:pt x="149" y="72"/>
                </a:cubicBezTo>
                <a:cubicBezTo>
                  <a:pt x="148" y="66"/>
                  <a:pt x="146" y="60"/>
                  <a:pt x="142" y="55"/>
                </a:cubicBezTo>
                <a:cubicBezTo>
                  <a:pt x="155" y="37"/>
                  <a:pt x="155" y="37"/>
                  <a:pt x="155" y="37"/>
                </a:cubicBezTo>
                <a:cubicBezTo>
                  <a:pt x="157" y="36"/>
                  <a:pt x="156" y="33"/>
                  <a:pt x="155" y="32"/>
                </a:cubicBezTo>
                <a:cubicBezTo>
                  <a:pt x="142" y="20"/>
                  <a:pt x="142" y="20"/>
                  <a:pt x="142" y="20"/>
                </a:cubicBezTo>
                <a:cubicBezTo>
                  <a:pt x="141" y="18"/>
                  <a:pt x="139" y="18"/>
                  <a:pt x="138" y="19"/>
                </a:cubicBezTo>
                <a:cubicBezTo>
                  <a:pt x="120" y="32"/>
                  <a:pt x="120" y="32"/>
                  <a:pt x="120" y="32"/>
                </a:cubicBezTo>
                <a:cubicBezTo>
                  <a:pt x="115" y="29"/>
                  <a:pt x="109" y="27"/>
                  <a:pt x="103" y="25"/>
                </a:cubicBezTo>
                <a:cubicBezTo>
                  <a:pt x="100" y="3"/>
                  <a:pt x="100" y="3"/>
                  <a:pt x="100" y="3"/>
                </a:cubicBezTo>
                <a:cubicBezTo>
                  <a:pt x="99" y="2"/>
                  <a:pt x="98" y="0"/>
                  <a:pt x="96" y="0"/>
                </a:cubicBezTo>
                <a:cubicBezTo>
                  <a:pt x="78" y="0"/>
                  <a:pt x="78" y="0"/>
                  <a:pt x="78" y="0"/>
                </a:cubicBezTo>
                <a:cubicBezTo>
                  <a:pt x="76" y="0"/>
                  <a:pt x="75" y="2"/>
                  <a:pt x="74" y="3"/>
                </a:cubicBezTo>
                <a:cubicBezTo>
                  <a:pt x="71" y="25"/>
                  <a:pt x="71" y="25"/>
                  <a:pt x="71" y="25"/>
                </a:cubicBezTo>
                <a:cubicBezTo>
                  <a:pt x="65" y="27"/>
                  <a:pt x="59" y="29"/>
                  <a:pt x="54" y="32"/>
                </a:cubicBezTo>
                <a:cubicBezTo>
                  <a:pt x="36" y="19"/>
                  <a:pt x="36" y="19"/>
                  <a:pt x="36" y="19"/>
                </a:cubicBezTo>
                <a:cubicBezTo>
                  <a:pt x="35" y="18"/>
                  <a:pt x="33" y="18"/>
                  <a:pt x="32" y="20"/>
                </a:cubicBezTo>
                <a:cubicBezTo>
                  <a:pt x="19" y="32"/>
                  <a:pt x="19" y="32"/>
                  <a:pt x="19" y="32"/>
                </a:cubicBezTo>
                <a:cubicBezTo>
                  <a:pt x="18" y="33"/>
                  <a:pt x="17" y="36"/>
                  <a:pt x="18" y="37"/>
                </a:cubicBezTo>
                <a:cubicBezTo>
                  <a:pt x="32" y="55"/>
                  <a:pt x="32" y="55"/>
                  <a:pt x="32" y="55"/>
                </a:cubicBezTo>
                <a:cubicBezTo>
                  <a:pt x="28" y="60"/>
                  <a:pt x="26" y="66"/>
                  <a:pt x="25" y="72"/>
                </a:cubicBezTo>
                <a:cubicBezTo>
                  <a:pt x="3" y="75"/>
                  <a:pt x="3" y="75"/>
                  <a:pt x="3" y="75"/>
                </a:cubicBezTo>
                <a:cubicBezTo>
                  <a:pt x="1" y="75"/>
                  <a:pt x="0" y="77"/>
                  <a:pt x="0" y="79"/>
                </a:cubicBezTo>
                <a:cubicBezTo>
                  <a:pt x="0" y="97"/>
                  <a:pt x="0" y="97"/>
                  <a:pt x="0" y="97"/>
                </a:cubicBezTo>
                <a:cubicBezTo>
                  <a:pt x="0" y="98"/>
                  <a:pt x="1" y="100"/>
                  <a:pt x="3" y="100"/>
                </a:cubicBezTo>
                <a:cubicBezTo>
                  <a:pt x="25" y="104"/>
                  <a:pt x="25" y="104"/>
                  <a:pt x="25" y="104"/>
                </a:cubicBezTo>
                <a:cubicBezTo>
                  <a:pt x="26" y="110"/>
                  <a:pt x="28" y="115"/>
                  <a:pt x="32" y="121"/>
                </a:cubicBezTo>
                <a:cubicBezTo>
                  <a:pt x="18" y="138"/>
                  <a:pt x="18" y="138"/>
                  <a:pt x="18" y="138"/>
                </a:cubicBezTo>
                <a:cubicBezTo>
                  <a:pt x="17" y="140"/>
                  <a:pt x="18" y="142"/>
                  <a:pt x="19" y="143"/>
                </a:cubicBezTo>
                <a:cubicBezTo>
                  <a:pt x="32" y="156"/>
                  <a:pt x="32" y="156"/>
                  <a:pt x="32" y="156"/>
                </a:cubicBezTo>
                <a:cubicBezTo>
                  <a:pt x="33" y="157"/>
                  <a:pt x="35" y="157"/>
                  <a:pt x="36" y="156"/>
                </a:cubicBezTo>
                <a:cubicBezTo>
                  <a:pt x="54" y="143"/>
                  <a:pt x="54" y="143"/>
                  <a:pt x="54" y="143"/>
                </a:cubicBezTo>
                <a:cubicBezTo>
                  <a:pt x="59" y="146"/>
                  <a:pt x="65" y="149"/>
                  <a:pt x="71" y="150"/>
                </a:cubicBezTo>
                <a:cubicBezTo>
                  <a:pt x="74" y="172"/>
                  <a:pt x="74" y="172"/>
                  <a:pt x="74" y="172"/>
                </a:cubicBezTo>
                <a:cubicBezTo>
                  <a:pt x="75" y="174"/>
                  <a:pt x="76" y="175"/>
                  <a:pt x="78" y="175"/>
                </a:cubicBezTo>
                <a:cubicBezTo>
                  <a:pt x="96" y="175"/>
                  <a:pt x="96" y="175"/>
                  <a:pt x="96" y="175"/>
                </a:cubicBezTo>
                <a:cubicBezTo>
                  <a:pt x="98" y="175"/>
                  <a:pt x="99" y="174"/>
                  <a:pt x="100" y="172"/>
                </a:cubicBezTo>
                <a:cubicBezTo>
                  <a:pt x="103" y="150"/>
                  <a:pt x="103" y="150"/>
                  <a:pt x="103" y="150"/>
                </a:cubicBezTo>
                <a:cubicBezTo>
                  <a:pt x="109" y="149"/>
                  <a:pt x="115" y="146"/>
                  <a:pt x="120" y="143"/>
                </a:cubicBezTo>
                <a:cubicBezTo>
                  <a:pt x="138" y="156"/>
                  <a:pt x="138" y="156"/>
                  <a:pt x="138" y="156"/>
                </a:cubicBezTo>
                <a:cubicBezTo>
                  <a:pt x="139" y="157"/>
                  <a:pt x="141" y="157"/>
                  <a:pt x="142" y="156"/>
                </a:cubicBezTo>
                <a:cubicBezTo>
                  <a:pt x="155" y="143"/>
                  <a:pt x="155" y="143"/>
                  <a:pt x="155" y="143"/>
                </a:cubicBezTo>
                <a:cubicBezTo>
                  <a:pt x="156" y="142"/>
                  <a:pt x="157" y="140"/>
                  <a:pt x="155" y="138"/>
                </a:cubicBezTo>
                <a:cubicBezTo>
                  <a:pt x="142" y="121"/>
                  <a:pt x="142" y="121"/>
                  <a:pt x="142" y="121"/>
                </a:cubicBezTo>
                <a:cubicBezTo>
                  <a:pt x="146" y="115"/>
                  <a:pt x="148" y="110"/>
                  <a:pt x="149" y="104"/>
                </a:cubicBezTo>
                <a:cubicBezTo>
                  <a:pt x="171" y="100"/>
                  <a:pt x="171" y="100"/>
                  <a:pt x="171" y="100"/>
                </a:cubicBezTo>
                <a:cubicBezTo>
                  <a:pt x="173" y="100"/>
                  <a:pt x="174" y="98"/>
                  <a:pt x="174" y="97"/>
                </a:cubicBezTo>
                <a:cubicBezTo>
                  <a:pt x="174" y="79"/>
                  <a:pt x="174" y="79"/>
                  <a:pt x="174" y="79"/>
                </a:cubicBezTo>
                <a:cubicBezTo>
                  <a:pt x="174" y="77"/>
                  <a:pt x="173" y="75"/>
                  <a:pt x="171" y="75"/>
                </a:cubicBezTo>
                <a:close/>
                <a:moveTo>
                  <a:pt x="87" y="120"/>
                </a:moveTo>
                <a:cubicBezTo>
                  <a:pt x="69" y="120"/>
                  <a:pt x="55" y="106"/>
                  <a:pt x="55" y="88"/>
                </a:cubicBezTo>
                <a:cubicBezTo>
                  <a:pt x="55" y="70"/>
                  <a:pt x="69" y="55"/>
                  <a:pt x="87" y="55"/>
                </a:cubicBezTo>
                <a:cubicBezTo>
                  <a:pt x="105" y="55"/>
                  <a:pt x="119" y="70"/>
                  <a:pt x="119" y="88"/>
                </a:cubicBezTo>
                <a:cubicBezTo>
                  <a:pt x="119" y="106"/>
                  <a:pt x="105" y="120"/>
                  <a:pt x="87" y="120"/>
                </a:cubicBezTo>
                <a:close/>
              </a:path>
            </a:pathLst>
          </a:custGeom>
          <a:solidFill>
            <a:srgbClr val="FFB6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1620837" y="4654550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3381375" y="1171575"/>
            <a:ext cx="5421312" cy="5426075"/>
          </a:xfrm>
          <a:custGeom>
            <a:avLst/>
            <a:gdLst/>
            <a:ahLst/>
            <a:cxnLst/>
            <a:rect l="l" t="t" r="r" b="b"/>
            <a:pathLst>
              <a:path w="1350" h="1350" extrusionOk="0">
                <a:moveTo>
                  <a:pt x="966" y="1189"/>
                </a:moveTo>
                <a:cubicBezTo>
                  <a:pt x="682" y="1350"/>
                  <a:pt x="322" y="1250"/>
                  <a:pt x="161" y="966"/>
                </a:cubicBezTo>
                <a:cubicBezTo>
                  <a:pt x="0" y="682"/>
                  <a:pt x="100" y="322"/>
                  <a:pt x="384" y="161"/>
                </a:cubicBezTo>
                <a:cubicBezTo>
                  <a:pt x="668" y="0"/>
                  <a:pt x="1028" y="100"/>
                  <a:pt x="1189" y="384"/>
                </a:cubicBezTo>
                <a:cubicBezTo>
                  <a:pt x="1350" y="668"/>
                  <a:pt x="1250" y="1029"/>
                  <a:pt x="966" y="1189"/>
                </a:cubicBezTo>
                <a:close/>
              </a:path>
            </a:pathLst>
          </a:custGeom>
          <a:solidFill>
            <a:srgbClr val="FFB6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/>
          <p:nvPr/>
        </p:nvSpPr>
        <p:spPr>
          <a:xfrm>
            <a:off x="3851275" y="1646237"/>
            <a:ext cx="4481512" cy="4481512"/>
          </a:xfrm>
          <a:custGeom>
            <a:avLst/>
            <a:gdLst/>
            <a:ahLst/>
            <a:cxnLst/>
            <a:rect l="l" t="t" r="r" b="b"/>
            <a:pathLst>
              <a:path w="1116" h="1115" extrusionOk="0">
                <a:moveTo>
                  <a:pt x="799" y="982"/>
                </a:moveTo>
                <a:cubicBezTo>
                  <a:pt x="564" y="1115"/>
                  <a:pt x="266" y="1033"/>
                  <a:pt x="133" y="798"/>
                </a:cubicBezTo>
                <a:cubicBezTo>
                  <a:pt x="0" y="563"/>
                  <a:pt x="83" y="265"/>
                  <a:pt x="317" y="132"/>
                </a:cubicBezTo>
                <a:cubicBezTo>
                  <a:pt x="552" y="0"/>
                  <a:pt x="850" y="82"/>
                  <a:pt x="983" y="317"/>
                </a:cubicBezTo>
                <a:cubicBezTo>
                  <a:pt x="1116" y="551"/>
                  <a:pt x="1033" y="849"/>
                  <a:pt x="799" y="98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3"/>
          <p:cNvSpPr/>
          <p:nvPr/>
        </p:nvSpPr>
        <p:spPr>
          <a:xfrm>
            <a:off x="4321175" y="2116137"/>
            <a:ext cx="3541712" cy="3541712"/>
          </a:xfrm>
          <a:custGeom>
            <a:avLst/>
            <a:gdLst/>
            <a:ahLst/>
            <a:cxnLst/>
            <a:rect l="l" t="t" r="r" b="b"/>
            <a:pathLst>
              <a:path w="882" h="881" extrusionOk="0">
                <a:moveTo>
                  <a:pt x="631" y="776"/>
                </a:moveTo>
                <a:cubicBezTo>
                  <a:pt x="446" y="881"/>
                  <a:pt x="210" y="816"/>
                  <a:pt x="105" y="630"/>
                </a:cubicBezTo>
                <a:cubicBezTo>
                  <a:pt x="0" y="445"/>
                  <a:pt x="66" y="210"/>
                  <a:pt x="251" y="105"/>
                </a:cubicBezTo>
                <a:cubicBezTo>
                  <a:pt x="436" y="0"/>
                  <a:pt x="672" y="65"/>
                  <a:pt x="777" y="250"/>
                </a:cubicBezTo>
                <a:cubicBezTo>
                  <a:pt x="882" y="436"/>
                  <a:pt x="816" y="671"/>
                  <a:pt x="631" y="776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3"/>
          <p:cNvSpPr/>
          <p:nvPr/>
        </p:nvSpPr>
        <p:spPr>
          <a:xfrm>
            <a:off x="4791075" y="2587625"/>
            <a:ext cx="2601912" cy="2600325"/>
          </a:xfrm>
          <a:custGeom>
            <a:avLst/>
            <a:gdLst/>
            <a:ahLst/>
            <a:cxnLst/>
            <a:rect l="l" t="t" r="r" b="b"/>
            <a:pathLst>
              <a:path w="648" h="647" extrusionOk="0">
                <a:moveTo>
                  <a:pt x="464" y="570"/>
                </a:moveTo>
                <a:cubicBezTo>
                  <a:pt x="327" y="647"/>
                  <a:pt x="155" y="599"/>
                  <a:pt x="78" y="463"/>
                </a:cubicBezTo>
                <a:cubicBezTo>
                  <a:pt x="0" y="327"/>
                  <a:pt x="48" y="154"/>
                  <a:pt x="184" y="77"/>
                </a:cubicBezTo>
                <a:cubicBezTo>
                  <a:pt x="321" y="0"/>
                  <a:pt x="493" y="48"/>
                  <a:pt x="570" y="184"/>
                </a:cubicBezTo>
                <a:cubicBezTo>
                  <a:pt x="648" y="320"/>
                  <a:pt x="600" y="493"/>
                  <a:pt x="464" y="57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3"/>
          <p:cNvSpPr/>
          <p:nvPr/>
        </p:nvSpPr>
        <p:spPr>
          <a:xfrm>
            <a:off x="5264150" y="3057525"/>
            <a:ext cx="1655762" cy="1658937"/>
          </a:xfrm>
          <a:custGeom>
            <a:avLst/>
            <a:gdLst/>
            <a:ahLst/>
            <a:cxnLst/>
            <a:rect l="l" t="t" r="r" b="b"/>
            <a:pathLst>
              <a:path w="412" h="413" extrusionOk="0">
                <a:moveTo>
                  <a:pt x="295" y="364"/>
                </a:moveTo>
                <a:cubicBezTo>
                  <a:pt x="208" y="413"/>
                  <a:pt x="98" y="382"/>
                  <a:pt x="49" y="295"/>
                </a:cubicBezTo>
                <a:cubicBezTo>
                  <a:pt x="0" y="208"/>
                  <a:pt x="30" y="98"/>
                  <a:pt x="117" y="49"/>
                </a:cubicBezTo>
                <a:cubicBezTo>
                  <a:pt x="204" y="0"/>
                  <a:pt x="314" y="30"/>
                  <a:pt x="363" y="117"/>
                </a:cubicBezTo>
                <a:cubicBezTo>
                  <a:pt x="412" y="204"/>
                  <a:pt x="382" y="314"/>
                  <a:pt x="295" y="364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3"/>
          <p:cNvSpPr/>
          <p:nvPr/>
        </p:nvSpPr>
        <p:spPr>
          <a:xfrm>
            <a:off x="5734050" y="3527425"/>
            <a:ext cx="715962" cy="719137"/>
          </a:xfrm>
          <a:custGeom>
            <a:avLst/>
            <a:gdLst/>
            <a:ahLst/>
            <a:cxnLst/>
            <a:rect l="l" t="t" r="r" b="b"/>
            <a:pathLst>
              <a:path w="178" h="179" extrusionOk="0">
                <a:moveTo>
                  <a:pt x="128" y="157"/>
                </a:moveTo>
                <a:cubicBezTo>
                  <a:pt x="90" y="179"/>
                  <a:pt x="42" y="165"/>
                  <a:pt x="21" y="128"/>
                </a:cubicBezTo>
                <a:cubicBezTo>
                  <a:pt x="0" y="90"/>
                  <a:pt x="13" y="43"/>
                  <a:pt x="50" y="21"/>
                </a:cubicBezTo>
                <a:cubicBezTo>
                  <a:pt x="88" y="0"/>
                  <a:pt x="136" y="13"/>
                  <a:pt x="157" y="51"/>
                </a:cubicBezTo>
                <a:cubicBezTo>
                  <a:pt x="178" y="88"/>
                  <a:pt x="165" y="136"/>
                  <a:pt x="128" y="15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3"/>
          <p:cNvSpPr/>
          <p:nvPr/>
        </p:nvSpPr>
        <p:spPr>
          <a:xfrm>
            <a:off x="6007100" y="2044700"/>
            <a:ext cx="3217862" cy="1912937"/>
          </a:xfrm>
          <a:custGeom>
            <a:avLst/>
            <a:gdLst/>
            <a:ahLst/>
            <a:cxnLst/>
            <a:rect l="l" t="t" r="r" b="b"/>
            <a:pathLst>
              <a:path w="801" h="476" extrusionOk="0">
                <a:moveTo>
                  <a:pt x="6" y="461"/>
                </a:moveTo>
                <a:cubicBezTo>
                  <a:pt x="0" y="450"/>
                  <a:pt x="3" y="436"/>
                  <a:pt x="14" y="430"/>
                </a:cubicBezTo>
                <a:cubicBezTo>
                  <a:pt x="763" y="6"/>
                  <a:pt x="763" y="6"/>
                  <a:pt x="763" y="6"/>
                </a:cubicBezTo>
                <a:cubicBezTo>
                  <a:pt x="774" y="0"/>
                  <a:pt x="788" y="4"/>
                  <a:pt x="794" y="15"/>
                </a:cubicBezTo>
                <a:cubicBezTo>
                  <a:pt x="801" y="26"/>
                  <a:pt x="797" y="40"/>
                  <a:pt x="786" y="46"/>
                </a:cubicBezTo>
                <a:cubicBezTo>
                  <a:pt x="37" y="470"/>
                  <a:pt x="37" y="470"/>
                  <a:pt x="37" y="470"/>
                </a:cubicBezTo>
                <a:cubicBezTo>
                  <a:pt x="26" y="476"/>
                  <a:pt x="12" y="472"/>
                  <a:pt x="6" y="461"/>
                </a:cubicBezTo>
                <a:close/>
              </a:path>
            </a:pathLst>
          </a:custGeom>
          <a:solidFill>
            <a:srgbClr val="9C6741"/>
          </a:solidFill>
          <a:ln w="60325" cap="flat" cmpd="sng">
            <a:solidFill>
              <a:srgbClr val="FFFFFF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3"/>
          <p:cNvSpPr/>
          <p:nvPr/>
        </p:nvSpPr>
        <p:spPr>
          <a:xfrm>
            <a:off x="8516937" y="2257425"/>
            <a:ext cx="1068387" cy="433387"/>
          </a:xfrm>
          <a:custGeom>
            <a:avLst/>
            <a:gdLst/>
            <a:ahLst/>
            <a:cxnLst/>
            <a:rect l="l" t="t" r="r" b="b"/>
            <a:pathLst>
              <a:path w="673" h="273" extrusionOk="0">
                <a:moveTo>
                  <a:pt x="0" y="190"/>
                </a:moveTo>
                <a:lnTo>
                  <a:pt x="218" y="273"/>
                </a:lnTo>
                <a:lnTo>
                  <a:pt x="673" y="91"/>
                </a:lnTo>
                <a:lnTo>
                  <a:pt x="337" y="0"/>
                </a:lnTo>
                <a:lnTo>
                  <a:pt x="0" y="190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23"/>
          <p:cNvSpPr/>
          <p:nvPr/>
        </p:nvSpPr>
        <p:spPr>
          <a:xfrm>
            <a:off x="8456612" y="1617662"/>
            <a:ext cx="687387" cy="836612"/>
          </a:xfrm>
          <a:custGeom>
            <a:avLst/>
            <a:gdLst/>
            <a:ahLst/>
            <a:cxnLst/>
            <a:rect l="l" t="t" r="r" b="b"/>
            <a:pathLst>
              <a:path w="433" h="527" extrusionOk="0">
                <a:moveTo>
                  <a:pt x="0" y="527"/>
                </a:moveTo>
                <a:lnTo>
                  <a:pt x="41" y="297"/>
                </a:lnTo>
                <a:lnTo>
                  <a:pt x="433" y="0"/>
                </a:lnTo>
                <a:lnTo>
                  <a:pt x="337" y="337"/>
                </a:lnTo>
                <a:lnTo>
                  <a:pt x="0" y="527"/>
                </a:lnTo>
                <a:close/>
              </a:path>
            </a:pathLst>
          </a:custGeom>
          <a:solidFill>
            <a:srgbClr val="30303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4"/>
          <p:cNvSpPr txBox="1"/>
          <p:nvPr/>
        </p:nvSpPr>
        <p:spPr>
          <a:xfrm>
            <a:off x="2236787" y="863600"/>
            <a:ext cx="1350962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469" name="Google Shape;469;p24"/>
          <p:cNvSpPr/>
          <p:nvPr/>
        </p:nvSpPr>
        <p:spPr>
          <a:xfrm>
            <a:off x="5353050" y="3254375"/>
            <a:ext cx="1555750" cy="347662"/>
          </a:xfrm>
          <a:custGeom>
            <a:avLst/>
            <a:gdLst/>
            <a:ahLst/>
            <a:cxnLst/>
            <a:rect l="l" t="t" r="r" b="b"/>
            <a:pathLst>
              <a:path w="354" h="79" extrusionOk="0">
                <a:moveTo>
                  <a:pt x="354" y="39"/>
                </a:moveTo>
                <a:cubicBezTo>
                  <a:pt x="354" y="24"/>
                  <a:pt x="347" y="10"/>
                  <a:pt x="336" y="0"/>
                </a:cubicBezTo>
                <a:cubicBezTo>
                  <a:pt x="0" y="0"/>
                  <a:pt x="0" y="0"/>
                  <a:pt x="0" y="0"/>
                </a:cubicBezTo>
                <a:cubicBezTo>
                  <a:pt x="7" y="11"/>
                  <a:pt x="12" y="25"/>
                  <a:pt x="12" y="39"/>
                </a:cubicBezTo>
                <a:cubicBezTo>
                  <a:pt x="12" y="54"/>
                  <a:pt x="7" y="67"/>
                  <a:pt x="0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47" y="69"/>
                  <a:pt x="354" y="55"/>
                  <a:pt x="354" y="39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4"/>
          <p:cNvSpPr/>
          <p:nvPr/>
        </p:nvSpPr>
        <p:spPr>
          <a:xfrm>
            <a:off x="6943725" y="3254375"/>
            <a:ext cx="1554162" cy="347662"/>
          </a:xfrm>
          <a:custGeom>
            <a:avLst/>
            <a:gdLst/>
            <a:ahLst/>
            <a:cxnLst/>
            <a:rect l="l" t="t" r="r" b="b"/>
            <a:pathLst>
              <a:path w="354" h="79" extrusionOk="0">
                <a:moveTo>
                  <a:pt x="354" y="39"/>
                </a:moveTo>
                <a:cubicBezTo>
                  <a:pt x="354" y="24"/>
                  <a:pt x="347" y="10"/>
                  <a:pt x="336" y="0"/>
                </a:cubicBezTo>
                <a:cubicBezTo>
                  <a:pt x="0" y="0"/>
                  <a:pt x="0" y="0"/>
                  <a:pt x="0" y="0"/>
                </a:cubicBezTo>
                <a:cubicBezTo>
                  <a:pt x="7" y="11"/>
                  <a:pt x="12" y="25"/>
                  <a:pt x="12" y="39"/>
                </a:cubicBezTo>
                <a:cubicBezTo>
                  <a:pt x="12" y="54"/>
                  <a:pt x="7" y="67"/>
                  <a:pt x="0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47" y="69"/>
                  <a:pt x="354" y="55"/>
                  <a:pt x="354" y="39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4"/>
          <p:cNvSpPr/>
          <p:nvPr/>
        </p:nvSpPr>
        <p:spPr>
          <a:xfrm>
            <a:off x="3763962" y="3254375"/>
            <a:ext cx="1554162" cy="347662"/>
          </a:xfrm>
          <a:custGeom>
            <a:avLst/>
            <a:gdLst/>
            <a:ahLst/>
            <a:cxnLst/>
            <a:rect l="l" t="t" r="r" b="b"/>
            <a:pathLst>
              <a:path w="354" h="79" extrusionOk="0">
                <a:moveTo>
                  <a:pt x="354" y="39"/>
                </a:moveTo>
                <a:cubicBezTo>
                  <a:pt x="354" y="24"/>
                  <a:pt x="347" y="10"/>
                  <a:pt x="336" y="0"/>
                </a:cubicBezTo>
                <a:cubicBezTo>
                  <a:pt x="0" y="0"/>
                  <a:pt x="0" y="0"/>
                  <a:pt x="0" y="0"/>
                </a:cubicBezTo>
                <a:cubicBezTo>
                  <a:pt x="7" y="11"/>
                  <a:pt x="11" y="25"/>
                  <a:pt x="11" y="39"/>
                </a:cubicBezTo>
                <a:cubicBezTo>
                  <a:pt x="11" y="54"/>
                  <a:pt x="7" y="67"/>
                  <a:pt x="0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47" y="69"/>
                  <a:pt x="354" y="55"/>
                  <a:pt x="354" y="39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2170112" y="3254375"/>
            <a:ext cx="1558925" cy="347662"/>
          </a:xfrm>
          <a:custGeom>
            <a:avLst/>
            <a:gdLst/>
            <a:ahLst/>
            <a:cxnLst/>
            <a:rect l="l" t="t" r="r" b="b"/>
            <a:pathLst>
              <a:path w="355" h="79" extrusionOk="0">
                <a:moveTo>
                  <a:pt x="355" y="39"/>
                </a:moveTo>
                <a:cubicBezTo>
                  <a:pt x="355" y="24"/>
                  <a:pt x="348" y="10"/>
                  <a:pt x="337" y="0"/>
                </a:cubicBezTo>
                <a:cubicBezTo>
                  <a:pt x="0" y="0"/>
                  <a:pt x="0" y="0"/>
                  <a:pt x="0" y="0"/>
                </a:cubicBezTo>
                <a:cubicBezTo>
                  <a:pt x="8" y="11"/>
                  <a:pt x="12" y="25"/>
                  <a:pt x="12" y="39"/>
                </a:cubicBezTo>
                <a:cubicBezTo>
                  <a:pt x="12" y="54"/>
                  <a:pt x="8" y="67"/>
                  <a:pt x="0" y="79"/>
                </a:cubicBezTo>
                <a:cubicBezTo>
                  <a:pt x="337" y="79"/>
                  <a:pt x="337" y="79"/>
                  <a:pt x="337" y="79"/>
                </a:cubicBezTo>
                <a:cubicBezTo>
                  <a:pt x="348" y="69"/>
                  <a:pt x="355" y="55"/>
                  <a:pt x="355" y="39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/>
          <p:nvPr/>
        </p:nvSpPr>
        <p:spPr>
          <a:xfrm>
            <a:off x="8532812" y="3254375"/>
            <a:ext cx="1555750" cy="347662"/>
          </a:xfrm>
          <a:custGeom>
            <a:avLst/>
            <a:gdLst/>
            <a:ahLst/>
            <a:cxnLst/>
            <a:rect l="l" t="t" r="r" b="b"/>
            <a:pathLst>
              <a:path w="354" h="79" extrusionOk="0">
                <a:moveTo>
                  <a:pt x="354" y="39"/>
                </a:moveTo>
                <a:cubicBezTo>
                  <a:pt x="354" y="24"/>
                  <a:pt x="347" y="10"/>
                  <a:pt x="336" y="0"/>
                </a:cubicBezTo>
                <a:cubicBezTo>
                  <a:pt x="0" y="0"/>
                  <a:pt x="0" y="0"/>
                  <a:pt x="0" y="0"/>
                </a:cubicBezTo>
                <a:cubicBezTo>
                  <a:pt x="8" y="11"/>
                  <a:pt x="12" y="25"/>
                  <a:pt x="12" y="39"/>
                </a:cubicBezTo>
                <a:cubicBezTo>
                  <a:pt x="12" y="54"/>
                  <a:pt x="8" y="67"/>
                  <a:pt x="0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47" y="69"/>
                  <a:pt x="354" y="55"/>
                  <a:pt x="354" y="39"/>
                </a:cubicBezTo>
                <a:close/>
              </a:path>
            </a:pathLst>
          </a:cu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4"/>
          <p:cNvSpPr/>
          <p:nvPr/>
        </p:nvSpPr>
        <p:spPr>
          <a:xfrm>
            <a:off x="531812" y="3254375"/>
            <a:ext cx="1608137" cy="347662"/>
          </a:xfrm>
          <a:custGeom>
            <a:avLst/>
            <a:gdLst/>
            <a:ahLst/>
            <a:cxnLst/>
            <a:rect l="l" t="t" r="r" b="b"/>
            <a:pathLst>
              <a:path w="366" h="79" extrusionOk="0">
                <a:moveTo>
                  <a:pt x="0" y="79"/>
                </a:moveTo>
                <a:cubicBezTo>
                  <a:pt x="347" y="79"/>
                  <a:pt x="347" y="79"/>
                  <a:pt x="347" y="79"/>
                </a:cubicBezTo>
                <a:cubicBezTo>
                  <a:pt x="358" y="69"/>
                  <a:pt x="366" y="55"/>
                  <a:pt x="366" y="39"/>
                </a:cubicBezTo>
                <a:cubicBezTo>
                  <a:pt x="366" y="24"/>
                  <a:pt x="358" y="10"/>
                  <a:pt x="347" y="0"/>
                </a:cubicBezTo>
                <a:cubicBezTo>
                  <a:pt x="0" y="0"/>
                  <a:pt x="0" y="0"/>
                  <a:pt x="0" y="0"/>
                </a:cubicBezTo>
                <a:lnTo>
                  <a:pt x="0" y="79"/>
                </a:ln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4"/>
          <p:cNvSpPr/>
          <p:nvPr/>
        </p:nvSpPr>
        <p:spPr>
          <a:xfrm>
            <a:off x="10123487" y="3254375"/>
            <a:ext cx="1554162" cy="347662"/>
          </a:xfrm>
          <a:custGeom>
            <a:avLst/>
            <a:gdLst/>
            <a:ahLst/>
            <a:cxnLst/>
            <a:rect l="l" t="t" r="r" b="b"/>
            <a:pathLst>
              <a:path w="354" h="79" extrusionOk="0">
                <a:moveTo>
                  <a:pt x="354" y="39"/>
                </a:moveTo>
                <a:cubicBezTo>
                  <a:pt x="354" y="24"/>
                  <a:pt x="347" y="10"/>
                  <a:pt x="336" y="0"/>
                </a:cubicBezTo>
                <a:cubicBezTo>
                  <a:pt x="0" y="0"/>
                  <a:pt x="0" y="0"/>
                  <a:pt x="0" y="0"/>
                </a:cubicBezTo>
                <a:cubicBezTo>
                  <a:pt x="8" y="11"/>
                  <a:pt x="12" y="25"/>
                  <a:pt x="12" y="39"/>
                </a:cubicBezTo>
                <a:cubicBezTo>
                  <a:pt x="12" y="54"/>
                  <a:pt x="8" y="67"/>
                  <a:pt x="0" y="79"/>
                </a:cubicBezTo>
                <a:cubicBezTo>
                  <a:pt x="336" y="79"/>
                  <a:pt x="336" y="79"/>
                  <a:pt x="336" y="79"/>
                </a:cubicBezTo>
                <a:cubicBezTo>
                  <a:pt x="347" y="69"/>
                  <a:pt x="354" y="55"/>
                  <a:pt x="354" y="39"/>
                </a:cubicBezTo>
                <a:close/>
              </a:path>
            </a:pathLst>
          </a:custGeom>
          <a:solidFill>
            <a:srgbClr val="FFC7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 txBox="1"/>
          <p:nvPr/>
        </p:nvSpPr>
        <p:spPr>
          <a:xfrm>
            <a:off x="8778875" y="2562225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2017</a:t>
            </a:r>
            <a:endParaRPr/>
          </a:p>
        </p:txBody>
      </p:sp>
      <p:sp>
        <p:nvSpPr>
          <p:cNvPr id="477" name="Google Shape;477;p24"/>
          <p:cNvSpPr txBox="1"/>
          <p:nvPr/>
        </p:nvSpPr>
        <p:spPr>
          <a:xfrm>
            <a:off x="5621337" y="2562225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2000</a:t>
            </a:r>
            <a:endParaRPr/>
          </a:p>
        </p:txBody>
      </p:sp>
      <p:sp>
        <p:nvSpPr>
          <p:cNvPr id="478" name="Google Shape;478;p24"/>
          <p:cNvSpPr txBox="1"/>
          <p:nvPr/>
        </p:nvSpPr>
        <p:spPr>
          <a:xfrm>
            <a:off x="2420937" y="2562225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1975</a:t>
            </a:r>
            <a:endParaRPr/>
          </a:p>
        </p:txBody>
      </p:sp>
      <p:sp>
        <p:nvSpPr>
          <p:cNvPr id="479" name="Google Shape;479;p24"/>
          <p:cNvSpPr txBox="1"/>
          <p:nvPr/>
        </p:nvSpPr>
        <p:spPr>
          <a:xfrm>
            <a:off x="7150100" y="3735387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2010</a:t>
            </a:r>
            <a:endParaRPr/>
          </a:p>
        </p:txBody>
      </p:sp>
      <p:sp>
        <p:nvSpPr>
          <p:cNvPr id="480" name="Google Shape;480;p24"/>
          <p:cNvSpPr txBox="1"/>
          <p:nvPr/>
        </p:nvSpPr>
        <p:spPr>
          <a:xfrm>
            <a:off x="10369550" y="3735387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2020</a:t>
            </a:r>
            <a:endParaRPr/>
          </a:p>
        </p:txBody>
      </p:sp>
      <p:sp>
        <p:nvSpPr>
          <p:cNvPr id="481" name="Google Shape;481;p24"/>
          <p:cNvSpPr txBox="1"/>
          <p:nvPr/>
        </p:nvSpPr>
        <p:spPr>
          <a:xfrm>
            <a:off x="3992562" y="3735387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1990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790575" y="3735387"/>
            <a:ext cx="1317625" cy="760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600"/>
              <a:buFont typeface="Open Sans SemiBold"/>
              <a:buNone/>
            </a:pPr>
            <a:r>
              <a:rPr lang="en-US" sz="3600" b="1" i="0" u="none">
                <a:solidFill>
                  <a:srgbClr val="42424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1960</a:t>
            </a:r>
            <a:endParaRPr/>
          </a:p>
        </p:txBody>
      </p:sp>
      <p:cxnSp>
        <p:nvCxnSpPr>
          <p:cNvPr id="483" name="Google Shape;483;p24"/>
          <p:cNvCxnSpPr/>
          <p:nvPr/>
        </p:nvCxnSpPr>
        <p:spPr>
          <a:xfrm rot="10800000">
            <a:off x="10899775" y="1873250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4" name="Google Shape;484;p24"/>
          <p:cNvCxnSpPr/>
          <p:nvPr/>
        </p:nvCxnSpPr>
        <p:spPr>
          <a:xfrm rot="10800000">
            <a:off x="7721600" y="1873250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5" name="Google Shape;485;p24"/>
          <p:cNvCxnSpPr/>
          <p:nvPr/>
        </p:nvCxnSpPr>
        <p:spPr>
          <a:xfrm rot="10800000">
            <a:off x="4541837" y="1873250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6" name="Google Shape;486;p24"/>
          <p:cNvCxnSpPr/>
          <p:nvPr/>
        </p:nvCxnSpPr>
        <p:spPr>
          <a:xfrm>
            <a:off x="2925762" y="3741737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7" name="Google Shape;487;p24"/>
          <p:cNvCxnSpPr/>
          <p:nvPr/>
        </p:nvCxnSpPr>
        <p:spPr>
          <a:xfrm>
            <a:off x="6105525" y="3741737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8" name="Google Shape;488;p24"/>
          <p:cNvCxnSpPr/>
          <p:nvPr/>
        </p:nvCxnSpPr>
        <p:spPr>
          <a:xfrm>
            <a:off x="9288462" y="3741737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9" name="Google Shape;489;p24"/>
          <p:cNvCxnSpPr/>
          <p:nvPr/>
        </p:nvCxnSpPr>
        <p:spPr>
          <a:xfrm rot="10800000">
            <a:off x="1335087" y="1873250"/>
            <a:ext cx="0" cy="1239837"/>
          </a:xfrm>
          <a:prstGeom prst="straightConnector1">
            <a:avLst/>
          </a:prstGeom>
          <a:noFill/>
          <a:ln w="396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90" name="Google Shape;490;p24"/>
          <p:cNvSpPr/>
          <p:nvPr/>
        </p:nvSpPr>
        <p:spPr>
          <a:xfrm>
            <a:off x="10461625" y="876300"/>
            <a:ext cx="882650" cy="887412"/>
          </a:xfrm>
          <a:prstGeom prst="ellipse">
            <a:avLst/>
          </a:prstGeom>
          <a:solidFill>
            <a:srgbClr val="FFC7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4"/>
          <p:cNvSpPr/>
          <p:nvPr/>
        </p:nvSpPr>
        <p:spPr>
          <a:xfrm>
            <a:off x="7277100" y="876300"/>
            <a:ext cx="887412" cy="887412"/>
          </a:xfrm>
          <a:prstGeom prst="ellipse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/>
          <p:nvPr/>
        </p:nvSpPr>
        <p:spPr>
          <a:xfrm>
            <a:off x="4097337" y="876300"/>
            <a:ext cx="882650" cy="887412"/>
          </a:xfrm>
          <a:prstGeom prst="ellipse">
            <a:avLst/>
          </a:pr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24"/>
          <p:cNvSpPr/>
          <p:nvPr/>
        </p:nvSpPr>
        <p:spPr>
          <a:xfrm>
            <a:off x="2481262" y="5091112"/>
            <a:ext cx="887412" cy="884237"/>
          </a:xfrm>
          <a:prstGeom prst="ellipse">
            <a:avLst/>
          </a:pr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/>
          <p:nvPr/>
        </p:nvSpPr>
        <p:spPr>
          <a:xfrm>
            <a:off x="5665787" y="5091112"/>
            <a:ext cx="882650" cy="884237"/>
          </a:xfrm>
          <a:prstGeom prst="ellipse">
            <a:avLst/>
          </a:pr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24"/>
          <p:cNvSpPr/>
          <p:nvPr/>
        </p:nvSpPr>
        <p:spPr>
          <a:xfrm>
            <a:off x="8845550" y="5091112"/>
            <a:ext cx="882650" cy="884237"/>
          </a:xfrm>
          <a:prstGeom prst="ellipse">
            <a:avLst/>
          </a:pr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/>
          <p:nvPr/>
        </p:nvSpPr>
        <p:spPr>
          <a:xfrm>
            <a:off x="892175" y="876300"/>
            <a:ext cx="882650" cy="887412"/>
          </a:xfrm>
          <a:prstGeom prst="ellipse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24"/>
          <p:cNvSpPr txBox="1"/>
          <p:nvPr/>
        </p:nvSpPr>
        <p:spPr>
          <a:xfrm>
            <a:off x="2486024" y="1763712"/>
            <a:ext cx="125253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B</a:t>
            </a:r>
            <a:endParaRPr dirty="0"/>
          </a:p>
        </p:txBody>
      </p:sp>
      <p:sp>
        <p:nvSpPr>
          <p:cNvPr id="498" name="Google Shape;498;p24"/>
          <p:cNvSpPr txBox="1"/>
          <p:nvPr/>
        </p:nvSpPr>
        <p:spPr>
          <a:xfrm>
            <a:off x="5665787" y="1763712"/>
            <a:ext cx="1250948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D</a:t>
            </a:r>
            <a:endParaRPr dirty="0"/>
          </a:p>
        </p:txBody>
      </p:sp>
      <p:sp>
        <p:nvSpPr>
          <p:cNvPr id="499" name="Google Shape;499;p24"/>
          <p:cNvSpPr txBox="1"/>
          <p:nvPr/>
        </p:nvSpPr>
        <p:spPr>
          <a:xfrm>
            <a:off x="8840787" y="1763712"/>
            <a:ext cx="1147757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FF91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F</a:t>
            </a:r>
            <a:endParaRPr dirty="0"/>
          </a:p>
        </p:txBody>
      </p:sp>
      <p:sp>
        <p:nvSpPr>
          <p:cNvPr id="500" name="Google Shape;500;p24"/>
          <p:cNvSpPr txBox="1"/>
          <p:nvPr/>
        </p:nvSpPr>
        <p:spPr>
          <a:xfrm>
            <a:off x="10404474" y="4695825"/>
            <a:ext cx="122554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B41E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FAB41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G</a:t>
            </a:r>
            <a:endParaRPr dirty="0"/>
          </a:p>
        </p:txBody>
      </p:sp>
      <p:sp>
        <p:nvSpPr>
          <p:cNvPr id="501" name="Google Shape;501;p24"/>
          <p:cNvSpPr txBox="1"/>
          <p:nvPr/>
        </p:nvSpPr>
        <p:spPr>
          <a:xfrm>
            <a:off x="7146926" y="4695825"/>
            <a:ext cx="1176336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E</a:t>
            </a:r>
            <a:endParaRPr dirty="0"/>
          </a:p>
        </p:txBody>
      </p:sp>
      <p:sp>
        <p:nvSpPr>
          <p:cNvPr id="502" name="Google Shape;502;p24"/>
          <p:cNvSpPr txBox="1"/>
          <p:nvPr/>
        </p:nvSpPr>
        <p:spPr>
          <a:xfrm>
            <a:off x="3968751" y="4695825"/>
            <a:ext cx="1192211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BAC7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18BAC7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C</a:t>
            </a:r>
            <a:endParaRPr dirty="0"/>
          </a:p>
        </p:txBody>
      </p:sp>
      <p:sp>
        <p:nvSpPr>
          <p:cNvPr id="503" name="Google Shape;503;p24"/>
          <p:cNvSpPr txBox="1"/>
          <p:nvPr/>
        </p:nvSpPr>
        <p:spPr>
          <a:xfrm>
            <a:off x="790575" y="4695825"/>
            <a:ext cx="1192212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100"/>
              <a:buFont typeface="Open Sans SemiBold"/>
              <a:buNone/>
            </a:pPr>
            <a:r>
              <a:rPr lang="en-US" sz="2100" b="1" i="0" u="none" dirty="0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A</a:t>
            </a:r>
            <a:endParaRPr dirty="0"/>
          </a:p>
        </p:txBody>
      </p:sp>
      <p:sp>
        <p:nvSpPr>
          <p:cNvPr id="504" name="Google Shape;504;p24"/>
          <p:cNvSpPr/>
          <p:nvPr/>
        </p:nvSpPr>
        <p:spPr>
          <a:xfrm>
            <a:off x="4321175" y="1060450"/>
            <a:ext cx="434975" cy="523875"/>
          </a:xfrm>
          <a:custGeom>
            <a:avLst/>
            <a:gdLst/>
            <a:ahLst/>
            <a:cxnLst/>
            <a:rect l="l" t="t" r="r" b="b"/>
            <a:pathLst>
              <a:path w="99" h="119" extrusionOk="0">
                <a:moveTo>
                  <a:pt x="67" y="115"/>
                </a:moveTo>
                <a:cubicBezTo>
                  <a:pt x="67" y="117"/>
                  <a:pt x="65" y="119"/>
                  <a:pt x="62" y="119"/>
                </a:cubicBezTo>
                <a:cubicBezTo>
                  <a:pt x="37" y="119"/>
                  <a:pt x="37" y="119"/>
                  <a:pt x="37" y="119"/>
                </a:cubicBezTo>
                <a:cubicBezTo>
                  <a:pt x="35" y="119"/>
                  <a:pt x="33" y="117"/>
                  <a:pt x="33" y="115"/>
                </a:cubicBezTo>
                <a:cubicBezTo>
                  <a:pt x="33" y="115"/>
                  <a:pt x="33" y="115"/>
                  <a:pt x="33" y="115"/>
                </a:cubicBezTo>
                <a:cubicBezTo>
                  <a:pt x="33" y="112"/>
                  <a:pt x="35" y="110"/>
                  <a:pt x="37" y="110"/>
                </a:cubicBezTo>
                <a:cubicBezTo>
                  <a:pt x="62" y="110"/>
                  <a:pt x="62" y="110"/>
                  <a:pt x="62" y="110"/>
                </a:cubicBezTo>
                <a:cubicBezTo>
                  <a:pt x="65" y="110"/>
                  <a:pt x="67" y="112"/>
                  <a:pt x="67" y="115"/>
                </a:cubicBezTo>
                <a:close/>
                <a:moveTo>
                  <a:pt x="67" y="104"/>
                </a:moveTo>
                <a:cubicBezTo>
                  <a:pt x="67" y="101"/>
                  <a:pt x="65" y="100"/>
                  <a:pt x="62" y="100"/>
                </a:cubicBezTo>
                <a:cubicBezTo>
                  <a:pt x="37" y="100"/>
                  <a:pt x="37" y="100"/>
                  <a:pt x="37" y="100"/>
                </a:cubicBezTo>
                <a:cubicBezTo>
                  <a:pt x="35" y="100"/>
                  <a:pt x="33" y="101"/>
                  <a:pt x="33" y="104"/>
                </a:cubicBezTo>
                <a:cubicBezTo>
                  <a:pt x="33" y="104"/>
                  <a:pt x="33" y="104"/>
                  <a:pt x="33" y="104"/>
                </a:cubicBezTo>
                <a:cubicBezTo>
                  <a:pt x="33" y="106"/>
                  <a:pt x="35" y="108"/>
                  <a:pt x="37" y="108"/>
                </a:cubicBezTo>
                <a:cubicBezTo>
                  <a:pt x="62" y="108"/>
                  <a:pt x="62" y="108"/>
                  <a:pt x="62" y="108"/>
                </a:cubicBezTo>
                <a:cubicBezTo>
                  <a:pt x="65" y="108"/>
                  <a:pt x="67" y="106"/>
                  <a:pt x="67" y="104"/>
                </a:cubicBezTo>
                <a:close/>
                <a:moveTo>
                  <a:pt x="54" y="58"/>
                </a:moveTo>
                <a:cubicBezTo>
                  <a:pt x="48" y="58"/>
                  <a:pt x="48" y="58"/>
                  <a:pt x="48" y="58"/>
                </a:cubicBezTo>
                <a:cubicBezTo>
                  <a:pt x="46" y="58"/>
                  <a:pt x="46" y="58"/>
                  <a:pt x="46" y="58"/>
                </a:cubicBezTo>
                <a:cubicBezTo>
                  <a:pt x="46" y="97"/>
                  <a:pt x="46" y="97"/>
                  <a:pt x="46" y="97"/>
                </a:cubicBezTo>
                <a:cubicBezTo>
                  <a:pt x="47" y="97"/>
                  <a:pt x="48" y="97"/>
                  <a:pt x="50" y="97"/>
                </a:cubicBezTo>
                <a:cubicBezTo>
                  <a:pt x="50" y="97"/>
                  <a:pt x="50" y="97"/>
                  <a:pt x="50" y="97"/>
                </a:cubicBezTo>
                <a:cubicBezTo>
                  <a:pt x="50" y="97"/>
                  <a:pt x="50" y="97"/>
                  <a:pt x="50" y="97"/>
                </a:cubicBezTo>
                <a:cubicBezTo>
                  <a:pt x="50" y="97"/>
                  <a:pt x="50" y="97"/>
                  <a:pt x="50" y="97"/>
                </a:cubicBezTo>
                <a:cubicBezTo>
                  <a:pt x="50" y="97"/>
                  <a:pt x="50" y="97"/>
                  <a:pt x="50" y="97"/>
                </a:cubicBezTo>
                <a:cubicBezTo>
                  <a:pt x="51" y="97"/>
                  <a:pt x="53" y="97"/>
                  <a:pt x="54" y="97"/>
                </a:cubicBezTo>
                <a:lnTo>
                  <a:pt x="54" y="58"/>
                </a:lnTo>
                <a:close/>
                <a:moveTo>
                  <a:pt x="36" y="42"/>
                </a:moveTo>
                <a:cubicBezTo>
                  <a:pt x="33" y="42"/>
                  <a:pt x="30" y="45"/>
                  <a:pt x="30" y="48"/>
                </a:cubicBezTo>
                <a:cubicBezTo>
                  <a:pt x="30" y="52"/>
                  <a:pt x="33" y="54"/>
                  <a:pt x="36" y="54"/>
                </a:cubicBezTo>
                <a:cubicBezTo>
                  <a:pt x="42" y="54"/>
                  <a:pt x="42" y="54"/>
                  <a:pt x="42" y="54"/>
                </a:cubicBezTo>
                <a:cubicBezTo>
                  <a:pt x="42" y="48"/>
                  <a:pt x="42" y="48"/>
                  <a:pt x="42" y="48"/>
                </a:cubicBezTo>
                <a:cubicBezTo>
                  <a:pt x="42" y="45"/>
                  <a:pt x="39" y="42"/>
                  <a:pt x="36" y="42"/>
                </a:cubicBezTo>
                <a:close/>
                <a:moveTo>
                  <a:pt x="70" y="48"/>
                </a:moveTo>
                <a:cubicBezTo>
                  <a:pt x="70" y="45"/>
                  <a:pt x="67" y="42"/>
                  <a:pt x="64" y="42"/>
                </a:cubicBezTo>
                <a:cubicBezTo>
                  <a:pt x="60" y="42"/>
                  <a:pt x="58" y="45"/>
                  <a:pt x="58" y="48"/>
                </a:cubicBezTo>
                <a:cubicBezTo>
                  <a:pt x="58" y="54"/>
                  <a:pt x="58" y="54"/>
                  <a:pt x="58" y="54"/>
                </a:cubicBezTo>
                <a:cubicBezTo>
                  <a:pt x="64" y="54"/>
                  <a:pt x="64" y="54"/>
                  <a:pt x="64" y="54"/>
                </a:cubicBezTo>
                <a:cubicBezTo>
                  <a:pt x="67" y="54"/>
                  <a:pt x="70" y="52"/>
                  <a:pt x="70" y="48"/>
                </a:cubicBezTo>
                <a:close/>
                <a:moveTo>
                  <a:pt x="83" y="38"/>
                </a:moveTo>
                <a:cubicBezTo>
                  <a:pt x="80" y="27"/>
                  <a:pt x="67" y="16"/>
                  <a:pt x="50" y="16"/>
                </a:cubicBezTo>
                <a:cubicBezTo>
                  <a:pt x="32" y="16"/>
                  <a:pt x="20" y="27"/>
                  <a:pt x="17" y="38"/>
                </a:cubicBezTo>
                <a:cubicBezTo>
                  <a:pt x="15" y="46"/>
                  <a:pt x="17" y="53"/>
                  <a:pt x="21" y="61"/>
                </a:cubicBezTo>
                <a:cubicBezTo>
                  <a:pt x="24" y="68"/>
                  <a:pt x="28" y="73"/>
                  <a:pt x="31" y="80"/>
                </a:cubicBezTo>
                <a:cubicBezTo>
                  <a:pt x="32" y="84"/>
                  <a:pt x="33" y="89"/>
                  <a:pt x="34" y="93"/>
                </a:cubicBezTo>
                <a:cubicBezTo>
                  <a:pt x="35" y="96"/>
                  <a:pt x="36" y="97"/>
                  <a:pt x="40" y="97"/>
                </a:cubicBezTo>
                <a:cubicBezTo>
                  <a:pt x="40" y="97"/>
                  <a:pt x="41" y="97"/>
                  <a:pt x="42" y="97"/>
                </a:cubicBezTo>
                <a:cubicBezTo>
                  <a:pt x="42" y="58"/>
                  <a:pt x="42" y="58"/>
                  <a:pt x="42" y="58"/>
                </a:cubicBezTo>
                <a:cubicBezTo>
                  <a:pt x="36" y="58"/>
                  <a:pt x="36" y="58"/>
                  <a:pt x="36" y="58"/>
                </a:cubicBezTo>
                <a:cubicBezTo>
                  <a:pt x="33" y="58"/>
                  <a:pt x="31" y="57"/>
                  <a:pt x="29" y="55"/>
                </a:cubicBezTo>
                <a:cubicBezTo>
                  <a:pt x="27" y="54"/>
                  <a:pt x="26" y="51"/>
                  <a:pt x="26" y="48"/>
                </a:cubicBezTo>
                <a:cubicBezTo>
                  <a:pt x="26" y="46"/>
                  <a:pt x="27" y="43"/>
                  <a:pt x="29" y="41"/>
                </a:cubicBezTo>
                <a:cubicBezTo>
                  <a:pt x="31" y="40"/>
                  <a:pt x="33" y="39"/>
                  <a:pt x="36" y="39"/>
                </a:cubicBezTo>
                <a:cubicBezTo>
                  <a:pt x="41" y="39"/>
                  <a:pt x="46" y="43"/>
                  <a:pt x="46" y="48"/>
                </a:cubicBezTo>
                <a:cubicBezTo>
                  <a:pt x="46" y="48"/>
                  <a:pt x="46" y="48"/>
                  <a:pt x="46" y="48"/>
                </a:cubicBezTo>
                <a:cubicBezTo>
                  <a:pt x="46" y="54"/>
                  <a:pt x="46" y="54"/>
                  <a:pt x="46" y="54"/>
                </a:cubicBezTo>
                <a:cubicBezTo>
                  <a:pt x="48" y="54"/>
                  <a:pt x="48" y="54"/>
                  <a:pt x="48" y="54"/>
                </a:cubicBezTo>
                <a:cubicBezTo>
                  <a:pt x="54" y="54"/>
                  <a:pt x="54" y="54"/>
                  <a:pt x="54" y="54"/>
                </a:cubicBezTo>
                <a:cubicBezTo>
                  <a:pt x="54" y="48"/>
                  <a:pt x="54" y="48"/>
                  <a:pt x="54" y="48"/>
                </a:cubicBezTo>
                <a:cubicBezTo>
                  <a:pt x="54" y="48"/>
                  <a:pt x="54" y="48"/>
                  <a:pt x="54" y="48"/>
                </a:cubicBezTo>
                <a:cubicBezTo>
                  <a:pt x="54" y="46"/>
                  <a:pt x="55" y="43"/>
                  <a:pt x="57" y="41"/>
                </a:cubicBezTo>
                <a:cubicBezTo>
                  <a:pt x="59" y="40"/>
                  <a:pt x="61" y="39"/>
                  <a:pt x="64" y="39"/>
                </a:cubicBezTo>
                <a:cubicBezTo>
                  <a:pt x="66" y="39"/>
                  <a:pt x="69" y="40"/>
                  <a:pt x="71" y="41"/>
                </a:cubicBezTo>
                <a:cubicBezTo>
                  <a:pt x="72" y="43"/>
                  <a:pt x="74" y="46"/>
                  <a:pt x="74" y="48"/>
                </a:cubicBezTo>
                <a:cubicBezTo>
                  <a:pt x="74" y="51"/>
                  <a:pt x="72" y="54"/>
                  <a:pt x="71" y="55"/>
                </a:cubicBezTo>
                <a:cubicBezTo>
                  <a:pt x="69" y="57"/>
                  <a:pt x="66" y="58"/>
                  <a:pt x="64" y="58"/>
                </a:cubicBezTo>
                <a:cubicBezTo>
                  <a:pt x="58" y="58"/>
                  <a:pt x="58" y="58"/>
                  <a:pt x="58" y="58"/>
                </a:cubicBezTo>
                <a:cubicBezTo>
                  <a:pt x="58" y="97"/>
                  <a:pt x="58" y="97"/>
                  <a:pt x="58" y="97"/>
                </a:cubicBezTo>
                <a:cubicBezTo>
                  <a:pt x="58" y="97"/>
                  <a:pt x="59" y="97"/>
                  <a:pt x="60" y="97"/>
                </a:cubicBezTo>
                <a:cubicBezTo>
                  <a:pt x="64" y="97"/>
                  <a:pt x="65" y="96"/>
                  <a:pt x="66" y="93"/>
                </a:cubicBezTo>
                <a:cubicBezTo>
                  <a:pt x="67" y="89"/>
                  <a:pt x="67" y="84"/>
                  <a:pt x="69" y="80"/>
                </a:cubicBezTo>
                <a:cubicBezTo>
                  <a:pt x="72" y="73"/>
                  <a:pt x="76" y="68"/>
                  <a:pt x="79" y="61"/>
                </a:cubicBezTo>
                <a:cubicBezTo>
                  <a:pt x="83" y="53"/>
                  <a:pt x="85" y="46"/>
                  <a:pt x="83" y="38"/>
                </a:cubicBezTo>
                <a:close/>
                <a:moveTo>
                  <a:pt x="53" y="3"/>
                </a:moveTo>
                <a:cubicBezTo>
                  <a:pt x="53" y="1"/>
                  <a:pt x="52" y="0"/>
                  <a:pt x="50" y="0"/>
                </a:cubicBezTo>
                <a:cubicBezTo>
                  <a:pt x="50" y="0"/>
                  <a:pt x="50" y="0"/>
                  <a:pt x="50" y="0"/>
                </a:cubicBezTo>
                <a:cubicBezTo>
                  <a:pt x="48" y="0"/>
                  <a:pt x="46" y="1"/>
                  <a:pt x="46" y="3"/>
                </a:cubicBezTo>
                <a:cubicBezTo>
                  <a:pt x="46" y="10"/>
                  <a:pt x="46" y="10"/>
                  <a:pt x="46" y="10"/>
                </a:cubicBezTo>
                <a:cubicBezTo>
                  <a:pt x="46" y="12"/>
                  <a:pt x="48" y="14"/>
                  <a:pt x="50" y="14"/>
                </a:cubicBezTo>
                <a:cubicBezTo>
                  <a:pt x="50" y="14"/>
                  <a:pt x="50" y="14"/>
                  <a:pt x="50" y="14"/>
                </a:cubicBezTo>
                <a:cubicBezTo>
                  <a:pt x="52" y="14"/>
                  <a:pt x="53" y="12"/>
                  <a:pt x="53" y="10"/>
                </a:cubicBezTo>
                <a:lnTo>
                  <a:pt x="53" y="3"/>
                </a:lnTo>
                <a:close/>
                <a:moveTo>
                  <a:pt x="74" y="9"/>
                </a:moveTo>
                <a:cubicBezTo>
                  <a:pt x="74" y="7"/>
                  <a:pt x="74" y="5"/>
                  <a:pt x="72" y="4"/>
                </a:cubicBezTo>
                <a:cubicBezTo>
                  <a:pt x="72" y="4"/>
                  <a:pt x="72" y="4"/>
                  <a:pt x="72" y="4"/>
                </a:cubicBezTo>
                <a:cubicBezTo>
                  <a:pt x="70" y="3"/>
                  <a:pt x="68" y="4"/>
                  <a:pt x="67" y="6"/>
                </a:cubicBezTo>
                <a:cubicBezTo>
                  <a:pt x="64" y="12"/>
                  <a:pt x="64" y="12"/>
                  <a:pt x="64" y="12"/>
                </a:cubicBezTo>
                <a:cubicBezTo>
                  <a:pt x="63" y="13"/>
                  <a:pt x="64" y="16"/>
                  <a:pt x="65" y="17"/>
                </a:cubicBezTo>
                <a:cubicBezTo>
                  <a:pt x="65" y="17"/>
                  <a:pt x="65" y="17"/>
                  <a:pt x="65" y="17"/>
                </a:cubicBezTo>
                <a:cubicBezTo>
                  <a:pt x="67" y="17"/>
                  <a:pt x="69" y="17"/>
                  <a:pt x="70" y="15"/>
                </a:cubicBezTo>
                <a:lnTo>
                  <a:pt x="74" y="9"/>
                </a:lnTo>
                <a:close/>
                <a:moveTo>
                  <a:pt x="88" y="21"/>
                </a:moveTo>
                <a:cubicBezTo>
                  <a:pt x="90" y="20"/>
                  <a:pt x="90" y="17"/>
                  <a:pt x="89" y="16"/>
                </a:cubicBezTo>
                <a:cubicBezTo>
                  <a:pt x="89" y="16"/>
                  <a:pt x="89" y="16"/>
                  <a:pt x="89" y="16"/>
                </a:cubicBezTo>
                <a:cubicBezTo>
                  <a:pt x="87" y="14"/>
                  <a:pt x="85" y="14"/>
                  <a:pt x="84" y="15"/>
                </a:cubicBezTo>
                <a:cubicBezTo>
                  <a:pt x="79" y="20"/>
                  <a:pt x="79" y="20"/>
                  <a:pt x="79" y="20"/>
                </a:cubicBezTo>
                <a:cubicBezTo>
                  <a:pt x="77" y="21"/>
                  <a:pt x="77" y="24"/>
                  <a:pt x="78" y="25"/>
                </a:cubicBezTo>
                <a:cubicBezTo>
                  <a:pt x="78" y="25"/>
                  <a:pt x="78" y="25"/>
                  <a:pt x="78" y="25"/>
                </a:cubicBezTo>
                <a:cubicBezTo>
                  <a:pt x="80" y="27"/>
                  <a:pt x="82" y="27"/>
                  <a:pt x="83" y="25"/>
                </a:cubicBezTo>
                <a:lnTo>
                  <a:pt x="88" y="21"/>
                </a:lnTo>
                <a:close/>
                <a:moveTo>
                  <a:pt x="96" y="39"/>
                </a:moveTo>
                <a:cubicBezTo>
                  <a:pt x="98" y="38"/>
                  <a:pt x="99" y="36"/>
                  <a:pt x="99" y="34"/>
                </a:cubicBezTo>
                <a:cubicBezTo>
                  <a:pt x="99" y="34"/>
                  <a:pt x="99" y="34"/>
                  <a:pt x="99" y="34"/>
                </a:cubicBezTo>
                <a:cubicBezTo>
                  <a:pt x="99" y="32"/>
                  <a:pt x="97" y="31"/>
                  <a:pt x="95" y="32"/>
                </a:cubicBezTo>
                <a:cubicBezTo>
                  <a:pt x="88" y="33"/>
                  <a:pt x="88" y="33"/>
                  <a:pt x="88" y="33"/>
                </a:cubicBezTo>
                <a:cubicBezTo>
                  <a:pt x="86" y="33"/>
                  <a:pt x="85" y="35"/>
                  <a:pt x="85" y="37"/>
                </a:cubicBezTo>
                <a:cubicBezTo>
                  <a:pt x="85" y="37"/>
                  <a:pt x="85" y="37"/>
                  <a:pt x="85" y="37"/>
                </a:cubicBezTo>
                <a:cubicBezTo>
                  <a:pt x="86" y="39"/>
                  <a:pt x="88" y="40"/>
                  <a:pt x="90" y="40"/>
                </a:cubicBezTo>
                <a:lnTo>
                  <a:pt x="96" y="39"/>
                </a:lnTo>
                <a:close/>
                <a:moveTo>
                  <a:pt x="95" y="58"/>
                </a:moveTo>
                <a:cubicBezTo>
                  <a:pt x="97" y="58"/>
                  <a:pt x="98" y="57"/>
                  <a:pt x="99" y="55"/>
                </a:cubicBezTo>
                <a:cubicBezTo>
                  <a:pt x="99" y="55"/>
                  <a:pt x="99" y="55"/>
                  <a:pt x="99" y="55"/>
                </a:cubicBezTo>
                <a:cubicBezTo>
                  <a:pt x="99" y="53"/>
                  <a:pt x="98" y="51"/>
                  <a:pt x="96" y="51"/>
                </a:cubicBezTo>
                <a:cubicBezTo>
                  <a:pt x="89" y="50"/>
                  <a:pt x="89" y="50"/>
                  <a:pt x="89" y="50"/>
                </a:cubicBezTo>
                <a:cubicBezTo>
                  <a:pt x="87" y="49"/>
                  <a:pt x="86" y="51"/>
                  <a:pt x="85" y="52"/>
                </a:cubicBezTo>
                <a:cubicBezTo>
                  <a:pt x="85" y="52"/>
                  <a:pt x="85" y="52"/>
                  <a:pt x="85" y="52"/>
                </a:cubicBezTo>
                <a:cubicBezTo>
                  <a:pt x="85" y="54"/>
                  <a:pt x="86" y="56"/>
                  <a:pt x="88" y="57"/>
                </a:cubicBezTo>
                <a:lnTo>
                  <a:pt x="95" y="58"/>
                </a:lnTo>
                <a:close/>
                <a:moveTo>
                  <a:pt x="29" y="15"/>
                </a:moveTo>
                <a:cubicBezTo>
                  <a:pt x="30" y="17"/>
                  <a:pt x="32" y="17"/>
                  <a:pt x="34" y="17"/>
                </a:cubicBezTo>
                <a:cubicBezTo>
                  <a:pt x="34" y="17"/>
                  <a:pt x="34" y="17"/>
                  <a:pt x="34" y="17"/>
                </a:cubicBezTo>
                <a:cubicBezTo>
                  <a:pt x="35" y="16"/>
                  <a:pt x="36" y="13"/>
                  <a:pt x="35" y="12"/>
                </a:cubicBezTo>
                <a:cubicBezTo>
                  <a:pt x="32" y="6"/>
                  <a:pt x="32" y="6"/>
                  <a:pt x="32" y="6"/>
                </a:cubicBezTo>
                <a:cubicBezTo>
                  <a:pt x="31" y="4"/>
                  <a:pt x="29" y="3"/>
                  <a:pt x="27" y="4"/>
                </a:cubicBezTo>
                <a:cubicBezTo>
                  <a:pt x="27" y="4"/>
                  <a:pt x="27" y="4"/>
                  <a:pt x="27" y="4"/>
                </a:cubicBezTo>
                <a:cubicBezTo>
                  <a:pt x="25" y="5"/>
                  <a:pt x="25" y="7"/>
                  <a:pt x="26" y="9"/>
                </a:cubicBezTo>
                <a:lnTo>
                  <a:pt x="29" y="15"/>
                </a:lnTo>
                <a:close/>
                <a:moveTo>
                  <a:pt x="16" y="25"/>
                </a:moveTo>
                <a:cubicBezTo>
                  <a:pt x="17" y="27"/>
                  <a:pt x="20" y="27"/>
                  <a:pt x="21" y="25"/>
                </a:cubicBezTo>
                <a:cubicBezTo>
                  <a:pt x="21" y="25"/>
                  <a:pt x="21" y="25"/>
                  <a:pt x="21" y="25"/>
                </a:cubicBezTo>
                <a:cubicBezTo>
                  <a:pt x="22" y="24"/>
                  <a:pt x="22" y="21"/>
                  <a:pt x="21" y="20"/>
                </a:cubicBezTo>
                <a:cubicBezTo>
                  <a:pt x="16" y="15"/>
                  <a:pt x="16" y="15"/>
                  <a:pt x="16" y="15"/>
                </a:cubicBezTo>
                <a:cubicBezTo>
                  <a:pt x="14" y="14"/>
                  <a:pt x="12" y="14"/>
                  <a:pt x="10" y="16"/>
                </a:cubicBezTo>
                <a:cubicBezTo>
                  <a:pt x="10" y="16"/>
                  <a:pt x="10" y="16"/>
                  <a:pt x="10" y="16"/>
                </a:cubicBezTo>
                <a:cubicBezTo>
                  <a:pt x="9" y="17"/>
                  <a:pt x="9" y="20"/>
                  <a:pt x="11" y="21"/>
                </a:cubicBezTo>
                <a:lnTo>
                  <a:pt x="16" y="25"/>
                </a:lnTo>
                <a:close/>
                <a:moveTo>
                  <a:pt x="10" y="40"/>
                </a:moveTo>
                <a:cubicBezTo>
                  <a:pt x="11" y="40"/>
                  <a:pt x="13" y="39"/>
                  <a:pt x="14" y="37"/>
                </a:cubicBezTo>
                <a:cubicBezTo>
                  <a:pt x="14" y="37"/>
                  <a:pt x="14" y="37"/>
                  <a:pt x="14" y="37"/>
                </a:cubicBezTo>
                <a:cubicBezTo>
                  <a:pt x="14" y="35"/>
                  <a:pt x="13" y="33"/>
                  <a:pt x="11" y="33"/>
                </a:cubicBezTo>
                <a:cubicBezTo>
                  <a:pt x="4" y="32"/>
                  <a:pt x="4" y="32"/>
                  <a:pt x="4" y="32"/>
                </a:cubicBezTo>
                <a:cubicBezTo>
                  <a:pt x="2" y="31"/>
                  <a:pt x="0" y="32"/>
                  <a:pt x="0" y="34"/>
                </a:cubicBezTo>
                <a:cubicBezTo>
                  <a:pt x="0" y="34"/>
                  <a:pt x="0" y="34"/>
                  <a:pt x="0" y="34"/>
                </a:cubicBezTo>
                <a:cubicBezTo>
                  <a:pt x="0" y="36"/>
                  <a:pt x="1" y="38"/>
                  <a:pt x="3" y="39"/>
                </a:cubicBezTo>
                <a:lnTo>
                  <a:pt x="10" y="40"/>
                </a:lnTo>
                <a:close/>
                <a:moveTo>
                  <a:pt x="11" y="57"/>
                </a:moveTo>
                <a:cubicBezTo>
                  <a:pt x="13" y="56"/>
                  <a:pt x="14" y="54"/>
                  <a:pt x="14" y="52"/>
                </a:cubicBezTo>
                <a:cubicBezTo>
                  <a:pt x="14" y="52"/>
                  <a:pt x="14" y="52"/>
                  <a:pt x="14" y="52"/>
                </a:cubicBezTo>
                <a:cubicBezTo>
                  <a:pt x="14" y="51"/>
                  <a:pt x="12" y="49"/>
                  <a:pt x="10" y="50"/>
                </a:cubicBezTo>
                <a:cubicBezTo>
                  <a:pt x="3" y="51"/>
                  <a:pt x="3" y="51"/>
                  <a:pt x="3" y="51"/>
                </a:cubicBezTo>
                <a:cubicBezTo>
                  <a:pt x="1" y="51"/>
                  <a:pt x="0" y="53"/>
                  <a:pt x="0" y="55"/>
                </a:cubicBezTo>
                <a:cubicBezTo>
                  <a:pt x="0" y="55"/>
                  <a:pt x="0" y="55"/>
                  <a:pt x="0" y="55"/>
                </a:cubicBezTo>
                <a:cubicBezTo>
                  <a:pt x="1" y="57"/>
                  <a:pt x="3" y="58"/>
                  <a:pt x="5" y="58"/>
                </a:cubicBezTo>
                <a:lnTo>
                  <a:pt x="11" y="57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24"/>
          <p:cNvSpPr/>
          <p:nvPr/>
        </p:nvSpPr>
        <p:spPr>
          <a:xfrm>
            <a:off x="1049337" y="1157287"/>
            <a:ext cx="615950" cy="409575"/>
          </a:xfrm>
          <a:custGeom>
            <a:avLst/>
            <a:gdLst/>
            <a:ahLst/>
            <a:cxnLst/>
            <a:rect l="l" t="t" r="r" b="b"/>
            <a:pathLst>
              <a:path w="140" h="93" extrusionOk="0">
                <a:moveTo>
                  <a:pt x="111" y="9"/>
                </a:moveTo>
                <a:cubicBezTo>
                  <a:pt x="124" y="41"/>
                  <a:pt x="124" y="41"/>
                  <a:pt x="124" y="41"/>
                </a:cubicBezTo>
                <a:cubicBezTo>
                  <a:pt x="108" y="48"/>
                  <a:pt x="108" y="48"/>
                  <a:pt x="108" y="48"/>
                </a:cubicBezTo>
                <a:cubicBezTo>
                  <a:pt x="100" y="41"/>
                  <a:pt x="73" y="18"/>
                  <a:pt x="71" y="18"/>
                </a:cubicBezTo>
                <a:cubicBezTo>
                  <a:pt x="69" y="18"/>
                  <a:pt x="61" y="21"/>
                  <a:pt x="60" y="21"/>
                </a:cubicBezTo>
                <a:cubicBezTo>
                  <a:pt x="60" y="21"/>
                  <a:pt x="55" y="23"/>
                  <a:pt x="51" y="23"/>
                </a:cubicBezTo>
                <a:cubicBezTo>
                  <a:pt x="49" y="23"/>
                  <a:pt x="47" y="22"/>
                  <a:pt x="46" y="22"/>
                </a:cubicBezTo>
                <a:cubicBezTo>
                  <a:pt x="45" y="21"/>
                  <a:pt x="45" y="20"/>
                  <a:pt x="45" y="19"/>
                </a:cubicBezTo>
                <a:cubicBezTo>
                  <a:pt x="45" y="18"/>
                  <a:pt x="47" y="16"/>
                  <a:pt x="48" y="15"/>
                </a:cubicBezTo>
                <a:cubicBezTo>
                  <a:pt x="55" y="12"/>
                  <a:pt x="73" y="5"/>
                  <a:pt x="75" y="5"/>
                </a:cubicBezTo>
                <a:cubicBezTo>
                  <a:pt x="75" y="5"/>
                  <a:pt x="75" y="5"/>
                  <a:pt x="75" y="5"/>
                </a:cubicBezTo>
                <a:cubicBezTo>
                  <a:pt x="80" y="5"/>
                  <a:pt x="108" y="8"/>
                  <a:pt x="111" y="9"/>
                </a:cubicBezTo>
                <a:close/>
                <a:moveTo>
                  <a:pt x="123" y="0"/>
                </a:moveTo>
                <a:cubicBezTo>
                  <a:pt x="122" y="0"/>
                  <a:pt x="122" y="0"/>
                  <a:pt x="121" y="0"/>
                </a:cubicBezTo>
                <a:cubicBezTo>
                  <a:pt x="116" y="2"/>
                  <a:pt x="116" y="2"/>
                  <a:pt x="116" y="2"/>
                </a:cubicBezTo>
                <a:cubicBezTo>
                  <a:pt x="115" y="3"/>
                  <a:pt x="114" y="3"/>
                  <a:pt x="114" y="4"/>
                </a:cubicBezTo>
                <a:cubicBezTo>
                  <a:pt x="114" y="5"/>
                  <a:pt x="114" y="6"/>
                  <a:pt x="114" y="7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8" y="43"/>
                  <a:pt x="130" y="44"/>
                  <a:pt x="132" y="43"/>
                </a:cubicBezTo>
                <a:cubicBezTo>
                  <a:pt x="138" y="41"/>
                  <a:pt x="138" y="41"/>
                  <a:pt x="138" y="41"/>
                </a:cubicBezTo>
                <a:cubicBezTo>
                  <a:pt x="138" y="40"/>
                  <a:pt x="139" y="40"/>
                  <a:pt x="139" y="39"/>
                </a:cubicBezTo>
                <a:cubicBezTo>
                  <a:pt x="140" y="38"/>
                  <a:pt x="140" y="37"/>
                  <a:pt x="140" y="36"/>
                </a:cubicBezTo>
                <a:cubicBezTo>
                  <a:pt x="126" y="2"/>
                  <a:pt x="126" y="2"/>
                  <a:pt x="126" y="2"/>
                </a:cubicBezTo>
                <a:cubicBezTo>
                  <a:pt x="126" y="1"/>
                  <a:pt x="124" y="0"/>
                  <a:pt x="123" y="0"/>
                </a:cubicBezTo>
                <a:close/>
                <a:moveTo>
                  <a:pt x="1" y="46"/>
                </a:moveTo>
                <a:cubicBezTo>
                  <a:pt x="0" y="47"/>
                  <a:pt x="1" y="48"/>
                  <a:pt x="1" y="49"/>
                </a:cubicBezTo>
                <a:cubicBezTo>
                  <a:pt x="2" y="50"/>
                  <a:pt x="3" y="50"/>
                  <a:pt x="4" y="50"/>
                </a:cubicBezTo>
                <a:cubicBezTo>
                  <a:pt x="10" y="51"/>
                  <a:pt x="10" y="51"/>
                  <a:pt x="10" y="51"/>
                </a:cubicBezTo>
                <a:cubicBezTo>
                  <a:pt x="12" y="51"/>
                  <a:pt x="13" y="49"/>
                  <a:pt x="13" y="47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8"/>
                  <a:pt x="16" y="7"/>
                  <a:pt x="15" y="7"/>
                </a:cubicBezTo>
                <a:cubicBezTo>
                  <a:pt x="15" y="6"/>
                  <a:pt x="14" y="5"/>
                  <a:pt x="13" y="5"/>
                </a:cubicBezTo>
                <a:cubicBezTo>
                  <a:pt x="7" y="5"/>
                  <a:pt x="7" y="5"/>
                  <a:pt x="7" y="5"/>
                </a:cubicBezTo>
                <a:cubicBezTo>
                  <a:pt x="7" y="5"/>
                  <a:pt x="7" y="5"/>
                  <a:pt x="7" y="5"/>
                </a:cubicBezTo>
                <a:cubicBezTo>
                  <a:pt x="5" y="5"/>
                  <a:pt x="4" y="6"/>
                  <a:pt x="3" y="8"/>
                </a:cubicBezTo>
                <a:lnTo>
                  <a:pt x="1" y="46"/>
                </a:lnTo>
                <a:close/>
                <a:moveTo>
                  <a:pt x="58" y="80"/>
                </a:moveTo>
                <a:cubicBezTo>
                  <a:pt x="57" y="79"/>
                  <a:pt x="57" y="78"/>
                  <a:pt x="56" y="77"/>
                </a:cubicBezTo>
                <a:cubicBezTo>
                  <a:pt x="53" y="75"/>
                  <a:pt x="51" y="75"/>
                  <a:pt x="48" y="78"/>
                </a:cubicBezTo>
                <a:cubicBezTo>
                  <a:pt x="46" y="81"/>
                  <a:pt x="46" y="81"/>
                  <a:pt x="46" y="81"/>
                </a:cubicBezTo>
                <a:cubicBezTo>
                  <a:pt x="46" y="81"/>
                  <a:pt x="46" y="81"/>
                  <a:pt x="46" y="81"/>
                </a:cubicBezTo>
                <a:cubicBezTo>
                  <a:pt x="43" y="84"/>
                  <a:pt x="43" y="84"/>
                  <a:pt x="43" y="84"/>
                </a:cubicBezTo>
                <a:cubicBezTo>
                  <a:pt x="40" y="88"/>
                  <a:pt x="43" y="91"/>
                  <a:pt x="44" y="92"/>
                </a:cubicBezTo>
                <a:cubicBezTo>
                  <a:pt x="45" y="93"/>
                  <a:pt x="46" y="93"/>
                  <a:pt x="47" y="93"/>
                </a:cubicBezTo>
                <a:cubicBezTo>
                  <a:pt x="49" y="93"/>
                  <a:pt x="50" y="92"/>
                  <a:pt x="51" y="91"/>
                </a:cubicBezTo>
                <a:cubicBezTo>
                  <a:pt x="55" y="86"/>
                  <a:pt x="55" y="86"/>
                  <a:pt x="55" y="86"/>
                </a:cubicBezTo>
                <a:cubicBezTo>
                  <a:pt x="55" y="86"/>
                  <a:pt x="55" y="86"/>
                  <a:pt x="55" y="86"/>
                </a:cubicBezTo>
                <a:cubicBezTo>
                  <a:pt x="56" y="84"/>
                  <a:pt x="56" y="84"/>
                  <a:pt x="56" y="84"/>
                </a:cubicBezTo>
                <a:cubicBezTo>
                  <a:pt x="58" y="83"/>
                  <a:pt x="58" y="82"/>
                  <a:pt x="58" y="80"/>
                </a:cubicBezTo>
                <a:close/>
                <a:moveTo>
                  <a:pt x="31" y="78"/>
                </a:moveTo>
                <a:cubicBezTo>
                  <a:pt x="29" y="80"/>
                  <a:pt x="29" y="82"/>
                  <a:pt x="32" y="85"/>
                </a:cubicBezTo>
                <a:cubicBezTo>
                  <a:pt x="35" y="87"/>
                  <a:pt x="37" y="87"/>
                  <a:pt x="39" y="84"/>
                </a:cubicBezTo>
                <a:cubicBezTo>
                  <a:pt x="46" y="76"/>
                  <a:pt x="46" y="76"/>
                  <a:pt x="46" y="76"/>
                </a:cubicBezTo>
                <a:cubicBezTo>
                  <a:pt x="49" y="72"/>
                  <a:pt x="46" y="69"/>
                  <a:pt x="45" y="69"/>
                </a:cubicBezTo>
                <a:cubicBezTo>
                  <a:pt x="43" y="67"/>
                  <a:pt x="40" y="67"/>
                  <a:pt x="38" y="69"/>
                </a:cubicBezTo>
                <a:cubicBezTo>
                  <a:pt x="34" y="74"/>
                  <a:pt x="34" y="74"/>
                  <a:pt x="34" y="74"/>
                </a:cubicBezTo>
                <a:cubicBezTo>
                  <a:pt x="34" y="74"/>
                  <a:pt x="34" y="74"/>
                  <a:pt x="34" y="74"/>
                </a:cubicBezTo>
                <a:cubicBezTo>
                  <a:pt x="34" y="74"/>
                  <a:pt x="34" y="74"/>
                  <a:pt x="34" y="74"/>
                </a:cubicBezTo>
                <a:lnTo>
                  <a:pt x="31" y="78"/>
                </a:lnTo>
                <a:close/>
                <a:moveTo>
                  <a:pt x="21" y="68"/>
                </a:moveTo>
                <a:cubicBezTo>
                  <a:pt x="20" y="70"/>
                  <a:pt x="19" y="71"/>
                  <a:pt x="20" y="73"/>
                </a:cubicBezTo>
                <a:cubicBezTo>
                  <a:pt x="20" y="74"/>
                  <a:pt x="21" y="75"/>
                  <a:pt x="22" y="76"/>
                </a:cubicBezTo>
                <a:cubicBezTo>
                  <a:pt x="24" y="78"/>
                  <a:pt x="27" y="78"/>
                  <a:pt x="29" y="75"/>
                </a:cubicBezTo>
                <a:cubicBezTo>
                  <a:pt x="36" y="66"/>
                  <a:pt x="36" y="66"/>
                  <a:pt x="36" y="66"/>
                </a:cubicBezTo>
                <a:cubicBezTo>
                  <a:pt x="37" y="65"/>
                  <a:pt x="38" y="64"/>
                  <a:pt x="38" y="62"/>
                </a:cubicBezTo>
                <a:cubicBezTo>
                  <a:pt x="37" y="61"/>
                  <a:pt x="37" y="60"/>
                  <a:pt x="35" y="59"/>
                </a:cubicBezTo>
                <a:cubicBezTo>
                  <a:pt x="33" y="57"/>
                  <a:pt x="30" y="57"/>
                  <a:pt x="28" y="60"/>
                </a:cubicBezTo>
                <a:cubicBezTo>
                  <a:pt x="25" y="64"/>
                  <a:pt x="25" y="64"/>
                  <a:pt x="25" y="64"/>
                </a:cubicBezTo>
                <a:cubicBezTo>
                  <a:pt x="25" y="64"/>
                  <a:pt x="25" y="64"/>
                  <a:pt x="25" y="64"/>
                </a:cubicBezTo>
                <a:cubicBezTo>
                  <a:pt x="24" y="65"/>
                  <a:pt x="24" y="65"/>
                  <a:pt x="24" y="65"/>
                </a:cubicBezTo>
                <a:lnTo>
                  <a:pt x="21" y="68"/>
                </a:lnTo>
                <a:close/>
                <a:moveTo>
                  <a:pt x="19" y="65"/>
                </a:moveTo>
                <a:cubicBezTo>
                  <a:pt x="27" y="57"/>
                  <a:pt x="27" y="57"/>
                  <a:pt x="27" y="57"/>
                </a:cubicBezTo>
                <a:cubicBezTo>
                  <a:pt x="30" y="53"/>
                  <a:pt x="27" y="50"/>
                  <a:pt x="26" y="49"/>
                </a:cubicBezTo>
                <a:cubicBezTo>
                  <a:pt x="23" y="47"/>
                  <a:pt x="21" y="48"/>
                  <a:pt x="19" y="50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3"/>
                  <a:pt x="16" y="53"/>
                  <a:pt x="16" y="53"/>
                </a:cubicBezTo>
                <a:cubicBezTo>
                  <a:pt x="16" y="54"/>
                  <a:pt x="16" y="54"/>
                  <a:pt x="16" y="54"/>
                </a:cubicBezTo>
                <a:cubicBezTo>
                  <a:pt x="13" y="58"/>
                  <a:pt x="13" y="58"/>
                  <a:pt x="13" y="58"/>
                </a:cubicBezTo>
                <a:cubicBezTo>
                  <a:pt x="11" y="59"/>
                  <a:pt x="11" y="60"/>
                  <a:pt x="11" y="62"/>
                </a:cubicBezTo>
                <a:cubicBezTo>
                  <a:pt x="11" y="63"/>
                  <a:pt x="12" y="64"/>
                  <a:pt x="13" y="64"/>
                </a:cubicBezTo>
                <a:cubicBezTo>
                  <a:pt x="14" y="65"/>
                  <a:pt x="15" y="67"/>
                  <a:pt x="17" y="67"/>
                </a:cubicBezTo>
                <a:cubicBezTo>
                  <a:pt x="18" y="67"/>
                  <a:pt x="19" y="66"/>
                  <a:pt x="19" y="65"/>
                </a:cubicBezTo>
                <a:close/>
                <a:moveTo>
                  <a:pt x="106" y="58"/>
                </a:moveTo>
                <a:cubicBezTo>
                  <a:pt x="108" y="56"/>
                  <a:pt x="109" y="53"/>
                  <a:pt x="105" y="50"/>
                </a:cubicBezTo>
                <a:cubicBezTo>
                  <a:pt x="103" y="48"/>
                  <a:pt x="103" y="48"/>
                  <a:pt x="103" y="48"/>
                </a:cubicBezTo>
                <a:cubicBezTo>
                  <a:pt x="90" y="37"/>
                  <a:pt x="74" y="24"/>
                  <a:pt x="71" y="21"/>
                </a:cubicBezTo>
                <a:cubicBezTo>
                  <a:pt x="69" y="22"/>
                  <a:pt x="65" y="23"/>
                  <a:pt x="61" y="24"/>
                </a:cubicBezTo>
                <a:cubicBezTo>
                  <a:pt x="61" y="24"/>
                  <a:pt x="61" y="24"/>
                  <a:pt x="61" y="24"/>
                </a:cubicBezTo>
                <a:cubicBezTo>
                  <a:pt x="61" y="24"/>
                  <a:pt x="56" y="26"/>
                  <a:pt x="51" y="26"/>
                </a:cubicBezTo>
                <a:cubicBezTo>
                  <a:pt x="48" y="26"/>
                  <a:pt x="46" y="26"/>
                  <a:pt x="45" y="25"/>
                </a:cubicBezTo>
                <a:cubicBezTo>
                  <a:pt x="42" y="23"/>
                  <a:pt x="41" y="20"/>
                  <a:pt x="42" y="19"/>
                </a:cubicBezTo>
                <a:cubicBezTo>
                  <a:pt x="42" y="16"/>
                  <a:pt x="44" y="14"/>
                  <a:pt x="46" y="13"/>
                </a:cubicBezTo>
                <a:cubicBezTo>
                  <a:pt x="20" y="9"/>
                  <a:pt x="20" y="9"/>
                  <a:pt x="20" y="9"/>
                </a:cubicBezTo>
                <a:cubicBezTo>
                  <a:pt x="17" y="48"/>
                  <a:pt x="17" y="48"/>
                  <a:pt x="17" y="48"/>
                </a:cubicBezTo>
                <a:cubicBezTo>
                  <a:pt x="19" y="45"/>
                  <a:pt x="21" y="45"/>
                  <a:pt x="23" y="45"/>
                </a:cubicBezTo>
                <a:cubicBezTo>
                  <a:pt x="24" y="45"/>
                  <a:pt x="26" y="45"/>
                  <a:pt x="28" y="47"/>
                </a:cubicBezTo>
                <a:cubicBezTo>
                  <a:pt x="30" y="49"/>
                  <a:pt x="32" y="52"/>
                  <a:pt x="31" y="54"/>
                </a:cubicBezTo>
                <a:cubicBezTo>
                  <a:pt x="33" y="54"/>
                  <a:pt x="36" y="55"/>
                  <a:pt x="37" y="56"/>
                </a:cubicBezTo>
                <a:cubicBezTo>
                  <a:pt x="40" y="58"/>
                  <a:pt x="41" y="61"/>
                  <a:pt x="41" y="64"/>
                </a:cubicBezTo>
                <a:cubicBezTo>
                  <a:pt x="43" y="64"/>
                  <a:pt x="45" y="64"/>
                  <a:pt x="47" y="66"/>
                </a:cubicBezTo>
                <a:cubicBezTo>
                  <a:pt x="49" y="68"/>
                  <a:pt x="50" y="70"/>
                  <a:pt x="50" y="73"/>
                </a:cubicBezTo>
                <a:cubicBezTo>
                  <a:pt x="53" y="72"/>
                  <a:pt x="55" y="73"/>
                  <a:pt x="58" y="74"/>
                </a:cubicBezTo>
                <a:cubicBezTo>
                  <a:pt x="61" y="77"/>
                  <a:pt x="62" y="80"/>
                  <a:pt x="61" y="84"/>
                </a:cubicBezTo>
                <a:cubicBezTo>
                  <a:pt x="63" y="86"/>
                  <a:pt x="63" y="86"/>
                  <a:pt x="63" y="86"/>
                </a:cubicBezTo>
                <a:cubicBezTo>
                  <a:pt x="63" y="86"/>
                  <a:pt x="63" y="86"/>
                  <a:pt x="63" y="86"/>
                </a:cubicBezTo>
                <a:cubicBezTo>
                  <a:pt x="63" y="86"/>
                  <a:pt x="63" y="86"/>
                  <a:pt x="63" y="86"/>
                </a:cubicBezTo>
                <a:cubicBezTo>
                  <a:pt x="64" y="87"/>
                  <a:pt x="65" y="87"/>
                  <a:pt x="66" y="87"/>
                </a:cubicBezTo>
                <a:cubicBezTo>
                  <a:pt x="68" y="87"/>
                  <a:pt x="69" y="86"/>
                  <a:pt x="70" y="85"/>
                </a:cubicBezTo>
                <a:cubicBezTo>
                  <a:pt x="71" y="83"/>
                  <a:pt x="72" y="81"/>
                  <a:pt x="70" y="79"/>
                </a:cubicBezTo>
                <a:cubicBezTo>
                  <a:pt x="70" y="79"/>
                  <a:pt x="70" y="79"/>
                  <a:pt x="70" y="79"/>
                </a:cubicBezTo>
                <a:cubicBezTo>
                  <a:pt x="58" y="69"/>
                  <a:pt x="58" y="69"/>
                  <a:pt x="58" y="69"/>
                </a:cubicBezTo>
                <a:cubicBezTo>
                  <a:pt x="58" y="69"/>
                  <a:pt x="58" y="68"/>
                  <a:pt x="58" y="68"/>
                </a:cubicBezTo>
                <a:cubicBezTo>
                  <a:pt x="58" y="67"/>
                  <a:pt x="58" y="67"/>
                  <a:pt x="58" y="67"/>
                </a:cubicBezTo>
                <a:cubicBezTo>
                  <a:pt x="59" y="66"/>
                  <a:pt x="60" y="66"/>
                  <a:pt x="61" y="66"/>
                </a:cubicBezTo>
                <a:cubicBezTo>
                  <a:pt x="76" y="79"/>
                  <a:pt x="76" y="79"/>
                  <a:pt x="76" y="79"/>
                </a:cubicBezTo>
                <a:cubicBezTo>
                  <a:pt x="77" y="80"/>
                  <a:pt x="78" y="80"/>
                  <a:pt x="79" y="80"/>
                </a:cubicBezTo>
                <a:cubicBezTo>
                  <a:pt x="80" y="80"/>
                  <a:pt x="82" y="79"/>
                  <a:pt x="83" y="78"/>
                </a:cubicBezTo>
                <a:cubicBezTo>
                  <a:pt x="84" y="77"/>
                  <a:pt x="85" y="75"/>
                  <a:pt x="84" y="74"/>
                </a:cubicBezTo>
                <a:cubicBezTo>
                  <a:pt x="84" y="73"/>
                  <a:pt x="83" y="72"/>
                  <a:pt x="82" y="70"/>
                </a:cubicBezTo>
                <a:cubicBezTo>
                  <a:pt x="80" y="69"/>
                  <a:pt x="80" y="69"/>
                  <a:pt x="80" y="69"/>
                </a:cubicBezTo>
                <a:cubicBezTo>
                  <a:pt x="80" y="69"/>
                  <a:pt x="80" y="69"/>
                  <a:pt x="80" y="69"/>
                </a:cubicBezTo>
                <a:cubicBezTo>
                  <a:pt x="72" y="62"/>
                  <a:pt x="72" y="62"/>
                  <a:pt x="72" y="62"/>
                </a:cubicBezTo>
                <a:cubicBezTo>
                  <a:pt x="71" y="62"/>
                  <a:pt x="71" y="61"/>
                  <a:pt x="71" y="61"/>
                </a:cubicBezTo>
                <a:cubicBezTo>
                  <a:pt x="71" y="60"/>
                  <a:pt x="71" y="60"/>
                  <a:pt x="71" y="59"/>
                </a:cubicBezTo>
                <a:cubicBezTo>
                  <a:pt x="72" y="59"/>
                  <a:pt x="73" y="58"/>
                  <a:pt x="74" y="59"/>
                </a:cubicBezTo>
                <a:cubicBezTo>
                  <a:pt x="88" y="71"/>
                  <a:pt x="88" y="71"/>
                  <a:pt x="88" y="71"/>
                </a:cubicBezTo>
                <a:cubicBezTo>
                  <a:pt x="89" y="71"/>
                  <a:pt x="90" y="72"/>
                  <a:pt x="92" y="72"/>
                </a:cubicBezTo>
                <a:cubicBezTo>
                  <a:pt x="93" y="72"/>
                  <a:pt x="95" y="71"/>
                  <a:pt x="96" y="69"/>
                </a:cubicBezTo>
                <a:cubicBezTo>
                  <a:pt x="97" y="68"/>
                  <a:pt x="98" y="67"/>
                  <a:pt x="98" y="65"/>
                </a:cubicBezTo>
                <a:cubicBezTo>
                  <a:pt x="98" y="64"/>
                  <a:pt x="97" y="63"/>
                  <a:pt x="95" y="62"/>
                </a:cubicBezTo>
                <a:cubicBezTo>
                  <a:pt x="91" y="58"/>
                  <a:pt x="91" y="58"/>
                  <a:pt x="91" y="58"/>
                </a:cubicBezTo>
                <a:cubicBezTo>
                  <a:pt x="91" y="58"/>
                  <a:pt x="91" y="58"/>
                  <a:pt x="91" y="58"/>
                </a:cubicBezTo>
                <a:cubicBezTo>
                  <a:pt x="84" y="52"/>
                  <a:pt x="84" y="52"/>
                  <a:pt x="84" y="52"/>
                </a:cubicBezTo>
                <a:cubicBezTo>
                  <a:pt x="83" y="52"/>
                  <a:pt x="83" y="51"/>
                  <a:pt x="84" y="50"/>
                </a:cubicBezTo>
                <a:cubicBezTo>
                  <a:pt x="84" y="49"/>
                  <a:pt x="85" y="49"/>
                  <a:pt x="86" y="50"/>
                </a:cubicBezTo>
                <a:cubicBezTo>
                  <a:pt x="98" y="59"/>
                  <a:pt x="98" y="59"/>
                  <a:pt x="98" y="59"/>
                </a:cubicBezTo>
                <a:cubicBezTo>
                  <a:pt x="101" y="61"/>
                  <a:pt x="104" y="61"/>
                  <a:pt x="106" y="5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4"/>
          <p:cNvSpPr/>
          <p:nvPr/>
        </p:nvSpPr>
        <p:spPr>
          <a:xfrm>
            <a:off x="10653712" y="1092200"/>
            <a:ext cx="527050" cy="442912"/>
          </a:xfrm>
          <a:custGeom>
            <a:avLst/>
            <a:gdLst/>
            <a:ahLst/>
            <a:cxnLst/>
            <a:rect l="l" t="t" r="r" b="b"/>
            <a:pathLst>
              <a:path w="120" h="101" extrusionOk="0">
                <a:moveTo>
                  <a:pt x="16" y="82"/>
                </a:moveTo>
                <a:cubicBezTo>
                  <a:pt x="16" y="55"/>
                  <a:pt x="16" y="55"/>
                  <a:pt x="16" y="55"/>
                </a:cubicBezTo>
                <a:cubicBezTo>
                  <a:pt x="16" y="53"/>
                  <a:pt x="18" y="51"/>
                  <a:pt x="20" y="51"/>
                </a:cubicBezTo>
                <a:cubicBezTo>
                  <a:pt x="27" y="51"/>
                  <a:pt x="27" y="51"/>
                  <a:pt x="27" y="51"/>
                </a:cubicBezTo>
                <a:cubicBezTo>
                  <a:pt x="29" y="51"/>
                  <a:pt x="30" y="53"/>
                  <a:pt x="30" y="55"/>
                </a:cubicBezTo>
                <a:cubicBezTo>
                  <a:pt x="30" y="82"/>
                  <a:pt x="30" y="82"/>
                  <a:pt x="30" y="82"/>
                </a:cubicBezTo>
                <a:cubicBezTo>
                  <a:pt x="30" y="84"/>
                  <a:pt x="29" y="86"/>
                  <a:pt x="27" y="86"/>
                </a:cubicBezTo>
                <a:cubicBezTo>
                  <a:pt x="20" y="86"/>
                  <a:pt x="20" y="86"/>
                  <a:pt x="20" y="86"/>
                </a:cubicBezTo>
                <a:cubicBezTo>
                  <a:pt x="18" y="86"/>
                  <a:pt x="16" y="84"/>
                  <a:pt x="16" y="82"/>
                </a:cubicBezTo>
                <a:close/>
                <a:moveTo>
                  <a:pt x="44" y="41"/>
                </a:moveTo>
                <a:cubicBezTo>
                  <a:pt x="42" y="41"/>
                  <a:pt x="40" y="43"/>
                  <a:pt x="40" y="45"/>
                </a:cubicBezTo>
                <a:cubicBezTo>
                  <a:pt x="40" y="82"/>
                  <a:pt x="40" y="82"/>
                  <a:pt x="40" y="82"/>
                </a:cubicBezTo>
                <a:cubicBezTo>
                  <a:pt x="40" y="84"/>
                  <a:pt x="42" y="86"/>
                  <a:pt x="44" y="86"/>
                </a:cubicBezTo>
                <a:cubicBezTo>
                  <a:pt x="51" y="86"/>
                  <a:pt x="51" y="86"/>
                  <a:pt x="51" y="86"/>
                </a:cubicBezTo>
                <a:cubicBezTo>
                  <a:pt x="53" y="86"/>
                  <a:pt x="55" y="84"/>
                  <a:pt x="55" y="82"/>
                </a:cubicBezTo>
                <a:cubicBezTo>
                  <a:pt x="55" y="45"/>
                  <a:pt x="55" y="45"/>
                  <a:pt x="55" y="45"/>
                </a:cubicBezTo>
                <a:cubicBezTo>
                  <a:pt x="55" y="43"/>
                  <a:pt x="53" y="41"/>
                  <a:pt x="51" y="41"/>
                </a:cubicBezTo>
                <a:lnTo>
                  <a:pt x="44" y="41"/>
                </a:lnTo>
                <a:close/>
                <a:moveTo>
                  <a:pt x="68" y="33"/>
                </a:moveTo>
                <a:cubicBezTo>
                  <a:pt x="66" y="33"/>
                  <a:pt x="64" y="35"/>
                  <a:pt x="64" y="37"/>
                </a:cubicBezTo>
                <a:cubicBezTo>
                  <a:pt x="64" y="82"/>
                  <a:pt x="64" y="82"/>
                  <a:pt x="64" y="82"/>
                </a:cubicBezTo>
                <a:cubicBezTo>
                  <a:pt x="64" y="84"/>
                  <a:pt x="66" y="86"/>
                  <a:pt x="68" y="86"/>
                </a:cubicBezTo>
                <a:cubicBezTo>
                  <a:pt x="75" y="86"/>
                  <a:pt x="75" y="86"/>
                  <a:pt x="75" y="86"/>
                </a:cubicBezTo>
                <a:cubicBezTo>
                  <a:pt x="77" y="86"/>
                  <a:pt x="79" y="84"/>
                  <a:pt x="79" y="82"/>
                </a:cubicBezTo>
                <a:cubicBezTo>
                  <a:pt x="79" y="37"/>
                  <a:pt x="79" y="37"/>
                  <a:pt x="79" y="37"/>
                </a:cubicBezTo>
                <a:cubicBezTo>
                  <a:pt x="79" y="35"/>
                  <a:pt x="77" y="33"/>
                  <a:pt x="75" y="33"/>
                </a:cubicBezTo>
                <a:lnTo>
                  <a:pt x="68" y="33"/>
                </a:lnTo>
                <a:close/>
                <a:moveTo>
                  <a:pt x="92" y="24"/>
                </a:moveTo>
                <a:cubicBezTo>
                  <a:pt x="90" y="24"/>
                  <a:pt x="88" y="26"/>
                  <a:pt x="88" y="28"/>
                </a:cubicBezTo>
                <a:cubicBezTo>
                  <a:pt x="88" y="82"/>
                  <a:pt x="88" y="82"/>
                  <a:pt x="88" y="82"/>
                </a:cubicBezTo>
                <a:cubicBezTo>
                  <a:pt x="88" y="84"/>
                  <a:pt x="90" y="86"/>
                  <a:pt x="92" y="86"/>
                </a:cubicBezTo>
                <a:cubicBezTo>
                  <a:pt x="99" y="86"/>
                  <a:pt x="99" y="86"/>
                  <a:pt x="99" y="86"/>
                </a:cubicBezTo>
                <a:cubicBezTo>
                  <a:pt x="101" y="86"/>
                  <a:pt x="103" y="84"/>
                  <a:pt x="103" y="82"/>
                </a:cubicBezTo>
                <a:cubicBezTo>
                  <a:pt x="103" y="28"/>
                  <a:pt x="103" y="28"/>
                  <a:pt x="103" y="28"/>
                </a:cubicBezTo>
                <a:cubicBezTo>
                  <a:pt x="103" y="26"/>
                  <a:pt x="101" y="24"/>
                  <a:pt x="99" y="24"/>
                </a:cubicBezTo>
                <a:lnTo>
                  <a:pt x="92" y="24"/>
                </a:lnTo>
                <a:close/>
                <a:moveTo>
                  <a:pt x="18" y="40"/>
                </a:moveTo>
                <a:cubicBezTo>
                  <a:pt x="43" y="36"/>
                  <a:pt x="68" y="26"/>
                  <a:pt x="89" y="13"/>
                </a:cubicBezTo>
                <a:cubicBezTo>
                  <a:pt x="91" y="17"/>
                  <a:pt x="91" y="17"/>
                  <a:pt x="91" y="17"/>
                </a:cubicBezTo>
                <a:cubicBezTo>
                  <a:pt x="99" y="5"/>
                  <a:pt x="99" y="5"/>
                  <a:pt x="99" y="5"/>
                </a:cubicBezTo>
                <a:cubicBezTo>
                  <a:pt x="85" y="5"/>
                  <a:pt x="85" y="5"/>
                  <a:pt x="85" y="5"/>
                </a:cubicBezTo>
                <a:cubicBezTo>
                  <a:pt x="87" y="9"/>
                  <a:pt x="87" y="9"/>
                  <a:pt x="87" y="9"/>
                </a:cubicBezTo>
                <a:cubicBezTo>
                  <a:pt x="66" y="21"/>
                  <a:pt x="42" y="30"/>
                  <a:pt x="17" y="35"/>
                </a:cubicBezTo>
                <a:lnTo>
                  <a:pt x="18" y="40"/>
                </a:lnTo>
                <a:close/>
                <a:moveTo>
                  <a:pt x="120" y="94"/>
                </a:moveTo>
                <a:cubicBezTo>
                  <a:pt x="108" y="87"/>
                  <a:pt x="108" y="87"/>
                  <a:pt x="108" y="87"/>
                </a:cubicBezTo>
                <a:cubicBezTo>
                  <a:pt x="108" y="91"/>
                  <a:pt x="108" y="91"/>
                  <a:pt x="108" y="91"/>
                </a:cubicBezTo>
                <a:cubicBezTo>
                  <a:pt x="10" y="91"/>
                  <a:pt x="10" y="91"/>
                  <a:pt x="10" y="91"/>
                </a:cubicBezTo>
                <a:cubicBezTo>
                  <a:pt x="10" y="12"/>
                  <a:pt x="10" y="12"/>
                  <a:pt x="10" y="12"/>
                </a:cubicBezTo>
                <a:cubicBezTo>
                  <a:pt x="14" y="12"/>
                  <a:pt x="14" y="12"/>
                  <a:pt x="14" y="12"/>
                </a:cubicBezTo>
                <a:cubicBezTo>
                  <a:pt x="7" y="0"/>
                  <a:pt x="7" y="0"/>
                  <a:pt x="7" y="0"/>
                </a:cubicBezTo>
                <a:cubicBezTo>
                  <a:pt x="0" y="12"/>
                  <a:pt x="0" y="12"/>
                  <a:pt x="0" y="12"/>
                </a:cubicBezTo>
                <a:cubicBezTo>
                  <a:pt x="4" y="12"/>
                  <a:pt x="4" y="12"/>
                  <a:pt x="4" y="12"/>
                </a:cubicBezTo>
                <a:cubicBezTo>
                  <a:pt x="4" y="91"/>
                  <a:pt x="4" y="91"/>
                  <a:pt x="4" y="91"/>
                </a:cubicBezTo>
                <a:cubicBezTo>
                  <a:pt x="4" y="94"/>
                  <a:pt x="4" y="94"/>
                  <a:pt x="4" y="94"/>
                </a:cubicBezTo>
                <a:cubicBezTo>
                  <a:pt x="4" y="96"/>
                  <a:pt x="4" y="96"/>
                  <a:pt x="4" y="96"/>
                </a:cubicBezTo>
                <a:cubicBezTo>
                  <a:pt x="108" y="96"/>
                  <a:pt x="108" y="96"/>
                  <a:pt x="108" y="96"/>
                </a:cubicBezTo>
                <a:cubicBezTo>
                  <a:pt x="108" y="101"/>
                  <a:pt x="108" y="101"/>
                  <a:pt x="108" y="101"/>
                </a:cubicBezTo>
                <a:lnTo>
                  <a:pt x="120" y="9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4"/>
          <p:cNvSpPr/>
          <p:nvPr/>
        </p:nvSpPr>
        <p:spPr>
          <a:xfrm>
            <a:off x="8928100" y="5297487"/>
            <a:ext cx="725487" cy="377825"/>
          </a:xfrm>
          <a:custGeom>
            <a:avLst/>
            <a:gdLst/>
            <a:ahLst/>
            <a:cxnLst/>
            <a:rect l="l" t="t" r="r" b="b"/>
            <a:pathLst>
              <a:path w="165" h="86" extrusionOk="0">
                <a:moveTo>
                  <a:pt x="119" y="81"/>
                </a:moveTo>
                <a:cubicBezTo>
                  <a:pt x="117" y="82"/>
                  <a:pt x="114" y="83"/>
                  <a:pt x="112" y="84"/>
                </a:cubicBezTo>
                <a:cubicBezTo>
                  <a:pt x="103" y="86"/>
                  <a:pt x="95" y="86"/>
                  <a:pt x="85" y="86"/>
                </a:cubicBezTo>
                <a:cubicBezTo>
                  <a:pt x="74" y="86"/>
                  <a:pt x="66" y="86"/>
                  <a:pt x="57" y="84"/>
                </a:cubicBezTo>
                <a:cubicBezTo>
                  <a:pt x="55" y="83"/>
                  <a:pt x="52" y="82"/>
                  <a:pt x="50" y="81"/>
                </a:cubicBezTo>
                <a:cubicBezTo>
                  <a:pt x="43" y="78"/>
                  <a:pt x="43" y="72"/>
                  <a:pt x="47" y="68"/>
                </a:cubicBezTo>
                <a:cubicBezTo>
                  <a:pt x="51" y="64"/>
                  <a:pt x="57" y="61"/>
                  <a:pt x="62" y="58"/>
                </a:cubicBezTo>
                <a:cubicBezTo>
                  <a:pt x="65" y="57"/>
                  <a:pt x="67" y="56"/>
                  <a:pt x="70" y="55"/>
                </a:cubicBezTo>
                <a:cubicBezTo>
                  <a:pt x="75" y="53"/>
                  <a:pt x="76" y="48"/>
                  <a:pt x="72" y="45"/>
                </a:cubicBezTo>
                <a:cubicBezTo>
                  <a:pt x="65" y="37"/>
                  <a:pt x="62" y="29"/>
                  <a:pt x="63" y="19"/>
                </a:cubicBezTo>
                <a:cubicBezTo>
                  <a:pt x="63" y="9"/>
                  <a:pt x="69" y="3"/>
                  <a:pt x="79" y="1"/>
                </a:cubicBezTo>
                <a:cubicBezTo>
                  <a:pt x="81" y="1"/>
                  <a:pt x="83" y="0"/>
                  <a:pt x="85" y="0"/>
                </a:cubicBezTo>
                <a:cubicBezTo>
                  <a:pt x="86" y="0"/>
                  <a:pt x="88" y="1"/>
                  <a:pt x="91" y="1"/>
                </a:cubicBezTo>
                <a:cubicBezTo>
                  <a:pt x="100" y="3"/>
                  <a:pt x="106" y="9"/>
                  <a:pt x="106" y="19"/>
                </a:cubicBezTo>
                <a:cubicBezTo>
                  <a:pt x="107" y="29"/>
                  <a:pt x="104" y="38"/>
                  <a:pt x="97" y="45"/>
                </a:cubicBezTo>
                <a:cubicBezTo>
                  <a:pt x="93" y="48"/>
                  <a:pt x="95" y="53"/>
                  <a:pt x="99" y="55"/>
                </a:cubicBezTo>
                <a:cubicBezTo>
                  <a:pt x="102" y="56"/>
                  <a:pt x="104" y="57"/>
                  <a:pt x="107" y="58"/>
                </a:cubicBezTo>
                <a:cubicBezTo>
                  <a:pt x="113" y="61"/>
                  <a:pt x="118" y="64"/>
                  <a:pt x="122" y="68"/>
                </a:cubicBezTo>
                <a:cubicBezTo>
                  <a:pt x="125" y="71"/>
                  <a:pt x="126" y="78"/>
                  <a:pt x="119" y="81"/>
                </a:cubicBezTo>
                <a:close/>
                <a:moveTo>
                  <a:pt x="162" y="74"/>
                </a:moveTo>
                <a:cubicBezTo>
                  <a:pt x="159" y="71"/>
                  <a:pt x="156" y="68"/>
                  <a:pt x="152" y="67"/>
                </a:cubicBezTo>
                <a:cubicBezTo>
                  <a:pt x="150" y="66"/>
                  <a:pt x="148" y="65"/>
                  <a:pt x="146" y="64"/>
                </a:cubicBezTo>
                <a:cubicBezTo>
                  <a:pt x="143" y="63"/>
                  <a:pt x="142" y="60"/>
                  <a:pt x="145" y="57"/>
                </a:cubicBezTo>
                <a:cubicBezTo>
                  <a:pt x="150" y="52"/>
                  <a:pt x="151" y="46"/>
                  <a:pt x="151" y="40"/>
                </a:cubicBezTo>
                <a:cubicBezTo>
                  <a:pt x="151" y="32"/>
                  <a:pt x="147" y="29"/>
                  <a:pt x="140" y="27"/>
                </a:cubicBezTo>
                <a:cubicBezTo>
                  <a:pt x="139" y="27"/>
                  <a:pt x="137" y="27"/>
                  <a:pt x="136" y="27"/>
                </a:cubicBezTo>
                <a:cubicBezTo>
                  <a:pt x="135" y="27"/>
                  <a:pt x="133" y="27"/>
                  <a:pt x="132" y="27"/>
                </a:cubicBezTo>
                <a:cubicBezTo>
                  <a:pt x="125" y="29"/>
                  <a:pt x="121" y="32"/>
                  <a:pt x="121" y="40"/>
                </a:cubicBezTo>
                <a:cubicBezTo>
                  <a:pt x="121" y="46"/>
                  <a:pt x="123" y="52"/>
                  <a:pt x="128" y="57"/>
                </a:cubicBezTo>
                <a:cubicBezTo>
                  <a:pt x="130" y="60"/>
                  <a:pt x="129" y="63"/>
                  <a:pt x="126" y="64"/>
                </a:cubicBezTo>
                <a:cubicBezTo>
                  <a:pt x="126" y="65"/>
                  <a:pt x="126" y="65"/>
                  <a:pt x="125" y="65"/>
                </a:cubicBezTo>
                <a:cubicBezTo>
                  <a:pt x="126" y="65"/>
                  <a:pt x="126" y="66"/>
                  <a:pt x="127" y="66"/>
                </a:cubicBezTo>
                <a:cubicBezTo>
                  <a:pt x="129" y="68"/>
                  <a:pt x="130" y="72"/>
                  <a:pt x="130" y="75"/>
                </a:cubicBezTo>
                <a:cubicBezTo>
                  <a:pt x="129" y="79"/>
                  <a:pt x="127" y="82"/>
                  <a:pt x="123" y="84"/>
                </a:cubicBezTo>
                <a:cubicBezTo>
                  <a:pt x="122" y="84"/>
                  <a:pt x="121" y="85"/>
                  <a:pt x="120" y="85"/>
                </a:cubicBezTo>
                <a:cubicBezTo>
                  <a:pt x="125" y="86"/>
                  <a:pt x="130" y="86"/>
                  <a:pt x="136" y="86"/>
                </a:cubicBezTo>
                <a:cubicBezTo>
                  <a:pt x="143" y="86"/>
                  <a:pt x="149" y="86"/>
                  <a:pt x="155" y="84"/>
                </a:cubicBezTo>
                <a:cubicBezTo>
                  <a:pt x="157" y="84"/>
                  <a:pt x="158" y="83"/>
                  <a:pt x="160" y="83"/>
                </a:cubicBezTo>
                <a:cubicBezTo>
                  <a:pt x="165" y="80"/>
                  <a:pt x="164" y="76"/>
                  <a:pt x="162" y="74"/>
                </a:cubicBezTo>
                <a:close/>
                <a:moveTo>
                  <a:pt x="39" y="75"/>
                </a:moveTo>
                <a:cubicBezTo>
                  <a:pt x="38" y="72"/>
                  <a:pt x="40" y="69"/>
                  <a:pt x="42" y="66"/>
                </a:cubicBezTo>
                <a:cubicBezTo>
                  <a:pt x="43" y="65"/>
                  <a:pt x="44" y="64"/>
                  <a:pt x="46" y="63"/>
                </a:cubicBezTo>
                <a:cubicBezTo>
                  <a:pt x="45" y="63"/>
                  <a:pt x="44" y="62"/>
                  <a:pt x="44" y="62"/>
                </a:cubicBezTo>
                <a:cubicBezTo>
                  <a:pt x="40" y="61"/>
                  <a:pt x="39" y="57"/>
                  <a:pt x="42" y="54"/>
                </a:cubicBezTo>
                <a:cubicBezTo>
                  <a:pt x="47" y="49"/>
                  <a:pt x="49" y="42"/>
                  <a:pt x="49" y="35"/>
                </a:cubicBezTo>
                <a:cubicBezTo>
                  <a:pt x="49" y="27"/>
                  <a:pt x="44" y="22"/>
                  <a:pt x="37" y="21"/>
                </a:cubicBezTo>
                <a:cubicBezTo>
                  <a:pt x="35" y="20"/>
                  <a:pt x="34" y="20"/>
                  <a:pt x="32" y="20"/>
                </a:cubicBezTo>
                <a:cubicBezTo>
                  <a:pt x="31" y="20"/>
                  <a:pt x="29" y="20"/>
                  <a:pt x="28" y="21"/>
                </a:cubicBezTo>
                <a:cubicBezTo>
                  <a:pt x="20" y="22"/>
                  <a:pt x="16" y="27"/>
                  <a:pt x="15" y="35"/>
                </a:cubicBezTo>
                <a:cubicBezTo>
                  <a:pt x="15" y="42"/>
                  <a:pt x="17" y="49"/>
                  <a:pt x="23" y="54"/>
                </a:cubicBezTo>
                <a:cubicBezTo>
                  <a:pt x="25" y="57"/>
                  <a:pt x="24" y="61"/>
                  <a:pt x="21" y="62"/>
                </a:cubicBezTo>
                <a:cubicBezTo>
                  <a:pt x="19" y="63"/>
                  <a:pt x="17" y="64"/>
                  <a:pt x="15" y="65"/>
                </a:cubicBezTo>
                <a:cubicBezTo>
                  <a:pt x="11" y="67"/>
                  <a:pt x="7" y="69"/>
                  <a:pt x="3" y="72"/>
                </a:cubicBezTo>
                <a:cubicBezTo>
                  <a:pt x="0" y="75"/>
                  <a:pt x="0" y="80"/>
                  <a:pt x="6" y="82"/>
                </a:cubicBezTo>
                <a:cubicBezTo>
                  <a:pt x="7" y="83"/>
                  <a:pt x="9" y="84"/>
                  <a:pt x="11" y="84"/>
                </a:cubicBezTo>
                <a:cubicBezTo>
                  <a:pt x="18" y="86"/>
                  <a:pt x="24" y="86"/>
                  <a:pt x="32" y="86"/>
                </a:cubicBezTo>
                <a:cubicBezTo>
                  <a:pt x="39" y="86"/>
                  <a:pt x="44" y="86"/>
                  <a:pt x="49" y="85"/>
                </a:cubicBezTo>
                <a:cubicBezTo>
                  <a:pt x="48" y="85"/>
                  <a:pt x="47" y="84"/>
                  <a:pt x="46" y="84"/>
                </a:cubicBezTo>
                <a:cubicBezTo>
                  <a:pt x="42" y="82"/>
                  <a:pt x="39" y="79"/>
                  <a:pt x="39" y="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4"/>
          <p:cNvSpPr/>
          <p:nvPr/>
        </p:nvSpPr>
        <p:spPr>
          <a:xfrm>
            <a:off x="2687637" y="5292725"/>
            <a:ext cx="474662" cy="427037"/>
          </a:xfrm>
          <a:custGeom>
            <a:avLst/>
            <a:gdLst/>
            <a:ahLst/>
            <a:cxnLst/>
            <a:rect l="l" t="t" r="r" b="b"/>
            <a:pathLst>
              <a:path w="108" h="97" extrusionOk="0">
                <a:moveTo>
                  <a:pt x="74" y="13"/>
                </a:moveTo>
                <a:cubicBezTo>
                  <a:pt x="67" y="13"/>
                  <a:pt x="67" y="13"/>
                  <a:pt x="67" y="13"/>
                </a:cubicBezTo>
                <a:cubicBezTo>
                  <a:pt x="67" y="9"/>
                  <a:pt x="64" y="6"/>
                  <a:pt x="60" y="6"/>
                </a:cubicBezTo>
                <a:cubicBezTo>
                  <a:pt x="48" y="6"/>
                  <a:pt x="48" y="6"/>
                  <a:pt x="48" y="6"/>
                </a:cubicBezTo>
                <a:cubicBezTo>
                  <a:pt x="45" y="6"/>
                  <a:pt x="42" y="9"/>
                  <a:pt x="41" y="13"/>
                </a:cubicBezTo>
                <a:cubicBezTo>
                  <a:pt x="35" y="13"/>
                  <a:pt x="35" y="13"/>
                  <a:pt x="35" y="13"/>
                </a:cubicBezTo>
                <a:cubicBezTo>
                  <a:pt x="35" y="6"/>
                  <a:pt x="40" y="0"/>
                  <a:pt x="47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68" y="0"/>
                  <a:pt x="73" y="6"/>
                  <a:pt x="74" y="13"/>
                </a:cubicBezTo>
                <a:close/>
                <a:moveTo>
                  <a:pt x="17" y="54"/>
                </a:moveTo>
                <a:cubicBezTo>
                  <a:pt x="44" y="54"/>
                  <a:pt x="44" y="54"/>
                  <a:pt x="44" y="54"/>
                </a:cubicBezTo>
                <a:cubicBezTo>
                  <a:pt x="44" y="50"/>
                  <a:pt x="44" y="50"/>
                  <a:pt x="44" y="50"/>
                </a:cubicBezTo>
                <a:cubicBezTo>
                  <a:pt x="44" y="47"/>
                  <a:pt x="46" y="45"/>
                  <a:pt x="49" y="45"/>
                </a:cubicBezTo>
                <a:cubicBezTo>
                  <a:pt x="59" y="45"/>
                  <a:pt x="59" y="45"/>
                  <a:pt x="59" y="45"/>
                </a:cubicBezTo>
                <a:cubicBezTo>
                  <a:pt x="62" y="45"/>
                  <a:pt x="65" y="47"/>
                  <a:pt x="65" y="50"/>
                </a:cubicBezTo>
                <a:cubicBezTo>
                  <a:pt x="65" y="54"/>
                  <a:pt x="65" y="54"/>
                  <a:pt x="65" y="54"/>
                </a:cubicBezTo>
                <a:cubicBezTo>
                  <a:pt x="92" y="54"/>
                  <a:pt x="92" y="54"/>
                  <a:pt x="92" y="54"/>
                </a:cubicBezTo>
                <a:cubicBezTo>
                  <a:pt x="100" y="54"/>
                  <a:pt x="107" y="47"/>
                  <a:pt x="108" y="39"/>
                </a:cubicBezTo>
                <a:cubicBezTo>
                  <a:pt x="108" y="30"/>
                  <a:pt x="108" y="30"/>
                  <a:pt x="108" y="30"/>
                </a:cubicBezTo>
                <a:cubicBezTo>
                  <a:pt x="108" y="22"/>
                  <a:pt x="102" y="16"/>
                  <a:pt x="95" y="16"/>
                </a:cubicBezTo>
                <a:cubicBezTo>
                  <a:pt x="89" y="16"/>
                  <a:pt x="89" y="16"/>
                  <a:pt x="89" y="16"/>
                </a:cubicBezTo>
                <a:cubicBezTo>
                  <a:pt x="87" y="16"/>
                  <a:pt x="87" y="16"/>
                  <a:pt x="87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77" y="16"/>
                  <a:pt x="77" y="16"/>
                  <a:pt x="77" y="16"/>
                </a:cubicBezTo>
                <a:cubicBezTo>
                  <a:pt x="74" y="16"/>
                  <a:pt x="74" y="16"/>
                  <a:pt x="74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42" y="16"/>
                  <a:pt x="42" y="16"/>
                  <a:pt x="42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26" y="16"/>
                  <a:pt x="26" y="16"/>
                  <a:pt x="26" y="16"/>
                </a:cubicBezTo>
                <a:cubicBezTo>
                  <a:pt x="21" y="16"/>
                  <a:pt x="21" y="16"/>
                  <a:pt x="21" y="16"/>
                </a:cubicBezTo>
                <a:cubicBezTo>
                  <a:pt x="17" y="16"/>
                  <a:pt x="17" y="16"/>
                  <a:pt x="17" y="16"/>
                </a:cubicBezTo>
                <a:cubicBezTo>
                  <a:pt x="13" y="16"/>
                  <a:pt x="13" y="16"/>
                  <a:pt x="13" y="16"/>
                </a:cubicBezTo>
                <a:cubicBezTo>
                  <a:pt x="6" y="16"/>
                  <a:pt x="0" y="22"/>
                  <a:pt x="0" y="30"/>
                </a:cubicBezTo>
                <a:cubicBezTo>
                  <a:pt x="0" y="39"/>
                  <a:pt x="0" y="39"/>
                  <a:pt x="0" y="39"/>
                </a:cubicBezTo>
                <a:cubicBezTo>
                  <a:pt x="2" y="47"/>
                  <a:pt x="9" y="54"/>
                  <a:pt x="17" y="54"/>
                </a:cubicBezTo>
                <a:close/>
                <a:moveTo>
                  <a:pt x="92" y="58"/>
                </a:moveTo>
                <a:cubicBezTo>
                  <a:pt x="65" y="58"/>
                  <a:pt x="65" y="58"/>
                  <a:pt x="65" y="58"/>
                </a:cubicBezTo>
                <a:cubicBezTo>
                  <a:pt x="65" y="62"/>
                  <a:pt x="65" y="62"/>
                  <a:pt x="65" y="62"/>
                </a:cubicBezTo>
                <a:cubicBezTo>
                  <a:pt x="65" y="65"/>
                  <a:pt x="62" y="68"/>
                  <a:pt x="59" y="68"/>
                </a:cubicBezTo>
                <a:cubicBezTo>
                  <a:pt x="49" y="68"/>
                  <a:pt x="49" y="68"/>
                  <a:pt x="49" y="68"/>
                </a:cubicBezTo>
                <a:cubicBezTo>
                  <a:pt x="46" y="68"/>
                  <a:pt x="44" y="65"/>
                  <a:pt x="44" y="62"/>
                </a:cubicBezTo>
                <a:cubicBezTo>
                  <a:pt x="44" y="58"/>
                  <a:pt x="44" y="58"/>
                  <a:pt x="44" y="58"/>
                </a:cubicBezTo>
                <a:cubicBezTo>
                  <a:pt x="17" y="58"/>
                  <a:pt x="17" y="58"/>
                  <a:pt x="17" y="58"/>
                </a:cubicBezTo>
                <a:cubicBezTo>
                  <a:pt x="10" y="58"/>
                  <a:pt x="4" y="55"/>
                  <a:pt x="0" y="49"/>
                </a:cubicBezTo>
                <a:cubicBezTo>
                  <a:pt x="0" y="83"/>
                  <a:pt x="0" y="83"/>
                  <a:pt x="0" y="83"/>
                </a:cubicBezTo>
                <a:cubicBezTo>
                  <a:pt x="0" y="90"/>
                  <a:pt x="6" y="97"/>
                  <a:pt x="13" y="97"/>
                </a:cubicBezTo>
                <a:cubicBezTo>
                  <a:pt x="17" y="97"/>
                  <a:pt x="17" y="97"/>
                  <a:pt x="17" y="97"/>
                </a:cubicBezTo>
                <a:cubicBezTo>
                  <a:pt x="21" y="97"/>
                  <a:pt x="21" y="97"/>
                  <a:pt x="21" y="97"/>
                </a:cubicBezTo>
                <a:cubicBezTo>
                  <a:pt x="26" y="97"/>
                  <a:pt x="26" y="97"/>
                  <a:pt x="26" y="97"/>
                </a:cubicBezTo>
                <a:cubicBezTo>
                  <a:pt x="82" y="97"/>
                  <a:pt x="82" y="97"/>
                  <a:pt x="82" y="97"/>
                </a:cubicBezTo>
                <a:cubicBezTo>
                  <a:pt x="87" y="97"/>
                  <a:pt x="87" y="97"/>
                  <a:pt x="87" y="97"/>
                </a:cubicBezTo>
                <a:cubicBezTo>
                  <a:pt x="89" y="97"/>
                  <a:pt x="89" y="97"/>
                  <a:pt x="89" y="97"/>
                </a:cubicBezTo>
                <a:cubicBezTo>
                  <a:pt x="95" y="97"/>
                  <a:pt x="95" y="97"/>
                  <a:pt x="95" y="97"/>
                </a:cubicBezTo>
                <a:cubicBezTo>
                  <a:pt x="102" y="97"/>
                  <a:pt x="108" y="90"/>
                  <a:pt x="108" y="83"/>
                </a:cubicBezTo>
                <a:cubicBezTo>
                  <a:pt x="108" y="49"/>
                  <a:pt x="108" y="49"/>
                  <a:pt x="108" y="49"/>
                </a:cubicBezTo>
                <a:cubicBezTo>
                  <a:pt x="104" y="55"/>
                  <a:pt x="98" y="58"/>
                  <a:pt x="92" y="58"/>
                </a:cubicBezTo>
                <a:close/>
                <a:moveTo>
                  <a:pt x="59" y="49"/>
                </a:moveTo>
                <a:cubicBezTo>
                  <a:pt x="49" y="49"/>
                  <a:pt x="49" y="49"/>
                  <a:pt x="49" y="49"/>
                </a:cubicBezTo>
                <a:cubicBezTo>
                  <a:pt x="48" y="49"/>
                  <a:pt x="47" y="50"/>
                  <a:pt x="47" y="51"/>
                </a:cubicBezTo>
                <a:cubicBezTo>
                  <a:pt x="47" y="53"/>
                  <a:pt x="47" y="53"/>
                  <a:pt x="47" y="53"/>
                </a:cubicBezTo>
                <a:cubicBezTo>
                  <a:pt x="47" y="55"/>
                  <a:pt x="47" y="55"/>
                  <a:pt x="47" y="55"/>
                </a:cubicBezTo>
                <a:cubicBezTo>
                  <a:pt x="47" y="58"/>
                  <a:pt x="47" y="58"/>
                  <a:pt x="47" y="58"/>
                </a:cubicBezTo>
                <a:cubicBezTo>
                  <a:pt x="47" y="59"/>
                  <a:pt x="47" y="59"/>
                  <a:pt x="47" y="59"/>
                </a:cubicBezTo>
                <a:cubicBezTo>
                  <a:pt x="47" y="62"/>
                  <a:pt x="47" y="62"/>
                  <a:pt x="47" y="62"/>
                </a:cubicBezTo>
                <a:cubicBezTo>
                  <a:pt x="47" y="63"/>
                  <a:pt x="48" y="64"/>
                  <a:pt x="49" y="64"/>
                </a:cubicBezTo>
                <a:cubicBezTo>
                  <a:pt x="59" y="64"/>
                  <a:pt x="59" y="64"/>
                  <a:pt x="59" y="64"/>
                </a:cubicBezTo>
                <a:cubicBezTo>
                  <a:pt x="60" y="64"/>
                  <a:pt x="61" y="63"/>
                  <a:pt x="61" y="62"/>
                </a:cubicBezTo>
                <a:cubicBezTo>
                  <a:pt x="61" y="59"/>
                  <a:pt x="61" y="59"/>
                  <a:pt x="61" y="59"/>
                </a:cubicBezTo>
                <a:cubicBezTo>
                  <a:pt x="61" y="58"/>
                  <a:pt x="61" y="58"/>
                  <a:pt x="61" y="58"/>
                </a:cubicBezTo>
                <a:cubicBezTo>
                  <a:pt x="61" y="55"/>
                  <a:pt x="61" y="55"/>
                  <a:pt x="61" y="55"/>
                </a:cubicBezTo>
                <a:cubicBezTo>
                  <a:pt x="61" y="53"/>
                  <a:pt x="61" y="53"/>
                  <a:pt x="61" y="53"/>
                </a:cubicBezTo>
                <a:cubicBezTo>
                  <a:pt x="61" y="51"/>
                  <a:pt x="61" y="51"/>
                  <a:pt x="61" y="51"/>
                </a:cubicBezTo>
                <a:cubicBezTo>
                  <a:pt x="61" y="50"/>
                  <a:pt x="60" y="49"/>
                  <a:pt x="59" y="4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4"/>
          <p:cNvSpPr/>
          <p:nvPr/>
        </p:nvSpPr>
        <p:spPr>
          <a:xfrm>
            <a:off x="5929312" y="5292725"/>
            <a:ext cx="346075" cy="511175"/>
          </a:xfrm>
          <a:custGeom>
            <a:avLst/>
            <a:gdLst/>
            <a:ahLst/>
            <a:cxnLst/>
            <a:rect l="l" t="t" r="r" b="b"/>
            <a:pathLst>
              <a:path w="79" h="116" extrusionOk="0">
                <a:moveTo>
                  <a:pt x="79" y="77"/>
                </a:moveTo>
                <a:cubicBezTo>
                  <a:pt x="79" y="65"/>
                  <a:pt x="70" y="55"/>
                  <a:pt x="52" y="51"/>
                </a:cubicBezTo>
                <a:cubicBezTo>
                  <a:pt x="49" y="51"/>
                  <a:pt x="39" y="48"/>
                  <a:pt x="37" y="47"/>
                </a:cubicBezTo>
                <a:cubicBezTo>
                  <a:pt x="23" y="44"/>
                  <a:pt x="19" y="41"/>
                  <a:pt x="19" y="38"/>
                </a:cubicBezTo>
                <a:cubicBezTo>
                  <a:pt x="19" y="34"/>
                  <a:pt x="24" y="29"/>
                  <a:pt x="39" y="29"/>
                </a:cubicBezTo>
                <a:cubicBezTo>
                  <a:pt x="49" y="29"/>
                  <a:pt x="59" y="37"/>
                  <a:pt x="59" y="37"/>
                </a:cubicBezTo>
                <a:cubicBezTo>
                  <a:pt x="63" y="39"/>
                  <a:pt x="66" y="39"/>
                  <a:pt x="69" y="36"/>
                </a:cubicBezTo>
                <a:cubicBezTo>
                  <a:pt x="69" y="36"/>
                  <a:pt x="73" y="32"/>
                  <a:pt x="73" y="29"/>
                </a:cubicBezTo>
                <a:cubicBezTo>
                  <a:pt x="73" y="24"/>
                  <a:pt x="61" y="16"/>
                  <a:pt x="48" y="13"/>
                </a:cubicBezTo>
                <a:cubicBezTo>
                  <a:pt x="48" y="4"/>
                  <a:pt x="48" y="4"/>
                  <a:pt x="48" y="4"/>
                </a:cubicBezTo>
                <a:cubicBezTo>
                  <a:pt x="48" y="2"/>
                  <a:pt x="45" y="0"/>
                  <a:pt x="4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4" y="0"/>
                  <a:pt x="31" y="2"/>
                  <a:pt x="31" y="4"/>
                </a:cubicBezTo>
                <a:cubicBezTo>
                  <a:pt x="31" y="13"/>
                  <a:pt x="31" y="13"/>
                  <a:pt x="31" y="13"/>
                </a:cubicBezTo>
                <a:cubicBezTo>
                  <a:pt x="11" y="15"/>
                  <a:pt x="0" y="25"/>
                  <a:pt x="0" y="38"/>
                </a:cubicBezTo>
                <a:cubicBezTo>
                  <a:pt x="0" y="53"/>
                  <a:pt x="14" y="59"/>
                  <a:pt x="30" y="63"/>
                </a:cubicBezTo>
                <a:cubicBezTo>
                  <a:pt x="32" y="64"/>
                  <a:pt x="44" y="67"/>
                  <a:pt x="46" y="67"/>
                </a:cubicBezTo>
                <a:cubicBezTo>
                  <a:pt x="58" y="70"/>
                  <a:pt x="60" y="74"/>
                  <a:pt x="60" y="77"/>
                </a:cubicBezTo>
                <a:cubicBezTo>
                  <a:pt x="60" y="82"/>
                  <a:pt x="55" y="87"/>
                  <a:pt x="40" y="87"/>
                </a:cubicBezTo>
                <a:cubicBezTo>
                  <a:pt x="30" y="87"/>
                  <a:pt x="16" y="78"/>
                  <a:pt x="16" y="78"/>
                </a:cubicBezTo>
                <a:cubicBezTo>
                  <a:pt x="12" y="76"/>
                  <a:pt x="9" y="76"/>
                  <a:pt x="5" y="80"/>
                </a:cubicBezTo>
                <a:cubicBezTo>
                  <a:pt x="5" y="80"/>
                  <a:pt x="3" y="83"/>
                  <a:pt x="3" y="87"/>
                </a:cubicBezTo>
                <a:cubicBezTo>
                  <a:pt x="3" y="92"/>
                  <a:pt x="17" y="100"/>
                  <a:pt x="31" y="102"/>
                </a:cubicBezTo>
                <a:cubicBezTo>
                  <a:pt x="31" y="112"/>
                  <a:pt x="31" y="112"/>
                  <a:pt x="31" y="112"/>
                </a:cubicBezTo>
                <a:cubicBezTo>
                  <a:pt x="31" y="114"/>
                  <a:pt x="34" y="116"/>
                  <a:pt x="37" y="116"/>
                </a:cubicBezTo>
                <a:cubicBezTo>
                  <a:pt x="43" y="116"/>
                  <a:pt x="43" y="116"/>
                  <a:pt x="43" y="116"/>
                </a:cubicBezTo>
                <a:cubicBezTo>
                  <a:pt x="45" y="116"/>
                  <a:pt x="48" y="114"/>
                  <a:pt x="48" y="112"/>
                </a:cubicBezTo>
                <a:cubicBezTo>
                  <a:pt x="48" y="103"/>
                  <a:pt x="48" y="103"/>
                  <a:pt x="48" y="103"/>
                </a:cubicBezTo>
                <a:cubicBezTo>
                  <a:pt x="70" y="101"/>
                  <a:pt x="79" y="89"/>
                  <a:pt x="79" y="7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4"/>
          <p:cNvSpPr/>
          <p:nvPr/>
        </p:nvSpPr>
        <p:spPr>
          <a:xfrm>
            <a:off x="7505700" y="1074737"/>
            <a:ext cx="465137" cy="465137"/>
          </a:xfrm>
          <a:custGeom>
            <a:avLst/>
            <a:gdLst/>
            <a:ahLst/>
            <a:cxnLst/>
            <a:rect l="l" t="t" r="r" b="b"/>
            <a:pathLst>
              <a:path w="106" h="106" extrusionOk="0">
                <a:moveTo>
                  <a:pt x="50" y="56"/>
                </a:moveTo>
                <a:cubicBezTo>
                  <a:pt x="99" y="56"/>
                  <a:pt x="99" y="56"/>
                  <a:pt x="99" y="56"/>
                </a:cubicBezTo>
                <a:cubicBezTo>
                  <a:pt x="99" y="83"/>
                  <a:pt x="77" y="106"/>
                  <a:pt x="50" y="106"/>
                </a:cubicBezTo>
                <a:cubicBezTo>
                  <a:pt x="22" y="106"/>
                  <a:pt x="0" y="83"/>
                  <a:pt x="0" y="56"/>
                </a:cubicBezTo>
                <a:cubicBezTo>
                  <a:pt x="0" y="28"/>
                  <a:pt x="22" y="6"/>
                  <a:pt x="50" y="6"/>
                </a:cubicBezTo>
                <a:lnTo>
                  <a:pt x="50" y="56"/>
                </a:lnTo>
                <a:close/>
                <a:moveTo>
                  <a:pt x="56" y="0"/>
                </a:moveTo>
                <a:cubicBezTo>
                  <a:pt x="56" y="50"/>
                  <a:pt x="56" y="50"/>
                  <a:pt x="56" y="50"/>
                </a:cubicBezTo>
                <a:cubicBezTo>
                  <a:pt x="106" y="50"/>
                  <a:pt x="106" y="50"/>
                  <a:pt x="106" y="50"/>
                </a:cubicBezTo>
                <a:cubicBezTo>
                  <a:pt x="106" y="22"/>
                  <a:pt x="83" y="0"/>
                  <a:pt x="5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4"/>
          <p:cNvSpPr txBox="1"/>
          <p:nvPr/>
        </p:nvSpPr>
        <p:spPr>
          <a:xfrm>
            <a:off x="5453062" y="863600"/>
            <a:ext cx="1350962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12" name="Google Shape;512;p24"/>
          <p:cNvSpPr txBox="1"/>
          <p:nvPr/>
        </p:nvSpPr>
        <p:spPr>
          <a:xfrm>
            <a:off x="8637587" y="841375"/>
            <a:ext cx="1350962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13" name="Google Shape;513;p24"/>
          <p:cNvSpPr txBox="1"/>
          <p:nvPr/>
        </p:nvSpPr>
        <p:spPr>
          <a:xfrm>
            <a:off x="636587" y="5110162"/>
            <a:ext cx="1350962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14" name="Google Shape;514;p24"/>
          <p:cNvSpPr txBox="1"/>
          <p:nvPr/>
        </p:nvSpPr>
        <p:spPr>
          <a:xfrm>
            <a:off x="3854450" y="5110162"/>
            <a:ext cx="1349375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15" name="Google Shape;515;p24"/>
          <p:cNvSpPr txBox="1"/>
          <p:nvPr/>
        </p:nvSpPr>
        <p:spPr>
          <a:xfrm>
            <a:off x="7038975" y="5087937"/>
            <a:ext cx="1349375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16" name="Google Shape;516;p24"/>
          <p:cNvSpPr txBox="1"/>
          <p:nvPr/>
        </p:nvSpPr>
        <p:spPr>
          <a:xfrm>
            <a:off x="10225087" y="5070475"/>
            <a:ext cx="1349375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5"/>
          <p:cNvSpPr txBox="1"/>
          <p:nvPr/>
        </p:nvSpPr>
        <p:spPr>
          <a:xfrm>
            <a:off x="1876425" y="1628775"/>
            <a:ext cx="1530350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22" name="Google Shape;522;p25"/>
          <p:cNvSpPr txBox="1"/>
          <p:nvPr/>
        </p:nvSpPr>
        <p:spPr>
          <a:xfrm>
            <a:off x="8621712" y="1631950"/>
            <a:ext cx="1692275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23" name="Google Shape;523;p25"/>
          <p:cNvSpPr txBox="1"/>
          <p:nvPr/>
        </p:nvSpPr>
        <p:spPr>
          <a:xfrm>
            <a:off x="8909050" y="1150937"/>
            <a:ext cx="1692274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C84C9"/>
              </a:buClr>
              <a:buSzPts val="3000"/>
              <a:buFont typeface="Open Sans SemiBold"/>
              <a:buNone/>
            </a:pPr>
            <a:r>
              <a:rPr lang="en-US" sz="3000" b="1" i="0" u="none" dirty="0">
                <a:solidFill>
                  <a:srgbClr val="1C84C9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C</a:t>
            </a:r>
            <a:endParaRPr dirty="0"/>
          </a:p>
        </p:txBody>
      </p:sp>
      <p:sp>
        <p:nvSpPr>
          <p:cNvPr id="524" name="Google Shape;524;p25"/>
          <p:cNvSpPr txBox="1"/>
          <p:nvPr/>
        </p:nvSpPr>
        <p:spPr>
          <a:xfrm>
            <a:off x="8880475" y="4186237"/>
            <a:ext cx="1857375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3000"/>
              <a:buFont typeface="Open Sans SemiBold"/>
              <a:buNone/>
            </a:pPr>
            <a:r>
              <a:rPr lang="en-US" sz="3000" b="1" i="0" u="none" dirty="0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D</a:t>
            </a:r>
            <a:endParaRPr dirty="0"/>
          </a:p>
        </p:txBody>
      </p:sp>
      <p:sp>
        <p:nvSpPr>
          <p:cNvPr id="525" name="Google Shape;525;p25"/>
          <p:cNvSpPr txBox="1"/>
          <p:nvPr/>
        </p:nvSpPr>
        <p:spPr>
          <a:xfrm>
            <a:off x="1820863" y="4178300"/>
            <a:ext cx="1701799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3000"/>
              <a:buFont typeface="Open Sans SemiBold"/>
              <a:buNone/>
            </a:pPr>
            <a:r>
              <a:rPr lang="en-US" sz="3000" b="1" i="0" u="none" dirty="0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B</a:t>
            </a:r>
            <a:endParaRPr dirty="0"/>
          </a:p>
        </p:txBody>
      </p:sp>
      <p:sp>
        <p:nvSpPr>
          <p:cNvPr id="526" name="Google Shape;526;p25"/>
          <p:cNvSpPr txBox="1"/>
          <p:nvPr/>
        </p:nvSpPr>
        <p:spPr>
          <a:xfrm>
            <a:off x="1741488" y="1117600"/>
            <a:ext cx="1797049" cy="636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BBFC7"/>
              </a:buClr>
              <a:buSzPts val="3000"/>
              <a:buFont typeface="Open Sans SemiBold"/>
              <a:buNone/>
            </a:pPr>
            <a:r>
              <a:rPr lang="en-US" sz="3000" b="1" i="0" u="none" dirty="0">
                <a:solidFill>
                  <a:srgbClr val="5BBFC7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 A</a:t>
            </a:r>
            <a:endParaRPr dirty="0"/>
          </a:p>
        </p:txBody>
      </p:sp>
      <p:sp>
        <p:nvSpPr>
          <p:cNvPr id="527" name="Google Shape;527;p25"/>
          <p:cNvSpPr/>
          <p:nvPr/>
        </p:nvSpPr>
        <p:spPr>
          <a:xfrm>
            <a:off x="4222750" y="3481387"/>
            <a:ext cx="3714750" cy="1851025"/>
          </a:xfrm>
          <a:custGeom>
            <a:avLst/>
            <a:gdLst/>
            <a:ahLst/>
            <a:cxnLst/>
            <a:rect l="l" t="t" r="r" b="b"/>
            <a:pathLst>
              <a:path w="2340" h="1166" extrusionOk="0">
                <a:moveTo>
                  <a:pt x="1754" y="292"/>
                </a:moveTo>
                <a:lnTo>
                  <a:pt x="1170" y="0"/>
                </a:lnTo>
                <a:lnTo>
                  <a:pt x="587" y="292"/>
                </a:lnTo>
                <a:lnTo>
                  <a:pt x="0" y="584"/>
                </a:lnTo>
                <a:lnTo>
                  <a:pt x="587" y="876"/>
                </a:lnTo>
                <a:lnTo>
                  <a:pt x="1170" y="1166"/>
                </a:lnTo>
                <a:lnTo>
                  <a:pt x="1754" y="876"/>
                </a:lnTo>
                <a:lnTo>
                  <a:pt x="2340" y="584"/>
                </a:lnTo>
                <a:lnTo>
                  <a:pt x="1754" y="292"/>
                </a:ln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/>
          <p:nvPr/>
        </p:nvSpPr>
        <p:spPr>
          <a:xfrm>
            <a:off x="4222750" y="4402137"/>
            <a:ext cx="1857375" cy="1239837"/>
          </a:xfrm>
          <a:custGeom>
            <a:avLst/>
            <a:gdLst/>
            <a:ahLst/>
            <a:cxnLst/>
            <a:rect l="l" t="t" r="r" b="b"/>
            <a:pathLst>
              <a:path w="1170" h="781" extrusionOk="0">
                <a:moveTo>
                  <a:pt x="0" y="0"/>
                </a:moveTo>
                <a:lnTo>
                  <a:pt x="0" y="197"/>
                </a:lnTo>
                <a:lnTo>
                  <a:pt x="1170" y="781"/>
                </a:lnTo>
                <a:lnTo>
                  <a:pt x="1170" y="582"/>
                </a:lnTo>
                <a:lnTo>
                  <a:pt x="0" y="0"/>
                </a:lnTo>
                <a:close/>
              </a:path>
            </a:pathLst>
          </a:custGeom>
          <a:solidFill>
            <a:srgbClr val="05466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25"/>
          <p:cNvSpPr/>
          <p:nvPr/>
        </p:nvSpPr>
        <p:spPr>
          <a:xfrm>
            <a:off x="6080125" y="4402137"/>
            <a:ext cx="1857375" cy="1239837"/>
          </a:xfrm>
          <a:custGeom>
            <a:avLst/>
            <a:gdLst/>
            <a:ahLst/>
            <a:cxnLst/>
            <a:rect l="l" t="t" r="r" b="b"/>
            <a:pathLst>
              <a:path w="1170" h="781" extrusionOk="0">
                <a:moveTo>
                  <a:pt x="1170" y="0"/>
                </a:moveTo>
                <a:lnTo>
                  <a:pt x="0" y="582"/>
                </a:lnTo>
                <a:lnTo>
                  <a:pt x="0" y="781"/>
                </a:lnTo>
                <a:lnTo>
                  <a:pt x="1170" y="197"/>
                </a:lnTo>
                <a:lnTo>
                  <a:pt x="1170" y="0"/>
                </a:lnTo>
                <a:close/>
              </a:path>
            </a:pathLst>
          </a:custGeom>
          <a:solidFill>
            <a:srgbClr val="0138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25"/>
          <p:cNvSpPr/>
          <p:nvPr/>
        </p:nvSpPr>
        <p:spPr>
          <a:xfrm>
            <a:off x="4222750" y="2727325"/>
            <a:ext cx="3714750" cy="1849437"/>
          </a:xfrm>
          <a:custGeom>
            <a:avLst/>
            <a:gdLst/>
            <a:ahLst/>
            <a:cxnLst/>
            <a:rect l="l" t="t" r="r" b="b"/>
            <a:pathLst>
              <a:path w="2340" h="1165" extrusionOk="0">
                <a:moveTo>
                  <a:pt x="1754" y="292"/>
                </a:moveTo>
                <a:lnTo>
                  <a:pt x="1170" y="0"/>
                </a:lnTo>
                <a:lnTo>
                  <a:pt x="587" y="292"/>
                </a:lnTo>
                <a:lnTo>
                  <a:pt x="0" y="581"/>
                </a:lnTo>
                <a:lnTo>
                  <a:pt x="587" y="873"/>
                </a:lnTo>
                <a:lnTo>
                  <a:pt x="1170" y="1165"/>
                </a:lnTo>
                <a:lnTo>
                  <a:pt x="1754" y="873"/>
                </a:lnTo>
                <a:lnTo>
                  <a:pt x="2340" y="581"/>
                </a:lnTo>
                <a:lnTo>
                  <a:pt x="1754" y="292"/>
                </a:lnTo>
                <a:close/>
              </a:path>
            </a:pathLst>
          </a:custGeom>
          <a:solidFill>
            <a:srgbClr val="1C84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/>
          <p:nvPr/>
        </p:nvSpPr>
        <p:spPr>
          <a:xfrm>
            <a:off x="4222750" y="3643312"/>
            <a:ext cx="1857375" cy="1239837"/>
          </a:xfrm>
          <a:custGeom>
            <a:avLst/>
            <a:gdLst/>
            <a:ahLst/>
            <a:cxnLst/>
            <a:rect l="l" t="t" r="r" b="b"/>
            <a:pathLst>
              <a:path w="1170" h="781" extrusionOk="0">
                <a:moveTo>
                  <a:pt x="0" y="0"/>
                </a:moveTo>
                <a:lnTo>
                  <a:pt x="0" y="199"/>
                </a:lnTo>
                <a:lnTo>
                  <a:pt x="1170" y="781"/>
                </a:lnTo>
                <a:lnTo>
                  <a:pt x="1170" y="584"/>
                </a:lnTo>
                <a:lnTo>
                  <a:pt x="0" y="0"/>
                </a:lnTo>
                <a:close/>
              </a:path>
            </a:pathLst>
          </a:custGeom>
          <a:solidFill>
            <a:srgbClr val="1977B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25"/>
          <p:cNvSpPr/>
          <p:nvPr/>
        </p:nvSpPr>
        <p:spPr>
          <a:xfrm>
            <a:off x="6080125" y="3643312"/>
            <a:ext cx="1857375" cy="1239837"/>
          </a:xfrm>
          <a:custGeom>
            <a:avLst/>
            <a:gdLst/>
            <a:ahLst/>
            <a:cxnLst/>
            <a:rect l="l" t="t" r="r" b="b"/>
            <a:pathLst>
              <a:path w="1170" h="781" extrusionOk="0">
                <a:moveTo>
                  <a:pt x="1170" y="0"/>
                </a:moveTo>
                <a:lnTo>
                  <a:pt x="0" y="584"/>
                </a:lnTo>
                <a:lnTo>
                  <a:pt x="0" y="781"/>
                </a:lnTo>
                <a:lnTo>
                  <a:pt x="1170" y="199"/>
                </a:lnTo>
                <a:lnTo>
                  <a:pt x="1170" y="0"/>
                </a:lnTo>
                <a:close/>
              </a:path>
            </a:pathLst>
          </a:custGeom>
          <a:solidFill>
            <a:srgbClr val="1067A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25"/>
          <p:cNvSpPr/>
          <p:nvPr/>
        </p:nvSpPr>
        <p:spPr>
          <a:xfrm>
            <a:off x="4222750" y="1968500"/>
            <a:ext cx="3714750" cy="1849437"/>
          </a:xfrm>
          <a:custGeom>
            <a:avLst/>
            <a:gdLst/>
            <a:ahLst/>
            <a:cxnLst/>
            <a:rect l="l" t="t" r="r" b="b"/>
            <a:pathLst>
              <a:path w="2340" h="1165" extrusionOk="0">
                <a:moveTo>
                  <a:pt x="1754" y="292"/>
                </a:moveTo>
                <a:lnTo>
                  <a:pt x="1170" y="0"/>
                </a:lnTo>
                <a:lnTo>
                  <a:pt x="587" y="292"/>
                </a:lnTo>
                <a:lnTo>
                  <a:pt x="0" y="584"/>
                </a:lnTo>
                <a:lnTo>
                  <a:pt x="587" y="873"/>
                </a:lnTo>
                <a:lnTo>
                  <a:pt x="1170" y="1165"/>
                </a:lnTo>
                <a:lnTo>
                  <a:pt x="1754" y="873"/>
                </a:lnTo>
                <a:lnTo>
                  <a:pt x="2340" y="584"/>
                </a:lnTo>
                <a:lnTo>
                  <a:pt x="1754" y="292"/>
                </a:ln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25"/>
          <p:cNvSpPr/>
          <p:nvPr/>
        </p:nvSpPr>
        <p:spPr>
          <a:xfrm>
            <a:off x="4222750" y="2889250"/>
            <a:ext cx="1857375" cy="1235075"/>
          </a:xfrm>
          <a:custGeom>
            <a:avLst/>
            <a:gdLst/>
            <a:ahLst/>
            <a:cxnLst/>
            <a:rect l="l" t="t" r="r" b="b"/>
            <a:pathLst>
              <a:path w="1170" h="778" extrusionOk="0">
                <a:moveTo>
                  <a:pt x="0" y="0"/>
                </a:moveTo>
                <a:lnTo>
                  <a:pt x="0" y="196"/>
                </a:lnTo>
                <a:lnTo>
                  <a:pt x="1170" y="778"/>
                </a:lnTo>
                <a:lnTo>
                  <a:pt x="1170" y="581"/>
                </a:lnTo>
                <a:lnTo>
                  <a:pt x="0" y="0"/>
                </a:lnTo>
                <a:close/>
              </a:path>
            </a:pathLst>
          </a:custGeom>
          <a:solidFill>
            <a:srgbClr val="30A3D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25"/>
          <p:cNvSpPr/>
          <p:nvPr/>
        </p:nvSpPr>
        <p:spPr>
          <a:xfrm>
            <a:off x="6080125" y="2889250"/>
            <a:ext cx="1857375" cy="1235075"/>
          </a:xfrm>
          <a:custGeom>
            <a:avLst/>
            <a:gdLst/>
            <a:ahLst/>
            <a:cxnLst/>
            <a:rect l="l" t="t" r="r" b="b"/>
            <a:pathLst>
              <a:path w="1170" h="778" extrusionOk="0">
                <a:moveTo>
                  <a:pt x="1170" y="0"/>
                </a:moveTo>
                <a:lnTo>
                  <a:pt x="0" y="581"/>
                </a:lnTo>
                <a:lnTo>
                  <a:pt x="0" y="778"/>
                </a:lnTo>
                <a:lnTo>
                  <a:pt x="1170" y="196"/>
                </a:lnTo>
                <a:lnTo>
                  <a:pt x="1170" y="0"/>
                </a:lnTo>
                <a:close/>
              </a:path>
            </a:pathLst>
          </a:custGeom>
          <a:solidFill>
            <a:srgbClr val="2491B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5"/>
          <p:cNvSpPr/>
          <p:nvPr/>
        </p:nvSpPr>
        <p:spPr>
          <a:xfrm>
            <a:off x="4222750" y="1212850"/>
            <a:ext cx="3714750" cy="1851025"/>
          </a:xfrm>
          <a:custGeom>
            <a:avLst/>
            <a:gdLst/>
            <a:ahLst/>
            <a:cxnLst/>
            <a:rect l="l" t="t" r="r" b="b"/>
            <a:pathLst>
              <a:path w="2340" h="1166" extrusionOk="0">
                <a:moveTo>
                  <a:pt x="1754" y="290"/>
                </a:moveTo>
                <a:lnTo>
                  <a:pt x="1170" y="0"/>
                </a:lnTo>
                <a:lnTo>
                  <a:pt x="587" y="290"/>
                </a:lnTo>
                <a:lnTo>
                  <a:pt x="0" y="582"/>
                </a:lnTo>
                <a:lnTo>
                  <a:pt x="587" y="874"/>
                </a:lnTo>
                <a:lnTo>
                  <a:pt x="1170" y="1166"/>
                </a:lnTo>
                <a:lnTo>
                  <a:pt x="1754" y="874"/>
                </a:lnTo>
                <a:lnTo>
                  <a:pt x="2340" y="582"/>
                </a:lnTo>
                <a:lnTo>
                  <a:pt x="1754" y="290"/>
                </a:ln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5"/>
          <p:cNvSpPr/>
          <p:nvPr/>
        </p:nvSpPr>
        <p:spPr>
          <a:xfrm>
            <a:off x="4222750" y="2136775"/>
            <a:ext cx="1857375" cy="1238250"/>
          </a:xfrm>
          <a:custGeom>
            <a:avLst/>
            <a:gdLst/>
            <a:ahLst/>
            <a:cxnLst/>
            <a:rect l="l" t="t" r="r" b="b"/>
            <a:pathLst>
              <a:path w="1170" h="780" extrusionOk="0">
                <a:moveTo>
                  <a:pt x="0" y="0"/>
                </a:moveTo>
                <a:lnTo>
                  <a:pt x="0" y="196"/>
                </a:lnTo>
                <a:lnTo>
                  <a:pt x="1170" y="780"/>
                </a:lnTo>
                <a:lnTo>
                  <a:pt x="1170" y="584"/>
                </a:lnTo>
                <a:lnTo>
                  <a:pt x="0" y="0"/>
                </a:lnTo>
                <a:close/>
              </a:path>
            </a:pathLst>
          </a:custGeom>
          <a:solidFill>
            <a:srgbClr val="5BBF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5"/>
          <p:cNvSpPr/>
          <p:nvPr/>
        </p:nvSpPr>
        <p:spPr>
          <a:xfrm>
            <a:off x="6080125" y="2136775"/>
            <a:ext cx="1857375" cy="1238250"/>
          </a:xfrm>
          <a:custGeom>
            <a:avLst/>
            <a:gdLst/>
            <a:ahLst/>
            <a:cxnLst/>
            <a:rect l="l" t="t" r="r" b="b"/>
            <a:pathLst>
              <a:path w="1170" h="780" extrusionOk="0">
                <a:moveTo>
                  <a:pt x="1170" y="0"/>
                </a:moveTo>
                <a:lnTo>
                  <a:pt x="0" y="584"/>
                </a:lnTo>
                <a:lnTo>
                  <a:pt x="0" y="780"/>
                </a:lnTo>
                <a:lnTo>
                  <a:pt x="1170" y="196"/>
                </a:lnTo>
                <a:lnTo>
                  <a:pt x="1170" y="0"/>
                </a:lnTo>
                <a:close/>
              </a:path>
            </a:pathLst>
          </a:custGeom>
          <a:solidFill>
            <a:srgbClr val="4BABB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25"/>
          <p:cNvSpPr/>
          <p:nvPr/>
        </p:nvSpPr>
        <p:spPr>
          <a:xfrm>
            <a:off x="10833100" y="1803400"/>
            <a:ext cx="774700" cy="649287"/>
          </a:xfrm>
          <a:custGeom>
            <a:avLst/>
            <a:gdLst/>
            <a:ahLst/>
            <a:cxnLst/>
            <a:rect l="l" t="t" r="r" b="b"/>
            <a:pathLst>
              <a:path w="189" h="158" extrusionOk="0">
                <a:moveTo>
                  <a:pt x="26" y="129"/>
                </a:moveTo>
                <a:cubicBezTo>
                  <a:pt x="26" y="86"/>
                  <a:pt x="26" y="86"/>
                  <a:pt x="26" y="86"/>
                </a:cubicBezTo>
                <a:cubicBezTo>
                  <a:pt x="26" y="83"/>
                  <a:pt x="28" y="80"/>
                  <a:pt x="32" y="80"/>
                </a:cubicBezTo>
                <a:cubicBezTo>
                  <a:pt x="42" y="80"/>
                  <a:pt x="42" y="80"/>
                  <a:pt x="42" y="80"/>
                </a:cubicBezTo>
                <a:cubicBezTo>
                  <a:pt x="46" y="80"/>
                  <a:pt x="48" y="83"/>
                  <a:pt x="48" y="86"/>
                </a:cubicBezTo>
                <a:cubicBezTo>
                  <a:pt x="48" y="129"/>
                  <a:pt x="48" y="129"/>
                  <a:pt x="48" y="129"/>
                </a:cubicBezTo>
                <a:cubicBezTo>
                  <a:pt x="48" y="133"/>
                  <a:pt x="46" y="135"/>
                  <a:pt x="42" y="135"/>
                </a:cubicBezTo>
                <a:cubicBezTo>
                  <a:pt x="32" y="135"/>
                  <a:pt x="32" y="135"/>
                  <a:pt x="32" y="135"/>
                </a:cubicBezTo>
                <a:cubicBezTo>
                  <a:pt x="28" y="135"/>
                  <a:pt x="26" y="133"/>
                  <a:pt x="26" y="129"/>
                </a:cubicBezTo>
                <a:close/>
                <a:moveTo>
                  <a:pt x="70" y="65"/>
                </a:moveTo>
                <a:cubicBezTo>
                  <a:pt x="66" y="65"/>
                  <a:pt x="63" y="68"/>
                  <a:pt x="63" y="71"/>
                </a:cubicBezTo>
                <a:cubicBezTo>
                  <a:pt x="63" y="129"/>
                  <a:pt x="63" y="129"/>
                  <a:pt x="63" y="129"/>
                </a:cubicBezTo>
                <a:cubicBezTo>
                  <a:pt x="63" y="133"/>
                  <a:pt x="66" y="135"/>
                  <a:pt x="70" y="135"/>
                </a:cubicBezTo>
                <a:cubicBezTo>
                  <a:pt x="80" y="135"/>
                  <a:pt x="80" y="135"/>
                  <a:pt x="80" y="135"/>
                </a:cubicBezTo>
                <a:cubicBezTo>
                  <a:pt x="83" y="135"/>
                  <a:pt x="86" y="133"/>
                  <a:pt x="86" y="129"/>
                </a:cubicBezTo>
                <a:cubicBezTo>
                  <a:pt x="86" y="71"/>
                  <a:pt x="86" y="71"/>
                  <a:pt x="86" y="71"/>
                </a:cubicBezTo>
                <a:cubicBezTo>
                  <a:pt x="86" y="68"/>
                  <a:pt x="83" y="65"/>
                  <a:pt x="80" y="65"/>
                </a:cubicBezTo>
                <a:lnTo>
                  <a:pt x="70" y="65"/>
                </a:lnTo>
                <a:close/>
                <a:moveTo>
                  <a:pt x="107" y="52"/>
                </a:moveTo>
                <a:cubicBezTo>
                  <a:pt x="104" y="52"/>
                  <a:pt x="101" y="55"/>
                  <a:pt x="101" y="58"/>
                </a:cubicBezTo>
                <a:cubicBezTo>
                  <a:pt x="101" y="129"/>
                  <a:pt x="101" y="129"/>
                  <a:pt x="101" y="129"/>
                </a:cubicBezTo>
                <a:cubicBezTo>
                  <a:pt x="101" y="133"/>
                  <a:pt x="104" y="135"/>
                  <a:pt x="107" y="135"/>
                </a:cubicBezTo>
                <a:cubicBezTo>
                  <a:pt x="118" y="135"/>
                  <a:pt x="118" y="135"/>
                  <a:pt x="118" y="135"/>
                </a:cubicBezTo>
                <a:cubicBezTo>
                  <a:pt x="121" y="135"/>
                  <a:pt x="124" y="133"/>
                  <a:pt x="124" y="129"/>
                </a:cubicBezTo>
                <a:cubicBezTo>
                  <a:pt x="124" y="58"/>
                  <a:pt x="124" y="58"/>
                  <a:pt x="124" y="58"/>
                </a:cubicBezTo>
                <a:cubicBezTo>
                  <a:pt x="124" y="55"/>
                  <a:pt x="121" y="52"/>
                  <a:pt x="118" y="52"/>
                </a:cubicBezTo>
                <a:lnTo>
                  <a:pt x="107" y="52"/>
                </a:lnTo>
                <a:close/>
                <a:moveTo>
                  <a:pt x="145" y="39"/>
                </a:moveTo>
                <a:cubicBezTo>
                  <a:pt x="142" y="39"/>
                  <a:pt x="139" y="42"/>
                  <a:pt x="139" y="45"/>
                </a:cubicBezTo>
                <a:cubicBezTo>
                  <a:pt x="139" y="129"/>
                  <a:pt x="139" y="129"/>
                  <a:pt x="139" y="129"/>
                </a:cubicBezTo>
                <a:cubicBezTo>
                  <a:pt x="139" y="133"/>
                  <a:pt x="142" y="135"/>
                  <a:pt x="145" y="135"/>
                </a:cubicBezTo>
                <a:cubicBezTo>
                  <a:pt x="156" y="135"/>
                  <a:pt x="156" y="135"/>
                  <a:pt x="156" y="135"/>
                </a:cubicBezTo>
                <a:cubicBezTo>
                  <a:pt x="159" y="135"/>
                  <a:pt x="162" y="133"/>
                  <a:pt x="162" y="129"/>
                </a:cubicBezTo>
                <a:cubicBezTo>
                  <a:pt x="162" y="45"/>
                  <a:pt x="162" y="45"/>
                  <a:pt x="162" y="45"/>
                </a:cubicBezTo>
                <a:cubicBezTo>
                  <a:pt x="162" y="42"/>
                  <a:pt x="159" y="39"/>
                  <a:pt x="156" y="39"/>
                </a:cubicBezTo>
                <a:lnTo>
                  <a:pt x="145" y="39"/>
                </a:lnTo>
                <a:close/>
                <a:moveTo>
                  <a:pt x="28" y="64"/>
                </a:moveTo>
                <a:cubicBezTo>
                  <a:pt x="69" y="56"/>
                  <a:pt x="107" y="42"/>
                  <a:pt x="141" y="21"/>
                </a:cubicBezTo>
                <a:cubicBezTo>
                  <a:pt x="144" y="27"/>
                  <a:pt x="144" y="27"/>
                  <a:pt x="144" y="27"/>
                </a:cubicBezTo>
                <a:cubicBezTo>
                  <a:pt x="156" y="9"/>
                  <a:pt x="156" y="9"/>
                  <a:pt x="156" y="9"/>
                </a:cubicBezTo>
                <a:cubicBezTo>
                  <a:pt x="133" y="8"/>
                  <a:pt x="133" y="8"/>
                  <a:pt x="133" y="8"/>
                </a:cubicBezTo>
                <a:cubicBezTo>
                  <a:pt x="137" y="14"/>
                  <a:pt x="137" y="14"/>
                  <a:pt x="137" y="14"/>
                </a:cubicBezTo>
                <a:cubicBezTo>
                  <a:pt x="103" y="34"/>
                  <a:pt x="66" y="48"/>
                  <a:pt x="27" y="55"/>
                </a:cubicBezTo>
                <a:lnTo>
                  <a:pt x="28" y="64"/>
                </a:lnTo>
                <a:close/>
                <a:moveTo>
                  <a:pt x="189" y="147"/>
                </a:moveTo>
                <a:cubicBezTo>
                  <a:pt x="170" y="136"/>
                  <a:pt x="170" y="136"/>
                  <a:pt x="170" y="136"/>
                </a:cubicBezTo>
                <a:cubicBezTo>
                  <a:pt x="170" y="143"/>
                  <a:pt x="170" y="143"/>
                  <a:pt x="170" y="143"/>
                </a:cubicBezTo>
                <a:cubicBezTo>
                  <a:pt x="16" y="143"/>
                  <a:pt x="16" y="143"/>
                  <a:pt x="16" y="143"/>
                </a:cubicBezTo>
                <a:cubicBezTo>
                  <a:pt x="16" y="20"/>
                  <a:pt x="16" y="20"/>
                  <a:pt x="16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11" y="0"/>
                  <a:pt x="11" y="0"/>
                  <a:pt x="11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43"/>
                  <a:pt x="7" y="143"/>
                  <a:pt x="7" y="143"/>
                </a:cubicBezTo>
                <a:cubicBezTo>
                  <a:pt x="7" y="147"/>
                  <a:pt x="7" y="147"/>
                  <a:pt x="7" y="147"/>
                </a:cubicBezTo>
                <a:cubicBezTo>
                  <a:pt x="7" y="152"/>
                  <a:pt x="7" y="152"/>
                  <a:pt x="7" y="152"/>
                </a:cubicBezTo>
                <a:cubicBezTo>
                  <a:pt x="170" y="152"/>
                  <a:pt x="170" y="152"/>
                  <a:pt x="170" y="152"/>
                </a:cubicBezTo>
                <a:cubicBezTo>
                  <a:pt x="170" y="158"/>
                  <a:pt x="170" y="158"/>
                  <a:pt x="170" y="158"/>
                </a:cubicBezTo>
                <a:lnTo>
                  <a:pt x="189" y="147"/>
                </a:lnTo>
                <a:close/>
              </a:path>
            </a:pathLst>
          </a:custGeom>
          <a:solidFill>
            <a:srgbClr val="1C84C9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25"/>
          <p:cNvSpPr/>
          <p:nvPr/>
        </p:nvSpPr>
        <p:spPr>
          <a:xfrm>
            <a:off x="665162" y="4822825"/>
            <a:ext cx="696912" cy="698500"/>
          </a:xfrm>
          <a:custGeom>
            <a:avLst/>
            <a:gdLst/>
            <a:ahLst/>
            <a:cxnLst/>
            <a:rect l="l" t="t" r="r" b="b"/>
            <a:pathLst>
              <a:path w="170" h="170" extrusionOk="0">
                <a:moveTo>
                  <a:pt x="80" y="90"/>
                </a:moveTo>
                <a:cubicBezTo>
                  <a:pt x="160" y="90"/>
                  <a:pt x="160" y="90"/>
                  <a:pt x="160" y="90"/>
                </a:cubicBezTo>
                <a:cubicBezTo>
                  <a:pt x="160" y="134"/>
                  <a:pt x="124" y="170"/>
                  <a:pt x="80" y="170"/>
                </a:cubicBezTo>
                <a:cubicBezTo>
                  <a:pt x="36" y="170"/>
                  <a:pt x="0" y="134"/>
                  <a:pt x="0" y="90"/>
                </a:cubicBezTo>
                <a:cubicBezTo>
                  <a:pt x="0" y="46"/>
                  <a:pt x="36" y="10"/>
                  <a:pt x="80" y="10"/>
                </a:cubicBezTo>
                <a:lnTo>
                  <a:pt x="80" y="90"/>
                </a:lnTo>
                <a:close/>
                <a:moveTo>
                  <a:pt x="90" y="0"/>
                </a:moveTo>
                <a:cubicBezTo>
                  <a:pt x="90" y="80"/>
                  <a:pt x="90" y="80"/>
                  <a:pt x="90" y="80"/>
                </a:cubicBezTo>
                <a:cubicBezTo>
                  <a:pt x="170" y="80"/>
                  <a:pt x="170" y="80"/>
                  <a:pt x="170" y="80"/>
                </a:cubicBezTo>
                <a:cubicBezTo>
                  <a:pt x="170" y="36"/>
                  <a:pt x="134" y="0"/>
                  <a:pt x="90" y="0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5"/>
          <p:cNvSpPr/>
          <p:nvPr/>
        </p:nvSpPr>
        <p:spPr>
          <a:xfrm>
            <a:off x="10861675" y="4786312"/>
            <a:ext cx="523875" cy="774700"/>
          </a:xfrm>
          <a:custGeom>
            <a:avLst/>
            <a:gdLst/>
            <a:ahLst/>
            <a:cxnLst/>
            <a:rect l="l" t="t" r="r" b="b"/>
            <a:pathLst>
              <a:path w="128" h="189" extrusionOk="0">
                <a:moveTo>
                  <a:pt x="128" y="126"/>
                </a:moveTo>
                <a:cubicBezTo>
                  <a:pt x="128" y="107"/>
                  <a:pt x="112" y="93"/>
                  <a:pt x="83" y="86"/>
                </a:cubicBezTo>
                <a:cubicBezTo>
                  <a:pt x="80" y="85"/>
                  <a:pt x="62" y="81"/>
                  <a:pt x="59" y="80"/>
                </a:cubicBezTo>
                <a:cubicBezTo>
                  <a:pt x="36" y="74"/>
                  <a:pt x="25" y="70"/>
                  <a:pt x="25" y="60"/>
                </a:cubicBezTo>
                <a:cubicBezTo>
                  <a:pt x="25" y="51"/>
                  <a:pt x="35" y="42"/>
                  <a:pt x="62" y="42"/>
                </a:cubicBezTo>
                <a:cubicBezTo>
                  <a:pt x="80" y="42"/>
                  <a:pt x="98" y="55"/>
                  <a:pt x="99" y="56"/>
                </a:cubicBezTo>
                <a:cubicBezTo>
                  <a:pt x="101" y="57"/>
                  <a:pt x="103" y="58"/>
                  <a:pt x="105" y="58"/>
                </a:cubicBezTo>
                <a:cubicBezTo>
                  <a:pt x="106" y="58"/>
                  <a:pt x="108" y="58"/>
                  <a:pt x="111" y="55"/>
                </a:cubicBezTo>
                <a:cubicBezTo>
                  <a:pt x="114" y="53"/>
                  <a:pt x="118" y="48"/>
                  <a:pt x="118" y="45"/>
                </a:cubicBezTo>
                <a:cubicBezTo>
                  <a:pt x="118" y="39"/>
                  <a:pt x="100" y="27"/>
                  <a:pt x="77" y="22"/>
                </a:cubicBezTo>
                <a:cubicBezTo>
                  <a:pt x="74" y="22"/>
                  <a:pt x="74" y="22"/>
                  <a:pt x="74" y="22"/>
                </a:cubicBezTo>
                <a:cubicBezTo>
                  <a:pt x="74" y="4"/>
                  <a:pt x="74" y="4"/>
                  <a:pt x="74" y="4"/>
                </a:cubicBezTo>
                <a:cubicBezTo>
                  <a:pt x="74" y="2"/>
                  <a:pt x="72" y="0"/>
                  <a:pt x="69" y="0"/>
                </a:cubicBezTo>
                <a:cubicBezTo>
                  <a:pt x="59" y="0"/>
                  <a:pt x="59" y="0"/>
                  <a:pt x="59" y="0"/>
                </a:cubicBezTo>
                <a:cubicBezTo>
                  <a:pt x="56" y="0"/>
                  <a:pt x="53" y="2"/>
                  <a:pt x="53" y="4"/>
                </a:cubicBezTo>
                <a:cubicBezTo>
                  <a:pt x="53" y="21"/>
                  <a:pt x="53" y="21"/>
                  <a:pt x="53" y="21"/>
                </a:cubicBezTo>
                <a:cubicBezTo>
                  <a:pt x="50" y="21"/>
                  <a:pt x="50" y="21"/>
                  <a:pt x="50" y="21"/>
                </a:cubicBezTo>
                <a:cubicBezTo>
                  <a:pt x="19" y="25"/>
                  <a:pt x="0" y="40"/>
                  <a:pt x="0" y="61"/>
                </a:cubicBezTo>
                <a:cubicBezTo>
                  <a:pt x="0" y="84"/>
                  <a:pt x="23" y="94"/>
                  <a:pt x="48" y="100"/>
                </a:cubicBezTo>
                <a:cubicBezTo>
                  <a:pt x="51" y="101"/>
                  <a:pt x="72" y="106"/>
                  <a:pt x="76" y="107"/>
                </a:cubicBezTo>
                <a:cubicBezTo>
                  <a:pt x="99" y="112"/>
                  <a:pt x="102" y="122"/>
                  <a:pt x="102" y="127"/>
                </a:cubicBezTo>
                <a:cubicBezTo>
                  <a:pt x="102" y="133"/>
                  <a:pt x="99" y="146"/>
                  <a:pt x="65" y="146"/>
                </a:cubicBezTo>
                <a:cubicBezTo>
                  <a:pt x="47" y="146"/>
                  <a:pt x="24" y="132"/>
                  <a:pt x="23" y="131"/>
                </a:cubicBezTo>
                <a:cubicBezTo>
                  <a:pt x="17" y="128"/>
                  <a:pt x="13" y="129"/>
                  <a:pt x="9" y="134"/>
                </a:cubicBezTo>
                <a:cubicBezTo>
                  <a:pt x="9" y="134"/>
                  <a:pt x="5" y="138"/>
                  <a:pt x="5" y="143"/>
                </a:cubicBezTo>
                <a:cubicBezTo>
                  <a:pt x="5" y="149"/>
                  <a:pt x="27" y="161"/>
                  <a:pt x="51" y="166"/>
                </a:cubicBezTo>
                <a:cubicBezTo>
                  <a:pt x="53" y="167"/>
                  <a:pt x="53" y="167"/>
                  <a:pt x="53" y="167"/>
                </a:cubicBezTo>
                <a:cubicBezTo>
                  <a:pt x="53" y="185"/>
                  <a:pt x="53" y="185"/>
                  <a:pt x="53" y="185"/>
                </a:cubicBezTo>
                <a:cubicBezTo>
                  <a:pt x="53" y="187"/>
                  <a:pt x="56" y="189"/>
                  <a:pt x="59" y="189"/>
                </a:cubicBezTo>
                <a:cubicBezTo>
                  <a:pt x="69" y="189"/>
                  <a:pt x="69" y="189"/>
                  <a:pt x="69" y="189"/>
                </a:cubicBezTo>
                <a:cubicBezTo>
                  <a:pt x="72" y="189"/>
                  <a:pt x="74" y="187"/>
                  <a:pt x="74" y="185"/>
                </a:cubicBezTo>
                <a:cubicBezTo>
                  <a:pt x="74" y="167"/>
                  <a:pt x="74" y="167"/>
                  <a:pt x="74" y="167"/>
                </a:cubicBezTo>
                <a:cubicBezTo>
                  <a:pt x="77" y="167"/>
                  <a:pt x="77" y="167"/>
                  <a:pt x="77" y="167"/>
                </a:cubicBezTo>
                <a:cubicBezTo>
                  <a:pt x="114" y="163"/>
                  <a:pt x="128" y="144"/>
                  <a:pt x="128" y="126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5"/>
          <p:cNvSpPr/>
          <p:nvPr/>
        </p:nvSpPr>
        <p:spPr>
          <a:xfrm>
            <a:off x="639762" y="1697037"/>
            <a:ext cx="693737" cy="825500"/>
          </a:xfrm>
          <a:custGeom>
            <a:avLst/>
            <a:gdLst/>
            <a:ahLst/>
            <a:cxnLst/>
            <a:rect l="l" t="t" r="r" b="b"/>
            <a:pathLst>
              <a:path w="169" h="201" extrusionOk="0">
                <a:moveTo>
                  <a:pt x="113" y="194"/>
                </a:moveTo>
                <a:cubicBezTo>
                  <a:pt x="113" y="198"/>
                  <a:pt x="110" y="201"/>
                  <a:pt x="106" y="201"/>
                </a:cubicBezTo>
                <a:cubicBezTo>
                  <a:pt x="64" y="201"/>
                  <a:pt x="64" y="201"/>
                  <a:pt x="64" y="201"/>
                </a:cubicBezTo>
                <a:cubicBezTo>
                  <a:pt x="60" y="201"/>
                  <a:pt x="57" y="198"/>
                  <a:pt x="57" y="194"/>
                </a:cubicBezTo>
                <a:cubicBezTo>
                  <a:pt x="57" y="194"/>
                  <a:pt x="57" y="194"/>
                  <a:pt x="57" y="194"/>
                </a:cubicBezTo>
                <a:cubicBezTo>
                  <a:pt x="57" y="190"/>
                  <a:pt x="60" y="187"/>
                  <a:pt x="64" y="187"/>
                </a:cubicBezTo>
                <a:cubicBezTo>
                  <a:pt x="106" y="187"/>
                  <a:pt x="106" y="187"/>
                  <a:pt x="106" y="187"/>
                </a:cubicBezTo>
                <a:cubicBezTo>
                  <a:pt x="110" y="187"/>
                  <a:pt x="113" y="190"/>
                  <a:pt x="113" y="194"/>
                </a:cubicBezTo>
                <a:close/>
                <a:moveTo>
                  <a:pt x="113" y="176"/>
                </a:moveTo>
                <a:cubicBezTo>
                  <a:pt x="113" y="172"/>
                  <a:pt x="110" y="169"/>
                  <a:pt x="106" y="169"/>
                </a:cubicBezTo>
                <a:cubicBezTo>
                  <a:pt x="64" y="169"/>
                  <a:pt x="64" y="169"/>
                  <a:pt x="64" y="169"/>
                </a:cubicBezTo>
                <a:cubicBezTo>
                  <a:pt x="60" y="169"/>
                  <a:pt x="57" y="172"/>
                  <a:pt x="57" y="176"/>
                </a:cubicBezTo>
                <a:cubicBezTo>
                  <a:pt x="57" y="176"/>
                  <a:pt x="57" y="176"/>
                  <a:pt x="57" y="176"/>
                </a:cubicBezTo>
                <a:cubicBezTo>
                  <a:pt x="57" y="180"/>
                  <a:pt x="60" y="183"/>
                  <a:pt x="64" y="183"/>
                </a:cubicBezTo>
                <a:cubicBezTo>
                  <a:pt x="106" y="183"/>
                  <a:pt x="106" y="183"/>
                  <a:pt x="106" y="183"/>
                </a:cubicBezTo>
                <a:cubicBezTo>
                  <a:pt x="110" y="183"/>
                  <a:pt x="113" y="180"/>
                  <a:pt x="113" y="176"/>
                </a:cubicBezTo>
                <a:close/>
                <a:moveTo>
                  <a:pt x="92" y="99"/>
                </a:moveTo>
                <a:cubicBezTo>
                  <a:pt x="83" y="99"/>
                  <a:pt x="83" y="99"/>
                  <a:pt x="83" y="99"/>
                </a:cubicBezTo>
                <a:cubicBezTo>
                  <a:pt x="78" y="99"/>
                  <a:pt x="78" y="99"/>
                  <a:pt x="78" y="99"/>
                </a:cubicBezTo>
                <a:cubicBezTo>
                  <a:pt x="78" y="165"/>
                  <a:pt x="78" y="165"/>
                  <a:pt x="78" y="165"/>
                </a:cubicBezTo>
                <a:cubicBezTo>
                  <a:pt x="81" y="165"/>
                  <a:pt x="83" y="165"/>
                  <a:pt x="85" y="165"/>
                </a:cubicBezTo>
                <a:cubicBezTo>
                  <a:pt x="85" y="165"/>
                  <a:pt x="85" y="165"/>
                  <a:pt x="85" y="165"/>
                </a:cubicBezTo>
                <a:cubicBezTo>
                  <a:pt x="85" y="165"/>
                  <a:pt x="85" y="165"/>
                  <a:pt x="85" y="165"/>
                </a:cubicBezTo>
                <a:cubicBezTo>
                  <a:pt x="85" y="165"/>
                  <a:pt x="85" y="165"/>
                  <a:pt x="85" y="165"/>
                </a:cubicBezTo>
                <a:cubicBezTo>
                  <a:pt x="85" y="165"/>
                  <a:pt x="85" y="165"/>
                  <a:pt x="85" y="165"/>
                </a:cubicBezTo>
                <a:cubicBezTo>
                  <a:pt x="88" y="165"/>
                  <a:pt x="90" y="165"/>
                  <a:pt x="92" y="165"/>
                </a:cubicBezTo>
                <a:lnTo>
                  <a:pt x="92" y="99"/>
                </a:lnTo>
                <a:close/>
                <a:moveTo>
                  <a:pt x="62" y="72"/>
                </a:moveTo>
                <a:cubicBezTo>
                  <a:pt x="56" y="72"/>
                  <a:pt x="52" y="77"/>
                  <a:pt x="52" y="82"/>
                </a:cubicBezTo>
                <a:cubicBezTo>
                  <a:pt x="52" y="88"/>
                  <a:pt x="56" y="92"/>
                  <a:pt x="62" y="92"/>
                </a:cubicBezTo>
                <a:cubicBezTo>
                  <a:pt x="72" y="92"/>
                  <a:pt x="72" y="92"/>
                  <a:pt x="72" y="92"/>
                </a:cubicBezTo>
                <a:cubicBezTo>
                  <a:pt x="72" y="82"/>
                  <a:pt x="72" y="82"/>
                  <a:pt x="72" y="82"/>
                </a:cubicBezTo>
                <a:cubicBezTo>
                  <a:pt x="72" y="77"/>
                  <a:pt x="67" y="72"/>
                  <a:pt x="62" y="72"/>
                </a:cubicBezTo>
                <a:close/>
                <a:moveTo>
                  <a:pt x="119" y="82"/>
                </a:moveTo>
                <a:cubicBezTo>
                  <a:pt x="119" y="77"/>
                  <a:pt x="114" y="72"/>
                  <a:pt x="108" y="72"/>
                </a:cubicBezTo>
                <a:cubicBezTo>
                  <a:pt x="103" y="72"/>
                  <a:pt x="98" y="77"/>
                  <a:pt x="98" y="82"/>
                </a:cubicBezTo>
                <a:cubicBezTo>
                  <a:pt x="98" y="92"/>
                  <a:pt x="98" y="92"/>
                  <a:pt x="98" y="92"/>
                </a:cubicBezTo>
                <a:cubicBezTo>
                  <a:pt x="108" y="92"/>
                  <a:pt x="108" y="92"/>
                  <a:pt x="108" y="92"/>
                </a:cubicBezTo>
                <a:cubicBezTo>
                  <a:pt x="114" y="92"/>
                  <a:pt x="119" y="88"/>
                  <a:pt x="119" y="82"/>
                </a:cubicBezTo>
                <a:close/>
                <a:moveTo>
                  <a:pt x="141" y="64"/>
                </a:moveTo>
                <a:cubicBezTo>
                  <a:pt x="136" y="46"/>
                  <a:pt x="115" y="27"/>
                  <a:pt x="85" y="27"/>
                </a:cubicBezTo>
                <a:cubicBezTo>
                  <a:pt x="55" y="27"/>
                  <a:pt x="34" y="46"/>
                  <a:pt x="29" y="64"/>
                </a:cubicBezTo>
                <a:cubicBezTo>
                  <a:pt x="26" y="78"/>
                  <a:pt x="29" y="91"/>
                  <a:pt x="36" y="103"/>
                </a:cubicBezTo>
                <a:cubicBezTo>
                  <a:pt x="41" y="114"/>
                  <a:pt x="48" y="124"/>
                  <a:pt x="53" y="135"/>
                </a:cubicBezTo>
                <a:cubicBezTo>
                  <a:pt x="55" y="142"/>
                  <a:pt x="57" y="151"/>
                  <a:pt x="58" y="157"/>
                </a:cubicBezTo>
                <a:cubicBezTo>
                  <a:pt x="59" y="163"/>
                  <a:pt x="61" y="165"/>
                  <a:pt x="68" y="165"/>
                </a:cubicBezTo>
                <a:cubicBezTo>
                  <a:pt x="69" y="165"/>
                  <a:pt x="70" y="165"/>
                  <a:pt x="72" y="165"/>
                </a:cubicBezTo>
                <a:cubicBezTo>
                  <a:pt x="72" y="99"/>
                  <a:pt x="72" y="99"/>
                  <a:pt x="72" y="99"/>
                </a:cubicBezTo>
                <a:cubicBezTo>
                  <a:pt x="62" y="99"/>
                  <a:pt x="62" y="99"/>
                  <a:pt x="62" y="99"/>
                </a:cubicBezTo>
                <a:cubicBezTo>
                  <a:pt x="57" y="99"/>
                  <a:pt x="53" y="97"/>
                  <a:pt x="50" y="94"/>
                </a:cubicBezTo>
                <a:cubicBezTo>
                  <a:pt x="47" y="91"/>
                  <a:pt x="45" y="87"/>
                  <a:pt x="45" y="82"/>
                </a:cubicBezTo>
                <a:cubicBezTo>
                  <a:pt x="45" y="78"/>
                  <a:pt x="47" y="74"/>
                  <a:pt x="50" y="70"/>
                </a:cubicBezTo>
                <a:cubicBezTo>
                  <a:pt x="53" y="67"/>
                  <a:pt x="57" y="66"/>
                  <a:pt x="62" y="66"/>
                </a:cubicBezTo>
                <a:cubicBezTo>
                  <a:pt x="71" y="66"/>
                  <a:pt x="78" y="73"/>
                  <a:pt x="78" y="82"/>
                </a:cubicBezTo>
                <a:cubicBezTo>
                  <a:pt x="78" y="82"/>
                  <a:pt x="78" y="82"/>
                  <a:pt x="78" y="82"/>
                </a:cubicBezTo>
                <a:cubicBezTo>
                  <a:pt x="78" y="92"/>
                  <a:pt x="78" y="92"/>
                  <a:pt x="78" y="92"/>
                </a:cubicBezTo>
                <a:cubicBezTo>
                  <a:pt x="83" y="92"/>
                  <a:pt x="83" y="92"/>
                  <a:pt x="83" y="92"/>
                </a:cubicBezTo>
                <a:cubicBezTo>
                  <a:pt x="92" y="92"/>
                  <a:pt x="92" y="92"/>
                  <a:pt x="92" y="92"/>
                </a:cubicBezTo>
                <a:cubicBezTo>
                  <a:pt x="92" y="82"/>
                  <a:pt x="92" y="82"/>
                  <a:pt x="92" y="82"/>
                </a:cubicBezTo>
                <a:cubicBezTo>
                  <a:pt x="92" y="82"/>
                  <a:pt x="92" y="82"/>
                  <a:pt x="92" y="82"/>
                </a:cubicBezTo>
                <a:cubicBezTo>
                  <a:pt x="92" y="78"/>
                  <a:pt x="94" y="74"/>
                  <a:pt x="97" y="70"/>
                </a:cubicBezTo>
                <a:cubicBezTo>
                  <a:pt x="100" y="67"/>
                  <a:pt x="104" y="66"/>
                  <a:pt x="108" y="66"/>
                </a:cubicBezTo>
                <a:cubicBezTo>
                  <a:pt x="113" y="66"/>
                  <a:pt x="117" y="67"/>
                  <a:pt x="120" y="70"/>
                </a:cubicBezTo>
                <a:cubicBezTo>
                  <a:pt x="123" y="74"/>
                  <a:pt x="125" y="78"/>
                  <a:pt x="125" y="82"/>
                </a:cubicBezTo>
                <a:cubicBezTo>
                  <a:pt x="125" y="87"/>
                  <a:pt x="123" y="91"/>
                  <a:pt x="120" y="94"/>
                </a:cubicBezTo>
                <a:cubicBezTo>
                  <a:pt x="117" y="97"/>
                  <a:pt x="113" y="99"/>
                  <a:pt x="108" y="99"/>
                </a:cubicBezTo>
                <a:cubicBezTo>
                  <a:pt x="98" y="99"/>
                  <a:pt x="98" y="99"/>
                  <a:pt x="98" y="99"/>
                </a:cubicBezTo>
                <a:cubicBezTo>
                  <a:pt x="98" y="165"/>
                  <a:pt x="98" y="165"/>
                  <a:pt x="98" y="165"/>
                </a:cubicBezTo>
                <a:cubicBezTo>
                  <a:pt x="100" y="165"/>
                  <a:pt x="101" y="165"/>
                  <a:pt x="102" y="165"/>
                </a:cubicBezTo>
                <a:cubicBezTo>
                  <a:pt x="109" y="165"/>
                  <a:pt x="111" y="163"/>
                  <a:pt x="112" y="157"/>
                </a:cubicBezTo>
                <a:cubicBezTo>
                  <a:pt x="114" y="151"/>
                  <a:pt x="115" y="142"/>
                  <a:pt x="117" y="135"/>
                </a:cubicBezTo>
                <a:cubicBezTo>
                  <a:pt x="123" y="124"/>
                  <a:pt x="129" y="114"/>
                  <a:pt x="135" y="103"/>
                </a:cubicBezTo>
                <a:cubicBezTo>
                  <a:pt x="141" y="91"/>
                  <a:pt x="144" y="78"/>
                  <a:pt x="141" y="64"/>
                </a:cubicBezTo>
                <a:close/>
                <a:moveTo>
                  <a:pt x="91" y="6"/>
                </a:moveTo>
                <a:cubicBezTo>
                  <a:pt x="91" y="2"/>
                  <a:pt x="88" y="0"/>
                  <a:pt x="85" y="0"/>
                </a:cubicBezTo>
                <a:cubicBezTo>
                  <a:pt x="85" y="0"/>
                  <a:pt x="85" y="0"/>
                  <a:pt x="85" y="0"/>
                </a:cubicBezTo>
                <a:cubicBezTo>
                  <a:pt x="82" y="0"/>
                  <a:pt x="79" y="2"/>
                  <a:pt x="79" y="6"/>
                </a:cubicBezTo>
                <a:cubicBezTo>
                  <a:pt x="79" y="17"/>
                  <a:pt x="79" y="17"/>
                  <a:pt x="79" y="17"/>
                </a:cubicBezTo>
                <a:cubicBezTo>
                  <a:pt x="79" y="21"/>
                  <a:pt x="82" y="23"/>
                  <a:pt x="85" y="23"/>
                </a:cubicBezTo>
                <a:cubicBezTo>
                  <a:pt x="85" y="23"/>
                  <a:pt x="85" y="23"/>
                  <a:pt x="85" y="23"/>
                </a:cubicBezTo>
                <a:cubicBezTo>
                  <a:pt x="88" y="23"/>
                  <a:pt x="91" y="21"/>
                  <a:pt x="91" y="17"/>
                </a:cubicBezTo>
                <a:lnTo>
                  <a:pt x="91" y="6"/>
                </a:lnTo>
                <a:close/>
                <a:moveTo>
                  <a:pt x="125" y="16"/>
                </a:moveTo>
                <a:cubicBezTo>
                  <a:pt x="127" y="13"/>
                  <a:pt x="126" y="9"/>
                  <a:pt x="123" y="8"/>
                </a:cubicBezTo>
                <a:cubicBezTo>
                  <a:pt x="123" y="8"/>
                  <a:pt x="123" y="8"/>
                  <a:pt x="123" y="8"/>
                </a:cubicBezTo>
                <a:cubicBezTo>
                  <a:pt x="120" y="6"/>
                  <a:pt x="116" y="7"/>
                  <a:pt x="114" y="10"/>
                </a:cubicBezTo>
                <a:cubicBezTo>
                  <a:pt x="109" y="20"/>
                  <a:pt x="109" y="20"/>
                  <a:pt x="109" y="20"/>
                </a:cubicBezTo>
                <a:cubicBezTo>
                  <a:pt x="107" y="23"/>
                  <a:pt x="109" y="27"/>
                  <a:pt x="112" y="28"/>
                </a:cubicBezTo>
                <a:cubicBezTo>
                  <a:pt x="112" y="28"/>
                  <a:pt x="112" y="28"/>
                  <a:pt x="112" y="28"/>
                </a:cubicBezTo>
                <a:cubicBezTo>
                  <a:pt x="115" y="30"/>
                  <a:pt x="118" y="29"/>
                  <a:pt x="120" y="26"/>
                </a:cubicBezTo>
                <a:lnTo>
                  <a:pt x="125" y="16"/>
                </a:lnTo>
                <a:close/>
                <a:moveTo>
                  <a:pt x="150" y="36"/>
                </a:moveTo>
                <a:cubicBezTo>
                  <a:pt x="153" y="33"/>
                  <a:pt x="153" y="30"/>
                  <a:pt x="151" y="27"/>
                </a:cubicBezTo>
                <a:cubicBezTo>
                  <a:pt x="151" y="27"/>
                  <a:pt x="151" y="27"/>
                  <a:pt x="151" y="27"/>
                </a:cubicBezTo>
                <a:cubicBezTo>
                  <a:pt x="149" y="24"/>
                  <a:pt x="145" y="24"/>
                  <a:pt x="142" y="26"/>
                </a:cubicBezTo>
                <a:cubicBezTo>
                  <a:pt x="134" y="34"/>
                  <a:pt x="134" y="34"/>
                  <a:pt x="134" y="34"/>
                </a:cubicBezTo>
                <a:cubicBezTo>
                  <a:pt x="131" y="36"/>
                  <a:pt x="131" y="40"/>
                  <a:pt x="133" y="43"/>
                </a:cubicBezTo>
                <a:cubicBezTo>
                  <a:pt x="133" y="43"/>
                  <a:pt x="133" y="43"/>
                  <a:pt x="133" y="43"/>
                </a:cubicBezTo>
                <a:cubicBezTo>
                  <a:pt x="135" y="45"/>
                  <a:pt x="139" y="45"/>
                  <a:pt x="142" y="43"/>
                </a:cubicBezTo>
                <a:lnTo>
                  <a:pt x="150" y="36"/>
                </a:lnTo>
                <a:close/>
                <a:moveTo>
                  <a:pt x="164" y="66"/>
                </a:moveTo>
                <a:cubicBezTo>
                  <a:pt x="167" y="65"/>
                  <a:pt x="169" y="62"/>
                  <a:pt x="168" y="59"/>
                </a:cubicBezTo>
                <a:cubicBezTo>
                  <a:pt x="168" y="59"/>
                  <a:pt x="168" y="59"/>
                  <a:pt x="168" y="59"/>
                </a:cubicBezTo>
                <a:cubicBezTo>
                  <a:pt x="168" y="55"/>
                  <a:pt x="165" y="53"/>
                  <a:pt x="161" y="54"/>
                </a:cubicBezTo>
                <a:cubicBezTo>
                  <a:pt x="150" y="56"/>
                  <a:pt x="150" y="56"/>
                  <a:pt x="150" y="56"/>
                </a:cubicBezTo>
                <a:cubicBezTo>
                  <a:pt x="147" y="56"/>
                  <a:pt x="145" y="59"/>
                  <a:pt x="145" y="63"/>
                </a:cubicBezTo>
                <a:cubicBezTo>
                  <a:pt x="145" y="63"/>
                  <a:pt x="145" y="63"/>
                  <a:pt x="145" y="63"/>
                </a:cubicBezTo>
                <a:cubicBezTo>
                  <a:pt x="146" y="66"/>
                  <a:pt x="149" y="68"/>
                  <a:pt x="152" y="68"/>
                </a:cubicBezTo>
                <a:lnTo>
                  <a:pt x="164" y="66"/>
                </a:lnTo>
                <a:close/>
                <a:moveTo>
                  <a:pt x="161" y="99"/>
                </a:moveTo>
                <a:cubicBezTo>
                  <a:pt x="164" y="99"/>
                  <a:pt x="167" y="97"/>
                  <a:pt x="168" y="94"/>
                </a:cubicBezTo>
                <a:cubicBezTo>
                  <a:pt x="168" y="94"/>
                  <a:pt x="168" y="94"/>
                  <a:pt x="168" y="94"/>
                </a:cubicBezTo>
                <a:cubicBezTo>
                  <a:pt x="169" y="90"/>
                  <a:pt x="167" y="87"/>
                  <a:pt x="163" y="87"/>
                </a:cubicBezTo>
                <a:cubicBezTo>
                  <a:pt x="152" y="84"/>
                  <a:pt x="152" y="84"/>
                  <a:pt x="152" y="84"/>
                </a:cubicBezTo>
                <a:cubicBezTo>
                  <a:pt x="149" y="84"/>
                  <a:pt x="146" y="86"/>
                  <a:pt x="145" y="89"/>
                </a:cubicBezTo>
                <a:cubicBezTo>
                  <a:pt x="145" y="89"/>
                  <a:pt x="145" y="89"/>
                  <a:pt x="145" y="89"/>
                </a:cubicBezTo>
                <a:cubicBezTo>
                  <a:pt x="144" y="92"/>
                  <a:pt x="146" y="96"/>
                  <a:pt x="150" y="96"/>
                </a:cubicBezTo>
                <a:lnTo>
                  <a:pt x="161" y="99"/>
                </a:lnTo>
                <a:close/>
                <a:moveTo>
                  <a:pt x="50" y="26"/>
                </a:moveTo>
                <a:cubicBezTo>
                  <a:pt x="51" y="29"/>
                  <a:pt x="55" y="30"/>
                  <a:pt x="58" y="28"/>
                </a:cubicBezTo>
                <a:cubicBezTo>
                  <a:pt x="58" y="28"/>
                  <a:pt x="58" y="28"/>
                  <a:pt x="58" y="28"/>
                </a:cubicBezTo>
                <a:cubicBezTo>
                  <a:pt x="61" y="27"/>
                  <a:pt x="62" y="23"/>
                  <a:pt x="60" y="20"/>
                </a:cubicBezTo>
                <a:cubicBezTo>
                  <a:pt x="55" y="10"/>
                  <a:pt x="55" y="10"/>
                  <a:pt x="55" y="10"/>
                </a:cubicBezTo>
                <a:cubicBezTo>
                  <a:pt x="53" y="7"/>
                  <a:pt x="50" y="6"/>
                  <a:pt x="47" y="8"/>
                </a:cubicBezTo>
                <a:cubicBezTo>
                  <a:pt x="47" y="8"/>
                  <a:pt x="47" y="8"/>
                  <a:pt x="47" y="8"/>
                </a:cubicBezTo>
                <a:cubicBezTo>
                  <a:pt x="44" y="9"/>
                  <a:pt x="43" y="13"/>
                  <a:pt x="44" y="16"/>
                </a:cubicBezTo>
                <a:lnTo>
                  <a:pt x="50" y="26"/>
                </a:lnTo>
                <a:close/>
                <a:moveTo>
                  <a:pt x="28" y="43"/>
                </a:moveTo>
                <a:cubicBezTo>
                  <a:pt x="30" y="45"/>
                  <a:pt x="34" y="45"/>
                  <a:pt x="36" y="43"/>
                </a:cubicBezTo>
                <a:cubicBezTo>
                  <a:pt x="36" y="43"/>
                  <a:pt x="36" y="43"/>
                  <a:pt x="36" y="43"/>
                </a:cubicBezTo>
                <a:cubicBezTo>
                  <a:pt x="38" y="40"/>
                  <a:pt x="38" y="36"/>
                  <a:pt x="36" y="34"/>
                </a:cubicBezTo>
                <a:cubicBezTo>
                  <a:pt x="27" y="26"/>
                  <a:pt x="27" y="26"/>
                  <a:pt x="27" y="26"/>
                </a:cubicBezTo>
                <a:cubicBezTo>
                  <a:pt x="25" y="24"/>
                  <a:pt x="21" y="24"/>
                  <a:pt x="19" y="27"/>
                </a:cubicBezTo>
                <a:cubicBezTo>
                  <a:pt x="19" y="27"/>
                  <a:pt x="19" y="27"/>
                  <a:pt x="19" y="27"/>
                </a:cubicBezTo>
                <a:cubicBezTo>
                  <a:pt x="16" y="30"/>
                  <a:pt x="17" y="33"/>
                  <a:pt x="19" y="36"/>
                </a:cubicBezTo>
                <a:lnTo>
                  <a:pt x="28" y="43"/>
                </a:lnTo>
                <a:close/>
                <a:moveTo>
                  <a:pt x="17" y="68"/>
                </a:moveTo>
                <a:cubicBezTo>
                  <a:pt x="20" y="68"/>
                  <a:pt x="23" y="66"/>
                  <a:pt x="24" y="63"/>
                </a:cubicBezTo>
                <a:cubicBezTo>
                  <a:pt x="24" y="63"/>
                  <a:pt x="24" y="63"/>
                  <a:pt x="24" y="63"/>
                </a:cubicBezTo>
                <a:cubicBezTo>
                  <a:pt x="25" y="59"/>
                  <a:pt x="22" y="56"/>
                  <a:pt x="19" y="56"/>
                </a:cubicBezTo>
                <a:cubicBezTo>
                  <a:pt x="8" y="54"/>
                  <a:pt x="8" y="54"/>
                  <a:pt x="8" y="54"/>
                </a:cubicBezTo>
                <a:cubicBezTo>
                  <a:pt x="5" y="53"/>
                  <a:pt x="2" y="55"/>
                  <a:pt x="1" y="59"/>
                </a:cubicBezTo>
                <a:cubicBezTo>
                  <a:pt x="1" y="59"/>
                  <a:pt x="1" y="59"/>
                  <a:pt x="1" y="59"/>
                </a:cubicBezTo>
                <a:cubicBezTo>
                  <a:pt x="0" y="62"/>
                  <a:pt x="3" y="65"/>
                  <a:pt x="6" y="66"/>
                </a:cubicBezTo>
                <a:lnTo>
                  <a:pt x="17" y="68"/>
                </a:lnTo>
                <a:close/>
                <a:moveTo>
                  <a:pt x="20" y="96"/>
                </a:moveTo>
                <a:cubicBezTo>
                  <a:pt x="23" y="96"/>
                  <a:pt x="25" y="92"/>
                  <a:pt x="24" y="89"/>
                </a:cubicBezTo>
                <a:cubicBezTo>
                  <a:pt x="24" y="89"/>
                  <a:pt x="24" y="89"/>
                  <a:pt x="24" y="89"/>
                </a:cubicBezTo>
                <a:cubicBezTo>
                  <a:pt x="24" y="86"/>
                  <a:pt x="21" y="84"/>
                  <a:pt x="17" y="84"/>
                </a:cubicBezTo>
                <a:cubicBezTo>
                  <a:pt x="6" y="87"/>
                  <a:pt x="6" y="87"/>
                  <a:pt x="6" y="87"/>
                </a:cubicBezTo>
                <a:cubicBezTo>
                  <a:pt x="3" y="87"/>
                  <a:pt x="1" y="90"/>
                  <a:pt x="1" y="94"/>
                </a:cubicBezTo>
                <a:cubicBezTo>
                  <a:pt x="1" y="94"/>
                  <a:pt x="1" y="94"/>
                  <a:pt x="1" y="94"/>
                </a:cubicBezTo>
                <a:cubicBezTo>
                  <a:pt x="2" y="97"/>
                  <a:pt x="5" y="99"/>
                  <a:pt x="9" y="99"/>
                </a:cubicBezTo>
                <a:lnTo>
                  <a:pt x="20" y="96"/>
                </a:lnTo>
                <a:close/>
              </a:path>
            </a:pathLst>
          </a:custGeom>
          <a:solidFill>
            <a:srgbClr val="5BBFC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25"/>
          <p:cNvSpPr txBox="1"/>
          <p:nvPr/>
        </p:nvSpPr>
        <p:spPr>
          <a:xfrm>
            <a:off x="8678862" y="4606925"/>
            <a:ext cx="169227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44" name="Google Shape;544;p25"/>
          <p:cNvSpPr txBox="1"/>
          <p:nvPr/>
        </p:nvSpPr>
        <p:spPr>
          <a:xfrm>
            <a:off x="1885950" y="4713287"/>
            <a:ext cx="1528762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6"/>
          <p:cNvSpPr txBox="1"/>
          <p:nvPr/>
        </p:nvSpPr>
        <p:spPr>
          <a:xfrm>
            <a:off x="2066925" y="5672137"/>
            <a:ext cx="121761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US" sz="11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50" name="Google Shape;550;p26"/>
          <p:cNvSpPr/>
          <p:nvPr/>
        </p:nvSpPr>
        <p:spPr>
          <a:xfrm>
            <a:off x="8486775" y="4300537"/>
            <a:ext cx="2393950" cy="1112837"/>
          </a:xfrm>
          <a:custGeom>
            <a:avLst/>
            <a:gdLst/>
            <a:ahLst/>
            <a:cxnLst/>
            <a:rect l="l" t="t" r="r" b="b"/>
            <a:pathLst>
              <a:path w="1508" h="701" extrusionOk="0">
                <a:moveTo>
                  <a:pt x="0" y="701"/>
                </a:moveTo>
                <a:lnTo>
                  <a:pt x="754" y="0"/>
                </a:lnTo>
                <a:lnTo>
                  <a:pt x="1508" y="701"/>
                </a:lnTo>
                <a:lnTo>
                  <a:pt x="754" y="701"/>
                </a:lnTo>
                <a:lnTo>
                  <a:pt x="0" y="701"/>
                </a:lnTo>
                <a:close/>
              </a:path>
            </a:pathLst>
          </a:custGeom>
          <a:solidFill>
            <a:srgbClr val="FAB32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6"/>
          <p:cNvSpPr/>
          <p:nvPr/>
        </p:nvSpPr>
        <p:spPr>
          <a:xfrm>
            <a:off x="8486775" y="1752600"/>
            <a:ext cx="1196975" cy="3660775"/>
          </a:xfrm>
          <a:custGeom>
            <a:avLst/>
            <a:gdLst/>
            <a:ahLst/>
            <a:cxnLst/>
            <a:rect l="l" t="t" r="r" b="b"/>
            <a:pathLst>
              <a:path w="754" h="2306" extrusionOk="0">
                <a:moveTo>
                  <a:pt x="378" y="1154"/>
                </a:moveTo>
                <a:lnTo>
                  <a:pt x="754" y="0"/>
                </a:lnTo>
                <a:lnTo>
                  <a:pt x="754" y="1605"/>
                </a:lnTo>
                <a:lnTo>
                  <a:pt x="0" y="2306"/>
                </a:lnTo>
                <a:lnTo>
                  <a:pt x="378" y="1154"/>
                </a:lnTo>
                <a:close/>
              </a:path>
            </a:pathLst>
          </a:custGeom>
          <a:solidFill>
            <a:srgbClr val="FFD6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26"/>
          <p:cNvSpPr/>
          <p:nvPr/>
        </p:nvSpPr>
        <p:spPr>
          <a:xfrm>
            <a:off x="9683750" y="1752600"/>
            <a:ext cx="1196975" cy="3660775"/>
          </a:xfrm>
          <a:custGeom>
            <a:avLst/>
            <a:gdLst/>
            <a:ahLst/>
            <a:cxnLst/>
            <a:rect l="l" t="t" r="r" b="b"/>
            <a:pathLst>
              <a:path w="754" h="2306" extrusionOk="0">
                <a:moveTo>
                  <a:pt x="376" y="1154"/>
                </a:moveTo>
                <a:lnTo>
                  <a:pt x="754" y="2306"/>
                </a:lnTo>
                <a:lnTo>
                  <a:pt x="0" y="1605"/>
                </a:lnTo>
                <a:lnTo>
                  <a:pt x="0" y="0"/>
                </a:lnTo>
                <a:lnTo>
                  <a:pt x="376" y="1154"/>
                </a:lnTo>
                <a:close/>
              </a:path>
            </a:pathLst>
          </a:custGeom>
          <a:solidFill>
            <a:srgbClr val="FFC7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26"/>
          <p:cNvSpPr/>
          <p:nvPr/>
        </p:nvSpPr>
        <p:spPr>
          <a:xfrm>
            <a:off x="6096000" y="4489450"/>
            <a:ext cx="2390775" cy="923925"/>
          </a:xfrm>
          <a:custGeom>
            <a:avLst/>
            <a:gdLst/>
            <a:ahLst/>
            <a:cxnLst/>
            <a:rect l="l" t="t" r="r" b="b"/>
            <a:pathLst>
              <a:path w="1506" h="582" extrusionOk="0">
                <a:moveTo>
                  <a:pt x="0" y="582"/>
                </a:moveTo>
                <a:lnTo>
                  <a:pt x="754" y="0"/>
                </a:lnTo>
                <a:lnTo>
                  <a:pt x="1506" y="582"/>
                </a:lnTo>
                <a:lnTo>
                  <a:pt x="754" y="582"/>
                </a:lnTo>
                <a:lnTo>
                  <a:pt x="0" y="582"/>
                </a:lnTo>
                <a:close/>
              </a:path>
            </a:pathLst>
          </a:custGeom>
          <a:solidFill>
            <a:srgbClr val="FA790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26"/>
          <p:cNvSpPr/>
          <p:nvPr/>
        </p:nvSpPr>
        <p:spPr>
          <a:xfrm>
            <a:off x="6096000" y="2378075"/>
            <a:ext cx="1196975" cy="3035300"/>
          </a:xfrm>
          <a:custGeom>
            <a:avLst/>
            <a:gdLst/>
            <a:ahLst/>
            <a:cxnLst/>
            <a:rect l="l" t="t" r="r" b="b"/>
            <a:pathLst>
              <a:path w="754" h="1912" extrusionOk="0">
                <a:moveTo>
                  <a:pt x="376" y="956"/>
                </a:moveTo>
                <a:lnTo>
                  <a:pt x="754" y="0"/>
                </a:lnTo>
                <a:lnTo>
                  <a:pt x="754" y="1330"/>
                </a:lnTo>
                <a:lnTo>
                  <a:pt x="0" y="1912"/>
                </a:lnTo>
                <a:lnTo>
                  <a:pt x="376" y="956"/>
                </a:lnTo>
                <a:close/>
              </a:path>
            </a:pathLst>
          </a:custGeom>
          <a:solidFill>
            <a:srgbClr val="FFA757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26"/>
          <p:cNvSpPr/>
          <p:nvPr/>
        </p:nvSpPr>
        <p:spPr>
          <a:xfrm>
            <a:off x="7292975" y="2378075"/>
            <a:ext cx="1193800" cy="3035300"/>
          </a:xfrm>
          <a:custGeom>
            <a:avLst/>
            <a:gdLst/>
            <a:ahLst/>
            <a:cxnLst/>
            <a:rect l="l" t="t" r="r" b="b"/>
            <a:pathLst>
              <a:path w="752" h="1912" extrusionOk="0">
                <a:moveTo>
                  <a:pt x="376" y="956"/>
                </a:moveTo>
                <a:lnTo>
                  <a:pt x="752" y="1912"/>
                </a:lnTo>
                <a:lnTo>
                  <a:pt x="0" y="1330"/>
                </a:lnTo>
                <a:lnTo>
                  <a:pt x="0" y="0"/>
                </a:lnTo>
                <a:lnTo>
                  <a:pt x="376" y="956"/>
                </a:lnTo>
                <a:close/>
              </a:path>
            </a:pathLst>
          </a:cu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26"/>
          <p:cNvSpPr/>
          <p:nvPr/>
        </p:nvSpPr>
        <p:spPr>
          <a:xfrm>
            <a:off x="3705225" y="4678362"/>
            <a:ext cx="2390775" cy="735012"/>
          </a:xfrm>
          <a:custGeom>
            <a:avLst/>
            <a:gdLst/>
            <a:ahLst/>
            <a:cxnLst/>
            <a:rect l="l" t="t" r="r" b="b"/>
            <a:pathLst>
              <a:path w="1506" h="463" extrusionOk="0">
                <a:moveTo>
                  <a:pt x="0" y="463"/>
                </a:moveTo>
                <a:lnTo>
                  <a:pt x="752" y="0"/>
                </a:lnTo>
                <a:lnTo>
                  <a:pt x="1506" y="463"/>
                </a:lnTo>
                <a:lnTo>
                  <a:pt x="752" y="463"/>
                </a:lnTo>
                <a:lnTo>
                  <a:pt x="0" y="463"/>
                </a:lnTo>
                <a:close/>
              </a:path>
            </a:pathLst>
          </a:custGeom>
          <a:solidFill>
            <a:srgbClr val="CC233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26"/>
          <p:cNvSpPr/>
          <p:nvPr/>
        </p:nvSpPr>
        <p:spPr>
          <a:xfrm>
            <a:off x="3705225" y="3009900"/>
            <a:ext cx="1193800" cy="2403475"/>
          </a:xfrm>
          <a:custGeom>
            <a:avLst/>
            <a:gdLst/>
            <a:ahLst/>
            <a:cxnLst/>
            <a:rect l="l" t="t" r="r" b="b"/>
            <a:pathLst>
              <a:path w="752" h="1514" extrusionOk="0">
                <a:moveTo>
                  <a:pt x="376" y="757"/>
                </a:moveTo>
                <a:lnTo>
                  <a:pt x="752" y="0"/>
                </a:lnTo>
                <a:lnTo>
                  <a:pt x="752" y="1051"/>
                </a:lnTo>
                <a:lnTo>
                  <a:pt x="0" y="1514"/>
                </a:lnTo>
                <a:lnTo>
                  <a:pt x="376" y="757"/>
                </a:lnTo>
                <a:close/>
              </a:path>
            </a:pathLst>
          </a:custGeom>
          <a:solidFill>
            <a:srgbClr val="F06E7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26"/>
          <p:cNvSpPr/>
          <p:nvPr/>
        </p:nvSpPr>
        <p:spPr>
          <a:xfrm>
            <a:off x="4899025" y="3016250"/>
            <a:ext cx="1196975" cy="2403475"/>
          </a:xfrm>
          <a:custGeom>
            <a:avLst/>
            <a:gdLst/>
            <a:ahLst/>
            <a:cxnLst/>
            <a:rect l="l" t="t" r="r" b="b"/>
            <a:pathLst>
              <a:path w="754" h="1514" extrusionOk="0">
                <a:moveTo>
                  <a:pt x="378" y="757"/>
                </a:moveTo>
                <a:lnTo>
                  <a:pt x="754" y="1514"/>
                </a:lnTo>
                <a:lnTo>
                  <a:pt x="0" y="1051"/>
                </a:lnTo>
                <a:lnTo>
                  <a:pt x="0" y="0"/>
                </a:lnTo>
                <a:lnTo>
                  <a:pt x="378" y="757"/>
                </a:ln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6"/>
          <p:cNvSpPr/>
          <p:nvPr/>
        </p:nvSpPr>
        <p:spPr>
          <a:xfrm>
            <a:off x="1311275" y="4872037"/>
            <a:ext cx="2393950" cy="541337"/>
          </a:xfrm>
          <a:custGeom>
            <a:avLst/>
            <a:gdLst/>
            <a:ahLst/>
            <a:cxnLst/>
            <a:rect l="l" t="t" r="r" b="b"/>
            <a:pathLst>
              <a:path w="1508" h="341" extrusionOk="0">
                <a:moveTo>
                  <a:pt x="0" y="341"/>
                </a:moveTo>
                <a:lnTo>
                  <a:pt x="754" y="0"/>
                </a:lnTo>
                <a:lnTo>
                  <a:pt x="1508" y="341"/>
                </a:lnTo>
                <a:lnTo>
                  <a:pt x="754" y="341"/>
                </a:lnTo>
                <a:lnTo>
                  <a:pt x="0" y="341"/>
                </a:lnTo>
                <a:close/>
              </a:path>
            </a:pathLst>
          </a:custGeom>
          <a:solidFill>
            <a:srgbClr val="78012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6"/>
          <p:cNvSpPr/>
          <p:nvPr/>
        </p:nvSpPr>
        <p:spPr>
          <a:xfrm>
            <a:off x="1311275" y="3635375"/>
            <a:ext cx="1196975" cy="1778000"/>
          </a:xfrm>
          <a:custGeom>
            <a:avLst/>
            <a:gdLst/>
            <a:ahLst/>
            <a:cxnLst/>
            <a:rect l="l" t="t" r="r" b="b"/>
            <a:pathLst>
              <a:path w="754" h="1120" extrusionOk="0">
                <a:moveTo>
                  <a:pt x="378" y="559"/>
                </a:moveTo>
                <a:lnTo>
                  <a:pt x="754" y="0"/>
                </a:lnTo>
                <a:lnTo>
                  <a:pt x="754" y="779"/>
                </a:lnTo>
                <a:lnTo>
                  <a:pt x="0" y="1120"/>
                </a:lnTo>
                <a:lnTo>
                  <a:pt x="378" y="559"/>
                </a:lnTo>
                <a:close/>
              </a:path>
            </a:pathLst>
          </a:custGeom>
          <a:solidFill>
            <a:srgbClr val="A6325C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6"/>
          <p:cNvSpPr/>
          <p:nvPr/>
        </p:nvSpPr>
        <p:spPr>
          <a:xfrm>
            <a:off x="2508250" y="3635375"/>
            <a:ext cx="1196975" cy="1778000"/>
          </a:xfrm>
          <a:custGeom>
            <a:avLst/>
            <a:gdLst/>
            <a:ahLst/>
            <a:cxnLst/>
            <a:rect l="l" t="t" r="r" b="b"/>
            <a:pathLst>
              <a:path w="754" h="1120" extrusionOk="0">
                <a:moveTo>
                  <a:pt x="376" y="559"/>
                </a:moveTo>
                <a:lnTo>
                  <a:pt x="754" y="1120"/>
                </a:lnTo>
                <a:lnTo>
                  <a:pt x="0" y="779"/>
                </a:lnTo>
                <a:lnTo>
                  <a:pt x="0" y="0"/>
                </a:lnTo>
                <a:lnTo>
                  <a:pt x="376" y="559"/>
                </a:ln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26"/>
          <p:cNvSpPr/>
          <p:nvPr/>
        </p:nvSpPr>
        <p:spPr>
          <a:xfrm>
            <a:off x="9188450" y="681037"/>
            <a:ext cx="990600" cy="663575"/>
          </a:xfrm>
          <a:custGeom>
            <a:avLst/>
            <a:gdLst/>
            <a:ahLst/>
            <a:cxnLst/>
            <a:rect l="l" t="t" r="r" b="b"/>
            <a:pathLst>
              <a:path w="236" h="158" extrusionOk="0">
                <a:moveTo>
                  <a:pt x="188" y="16"/>
                </a:moveTo>
                <a:cubicBezTo>
                  <a:pt x="210" y="70"/>
                  <a:pt x="210" y="70"/>
                  <a:pt x="210" y="70"/>
                </a:cubicBezTo>
                <a:cubicBezTo>
                  <a:pt x="182" y="82"/>
                  <a:pt x="182" y="82"/>
                  <a:pt x="182" y="82"/>
                </a:cubicBezTo>
                <a:cubicBezTo>
                  <a:pt x="168" y="70"/>
                  <a:pt x="124" y="31"/>
                  <a:pt x="120" y="31"/>
                </a:cubicBezTo>
                <a:cubicBezTo>
                  <a:pt x="117" y="31"/>
                  <a:pt x="103" y="36"/>
                  <a:pt x="101" y="36"/>
                </a:cubicBezTo>
                <a:cubicBezTo>
                  <a:pt x="101" y="37"/>
                  <a:pt x="93" y="39"/>
                  <a:pt x="86" y="39"/>
                </a:cubicBezTo>
                <a:cubicBezTo>
                  <a:pt x="82" y="39"/>
                  <a:pt x="80" y="38"/>
                  <a:pt x="78" y="37"/>
                </a:cubicBezTo>
                <a:cubicBezTo>
                  <a:pt x="76" y="36"/>
                  <a:pt x="75" y="35"/>
                  <a:pt x="75" y="33"/>
                </a:cubicBezTo>
                <a:cubicBezTo>
                  <a:pt x="75" y="31"/>
                  <a:pt x="79" y="28"/>
                  <a:pt x="80" y="27"/>
                </a:cubicBezTo>
                <a:cubicBezTo>
                  <a:pt x="92" y="21"/>
                  <a:pt x="123" y="9"/>
                  <a:pt x="126" y="8"/>
                </a:cubicBezTo>
                <a:cubicBezTo>
                  <a:pt x="126" y="8"/>
                  <a:pt x="127" y="8"/>
                  <a:pt x="127" y="8"/>
                </a:cubicBezTo>
                <a:cubicBezTo>
                  <a:pt x="134" y="8"/>
                  <a:pt x="182" y="15"/>
                  <a:pt x="188" y="16"/>
                </a:cubicBezTo>
                <a:close/>
                <a:moveTo>
                  <a:pt x="207" y="0"/>
                </a:moveTo>
                <a:cubicBezTo>
                  <a:pt x="206" y="0"/>
                  <a:pt x="206" y="1"/>
                  <a:pt x="205" y="1"/>
                </a:cubicBezTo>
                <a:cubicBezTo>
                  <a:pt x="196" y="4"/>
                  <a:pt x="196" y="4"/>
                  <a:pt x="196" y="4"/>
                </a:cubicBezTo>
                <a:cubicBezTo>
                  <a:pt x="194" y="5"/>
                  <a:pt x="193" y="6"/>
                  <a:pt x="192" y="8"/>
                </a:cubicBezTo>
                <a:cubicBezTo>
                  <a:pt x="192" y="9"/>
                  <a:pt x="192" y="11"/>
                  <a:pt x="192" y="12"/>
                </a:cubicBezTo>
                <a:cubicBezTo>
                  <a:pt x="215" y="70"/>
                  <a:pt x="215" y="70"/>
                  <a:pt x="215" y="70"/>
                </a:cubicBezTo>
                <a:cubicBezTo>
                  <a:pt x="216" y="73"/>
                  <a:pt x="220" y="74"/>
                  <a:pt x="223" y="73"/>
                </a:cubicBezTo>
                <a:cubicBezTo>
                  <a:pt x="232" y="70"/>
                  <a:pt x="232" y="70"/>
                  <a:pt x="232" y="70"/>
                </a:cubicBezTo>
                <a:cubicBezTo>
                  <a:pt x="234" y="69"/>
                  <a:pt x="235" y="68"/>
                  <a:pt x="235" y="66"/>
                </a:cubicBezTo>
                <a:cubicBezTo>
                  <a:pt x="236" y="65"/>
                  <a:pt x="236" y="63"/>
                  <a:pt x="235" y="62"/>
                </a:cubicBezTo>
                <a:cubicBezTo>
                  <a:pt x="213" y="4"/>
                  <a:pt x="213" y="4"/>
                  <a:pt x="213" y="4"/>
                </a:cubicBezTo>
                <a:cubicBezTo>
                  <a:pt x="212" y="2"/>
                  <a:pt x="210" y="0"/>
                  <a:pt x="207" y="0"/>
                </a:cubicBezTo>
                <a:close/>
                <a:moveTo>
                  <a:pt x="0" y="79"/>
                </a:moveTo>
                <a:cubicBezTo>
                  <a:pt x="0" y="81"/>
                  <a:pt x="0" y="82"/>
                  <a:pt x="2" y="84"/>
                </a:cubicBezTo>
                <a:cubicBezTo>
                  <a:pt x="3" y="85"/>
                  <a:pt x="4" y="86"/>
                  <a:pt x="6" y="86"/>
                </a:cubicBezTo>
                <a:cubicBezTo>
                  <a:pt x="15" y="86"/>
                  <a:pt x="15" y="86"/>
                  <a:pt x="15" y="86"/>
                </a:cubicBezTo>
                <a:cubicBezTo>
                  <a:pt x="19" y="87"/>
                  <a:pt x="22" y="84"/>
                  <a:pt x="22" y="81"/>
                </a:cubicBezTo>
                <a:cubicBezTo>
                  <a:pt x="27" y="16"/>
                  <a:pt x="27" y="16"/>
                  <a:pt x="27" y="16"/>
                </a:cubicBezTo>
                <a:cubicBezTo>
                  <a:pt x="27" y="15"/>
                  <a:pt x="26" y="13"/>
                  <a:pt x="25" y="12"/>
                </a:cubicBezTo>
                <a:cubicBezTo>
                  <a:pt x="24" y="11"/>
                  <a:pt x="23" y="10"/>
                  <a:pt x="21" y="10"/>
                </a:cubicBezTo>
                <a:cubicBezTo>
                  <a:pt x="11" y="9"/>
                  <a:pt x="11" y="9"/>
                  <a:pt x="11" y="9"/>
                </a:cubicBezTo>
                <a:cubicBezTo>
                  <a:pt x="11" y="9"/>
                  <a:pt x="11" y="9"/>
                  <a:pt x="11" y="9"/>
                </a:cubicBezTo>
                <a:cubicBezTo>
                  <a:pt x="8" y="9"/>
                  <a:pt x="5" y="11"/>
                  <a:pt x="5" y="15"/>
                </a:cubicBezTo>
                <a:lnTo>
                  <a:pt x="0" y="79"/>
                </a:lnTo>
                <a:close/>
                <a:moveTo>
                  <a:pt x="97" y="137"/>
                </a:moveTo>
                <a:cubicBezTo>
                  <a:pt x="97" y="134"/>
                  <a:pt x="95" y="132"/>
                  <a:pt x="93" y="131"/>
                </a:cubicBezTo>
                <a:cubicBezTo>
                  <a:pt x="89" y="127"/>
                  <a:pt x="85" y="128"/>
                  <a:pt x="81" y="132"/>
                </a:cubicBezTo>
                <a:cubicBezTo>
                  <a:pt x="77" y="138"/>
                  <a:pt x="77" y="138"/>
                  <a:pt x="77" y="138"/>
                </a:cubicBezTo>
                <a:cubicBezTo>
                  <a:pt x="76" y="139"/>
                  <a:pt x="76" y="139"/>
                  <a:pt x="76" y="139"/>
                </a:cubicBezTo>
                <a:cubicBezTo>
                  <a:pt x="73" y="143"/>
                  <a:pt x="73" y="143"/>
                  <a:pt x="73" y="143"/>
                </a:cubicBezTo>
                <a:cubicBezTo>
                  <a:pt x="67" y="150"/>
                  <a:pt x="72" y="154"/>
                  <a:pt x="74" y="156"/>
                </a:cubicBezTo>
                <a:cubicBezTo>
                  <a:pt x="76" y="157"/>
                  <a:pt x="78" y="158"/>
                  <a:pt x="79" y="158"/>
                </a:cubicBezTo>
                <a:cubicBezTo>
                  <a:pt x="82" y="158"/>
                  <a:pt x="84" y="157"/>
                  <a:pt x="86" y="154"/>
                </a:cubicBezTo>
                <a:cubicBezTo>
                  <a:pt x="93" y="146"/>
                  <a:pt x="93" y="146"/>
                  <a:pt x="93" y="146"/>
                </a:cubicBezTo>
                <a:cubicBezTo>
                  <a:pt x="93" y="146"/>
                  <a:pt x="93" y="146"/>
                  <a:pt x="93" y="146"/>
                </a:cubicBezTo>
                <a:cubicBezTo>
                  <a:pt x="95" y="143"/>
                  <a:pt x="95" y="143"/>
                  <a:pt x="95" y="143"/>
                </a:cubicBezTo>
                <a:cubicBezTo>
                  <a:pt x="97" y="141"/>
                  <a:pt x="97" y="139"/>
                  <a:pt x="97" y="137"/>
                </a:cubicBezTo>
                <a:close/>
                <a:moveTo>
                  <a:pt x="51" y="133"/>
                </a:moveTo>
                <a:cubicBezTo>
                  <a:pt x="48" y="137"/>
                  <a:pt x="49" y="140"/>
                  <a:pt x="54" y="144"/>
                </a:cubicBezTo>
                <a:cubicBezTo>
                  <a:pt x="58" y="148"/>
                  <a:pt x="62" y="147"/>
                  <a:pt x="66" y="143"/>
                </a:cubicBezTo>
                <a:cubicBezTo>
                  <a:pt x="77" y="129"/>
                  <a:pt x="77" y="129"/>
                  <a:pt x="77" y="129"/>
                </a:cubicBezTo>
                <a:cubicBezTo>
                  <a:pt x="82" y="123"/>
                  <a:pt x="77" y="118"/>
                  <a:pt x="75" y="117"/>
                </a:cubicBezTo>
                <a:cubicBezTo>
                  <a:pt x="71" y="113"/>
                  <a:pt x="67" y="114"/>
                  <a:pt x="63" y="118"/>
                </a:cubicBezTo>
                <a:cubicBezTo>
                  <a:pt x="57" y="126"/>
                  <a:pt x="57" y="126"/>
                  <a:pt x="57" y="126"/>
                </a:cubicBezTo>
                <a:cubicBezTo>
                  <a:pt x="57" y="126"/>
                  <a:pt x="57" y="126"/>
                  <a:pt x="57" y="126"/>
                </a:cubicBezTo>
                <a:cubicBezTo>
                  <a:pt x="57" y="126"/>
                  <a:pt x="57" y="126"/>
                  <a:pt x="57" y="126"/>
                </a:cubicBezTo>
                <a:lnTo>
                  <a:pt x="51" y="133"/>
                </a:lnTo>
                <a:close/>
                <a:moveTo>
                  <a:pt x="35" y="117"/>
                </a:moveTo>
                <a:cubicBezTo>
                  <a:pt x="33" y="119"/>
                  <a:pt x="32" y="121"/>
                  <a:pt x="33" y="124"/>
                </a:cubicBezTo>
                <a:cubicBezTo>
                  <a:pt x="33" y="126"/>
                  <a:pt x="34" y="128"/>
                  <a:pt x="36" y="129"/>
                </a:cubicBezTo>
                <a:cubicBezTo>
                  <a:pt x="40" y="133"/>
                  <a:pt x="45" y="132"/>
                  <a:pt x="48" y="128"/>
                </a:cubicBezTo>
                <a:cubicBezTo>
                  <a:pt x="61" y="113"/>
                  <a:pt x="61" y="113"/>
                  <a:pt x="61" y="113"/>
                </a:cubicBezTo>
                <a:cubicBezTo>
                  <a:pt x="63" y="111"/>
                  <a:pt x="63" y="108"/>
                  <a:pt x="63" y="106"/>
                </a:cubicBezTo>
                <a:cubicBezTo>
                  <a:pt x="62" y="104"/>
                  <a:pt x="61" y="102"/>
                  <a:pt x="59" y="100"/>
                </a:cubicBezTo>
                <a:cubicBezTo>
                  <a:pt x="55" y="97"/>
                  <a:pt x="51" y="98"/>
                  <a:pt x="47" y="102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1" y="109"/>
                  <a:pt x="41" y="109"/>
                  <a:pt x="41" y="109"/>
                </a:cubicBezTo>
                <a:cubicBezTo>
                  <a:pt x="40" y="110"/>
                  <a:pt x="40" y="110"/>
                  <a:pt x="40" y="110"/>
                </a:cubicBezTo>
                <a:lnTo>
                  <a:pt x="35" y="117"/>
                </a:lnTo>
                <a:close/>
                <a:moveTo>
                  <a:pt x="32" y="111"/>
                </a:moveTo>
                <a:cubicBezTo>
                  <a:pt x="44" y="97"/>
                  <a:pt x="44" y="97"/>
                  <a:pt x="44" y="97"/>
                </a:cubicBezTo>
                <a:cubicBezTo>
                  <a:pt x="50" y="90"/>
                  <a:pt x="45" y="85"/>
                  <a:pt x="43" y="84"/>
                </a:cubicBezTo>
                <a:cubicBezTo>
                  <a:pt x="39" y="81"/>
                  <a:pt x="35" y="81"/>
                  <a:pt x="31" y="86"/>
                </a:cubicBezTo>
                <a:cubicBezTo>
                  <a:pt x="27" y="91"/>
                  <a:pt x="27" y="91"/>
                  <a:pt x="27" y="91"/>
                </a:cubicBezTo>
                <a:cubicBezTo>
                  <a:pt x="27" y="91"/>
                  <a:pt x="27" y="91"/>
                  <a:pt x="27" y="91"/>
                </a:cubicBezTo>
                <a:cubicBezTo>
                  <a:pt x="26" y="92"/>
                  <a:pt x="26" y="92"/>
                  <a:pt x="26" y="92"/>
                </a:cubicBezTo>
                <a:cubicBezTo>
                  <a:pt x="21" y="98"/>
                  <a:pt x="21" y="98"/>
                  <a:pt x="21" y="98"/>
                </a:cubicBezTo>
                <a:cubicBezTo>
                  <a:pt x="19" y="101"/>
                  <a:pt x="18" y="103"/>
                  <a:pt x="18" y="105"/>
                </a:cubicBezTo>
                <a:cubicBezTo>
                  <a:pt x="18" y="107"/>
                  <a:pt x="20" y="109"/>
                  <a:pt x="21" y="110"/>
                </a:cubicBezTo>
                <a:cubicBezTo>
                  <a:pt x="23" y="111"/>
                  <a:pt x="25" y="113"/>
                  <a:pt x="28" y="113"/>
                </a:cubicBezTo>
                <a:cubicBezTo>
                  <a:pt x="29" y="113"/>
                  <a:pt x="31" y="113"/>
                  <a:pt x="32" y="111"/>
                </a:cubicBezTo>
                <a:close/>
                <a:moveTo>
                  <a:pt x="179" y="99"/>
                </a:moveTo>
                <a:cubicBezTo>
                  <a:pt x="181" y="95"/>
                  <a:pt x="183" y="91"/>
                  <a:pt x="178" y="86"/>
                </a:cubicBezTo>
                <a:cubicBezTo>
                  <a:pt x="173" y="82"/>
                  <a:pt x="173" y="82"/>
                  <a:pt x="173" y="82"/>
                </a:cubicBezTo>
                <a:cubicBezTo>
                  <a:pt x="151" y="63"/>
                  <a:pt x="125" y="41"/>
                  <a:pt x="119" y="37"/>
                </a:cubicBezTo>
                <a:cubicBezTo>
                  <a:pt x="116" y="38"/>
                  <a:pt x="109" y="40"/>
                  <a:pt x="103" y="42"/>
                </a:cubicBezTo>
                <a:cubicBezTo>
                  <a:pt x="103" y="42"/>
                  <a:pt x="103" y="42"/>
                  <a:pt x="103" y="42"/>
                </a:cubicBezTo>
                <a:cubicBezTo>
                  <a:pt x="103" y="42"/>
                  <a:pt x="94" y="45"/>
                  <a:pt x="86" y="45"/>
                </a:cubicBezTo>
                <a:cubicBezTo>
                  <a:pt x="81" y="45"/>
                  <a:pt x="77" y="44"/>
                  <a:pt x="75" y="42"/>
                </a:cubicBezTo>
                <a:cubicBezTo>
                  <a:pt x="70" y="39"/>
                  <a:pt x="70" y="35"/>
                  <a:pt x="70" y="33"/>
                </a:cubicBezTo>
                <a:cubicBezTo>
                  <a:pt x="70" y="28"/>
                  <a:pt x="74" y="24"/>
                  <a:pt x="77" y="22"/>
                </a:cubicBezTo>
                <a:cubicBezTo>
                  <a:pt x="32" y="16"/>
                  <a:pt x="32" y="16"/>
                  <a:pt x="32" y="16"/>
                </a:cubicBezTo>
                <a:cubicBezTo>
                  <a:pt x="28" y="81"/>
                  <a:pt x="28" y="81"/>
                  <a:pt x="28" y="81"/>
                </a:cubicBezTo>
                <a:cubicBezTo>
                  <a:pt x="31" y="77"/>
                  <a:pt x="35" y="76"/>
                  <a:pt x="38" y="76"/>
                </a:cubicBezTo>
                <a:cubicBezTo>
                  <a:pt x="41" y="76"/>
                  <a:pt x="44" y="78"/>
                  <a:pt x="46" y="80"/>
                </a:cubicBezTo>
                <a:cubicBezTo>
                  <a:pt x="51" y="83"/>
                  <a:pt x="53" y="88"/>
                  <a:pt x="52" y="93"/>
                </a:cubicBezTo>
                <a:cubicBezTo>
                  <a:pt x="56" y="92"/>
                  <a:pt x="59" y="93"/>
                  <a:pt x="63" y="96"/>
                </a:cubicBezTo>
                <a:cubicBezTo>
                  <a:pt x="67" y="100"/>
                  <a:pt x="69" y="104"/>
                  <a:pt x="68" y="109"/>
                </a:cubicBezTo>
                <a:cubicBezTo>
                  <a:pt x="72" y="108"/>
                  <a:pt x="76" y="110"/>
                  <a:pt x="79" y="112"/>
                </a:cubicBezTo>
                <a:cubicBezTo>
                  <a:pt x="83" y="115"/>
                  <a:pt x="85" y="119"/>
                  <a:pt x="85" y="124"/>
                </a:cubicBezTo>
                <a:cubicBezTo>
                  <a:pt x="89" y="122"/>
                  <a:pt x="93" y="123"/>
                  <a:pt x="97" y="127"/>
                </a:cubicBezTo>
                <a:cubicBezTo>
                  <a:pt x="102" y="131"/>
                  <a:pt x="104" y="137"/>
                  <a:pt x="102" y="142"/>
                </a:cubicBezTo>
                <a:cubicBezTo>
                  <a:pt x="106" y="145"/>
                  <a:pt x="106" y="145"/>
                  <a:pt x="106" y="145"/>
                </a:cubicBezTo>
                <a:cubicBezTo>
                  <a:pt x="106" y="146"/>
                  <a:pt x="106" y="146"/>
                  <a:pt x="107" y="146"/>
                </a:cubicBezTo>
                <a:cubicBezTo>
                  <a:pt x="107" y="146"/>
                  <a:pt x="107" y="146"/>
                  <a:pt x="107" y="146"/>
                </a:cubicBezTo>
                <a:cubicBezTo>
                  <a:pt x="108" y="147"/>
                  <a:pt x="110" y="148"/>
                  <a:pt x="111" y="148"/>
                </a:cubicBezTo>
                <a:cubicBezTo>
                  <a:pt x="114" y="148"/>
                  <a:pt x="116" y="146"/>
                  <a:pt x="118" y="144"/>
                </a:cubicBezTo>
                <a:cubicBezTo>
                  <a:pt x="120" y="141"/>
                  <a:pt x="122" y="139"/>
                  <a:pt x="118" y="135"/>
                </a:cubicBezTo>
                <a:cubicBezTo>
                  <a:pt x="118" y="135"/>
                  <a:pt x="118" y="135"/>
                  <a:pt x="118" y="135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17"/>
                  <a:pt x="97" y="117"/>
                  <a:pt x="97" y="116"/>
                </a:cubicBezTo>
                <a:cubicBezTo>
                  <a:pt x="97" y="115"/>
                  <a:pt x="97" y="114"/>
                  <a:pt x="98" y="113"/>
                </a:cubicBezTo>
                <a:cubicBezTo>
                  <a:pt x="99" y="112"/>
                  <a:pt x="101" y="112"/>
                  <a:pt x="102" y="113"/>
                </a:cubicBezTo>
                <a:cubicBezTo>
                  <a:pt x="128" y="135"/>
                  <a:pt x="128" y="135"/>
                  <a:pt x="128" y="135"/>
                </a:cubicBezTo>
                <a:cubicBezTo>
                  <a:pt x="130" y="136"/>
                  <a:pt x="131" y="136"/>
                  <a:pt x="133" y="136"/>
                </a:cubicBezTo>
                <a:cubicBezTo>
                  <a:pt x="136" y="136"/>
                  <a:pt x="138" y="135"/>
                  <a:pt x="140" y="133"/>
                </a:cubicBezTo>
                <a:cubicBezTo>
                  <a:pt x="142" y="131"/>
                  <a:pt x="142" y="128"/>
                  <a:pt x="142" y="126"/>
                </a:cubicBezTo>
                <a:cubicBezTo>
                  <a:pt x="142" y="124"/>
                  <a:pt x="141" y="122"/>
                  <a:pt x="138" y="120"/>
                </a:cubicBezTo>
                <a:cubicBezTo>
                  <a:pt x="135" y="117"/>
                  <a:pt x="135" y="117"/>
                  <a:pt x="135" y="117"/>
                </a:cubicBezTo>
                <a:cubicBezTo>
                  <a:pt x="135" y="117"/>
                  <a:pt x="135" y="117"/>
                  <a:pt x="135" y="117"/>
                </a:cubicBezTo>
                <a:cubicBezTo>
                  <a:pt x="121" y="106"/>
                  <a:pt x="121" y="106"/>
                  <a:pt x="121" y="106"/>
                </a:cubicBezTo>
                <a:cubicBezTo>
                  <a:pt x="120" y="105"/>
                  <a:pt x="120" y="104"/>
                  <a:pt x="120" y="103"/>
                </a:cubicBezTo>
                <a:cubicBezTo>
                  <a:pt x="119" y="103"/>
                  <a:pt x="120" y="102"/>
                  <a:pt x="120" y="101"/>
                </a:cubicBezTo>
                <a:cubicBezTo>
                  <a:pt x="121" y="100"/>
                  <a:pt x="123" y="100"/>
                  <a:pt x="125" y="101"/>
                </a:cubicBezTo>
                <a:cubicBezTo>
                  <a:pt x="149" y="120"/>
                  <a:pt x="149" y="120"/>
                  <a:pt x="149" y="120"/>
                </a:cubicBezTo>
                <a:cubicBezTo>
                  <a:pt x="150" y="121"/>
                  <a:pt x="152" y="122"/>
                  <a:pt x="154" y="122"/>
                </a:cubicBezTo>
                <a:cubicBezTo>
                  <a:pt x="157" y="122"/>
                  <a:pt x="160" y="121"/>
                  <a:pt x="162" y="118"/>
                </a:cubicBezTo>
                <a:cubicBezTo>
                  <a:pt x="164" y="116"/>
                  <a:pt x="165" y="114"/>
                  <a:pt x="165" y="111"/>
                </a:cubicBezTo>
                <a:cubicBezTo>
                  <a:pt x="164" y="109"/>
                  <a:pt x="163" y="107"/>
                  <a:pt x="161" y="105"/>
                </a:cubicBezTo>
                <a:cubicBezTo>
                  <a:pt x="154" y="100"/>
                  <a:pt x="154" y="100"/>
                  <a:pt x="154" y="100"/>
                </a:cubicBezTo>
                <a:cubicBezTo>
                  <a:pt x="154" y="100"/>
                  <a:pt x="154" y="100"/>
                  <a:pt x="154" y="100"/>
                </a:cubicBezTo>
                <a:cubicBezTo>
                  <a:pt x="141" y="89"/>
                  <a:pt x="141" y="89"/>
                  <a:pt x="141" y="89"/>
                </a:cubicBezTo>
                <a:cubicBezTo>
                  <a:pt x="140" y="88"/>
                  <a:pt x="140" y="86"/>
                  <a:pt x="141" y="85"/>
                </a:cubicBezTo>
                <a:cubicBezTo>
                  <a:pt x="142" y="84"/>
                  <a:pt x="144" y="83"/>
                  <a:pt x="145" y="84"/>
                </a:cubicBezTo>
                <a:cubicBezTo>
                  <a:pt x="166" y="101"/>
                  <a:pt x="166" y="101"/>
                  <a:pt x="166" y="101"/>
                </a:cubicBezTo>
                <a:cubicBezTo>
                  <a:pt x="170" y="104"/>
                  <a:pt x="175" y="103"/>
                  <a:pt x="179" y="99"/>
                </a:cubicBezTo>
                <a:close/>
              </a:path>
            </a:pathLst>
          </a:custGeom>
          <a:solidFill>
            <a:srgbClr val="FFC7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26"/>
          <p:cNvSpPr/>
          <p:nvPr/>
        </p:nvSpPr>
        <p:spPr>
          <a:xfrm>
            <a:off x="6886575" y="1252537"/>
            <a:ext cx="809625" cy="681037"/>
          </a:xfrm>
          <a:custGeom>
            <a:avLst/>
            <a:gdLst/>
            <a:ahLst/>
            <a:cxnLst/>
            <a:rect l="l" t="t" r="r" b="b"/>
            <a:pathLst>
              <a:path w="193" h="162" extrusionOk="0">
                <a:moveTo>
                  <a:pt x="26" y="132"/>
                </a:moveTo>
                <a:cubicBezTo>
                  <a:pt x="26" y="89"/>
                  <a:pt x="26" y="89"/>
                  <a:pt x="26" y="89"/>
                </a:cubicBezTo>
                <a:cubicBezTo>
                  <a:pt x="26" y="85"/>
                  <a:pt x="29" y="82"/>
                  <a:pt x="32" y="82"/>
                </a:cubicBezTo>
                <a:cubicBezTo>
                  <a:pt x="43" y="82"/>
                  <a:pt x="43" y="82"/>
                  <a:pt x="43" y="82"/>
                </a:cubicBezTo>
                <a:cubicBezTo>
                  <a:pt x="46" y="82"/>
                  <a:pt x="49" y="85"/>
                  <a:pt x="49" y="89"/>
                </a:cubicBezTo>
                <a:cubicBezTo>
                  <a:pt x="49" y="132"/>
                  <a:pt x="49" y="132"/>
                  <a:pt x="49" y="132"/>
                </a:cubicBezTo>
                <a:cubicBezTo>
                  <a:pt x="49" y="136"/>
                  <a:pt x="46" y="139"/>
                  <a:pt x="43" y="139"/>
                </a:cubicBezTo>
                <a:cubicBezTo>
                  <a:pt x="32" y="139"/>
                  <a:pt x="32" y="139"/>
                  <a:pt x="32" y="139"/>
                </a:cubicBezTo>
                <a:cubicBezTo>
                  <a:pt x="29" y="139"/>
                  <a:pt x="26" y="136"/>
                  <a:pt x="26" y="132"/>
                </a:cubicBezTo>
                <a:close/>
                <a:moveTo>
                  <a:pt x="71" y="67"/>
                </a:moveTo>
                <a:cubicBezTo>
                  <a:pt x="67" y="67"/>
                  <a:pt x="65" y="69"/>
                  <a:pt x="65" y="73"/>
                </a:cubicBezTo>
                <a:cubicBezTo>
                  <a:pt x="65" y="132"/>
                  <a:pt x="65" y="132"/>
                  <a:pt x="65" y="132"/>
                </a:cubicBezTo>
                <a:cubicBezTo>
                  <a:pt x="65" y="136"/>
                  <a:pt x="67" y="139"/>
                  <a:pt x="71" y="139"/>
                </a:cubicBezTo>
                <a:cubicBezTo>
                  <a:pt x="82" y="139"/>
                  <a:pt x="82" y="139"/>
                  <a:pt x="82" y="139"/>
                </a:cubicBezTo>
                <a:cubicBezTo>
                  <a:pt x="85" y="139"/>
                  <a:pt x="88" y="136"/>
                  <a:pt x="88" y="132"/>
                </a:cubicBezTo>
                <a:cubicBezTo>
                  <a:pt x="88" y="73"/>
                  <a:pt x="88" y="73"/>
                  <a:pt x="88" y="73"/>
                </a:cubicBezTo>
                <a:cubicBezTo>
                  <a:pt x="88" y="69"/>
                  <a:pt x="85" y="67"/>
                  <a:pt x="82" y="67"/>
                </a:cubicBezTo>
                <a:lnTo>
                  <a:pt x="71" y="67"/>
                </a:lnTo>
                <a:close/>
                <a:moveTo>
                  <a:pt x="110" y="53"/>
                </a:moveTo>
                <a:cubicBezTo>
                  <a:pt x="106" y="53"/>
                  <a:pt x="103" y="56"/>
                  <a:pt x="103" y="60"/>
                </a:cubicBezTo>
                <a:cubicBezTo>
                  <a:pt x="103" y="132"/>
                  <a:pt x="103" y="132"/>
                  <a:pt x="103" y="132"/>
                </a:cubicBezTo>
                <a:cubicBezTo>
                  <a:pt x="103" y="136"/>
                  <a:pt x="106" y="139"/>
                  <a:pt x="110" y="139"/>
                </a:cubicBezTo>
                <a:cubicBezTo>
                  <a:pt x="120" y="139"/>
                  <a:pt x="120" y="139"/>
                  <a:pt x="120" y="139"/>
                </a:cubicBezTo>
                <a:cubicBezTo>
                  <a:pt x="124" y="139"/>
                  <a:pt x="127" y="136"/>
                  <a:pt x="127" y="132"/>
                </a:cubicBezTo>
                <a:cubicBezTo>
                  <a:pt x="127" y="60"/>
                  <a:pt x="127" y="60"/>
                  <a:pt x="127" y="60"/>
                </a:cubicBezTo>
                <a:cubicBezTo>
                  <a:pt x="127" y="56"/>
                  <a:pt x="124" y="53"/>
                  <a:pt x="120" y="53"/>
                </a:cubicBezTo>
                <a:lnTo>
                  <a:pt x="110" y="53"/>
                </a:lnTo>
                <a:close/>
                <a:moveTo>
                  <a:pt x="148" y="40"/>
                </a:moveTo>
                <a:cubicBezTo>
                  <a:pt x="145" y="40"/>
                  <a:pt x="142" y="42"/>
                  <a:pt x="142" y="46"/>
                </a:cubicBezTo>
                <a:cubicBezTo>
                  <a:pt x="142" y="132"/>
                  <a:pt x="142" y="132"/>
                  <a:pt x="142" y="132"/>
                </a:cubicBezTo>
                <a:cubicBezTo>
                  <a:pt x="142" y="136"/>
                  <a:pt x="145" y="139"/>
                  <a:pt x="148" y="139"/>
                </a:cubicBezTo>
                <a:cubicBezTo>
                  <a:pt x="159" y="139"/>
                  <a:pt x="159" y="139"/>
                  <a:pt x="159" y="139"/>
                </a:cubicBezTo>
                <a:cubicBezTo>
                  <a:pt x="163" y="139"/>
                  <a:pt x="165" y="136"/>
                  <a:pt x="165" y="132"/>
                </a:cubicBezTo>
                <a:cubicBezTo>
                  <a:pt x="165" y="46"/>
                  <a:pt x="165" y="46"/>
                  <a:pt x="165" y="46"/>
                </a:cubicBezTo>
                <a:cubicBezTo>
                  <a:pt x="165" y="42"/>
                  <a:pt x="163" y="40"/>
                  <a:pt x="159" y="40"/>
                </a:cubicBezTo>
                <a:lnTo>
                  <a:pt x="148" y="40"/>
                </a:lnTo>
                <a:close/>
                <a:moveTo>
                  <a:pt x="29" y="65"/>
                </a:moveTo>
                <a:cubicBezTo>
                  <a:pt x="70" y="58"/>
                  <a:pt x="109" y="43"/>
                  <a:pt x="144" y="22"/>
                </a:cubicBezTo>
                <a:cubicBezTo>
                  <a:pt x="147" y="28"/>
                  <a:pt x="147" y="28"/>
                  <a:pt x="147" y="28"/>
                </a:cubicBezTo>
                <a:cubicBezTo>
                  <a:pt x="159" y="9"/>
                  <a:pt x="159" y="9"/>
                  <a:pt x="159" y="9"/>
                </a:cubicBezTo>
                <a:cubicBezTo>
                  <a:pt x="136" y="8"/>
                  <a:pt x="136" y="8"/>
                  <a:pt x="136" y="8"/>
                </a:cubicBezTo>
                <a:cubicBezTo>
                  <a:pt x="140" y="14"/>
                  <a:pt x="140" y="14"/>
                  <a:pt x="140" y="14"/>
                </a:cubicBezTo>
                <a:cubicBezTo>
                  <a:pt x="106" y="35"/>
                  <a:pt x="68" y="49"/>
                  <a:pt x="27" y="57"/>
                </a:cubicBezTo>
                <a:lnTo>
                  <a:pt x="29" y="65"/>
                </a:lnTo>
                <a:close/>
                <a:moveTo>
                  <a:pt x="193" y="151"/>
                </a:moveTo>
                <a:cubicBezTo>
                  <a:pt x="174" y="140"/>
                  <a:pt x="174" y="140"/>
                  <a:pt x="174" y="140"/>
                </a:cubicBezTo>
                <a:cubicBezTo>
                  <a:pt x="174" y="147"/>
                  <a:pt x="174" y="147"/>
                  <a:pt x="174" y="147"/>
                </a:cubicBezTo>
                <a:cubicBezTo>
                  <a:pt x="16" y="147"/>
                  <a:pt x="16" y="147"/>
                  <a:pt x="16" y="147"/>
                </a:cubicBezTo>
                <a:cubicBezTo>
                  <a:pt x="16" y="20"/>
                  <a:pt x="16" y="20"/>
                  <a:pt x="16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11" y="0"/>
                  <a:pt x="11" y="0"/>
                  <a:pt x="11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47"/>
                  <a:pt x="7" y="147"/>
                  <a:pt x="7" y="147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5"/>
                  <a:pt x="7" y="155"/>
                  <a:pt x="7" y="155"/>
                </a:cubicBezTo>
                <a:cubicBezTo>
                  <a:pt x="174" y="155"/>
                  <a:pt x="174" y="155"/>
                  <a:pt x="174" y="155"/>
                </a:cubicBezTo>
                <a:cubicBezTo>
                  <a:pt x="174" y="162"/>
                  <a:pt x="174" y="162"/>
                  <a:pt x="174" y="162"/>
                </a:cubicBezTo>
                <a:lnTo>
                  <a:pt x="193" y="151"/>
                </a:lnTo>
                <a:close/>
              </a:path>
            </a:pathLst>
          </a:cu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6"/>
          <p:cNvSpPr/>
          <p:nvPr/>
        </p:nvSpPr>
        <p:spPr>
          <a:xfrm>
            <a:off x="4302125" y="1870075"/>
            <a:ext cx="1196975" cy="627062"/>
          </a:xfrm>
          <a:custGeom>
            <a:avLst/>
            <a:gdLst/>
            <a:ahLst/>
            <a:cxnLst/>
            <a:rect l="l" t="t" r="r" b="b"/>
            <a:pathLst>
              <a:path w="285" h="149" extrusionOk="0">
                <a:moveTo>
                  <a:pt x="206" y="141"/>
                </a:moveTo>
                <a:cubicBezTo>
                  <a:pt x="202" y="142"/>
                  <a:pt x="197" y="144"/>
                  <a:pt x="193" y="145"/>
                </a:cubicBezTo>
                <a:cubicBezTo>
                  <a:pt x="179" y="148"/>
                  <a:pt x="164" y="149"/>
                  <a:pt x="146" y="149"/>
                </a:cubicBezTo>
                <a:cubicBezTo>
                  <a:pt x="128" y="149"/>
                  <a:pt x="113" y="148"/>
                  <a:pt x="99" y="145"/>
                </a:cubicBezTo>
                <a:cubicBezTo>
                  <a:pt x="95" y="144"/>
                  <a:pt x="90" y="142"/>
                  <a:pt x="86" y="141"/>
                </a:cubicBezTo>
                <a:cubicBezTo>
                  <a:pt x="74" y="135"/>
                  <a:pt x="74" y="125"/>
                  <a:pt x="81" y="118"/>
                </a:cubicBezTo>
                <a:cubicBezTo>
                  <a:pt x="88" y="110"/>
                  <a:pt x="98" y="105"/>
                  <a:pt x="107" y="100"/>
                </a:cubicBezTo>
                <a:cubicBezTo>
                  <a:pt x="112" y="98"/>
                  <a:pt x="116" y="97"/>
                  <a:pt x="120" y="95"/>
                </a:cubicBezTo>
                <a:cubicBezTo>
                  <a:pt x="129" y="92"/>
                  <a:pt x="131" y="83"/>
                  <a:pt x="125" y="77"/>
                </a:cubicBezTo>
                <a:cubicBezTo>
                  <a:pt x="112" y="65"/>
                  <a:pt x="108" y="50"/>
                  <a:pt x="108" y="33"/>
                </a:cubicBezTo>
                <a:cubicBezTo>
                  <a:pt x="109" y="15"/>
                  <a:pt x="119" y="6"/>
                  <a:pt x="136" y="2"/>
                </a:cubicBezTo>
                <a:cubicBezTo>
                  <a:pt x="139" y="1"/>
                  <a:pt x="143" y="0"/>
                  <a:pt x="146" y="0"/>
                </a:cubicBezTo>
                <a:cubicBezTo>
                  <a:pt x="149" y="0"/>
                  <a:pt x="153" y="1"/>
                  <a:pt x="156" y="2"/>
                </a:cubicBezTo>
                <a:cubicBezTo>
                  <a:pt x="173" y="6"/>
                  <a:pt x="183" y="15"/>
                  <a:pt x="184" y="33"/>
                </a:cubicBezTo>
                <a:cubicBezTo>
                  <a:pt x="184" y="50"/>
                  <a:pt x="180" y="65"/>
                  <a:pt x="167" y="77"/>
                </a:cubicBezTo>
                <a:cubicBezTo>
                  <a:pt x="161" y="83"/>
                  <a:pt x="163" y="92"/>
                  <a:pt x="172" y="95"/>
                </a:cubicBezTo>
                <a:cubicBezTo>
                  <a:pt x="176" y="97"/>
                  <a:pt x="181" y="98"/>
                  <a:pt x="185" y="100"/>
                </a:cubicBezTo>
                <a:cubicBezTo>
                  <a:pt x="195" y="105"/>
                  <a:pt x="204" y="110"/>
                  <a:pt x="211" y="118"/>
                </a:cubicBezTo>
                <a:cubicBezTo>
                  <a:pt x="216" y="122"/>
                  <a:pt x="218" y="135"/>
                  <a:pt x="206" y="141"/>
                </a:cubicBezTo>
                <a:close/>
                <a:moveTo>
                  <a:pt x="281" y="127"/>
                </a:moveTo>
                <a:cubicBezTo>
                  <a:pt x="275" y="122"/>
                  <a:pt x="269" y="118"/>
                  <a:pt x="262" y="115"/>
                </a:cubicBezTo>
                <a:cubicBezTo>
                  <a:pt x="259" y="114"/>
                  <a:pt x="256" y="113"/>
                  <a:pt x="253" y="112"/>
                </a:cubicBezTo>
                <a:cubicBezTo>
                  <a:pt x="247" y="109"/>
                  <a:pt x="246" y="103"/>
                  <a:pt x="250" y="99"/>
                </a:cubicBezTo>
                <a:cubicBezTo>
                  <a:pt x="259" y="91"/>
                  <a:pt x="262" y="80"/>
                  <a:pt x="261" y="68"/>
                </a:cubicBezTo>
                <a:cubicBezTo>
                  <a:pt x="261" y="56"/>
                  <a:pt x="254" y="49"/>
                  <a:pt x="242" y="47"/>
                </a:cubicBezTo>
                <a:cubicBezTo>
                  <a:pt x="240" y="46"/>
                  <a:pt x="238" y="46"/>
                  <a:pt x="235" y="46"/>
                </a:cubicBezTo>
                <a:cubicBezTo>
                  <a:pt x="233" y="46"/>
                  <a:pt x="231" y="46"/>
                  <a:pt x="228" y="47"/>
                </a:cubicBezTo>
                <a:cubicBezTo>
                  <a:pt x="217" y="49"/>
                  <a:pt x="210" y="56"/>
                  <a:pt x="209" y="68"/>
                </a:cubicBezTo>
                <a:cubicBezTo>
                  <a:pt x="209" y="80"/>
                  <a:pt x="212" y="90"/>
                  <a:pt x="221" y="99"/>
                </a:cubicBezTo>
                <a:cubicBezTo>
                  <a:pt x="225" y="103"/>
                  <a:pt x="223" y="109"/>
                  <a:pt x="218" y="112"/>
                </a:cubicBezTo>
                <a:cubicBezTo>
                  <a:pt x="217" y="112"/>
                  <a:pt x="217" y="112"/>
                  <a:pt x="217" y="112"/>
                </a:cubicBezTo>
                <a:cubicBezTo>
                  <a:pt x="218" y="113"/>
                  <a:pt x="219" y="113"/>
                  <a:pt x="219" y="114"/>
                </a:cubicBezTo>
                <a:cubicBezTo>
                  <a:pt x="223" y="118"/>
                  <a:pt x="225" y="125"/>
                  <a:pt x="224" y="131"/>
                </a:cubicBezTo>
                <a:cubicBezTo>
                  <a:pt x="223" y="137"/>
                  <a:pt x="219" y="142"/>
                  <a:pt x="212" y="145"/>
                </a:cubicBezTo>
                <a:cubicBezTo>
                  <a:pt x="211" y="146"/>
                  <a:pt x="209" y="147"/>
                  <a:pt x="207" y="147"/>
                </a:cubicBezTo>
                <a:cubicBezTo>
                  <a:pt x="216" y="149"/>
                  <a:pt x="225" y="149"/>
                  <a:pt x="235" y="149"/>
                </a:cubicBezTo>
                <a:cubicBezTo>
                  <a:pt x="248" y="149"/>
                  <a:pt x="258" y="149"/>
                  <a:pt x="268" y="146"/>
                </a:cubicBezTo>
                <a:cubicBezTo>
                  <a:pt x="271" y="145"/>
                  <a:pt x="274" y="145"/>
                  <a:pt x="277" y="143"/>
                </a:cubicBezTo>
                <a:cubicBezTo>
                  <a:pt x="285" y="139"/>
                  <a:pt x="284" y="131"/>
                  <a:pt x="281" y="127"/>
                </a:cubicBezTo>
                <a:close/>
                <a:moveTo>
                  <a:pt x="67" y="130"/>
                </a:moveTo>
                <a:cubicBezTo>
                  <a:pt x="66" y="125"/>
                  <a:pt x="68" y="119"/>
                  <a:pt x="73" y="114"/>
                </a:cubicBezTo>
                <a:cubicBezTo>
                  <a:pt x="75" y="112"/>
                  <a:pt x="77" y="111"/>
                  <a:pt x="79" y="109"/>
                </a:cubicBezTo>
                <a:cubicBezTo>
                  <a:pt x="77" y="108"/>
                  <a:pt x="76" y="108"/>
                  <a:pt x="75" y="107"/>
                </a:cubicBezTo>
                <a:cubicBezTo>
                  <a:pt x="69" y="105"/>
                  <a:pt x="67" y="98"/>
                  <a:pt x="72" y="94"/>
                </a:cubicBezTo>
                <a:cubicBezTo>
                  <a:pt x="81" y="84"/>
                  <a:pt x="85" y="73"/>
                  <a:pt x="84" y="60"/>
                </a:cubicBezTo>
                <a:cubicBezTo>
                  <a:pt x="84" y="46"/>
                  <a:pt x="76" y="39"/>
                  <a:pt x="63" y="36"/>
                </a:cubicBezTo>
                <a:cubicBezTo>
                  <a:pt x="60" y="35"/>
                  <a:pt x="58" y="35"/>
                  <a:pt x="55" y="35"/>
                </a:cubicBezTo>
                <a:cubicBezTo>
                  <a:pt x="53" y="35"/>
                  <a:pt x="50" y="35"/>
                  <a:pt x="47" y="36"/>
                </a:cubicBezTo>
                <a:cubicBezTo>
                  <a:pt x="35" y="39"/>
                  <a:pt x="27" y="46"/>
                  <a:pt x="26" y="60"/>
                </a:cubicBezTo>
                <a:cubicBezTo>
                  <a:pt x="26" y="73"/>
                  <a:pt x="29" y="84"/>
                  <a:pt x="39" y="94"/>
                </a:cubicBezTo>
                <a:cubicBezTo>
                  <a:pt x="44" y="99"/>
                  <a:pt x="42" y="105"/>
                  <a:pt x="36" y="107"/>
                </a:cubicBezTo>
                <a:cubicBezTo>
                  <a:pt x="32" y="109"/>
                  <a:pt x="29" y="110"/>
                  <a:pt x="25" y="112"/>
                </a:cubicBezTo>
                <a:cubicBezTo>
                  <a:pt x="18" y="115"/>
                  <a:pt x="11" y="119"/>
                  <a:pt x="5" y="125"/>
                </a:cubicBezTo>
                <a:cubicBezTo>
                  <a:pt x="0" y="130"/>
                  <a:pt x="0" y="138"/>
                  <a:pt x="9" y="143"/>
                </a:cubicBezTo>
                <a:cubicBezTo>
                  <a:pt x="12" y="144"/>
                  <a:pt x="16" y="145"/>
                  <a:pt x="19" y="146"/>
                </a:cubicBezTo>
                <a:cubicBezTo>
                  <a:pt x="30" y="148"/>
                  <a:pt x="41" y="149"/>
                  <a:pt x="55" y="149"/>
                </a:cubicBezTo>
                <a:cubicBezTo>
                  <a:pt x="66" y="149"/>
                  <a:pt x="76" y="149"/>
                  <a:pt x="85" y="147"/>
                </a:cubicBezTo>
                <a:cubicBezTo>
                  <a:pt x="83" y="147"/>
                  <a:pt x="81" y="146"/>
                  <a:pt x="80" y="145"/>
                </a:cubicBezTo>
                <a:cubicBezTo>
                  <a:pt x="72" y="142"/>
                  <a:pt x="68" y="136"/>
                  <a:pt x="67" y="130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6"/>
          <p:cNvSpPr/>
          <p:nvPr/>
        </p:nvSpPr>
        <p:spPr>
          <a:xfrm>
            <a:off x="2227262" y="2311400"/>
            <a:ext cx="563562" cy="828675"/>
          </a:xfrm>
          <a:custGeom>
            <a:avLst/>
            <a:gdLst/>
            <a:ahLst/>
            <a:cxnLst/>
            <a:rect l="l" t="t" r="r" b="b"/>
            <a:pathLst>
              <a:path w="134" h="197" extrusionOk="0">
                <a:moveTo>
                  <a:pt x="134" y="131"/>
                </a:moveTo>
                <a:cubicBezTo>
                  <a:pt x="134" y="111"/>
                  <a:pt x="119" y="94"/>
                  <a:pt x="87" y="87"/>
                </a:cubicBezTo>
                <a:cubicBezTo>
                  <a:pt x="84" y="86"/>
                  <a:pt x="66" y="82"/>
                  <a:pt x="63" y="81"/>
                </a:cubicBezTo>
                <a:cubicBezTo>
                  <a:pt x="39" y="74"/>
                  <a:pt x="32" y="71"/>
                  <a:pt x="32" y="64"/>
                </a:cubicBezTo>
                <a:cubicBezTo>
                  <a:pt x="32" y="57"/>
                  <a:pt x="41" y="49"/>
                  <a:pt x="65" y="49"/>
                </a:cubicBezTo>
                <a:cubicBezTo>
                  <a:pt x="83" y="49"/>
                  <a:pt x="100" y="62"/>
                  <a:pt x="100" y="62"/>
                </a:cubicBezTo>
                <a:cubicBezTo>
                  <a:pt x="107" y="67"/>
                  <a:pt x="111" y="67"/>
                  <a:pt x="117" y="61"/>
                </a:cubicBezTo>
                <a:cubicBezTo>
                  <a:pt x="117" y="61"/>
                  <a:pt x="124" y="55"/>
                  <a:pt x="124" y="49"/>
                </a:cubicBezTo>
                <a:cubicBezTo>
                  <a:pt x="124" y="40"/>
                  <a:pt x="103" y="27"/>
                  <a:pt x="81" y="23"/>
                </a:cubicBezTo>
                <a:cubicBezTo>
                  <a:pt x="81" y="7"/>
                  <a:pt x="81" y="7"/>
                  <a:pt x="81" y="7"/>
                </a:cubicBezTo>
                <a:cubicBezTo>
                  <a:pt x="81" y="3"/>
                  <a:pt x="77" y="0"/>
                  <a:pt x="72" y="0"/>
                </a:cubicBezTo>
                <a:cubicBezTo>
                  <a:pt x="62" y="0"/>
                  <a:pt x="62" y="0"/>
                  <a:pt x="62" y="0"/>
                </a:cubicBezTo>
                <a:cubicBezTo>
                  <a:pt x="57" y="0"/>
                  <a:pt x="53" y="3"/>
                  <a:pt x="53" y="7"/>
                </a:cubicBezTo>
                <a:cubicBezTo>
                  <a:pt x="53" y="22"/>
                  <a:pt x="53" y="22"/>
                  <a:pt x="53" y="22"/>
                </a:cubicBezTo>
                <a:cubicBezTo>
                  <a:pt x="18" y="25"/>
                  <a:pt x="0" y="44"/>
                  <a:pt x="0" y="65"/>
                </a:cubicBezTo>
                <a:cubicBezTo>
                  <a:pt x="0" y="90"/>
                  <a:pt x="23" y="100"/>
                  <a:pt x="50" y="107"/>
                </a:cubicBezTo>
                <a:cubicBezTo>
                  <a:pt x="54" y="108"/>
                  <a:pt x="75" y="113"/>
                  <a:pt x="78" y="114"/>
                </a:cubicBezTo>
                <a:cubicBezTo>
                  <a:pt x="98" y="119"/>
                  <a:pt x="102" y="126"/>
                  <a:pt x="102" y="131"/>
                </a:cubicBezTo>
                <a:cubicBezTo>
                  <a:pt x="102" y="140"/>
                  <a:pt x="93" y="147"/>
                  <a:pt x="68" y="147"/>
                </a:cubicBezTo>
                <a:cubicBezTo>
                  <a:pt x="51" y="147"/>
                  <a:pt x="27" y="133"/>
                  <a:pt x="27" y="133"/>
                </a:cubicBezTo>
                <a:cubicBezTo>
                  <a:pt x="21" y="129"/>
                  <a:pt x="14" y="130"/>
                  <a:pt x="9" y="136"/>
                </a:cubicBezTo>
                <a:cubicBezTo>
                  <a:pt x="9" y="136"/>
                  <a:pt x="5" y="141"/>
                  <a:pt x="5" y="148"/>
                </a:cubicBezTo>
                <a:cubicBezTo>
                  <a:pt x="5" y="157"/>
                  <a:pt x="29" y="169"/>
                  <a:pt x="53" y="174"/>
                </a:cubicBezTo>
                <a:cubicBezTo>
                  <a:pt x="53" y="190"/>
                  <a:pt x="53" y="190"/>
                  <a:pt x="53" y="190"/>
                </a:cubicBezTo>
                <a:cubicBezTo>
                  <a:pt x="53" y="193"/>
                  <a:pt x="57" y="197"/>
                  <a:pt x="62" y="197"/>
                </a:cubicBezTo>
                <a:cubicBezTo>
                  <a:pt x="72" y="197"/>
                  <a:pt x="72" y="197"/>
                  <a:pt x="72" y="197"/>
                </a:cubicBezTo>
                <a:cubicBezTo>
                  <a:pt x="77" y="197"/>
                  <a:pt x="81" y="193"/>
                  <a:pt x="81" y="190"/>
                </a:cubicBezTo>
                <a:cubicBezTo>
                  <a:pt x="81" y="175"/>
                  <a:pt x="81" y="175"/>
                  <a:pt x="81" y="175"/>
                </a:cubicBezTo>
                <a:cubicBezTo>
                  <a:pt x="118" y="171"/>
                  <a:pt x="134" y="152"/>
                  <a:pt x="134" y="131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6"/>
          <p:cNvSpPr txBox="1"/>
          <p:nvPr/>
        </p:nvSpPr>
        <p:spPr>
          <a:xfrm>
            <a:off x="4117975" y="5527675"/>
            <a:ext cx="536575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7100"/>
              <a:buFont typeface="Montserrat"/>
              <a:buNone/>
            </a:pPr>
            <a:r>
              <a:rPr lang="en-US" sz="7100" b="0" i="0" u="none">
                <a:solidFill>
                  <a:srgbClr val="E24956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567" name="Google Shape;567;p26"/>
          <p:cNvSpPr txBox="1"/>
          <p:nvPr/>
        </p:nvSpPr>
        <p:spPr>
          <a:xfrm>
            <a:off x="6524625" y="5510212"/>
            <a:ext cx="525462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7100"/>
              <a:buFont typeface="Montserrat"/>
              <a:buNone/>
            </a:pPr>
            <a:r>
              <a:rPr lang="en-US" sz="7100" b="0" i="0" u="none">
                <a:solidFill>
                  <a:srgbClr val="FF912B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568" name="Google Shape;568;p26"/>
          <p:cNvSpPr txBox="1"/>
          <p:nvPr/>
        </p:nvSpPr>
        <p:spPr>
          <a:xfrm>
            <a:off x="8907462" y="5527675"/>
            <a:ext cx="520700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4F"/>
              </a:buClr>
              <a:buSzPts val="7100"/>
              <a:buFont typeface="Montserrat"/>
              <a:buNone/>
            </a:pPr>
            <a:r>
              <a:rPr lang="en-US" sz="7100" b="0" i="0" u="none">
                <a:solidFill>
                  <a:srgbClr val="FFC74F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569" name="Google Shape;569;p26"/>
          <p:cNvSpPr txBox="1"/>
          <p:nvPr/>
        </p:nvSpPr>
        <p:spPr>
          <a:xfrm>
            <a:off x="1781175" y="5527675"/>
            <a:ext cx="346075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7100"/>
              <a:buFont typeface="Montserrat"/>
              <a:buNone/>
            </a:pPr>
            <a:r>
              <a:rPr lang="en-US" sz="7100" b="0" i="0" u="none">
                <a:solidFill>
                  <a:srgbClr val="8C103D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570" name="Google Shape;570;p26"/>
          <p:cNvSpPr txBox="1"/>
          <p:nvPr/>
        </p:nvSpPr>
        <p:spPr>
          <a:xfrm>
            <a:off x="4606925" y="5672137"/>
            <a:ext cx="121761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US" sz="11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71" name="Google Shape;571;p26"/>
          <p:cNvSpPr txBox="1"/>
          <p:nvPr/>
        </p:nvSpPr>
        <p:spPr>
          <a:xfrm>
            <a:off x="7011987" y="5661025"/>
            <a:ext cx="121761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US" sz="11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72" name="Google Shape;572;p26"/>
          <p:cNvSpPr txBox="1"/>
          <p:nvPr/>
        </p:nvSpPr>
        <p:spPr>
          <a:xfrm>
            <a:off x="9405937" y="5661025"/>
            <a:ext cx="1217612" cy="768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en-US" sz="11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7"/>
          <p:cNvSpPr txBox="1"/>
          <p:nvPr/>
        </p:nvSpPr>
        <p:spPr>
          <a:xfrm>
            <a:off x="1135062" y="1112837"/>
            <a:ext cx="139065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78" name="Google Shape;578;p27"/>
          <p:cNvSpPr/>
          <p:nvPr/>
        </p:nvSpPr>
        <p:spPr>
          <a:xfrm>
            <a:off x="2763837" y="935037"/>
            <a:ext cx="661987" cy="792162"/>
          </a:xfrm>
          <a:custGeom>
            <a:avLst/>
            <a:gdLst/>
            <a:ahLst/>
            <a:cxnLst/>
            <a:rect l="l" t="t" r="r" b="b"/>
            <a:pathLst>
              <a:path w="164" h="196" extrusionOk="0">
                <a:moveTo>
                  <a:pt x="109" y="189"/>
                </a:moveTo>
                <a:cubicBezTo>
                  <a:pt x="109" y="193"/>
                  <a:pt x="106" y="196"/>
                  <a:pt x="103" y="196"/>
                </a:cubicBezTo>
                <a:cubicBezTo>
                  <a:pt x="61" y="196"/>
                  <a:pt x="61" y="196"/>
                  <a:pt x="61" y="196"/>
                </a:cubicBezTo>
                <a:cubicBezTo>
                  <a:pt x="58" y="196"/>
                  <a:pt x="55" y="193"/>
                  <a:pt x="55" y="189"/>
                </a:cubicBezTo>
                <a:cubicBezTo>
                  <a:pt x="55" y="189"/>
                  <a:pt x="55" y="189"/>
                  <a:pt x="55" y="189"/>
                </a:cubicBezTo>
                <a:cubicBezTo>
                  <a:pt x="55" y="186"/>
                  <a:pt x="58" y="183"/>
                  <a:pt x="61" y="183"/>
                </a:cubicBezTo>
                <a:cubicBezTo>
                  <a:pt x="103" y="183"/>
                  <a:pt x="103" y="183"/>
                  <a:pt x="103" y="183"/>
                </a:cubicBezTo>
                <a:cubicBezTo>
                  <a:pt x="106" y="183"/>
                  <a:pt x="109" y="186"/>
                  <a:pt x="109" y="189"/>
                </a:cubicBezTo>
                <a:close/>
                <a:moveTo>
                  <a:pt x="109" y="172"/>
                </a:moveTo>
                <a:cubicBezTo>
                  <a:pt x="109" y="168"/>
                  <a:pt x="106" y="165"/>
                  <a:pt x="103" y="165"/>
                </a:cubicBezTo>
                <a:cubicBezTo>
                  <a:pt x="61" y="165"/>
                  <a:pt x="61" y="165"/>
                  <a:pt x="61" y="165"/>
                </a:cubicBezTo>
                <a:cubicBezTo>
                  <a:pt x="58" y="165"/>
                  <a:pt x="55" y="168"/>
                  <a:pt x="55" y="172"/>
                </a:cubicBezTo>
                <a:cubicBezTo>
                  <a:pt x="55" y="172"/>
                  <a:pt x="55" y="172"/>
                  <a:pt x="55" y="172"/>
                </a:cubicBezTo>
                <a:cubicBezTo>
                  <a:pt x="55" y="175"/>
                  <a:pt x="58" y="178"/>
                  <a:pt x="61" y="178"/>
                </a:cubicBezTo>
                <a:cubicBezTo>
                  <a:pt x="103" y="178"/>
                  <a:pt x="103" y="178"/>
                  <a:pt x="103" y="178"/>
                </a:cubicBezTo>
                <a:cubicBezTo>
                  <a:pt x="106" y="178"/>
                  <a:pt x="109" y="175"/>
                  <a:pt x="109" y="172"/>
                </a:cubicBezTo>
                <a:close/>
                <a:moveTo>
                  <a:pt x="89" y="97"/>
                </a:moveTo>
                <a:cubicBezTo>
                  <a:pt x="80" y="97"/>
                  <a:pt x="80" y="97"/>
                  <a:pt x="80" y="97"/>
                </a:cubicBezTo>
                <a:cubicBezTo>
                  <a:pt x="75" y="97"/>
                  <a:pt x="75" y="97"/>
                  <a:pt x="75" y="97"/>
                </a:cubicBezTo>
                <a:cubicBezTo>
                  <a:pt x="75" y="161"/>
                  <a:pt x="75" y="161"/>
                  <a:pt x="75" y="161"/>
                </a:cubicBezTo>
                <a:cubicBezTo>
                  <a:pt x="78" y="161"/>
                  <a:pt x="80" y="161"/>
                  <a:pt x="82" y="161"/>
                </a:cubicBezTo>
                <a:cubicBezTo>
                  <a:pt x="82" y="161"/>
                  <a:pt x="82" y="161"/>
                  <a:pt x="82" y="161"/>
                </a:cubicBezTo>
                <a:cubicBezTo>
                  <a:pt x="82" y="161"/>
                  <a:pt x="82" y="161"/>
                  <a:pt x="82" y="161"/>
                </a:cubicBezTo>
                <a:cubicBezTo>
                  <a:pt x="82" y="161"/>
                  <a:pt x="82" y="161"/>
                  <a:pt x="82" y="161"/>
                </a:cubicBezTo>
                <a:cubicBezTo>
                  <a:pt x="82" y="161"/>
                  <a:pt x="82" y="161"/>
                  <a:pt x="82" y="161"/>
                </a:cubicBezTo>
                <a:cubicBezTo>
                  <a:pt x="84" y="161"/>
                  <a:pt x="86" y="161"/>
                  <a:pt x="89" y="161"/>
                </a:cubicBezTo>
                <a:lnTo>
                  <a:pt x="89" y="97"/>
                </a:lnTo>
                <a:close/>
                <a:moveTo>
                  <a:pt x="59" y="71"/>
                </a:moveTo>
                <a:cubicBezTo>
                  <a:pt x="54" y="71"/>
                  <a:pt x="49" y="75"/>
                  <a:pt x="49" y="81"/>
                </a:cubicBezTo>
                <a:cubicBezTo>
                  <a:pt x="49" y="86"/>
                  <a:pt x="54" y="90"/>
                  <a:pt x="59" y="90"/>
                </a:cubicBezTo>
                <a:cubicBezTo>
                  <a:pt x="69" y="90"/>
                  <a:pt x="69" y="90"/>
                  <a:pt x="69" y="90"/>
                </a:cubicBezTo>
                <a:cubicBezTo>
                  <a:pt x="69" y="81"/>
                  <a:pt x="69" y="81"/>
                  <a:pt x="69" y="81"/>
                </a:cubicBezTo>
                <a:cubicBezTo>
                  <a:pt x="69" y="75"/>
                  <a:pt x="65" y="71"/>
                  <a:pt x="59" y="71"/>
                </a:cubicBezTo>
                <a:close/>
                <a:moveTo>
                  <a:pt x="115" y="81"/>
                </a:moveTo>
                <a:cubicBezTo>
                  <a:pt x="115" y="75"/>
                  <a:pt x="110" y="71"/>
                  <a:pt x="105" y="71"/>
                </a:cubicBezTo>
                <a:cubicBezTo>
                  <a:pt x="99" y="71"/>
                  <a:pt x="95" y="75"/>
                  <a:pt x="95" y="81"/>
                </a:cubicBezTo>
                <a:cubicBezTo>
                  <a:pt x="95" y="90"/>
                  <a:pt x="95" y="90"/>
                  <a:pt x="95" y="90"/>
                </a:cubicBezTo>
                <a:cubicBezTo>
                  <a:pt x="105" y="90"/>
                  <a:pt x="105" y="90"/>
                  <a:pt x="105" y="90"/>
                </a:cubicBezTo>
                <a:cubicBezTo>
                  <a:pt x="110" y="90"/>
                  <a:pt x="115" y="86"/>
                  <a:pt x="115" y="81"/>
                </a:cubicBezTo>
                <a:close/>
                <a:moveTo>
                  <a:pt x="136" y="63"/>
                </a:moveTo>
                <a:cubicBezTo>
                  <a:pt x="132" y="45"/>
                  <a:pt x="111" y="27"/>
                  <a:pt x="82" y="26"/>
                </a:cubicBezTo>
                <a:cubicBezTo>
                  <a:pt x="53" y="27"/>
                  <a:pt x="32" y="45"/>
                  <a:pt x="28" y="63"/>
                </a:cubicBezTo>
                <a:cubicBezTo>
                  <a:pt x="24" y="76"/>
                  <a:pt x="27" y="89"/>
                  <a:pt x="34" y="101"/>
                </a:cubicBezTo>
                <a:cubicBezTo>
                  <a:pt x="40" y="112"/>
                  <a:pt x="46" y="121"/>
                  <a:pt x="50" y="132"/>
                </a:cubicBezTo>
                <a:cubicBezTo>
                  <a:pt x="53" y="139"/>
                  <a:pt x="54" y="147"/>
                  <a:pt x="56" y="154"/>
                </a:cubicBezTo>
                <a:cubicBezTo>
                  <a:pt x="57" y="159"/>
                  <a:pt x="59" y="161"/>
                  <a:pt x="65" y="161"/>
                </a:cubicBezTo>
                <a:cubicBezTo>
                  <a:pt x="66" y="161"/>
                  <a:pt x="68" y="161"/>
                  <a:pt x="69" y="161"/>
                </a:cubicBezTo>
                <a:cubicBezTo>
                  <a:pt x="69" y="97"/>
                  <a:pt x="69" y="97"/>
                  <a:pt x="69" y="97"/>
                </a:cubicBezTo>
                <a:cubicBezTo>
                  <a:pt x="59" y="97"/>
                  <a:pt x="59" y="97"/>
                  <a:pt x="59" y="97"/>
                </a:cubicBezTo>
                <a:cubicBezTo>
                  <a:pt x="55" y="97"/>
                  <a:pt x="51" y="95"/>
                  <a:pt x="48" y="92"/>
                </a:cubicBezTo>
                <a:cubicBezTo>
                  <a:pt x="45" y="89"/>
                  <a:pt x="43" y="85"/>
                  <a:pt x="43" y="81"/>
                </a:cubicBezTo>
                <a:cubicBezTo>
                  <a:pt x="43" y="76"/>
                  <a:pt x="45" y="72"/>
                  <a:pt x="48" y="69"/>
                </a:cubicBezTo>
                <a:cubicBezTo>
                  <a:pt x="51" y="66"/>
                  <a:pt x="55" y="64"/>
                  <a:pt x="59" y="64"/>
                </a:cubicBezTo>
                <a:cubicBezTo>
                  <a:pt x="68" y="64"/>
                  <a:pt x="75" y="72"/>
                  <a:pt x="75" y="80"/>
                </a:cubicBezTo>
                <a:cubicBezTo>
                  <a:pt x="75" y="80"/>
                  <a:pt x="75" y="80"/>
                  <a:pt x="75" y="80"/>
                </a:cubicBezTo>
                <a:cubicBezTo>
                  <a:pt x="75" y="90"/>
                  <a:pt x="75" y="90"/>
                  <a:pt x="75" y="90"/>
                </a:cubicBezTo>
                <a:cubicBezTo>
                  <a:pt x="80" y="90"/>
                  <a:pt x="80" y="90"/>
                  <a:pt x="80" y="90"/>
                </a:cubicBezTo>
                <a:cubicBezTo>
                  <a:pt x="89" y="90"/>
                  <a:pt x="89" y="90"/>
                  <a:pt x="89" y="90"/>
                </a:cubicBezTo>
                <a:cubicBezTo>
                  <a:pt x="89" y="80"/>
                  <a:pt x="89" y="80"/>
                  <a:pt x="89" y="80"/>
                </a:cubicBezTo>
                <a:cubicBezTo>
                  <a:pt x="89" y="80"/>
                  <a:pt x="89" y="80"/>
                  <a:pt x="89" y="80"/>
                </a:cubicBezTo>
                <a:cubicBezTo>
                  <a:pt x="89" y="76"/>
                  <a:pt x="90" y="72"/>
                  <a:pt x="93" y="69"/>
                </a:cubicBezTo>
                <a:cubicBezTo>
                  <a:pt x="96" y="66"/>
                  <a:pt x="100" y="64"/>
                  <a:pt x="105" y="64"/>
                </a:cubicBezTo>
                <a:cubicBezTo>
                  <a:pt x="109" y="64"/>
                  <a:pt x="113" y="66"/>
                  <a:pt x="116" y="69"/>
                </a:cubicBezTo>
                <a:cubicBezTo>
                  <a:pt x="119" y="72"/>
                  <a:pt x="121" y="76"/>
                  <a:pt x="121" y="81"/>
                </a:cubicBezTo>
                <a:cubicBezTo>
                  <a:pt x="121" y="85"/>
                  <a:pt x="119" y="89"/>
                  <a:pt x="116" y="92"/>
                </a:cubicBezTo>
                <a:cubicBezTo>
                  <a:pt x="113" y="95"/>
                  <a:pt x="109" y="97"/>
                  <a:pt x="105" y="97"/>
                </a:cubicBezTo>
                <a:cubicBezTo>
                  <a:pt x="95" y="97"/>
                  <a:pt x="95" y="97"/>
                  <a:pt x="95" y="97"/>
                </a:cubicBezTo>
                <a:cubicBezTo>
                  <a:pt x="95" y="161"/>
                  <a:pt x="95" y="161"/>
                  <a:pt x="95" y="161"/>
                </a:cubicBezTo>
                <a:cubicBezTo>
                  <a:pt x="96" y="161"/>
                  <a:pt x="98" y="161"/>
                  <a:pt x="99" y="161"/>
                </a:cubicBezTo>
                <a:cubicBezTo>
                  <a:pt x="105" y="161"/>
                  <a:pt x="107" y="159"/>
                  <a:pt x="108" y="154"/>
                </a:cubicBezTo>
                <a:cubicBezTo>
                  <a:pt x="110" y="147"/>
                  <a:pt x="111" y="139"/>
                  <a:pt x="114" y="132"/>
                </a:cubicBezTo>
                <a:cubicBezTo>
                  <a:pt x="118" y="121"/>
                  <a:pt x="124" y="112"/>
                  <a:pt x="130" y="101"/>
                </a:cubicBezTo>
                <a:cubicBezTo>
                  <a:pt x="137" y="89"/>
                  <a:pt x="140" y="76"/>
                  <a:pt x="136" y="63"/>
                </a:cubicBezTo>
                <a:close/>
                <a:moveTo>
                  <a:pt x="88" y="6"/>
                </a:moveTo>
                <a:cubicBezTo>
                  <a:pt x="88" y="3"/>
                  <a:pt x="85" y="0"/>
                  <a:pt x="82" y="0"/>
                </a:cubicBezTo>
                <a:cubicBezTo>
                  <a:pt x="82" y="0"/>
                  <a:pt x="82" y="0"/>
                  <a:pt x="82" y="0"/>
                </a:cubicBezTo>
                <a:cubicBezTo>
                  <a:pt x="79" y="0"/>
                  <a:pt x="76" y="3"/>
                  <a:pt x="76" y="6"/>
                </a:cubicBezTo>
                <a:cubicBezTo>
                  <a:pt x="76" y="17"/>
                  <a:pt x="76" y="17"/>
                  <a:pt x="76" y="17"/>
                </a:cubicBezTo>
                <a:cubicBezTo>
                  <a:pt x="76" y="21"/>
                  <a:pt x="79" y="23"/>
                  <a:pt x="82" y="23"/>
                </a:cubicBezTo>
                <a:cubicBezTo>
                  <a:pt x="82" y="23"/>
                  <a:pt x="82" y="23"/>
                  <a:pt x="82" y="23"/>
                </a:cubicBezTo>
                <a:cubicBezTo>
                  <a:pt x="85" y="23"/>
                  <a:pt x="88" y="21"/>
                  <a:pt x="88" y="17"/>
                </a:cubicBezTo>
                <a:lnTo>
                  <a:pt x="88" y="6"/>
                </a:lnTo>
                <a:close/>
                <a:moveTo>
                  <a:pt x="121" y="16"/>
                </a:moveTo>
                <a:cubicBezTo>
                  <a:pt x="123" y="13"/>
                  <a:pt x="122" y="9"/>
                  <a:pt x="119" y="8"/>
                </a:cubicBezTo>
                <a:cubicBezTo>
                  <a:pt x="119" y="8"/>
                  <a:pt x="119" y="8"/>
                  <a:pt x="119" y="8"/>
                </a:cubicBezTo>
                <a:cubicBezTo>
                  <a:pt x="116" y="6"/>
                  <a:pt x="112" y="7"/>
                  <a:pt x="111" y="10"/>
                </a:cubicBezTo>
                <a:cubicBezTo>
                  <a:pt x="105" y="20"/>
                  <a:pt x="105" y="20"/>
                  <a:pt x="105" y="20"/>
                </a:cubicBezTo>
                <a:cubicBezTo>
                  <a:pt x="104" y="23"/>
                  <a:pt x="105" y="27"/>
                  <a:pt x="108" y="28"/>
                </a:cubicBezTo>
                <a:cubicBezTo>
                  <a:pt x="108" y="28"/>
                  <a:pt x="108" y="28"/>
                  <a:pt x="108" y="28"/>
                </a:cubicBezTo>
                <a:cubicBezTo>
                  <a:pt x="111" y="30"/>
                  <a:pt x="114" y="29"/>
                  <a:pt x="116" y="26"/>
                </a:cubicBezTo>
                <a:lnTo>
                  <a:pt x="121" y="16"/>
                </a:lnTo>
                <a:close/>
                <a:moveTo>
                  <a:pt x="145" y="35"/>
                </a:moveTo>
                <a:cubicBezTo>
                  <a:pt x="148" y="33"/>
                  <a:pt x="148" y="29"/>
                  <a:pt x="146" y="27"/>
                </a:cubicBezTo>
                <a:cubicBezTo>
                  <a:pt x="146" y="27"/>
                  <a:pt x="146" y="27"/>
                  <a:pt x="146" y="27"/>
                </a:cubicBezTo>
                <a:cubicBezTo>
                  <a:pt x="144" y="24"/>
                  <a:pt x="140" y="24"/>
                  <a:pt x="138" y="26"/>
                </a:cubicBezTo>
                <a:cubicBezTo>
                  <a:pt x="129" y="34"/>
                  <a:pt x="129" y="34"/>
                  <a:pt x="129" y="34"/>
                </a:cubicBezTo>
                <a:cubicBezTo>
                  <a:pt x="127" y="36"/>
                  <a:pt x="127" y="40"/>
                  <a:pt x="129" y="42"/>
                </a:cubicBezTo>
                <a:cubicBezTo>
                  <a:pt x="129" y="42"/>
                  <a:pt x="129" y="42"/>
                  <a:pt x="129" y="42"/>
                </a:cubicBezTo>
                <a:cubicBezTo>
                  <a:pt x="131" y="45"/>
                  <a:pt x="135" y="45"/>
                  <a:pt x="137" y="43"/>
                </a:cubicBezTo>
                <a:lnTo>
                  <a:pt x="145" y="35"/>
                </a:lnTo>
                <a:close/>
                <a:moveTo>
                  <a:pt x="158" y="65"/>
                </a:moveTo>
                <a:cubicBezTo>
                  <a:pt x="162" y="64"/>
                  <a:pt x="164" y="61"/>
                  <a:pt x="163" y="58"/>
                </a:cubicBezTo>
                <a:cubicBezTo>
                  <a:pt x="163" y="58"/>
                  <a:pt x="163" y="58"/>
                  <a:pt x="163" y="58"/>
                </a:cubicBezTo>
                <a:cubicBezTo>
                  <a:pt x="163" y="54"/>
                  <a:pt x="159" y="52"/>
                  <a:pt x="156" y="53"/>
                </a:cubicBezTo>
                <a:cubicBezTo>
                  <a:pt x="145" y="55"/>
                  <a:pt x="145" y="55"/>
                  <a:pt x="145" y="55"/>
                </a:cubicBezTo>
                <a:cubicBezTo>
                  <a:pt x="142" y="55"/>
                  <a:pt x="140" y="58"/>
                  <a:pt x="141" y="62"/>
                </a:cubicBezTo>
                <a:cubicBezTo>
                  <a:pt x="141" y="62"/>
                  <a:pt x="141" y="62"/>
                  <a:pt x="141" y="62"/>
                </a:cubicBezTo>
                <a:cubicBezTo>
                  <a:pt x="141" y="65"/>
                  <a:pt x="144" y="67"/>
                  <a:pt x="147" y="66"/>
                </a:cubicBezTo>
                <a:lnTo>
                  <a:pt x="158" y="65"/>
                </a:lnTo>
                <a:close/>
                <a:moveTo>
                  <a:pt x="156" y="96"/>
                </a:moveTo>
                <a:cubicBezTo>
                  <a:pt x="159" y="97"/>
                  <a:pt x="162" y="95"/>
                  <a:pt x="163" y="92"/>
                </a:cubicBezTo>
                <a:cubicBezTo>
                  <a:pt x="163" y="92"/>
                  <a:pt x="163" y="92"/>
                  <a:pt x="163" y="92"/>
                </a:cubicBezTo>
                <a:cubicBezTo>
                  <a:pt x="163" y="89"/>
                  <a:pt x="161" y="85"/>
                  <a:pt x="158" y="85"/>
                </a:cubicBezTo>
                <a:cubicBezTo>
                  <a:pt x="147" y="83"/>
                  <a:pt x="147" y="83"/>
                  <a:pt x="147" y="83"/>
                </a:cubicBezTo>
                <a:cubicBezTo>
                  <a:pt x="144" y="82"/>
                  <a:pt x="141" y="84"/>
                  <a:pt x="140" y="87"/>
                </a:cubicBezTo>
                <a:cubicBezTo>
                  <a:pt x="140" y="87"/>
                  <a:pt x="140" y="87"/>
                  <a:pt x="140" y="87"/>
                </a:cubicBezTo>
                <a:cubicBezTo>
                  <a:pt x="140" y="90"/>
                  <a:pt x="142" y="94"/>
                  <a:pt x="145" y="94"/>
                </a:cubicBezTo>
                <a:lnTo>
                  <a:pt x="156" y="96"/>
                </a:lnTo>
                <a:close/>
                <a:moveTo>
                  <a:pt x="47" y="26"/>
                </a:moveTo>
                <a:cubicBezTo>
                  <a:pt x="49" y="29"/>
                  <a:pt x="53" y="30"/>
                  <a:pt x="55" y="28"/>
                </a:cubicBezTo>
                <a:cubicBezTo>
                  <a:pt x="55" y="28"/>
                  <a:pt x="55" y="28"/>
                  <a:pt x="55" y="28"/>
                </a:cubicBezTo>
                <a:cubicBezTo>
                  <a:pt x="58" y="27"/>
                  <a:pt x="59" y="23"/>
                  <a:pt x="58" y="20"/>
                </a:cubicBezTo>
                <a:cubicBezTo>
                  <a:pt x="53" y="10"/>
                  <a:pt x="53" y="10"/>
                  <a:pt x="53" y="10"/>
                </a:cubicBezTo>
                <a:cubicBezTo>
                  <a:pt x="51" y="7"/>
                  <a:pt x="47" y="6"/>
                  <a:pt x="45" y="8"/>
                </a:cubicBezTo>
                <a:cubicBezTo>
                  <a:pt x="45" y="8"/>
                  <a:pt x="45" y="8"/>
                  <a:pt x="45" y="8"/>
                </a:cubicBezTo>
                <a:cubicBezTo>
                  <a:pt x="42" y="9"/>
                  <a:pt x="41" y="13"/>
                  <a:pt x="42" y="16"/>
                </a:cubicBezTo>
                <a:lnTo>
                  <a:pt x="47" y="26"/>
                </a:lnTo>
                <a:close/>
                <a:moveTo>
                  <a:pt x="26" y="43"/>
                </a:moveTo>
                <a:cubicBezTo>
                  <a:pt x="28" y="45"/>
                  <a:pt x="32" y="45"/>
                  <a:pt x="34" y="42"/>
                </a:cubicBezTo>
                <a:cubicBezTo>
                  <a:pt x="34" y="42"/>
                  <a:pt x="34" y="42"/>
                  <a:pt x="34" y="42"/>
                </a:cubicBezTo>
                <a:cubicBezTo>
                  <a:pt x="37" y="40"/>
                  <a:pt x="36" y="36"/>
                  <a:pt x="34" y="34"/>
                </a:cubicBezTo>
                <a:cubicBezTo>
                  <a:pt x="26" y="26"/>
                  <a:pt x="26" y="26"/>
                  <a:pt x="26" y="26"/>
                </a:cubicBezTo>
                <a:cubicBezTo>
                  <a:pt x="23" y="24"/>
                  <a:pt x="19" y="24"/>
                  <a:pt x="17" y="27"/>
                </a:cubicBezTo>
                <a:cubicBezTo>
                  <a:pt x="17" y="27"/>
                  <a:pt x="17" y="27"/>
                  <a:pt x="17" y="27"/>
                </a:cubicBezTo>
                <a:cubicBezTo>
                  <a:pt x="15" y="29"/>
                  <a:pt x="15" y="33"/>
                  <a:pt x="18" y="35"/>
                </a:cubicBezTo>
                <a:lnTo>
                  <a:pt x="26" y="43"/>
                </a:lnTo>
                <a:close/>
                <a:moveTo>
                  <a:pt x="16" y="66"/>
                </a:moveTo>
                <a:cubicBezTo>
                  <a:pt x="19" y="67"/>
                  <a:pt x="22" y="65"/>
                  <a:pt x="23" y="62"/>
                </a:cubicBezTo>
                <a:cubicBezTo>
                  <a:pt x="23" y="62"/>
                  <a:pt x="23" y="62"/>
                  <a:pt x="23" y="62"/>
                </a:cubicBezTo>
                <a:cubicBezTo>
                  <a:pt x="23" y="58"/>
                  <a:pt x="21" y="55"/>
                  <a:pt x="18" y="55"/>
                </a:cubicBezTo>
                <a:cubicBezTo>
                  <a:pt x="7" y="53"/>
                  <a:pt x="7" y="53"/>
                  <a:pt x="7" y="53"/>
                </a:cubicBezTo>
                <a:cubicBezTo>
                  <a:pt x="4" y="52"/>
                  <a:pt x="1" y="54"/>
                  <a:pt x="0" y="58"/>
                </a:cubicBezTo>
                <a:cubicBezTo>
                  <a:pt x="0" y="58"/>
                  <a:pt x="0" y="58"/>
                  <a:pt x="0" y="58"/>
                </a:cubicBezTo>
                <a:cubicBezTo>
                  <a:pt x="0" y="61"/>
                  <a:pt x="2" y="64"/>
                  <a:pt x="5" y="65"/>
                </a:cubicBezTo>
                <a:lnTo>
                  <a:pt x="16" y="66"/>
                </a:lnTo>
                <a:close/>
                <a:moveTo>
                  <a:pt x="18" y="94"/>
                </a:moveTo>
                <a:cubicBezTo>
                  <a:pt x="22" y="94"/>
                  <a:pt x="24" y="90"/>
                  <a:pt x="23" y="87"/>
                </a:cubicBezTo>
                <a:cubicBezTo>
                  <a:pt x="23" y="87"/>
                  <a:pt x="23" y="87"/>
                  <a:pt x="23" y="87"/>
                </a:cubicBezTo>
                <a:cubicBezTo>
                  <a:pt x="22" y="84"/>
                  <a:pt x="19" y="82"/>
                  <a:pt x="16" y="83"/>
                </a:cubicBezTo>
                <a:cubicBezTo>
                  <a:pt x="5" y="85"/>
                  <a:pt x="5" y="85"/>
                  <a:pt x="5" y="85"/>
                </a:cubicBezTo>
                <a:cubicBezTo>
                  <a:pt x="2" y="85"/>
                  <a:pt x="0" y="89"/>
                  <a:pt x="1" y="92"/>
                </a:cubicBezTo>
                <a:cubicBezTo>
                  <a:pt x="1" y="92"/>
                  <a:pt x="1" y="92"/>
                  <a:pt x="1" y="92"/>
                </a:cubicBezTo>
                <a:cubicBezTo>
                  <a:pt x="1" y="95"/>
                  <a:pt x="4" y="97"/>
                  <a:pt x="8" y="96"/>
                </a:cubicBezTo>
                <a:lnTo>
                  <a:pt x="18" y="94"/>
                </a:lnTo>
                <a:close/>
              </a:path>
            </a:pathLst>
          </a:custGeom>
          <a:solidFill>
            <a:srgbClr val="FF87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27"/>
          <p:cNvSpPr/>
          <p:nvPr/>
        </p:nvSpPr>
        <p:spPr>
          <a:xfrm>
            <a:off x="6604000" y="1044575"/>
            <a:ext cx="693737" cy="695325"/>
          </a:xfrm>
          <a:custGeom>
            <a:avLst/>
            <a:gdLst/>
            <a:ahLst/>
            <a:cxnLst/>
            <a:rect l="l" t="t" r="r" b="b"/>
            <a:pathLst>
              <a:path w="172" h="172" extrusionOk="0">
                <a:moveTo>
                  <a:pt x="81" y="91"/>
                </a:moveTo>
                <a:cubicBezTo>
                  <a:pt x="162" y="91"/>
                  <a:pt x="162" y="91"/>
                  <a:pt x="162" y="91"/>
                </a:cubicBezTo>
                <a:cubicBezTo>
                  <a:pt x="162" y="136"/>
                  <a:pt x="126" y="172"/>
                  <a:pt x="81" y="172"/>
                </a:cubicBezTo>
                <a:cubicBezTo>
                  <a:pt x="36" y="172"/>
                  <a:pt x="0" y="136"/>
                  <a:pt x="0" y="91"/>
                </a:cubicBezTo>
                <a:cubicBezTo>
                  <a:pt x="0" y="47"/>
                  <a:pt x="36" y="10"/>
                  <a:pt x="81" y="10"/>
                </a:cubicBezTo>
                <a:lnTo>
                  <a:pt x="81" y="91"/>
                </a:lnTo>
                <a:close/>
                <a:moveTo>
                  <a:pt x="91" y="0"/>
                </a:moveTo>
                <a:cubicBezTo>
                  <a:pt x="91" y="81"/>
                  <a:pt x="91" y="81"/>
                  <a:pt x="91" y="81"/>
                </a:cubicBezTo>
                <a:cubicBezTo>
                  <a:pt x="172" y="81"/>
                  <a:pt x="172" y="81"/>
                  <a:pt x="172" y="81"/>
                </a:cubicBezTo>
                <a:cubicBezTo>
                  <a:pt x="172" y="37"/>
                  <a:pt x="135" y="0"/>
                  <a:pt x="91" y="0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27"/>
          <p:cNvSpPr/>
          <p:nvPr/>
        </p:nvSpPr>
        <p:spPr>
          <a:xfrm>
            <a:off x="4537075" y="5254625"/>
            <a:ext cx="923925" cy="617537"/>
          </a:xfrm>
          <a:custGeom>
            <a:avLst/>
            <a:gdLst/>
            <a:ahLst/>
            <a:cxnLst/>
            <a:rect l="l" t="t" r="r" b="b"/>
            <a:pathLst>
              <a:path w="229" h="153" extrusionOk="0">
                <a:moveTo>
                  <a:pt x="183" y="15"/>
                </a:moveTo>
                <a:cubicBezTo>
                  <a:pt x="204" y="68"/>
                  <a:pt x="204" y="68"/>
                  <a:pt x="204" y="68"/>
                </a:cubicBezTo>
                <a:cubicBezTo>
                  <a:pt x="177" y="80"/>
                  <a:pt x="177" y="80"/>
                  <a:pt x="177" y="80"/>
                </a:cubicBezTo>
                <a:cubicBezTo>
                  <a:pt x="163" y="67"/>
                  <a:pt x="120" y="30"/>
                  <a:pt x="116" y="30"/>
                </a:cubicBezTo>
                <a:cubicBezTo>
                  <a:pt x="113" y="30"/>
                  <a:pt x="100" y="35"/>
                  <a:pt x="99" y="35"/>
                </a:cubicBezTo>
                <a:cubicBezTo>
                  <a:pt x="99" y="35"/>
                  <a:pt x="90" y="38"/>
                  <a:pt x="83" y="38"/>
                </a:cubicBezTo>
                <a:cubicBezTo>
                  <a:pt x="80" y="38"/>
                  <a:pt x="77" y="37"/>
                  <a:pt x="76" y="36"/>
                </a:cubicBezTo>
                <a:cubicBezTo>
                  <a:pt x="74" y="35"/>
                  <a:pt x="73" y="34"/>
                  <a:pt x="73" y="32"/>
                </a:cubicBezTo>
                <a:cubicBezTo>
                  <a:pt x="73" y="29"/>
                  <a:pt x="76" y="27"/>
                  <a:pt x="78" y="26"/>
                </a:cubicBezTo>
                <a:cubicBezTo>
                  <a:pt x="89" y="20"/>
                  <a:pt x="120" y="8"/>
                  <a:pt x="123" y="8"/>
                </a:cubicBezTo>
                <a:cubicBezTo>
                  <a:pt x="123" y="8"/>
                  <a:pt x="123" y="8"/>
                  <a:pt x="123" y="8"/>
                </a:cubicBezTo>
                <a:cubicBezTo>
                  <a:pt x="131" y="8"/>
                  <a:pt x="177" y="14"/>
                  <a:pt x="183" y="15"/>
                </a:cubicBezTo>
                <a:close/>
                <a:moveTo>
                  <a:pt x="201" y="0"/>
                </a:moveTo>
                <a:cubicBezTo>
                  <a:pt x="201" y="0"/>
                  <a:pt x="200" y="0"/>
                  <a:pt x="199" y="0"/>
                </a:cubicBezTo>
                <a:cubicBezTo>
                  <a:pt x="190" y="4"/>
                  <a:pt x="190" y="4"/>
                  <a:pt x="190" y="4"/>
                </a:cubicBezTo>
                <a:cubicBezTo>
                  <a:pt x="189" y="5"/>
                  <a:pt x="188" y="6"/>
                  <a:pt x="187" y="7"/>
                </a:cubicBezTo>
                <a:cubicBezTo>
                  <a:pt x="186" y="9"/>
                  <a:pt x="186" y="10"/>
                  <a:pt x="187" y="12"/>
                </a:cubicBezTo>
                <a:cubicBezTo>
                  <a:pt x="209" y="67"/>
                  <a:pt x="209" y="67"/>
                  <a:pt x="209" y="67"/>
                </a:cubicBezTo>
                <a:cubicBezTo>
                  <a:pt x="210" y="70"/>
                  <a:pt x="214" y="72"/>
                  <a:pt x="217" y="71"/>
                </a:cubicBezTo>
                <a:cubicBezTo>
                  <a:pt x="226" y="67"/>
                  <a:pt x="226" y="67"/>
                  <a:pt x="226" y="67"/>
                </a:cubicBezTo>
                <a:cubicBezTo>
                  <a:pt x="227" y="67"/>
                  <a:pt x="228" y="66"/>
                  <a:pt x="229" y="64"/>
                </a:cubicBezTo>
                <a:cubicBezTo>
                  <a:pt x="229" y="63"/>
                  <a:pt x="229" y="61"/>
                  <a:pt x="229" y="60"/>
                </a:cubicBezTo>
                <a:cubicBezTo>
                  <a:pt x="207" y="4"/>
                  <a:pt x="207" y="4"/>
                  <a:pt x="207" y="4"/>
                </a:cubicBezTo>
                <a:cubicBezTo>
                  <a:pt x="206" y="2"/>
                  <a:pt x="204" y="0"/>
                  <a:pt x="201" y="0"/>
                </a:cubicBezTo>
                <a:close/>
                <a:moveTo>
                  <a:pt x="0" y="77"/>
                </a:moveTo>
                <a:cubicBezTo>
                  <a:pt x="0" y="78"/>
                  <a:pt x="1" y="80"/>
                  <a:pt x="2" y="81"/>
                </a:cubicBezTo>
                <a:cubicBezTo>
                  <a:pt x="3" y="82"/>
                  <a:pt x="4" y="83"/>
                  <a:pt x="6" y="83"/>
                </a:cubicBezTo>
                <a:cubicBezTo>
                  <a:pt x="15" y="84"/>
                  <a:pt x="15" y="84"/>
                  <a:pt x="15" y="84"/>
                </a:cubicBezTo>
                <a:cubicBezTo>
                  <a:pt x="18" y="84"/>
                  <a:pt x="21" y="81"/>
                  <a:pt x="21" y="78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4"/>
                  <a:pt x="26" y="12"/>
                  <a:pt x="25" y="11"/>
                </a:cubicBezTo>
                <a:cubicBezTo>
                  <a:pt x="24" y="10"/>
                  <a:pt x="22" y="9"/>
                  <a:pt x="21" y="9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8" y="8"/>
                  <a:pt x="5" y="11"/>
                  <a:pt x="5" y="14"/>
                </a:cubicBezTo>
                <a:lnTo>
                  <a:pt x="0" y="77"/>
                </a:lnTo>
                <a:close/>
                <a:moveTo>
                  <a:pt x="94" y="132"/>
                </a:moveTo>
                <a:cubicBezTo>
                  <a:pt x="94" y="130"/>
                  <a:pt x="93" y="128"/>
                  <a:pt x="91" y="127"/>
                </a:cubicBezTo>
                <a:cubicBezTo>
                  <a:pt x="87" y="124"/>
                  <a:pt x="83" y="124"/>
                  <a:pt x="79" y="128"/>
                </a:cubicBezTo>
                <a:cubicBezTo>
                  <a:pt x="75" y="134"/>
                  <a:pt x="75" y="134"/>
                  <a:pt x="75" y="134"/>
                </a:cubicBezTo>
                <a:cubicBezTo>
                  <a:pt x="74" y="134"/>
                  <a:pt x="74" y="134"/>
                  <a:pt x="74" y="134"/>
                </a:cubicBezTo>
                <a:cubicBezTo>
                  <a:pt x="71" y="139"/>
                  <a:pt x="71" y="139"/>
                  <a:pt x="71" y="139"/>
                </a:cubicBezTo>
                <a:cubicBezTo>
                  <a:pt x="66" y="145"/>
                  <a:pt x="70" y="150"/>
                  <a:pt x="72" y="151"/>
                </a:cubicBezTo>
                <a:cubicBezTo>
                  <a:pt x="74" y="153"/>
                  <a:pt x="76" y="153"/>
                  <a:pt x="77" y="153"/>
                </a:cubicBezTo>
                <a:cubicBezTo>
                  <a:pt x="80" y="153"/>
                  <a:pt x="82" y="152"/>
                  <a:pt x="84" y="150"/>
                </a:cubicBezTo>
                <a:cubicBezTo>
                  <a:pt x="90" y="142"/>
                  <a:pt x="90" y="142"/>
                  <a:pt x="90" y="142"/>
                </a:cubicBezTo>
                <a:cubicBezTo>
                  <a:pt x="90" y="142"/>
                  <a:pt x="90" y="142"/>
                  <a:pt x="90" y="142"/>
                </a:cubicBezTo>
                <a:cubicBezTo>
                  <a:pt x="92" y="139"/>
                  <a:pt x="92" y="139"/>
                  <a:pt x="92" y="139"/>
                </a:cubicBezTo>
                <a:cubicBezTo>
                  <a:pt x="94" y="137"/>
                  <a:pt x="95" y="135"/>
                  <a:pt x="94" y="132"/>
                </a:cubicBezTo>
                <a:close/>
                <a:moveTo>
                  <a:pt x="50" y="129"/>
                </a:moveTo>
                <a:cubicBezTo>
                  <a:pt x="47" y="133"/>
                  <a:pt x="47" y="136"/>
                  <a:pt x="52" y="140"/>
                </a:cubicBezTo>
                <a:cubicBezTo>
                  <a:pt x="56" y="143"/>
                  <a:pt x="60" y="143"/>
                  <a:pt x="64" y="138"/>
                </a:cubicBezTo>
                <a:cubicBezTo>
                  <a:pt x="75" y="125"/>
                  <a:pt x="75" y="125"/>
                  <a:pt x="75" y="125"/>
                </a:cubicBezTo>
                <a:cubicBezTo>
                  <a:pt x="80" y="119"/>
                  <a:pt x="75" y="114"/>
                  <a:pt x="73" y="113"/>
                </a:cubicBezTo>
                <a:cubicBezTo>
                  <a:pt x="69" y="110"/>
                  <a:pt x="65" y="110"/>
                  <a:pt x="62" y="115"/>
                </a:cubicBezTo>
                <a:cubicBezTo>
                  <a:pt x="56" y="122"/>
                  <a:pt x="56" y="122"/>
                  <a:pt x="56" y="122"/>
                </a:cubicBezTo>
                <a:cubicBezTo>
                  <a:pt x="56" y="122"/>
                  <a:pt x="56" y="122"/>
                  <a:pt x="56" y="122"/>
                </a:cubicBezTo>
                <a:cubicBezTo>
                  <a:pt x="55" y="122"/>
                  <a:pt x="55" y="122"/>
                  <a:pt x="55" y="122"/>
                </a:cubicBezTo>
                <a:lnTo>
                  <a:pt x="50" y="129"/>
                </a:lnTo>
                <a:close/>
                <a:moveTo>
                  <a:pt x="34" y="113"/>
                </a:moveTo>
                <a:cubicBezTo>
                  <a:pt x="32" y="115"/>
                  <a:pt x="31" y="117"/>
                  <a:pt x="32" y="120"/>
                </a:cubicBezTo>
                <a:cubicBezTo>
                  <a:pt x="32" y="122"/>
                  <a:pt x="33" y="124"/>
                  <a:pt x="35" y="125"/>
                </a:cubicBezTo>
                <a:cubicBezTo>
                  <a:pt x="39" y="129"/>
                  <a:pt x="43" y="128"/>
                  <a:pt x="47" y="124"/>
                </a:cubicBezTo>
                <a:cubicBezTo>
                  <a:pt x="59" y="110"/>
                  <a:pt x="59" y="110"/>
                  <a:pt x="59" y="110"/>
                </a:cubicBezTo>
                <a:cubicBezTo>
                  <a:pt x="61" y="107"/>
                  <a:pt x="62" y="105"/>
                  <a:pt x="61" y="103"/>
                </a:cubicBezTo>
                <a:cubicBezTo>
                  <a:pt x="61" y="101"/>
                  <a:pt x="60" y="99"/>
                  <a:pt x="58" y="97"/>
                </a:cubicBezTo>
                <a:cubicBezTo>
                  <a:pt x="54" y="94"/>
                  <a:pt x="50" y="94"/>
                  <a:pt x="46" y="99"/>
                </a:cubicBezTo>
                <a:cubicBezTo>
                  <a:pt x="40" y="106"/>
                  <a:pt x="40" y="106"/>
                  <a:pt x="40" y="106"/>
                </a:cubicBezTo>
                <a:cubicBezTo>
                  <a:pt x="40" y="106"/>
                  <a:pt x="40" y="106"/>
                  <a:pt x="40" y="106"/>
                </a:cubicBezTo>
                <a:cubicBezTo>
                  <a:pt x="39" y="107"/>
                  <a:pt x="39" y="107"/>
                  <a:pt x="39" y="107"/>
                </a:cubicBezTo>
                <a:lnTo>
                  <a:pt x="34" y="113"/>
                </a:lnTo>
                <a:close/>
                <a:moveTo>
                  <a:pt x="31" y="108"/>
                </a:moveTo>
                <a:cubicBezTo>
                  <a:pt x="43" y="94"/>
                  <a:pt x="43" y="94"/>
                  <a:pt x="43" y="94"/>
                </a:cubicBezTo>
                <a:cubicBezTo>
                  <a:pt x="48" y="88"/>
                  <a:pt x="43" y="83"/>
                  <a:pt x="42" y="81"/>
                </a:cubicBezTo>
                <a:cubicBezTo>
                  <a:pt x="38" y="78"/>
                  <a:pt x="34" y="79"/>
                  <a:pt x="30" y="83"/>
                </a:cubicBezTo>
                <a:cubicBezTo>
                  <a:pt x="26" y="88"/>
                  <a:pt x="26" y="88"/>
                  <a:pt x="26" y="88"/>
                </a:cubicBezTo>
                <a:cubicBezTo>
                  <a:pt x="26" y="88"/>
                  <a:pt x="26" y="88"/>
                  <a:pt x="26" y="88"/>
                </a:cubicBezTo>
                <a:cubicBezTo>
                  <a:pt x="26" y="89"/>
                  <a:pt x="26" y="89"/>
                  <a:pt x="26" y="89"/>
                </a:cubicBezTo>
                <a:cubicBezTo>
                  <a:pt x="20" y="95"/>
                  <a:pt x="20" y="95"/>
                  <a:pt x="20" y="95"/>
                </a:cubicBezTo>
                <a:cubicBezTo>
                  <a:pt x="18" y="97"/>
                  <a:pt x="17" y="100"/>
                  <a:pt x="18" y="102"/>
                </a:cubicBezTo>
                <a:cubicBezTo>
                  <a:pt x="18" y="104"/>
                  <a:pt x="19" y="106"/>
                  <a:pt x="20" y="106"/>
                </a:cubicBezTo>
                <a:cubicBezTo>
                  <a:pt x="22" y="108"/>
                  <a:pt x="24" y="110"/>
                  <a:pt x="27" y="110"/>
                </a:cubicBezTo>
                <a:cubicBezTo>
                  <a:pt x="28" y="110"/>
                  <a:pt x="30" y="109"/>
                  <a:pt x="31" y="108"/>
                </a:cubicBezTo>
                <a:close/>
                <a:moveTo>
                  <a:pt x="174" y="96"/>
                </a:moveTo>
                <a:cubicBezTo>
                  <a:pt x="176" y="92"/>
                  <a:pt x="178" y="88"/>
                  <a:pt x="173" y="83"/>
                </a:cubicBezTo>
                <a:cubicBezTo>
                  <a:pt x="168" y="79"/>
                  <a:pt x="168" y="79"/>
                  <a:pt x="168" y="79"/>
                </a:cubicBezTo>
                <a:cubicBezTo>
                  <a:pt x="147" y="61"/>
                  <a:pt x="121" y="39"/>
                  <a:pt x="116" y="36"/>
                </a:cubicBezTo>
                <a:cubicBezTo>
                  <a:pt x="113" y="36"/>
                  <a:pt x="106" y="38"/>
                  <a:pt x="100" y="40"/>
                </a:cubicBezTo>
                <a:cubicBezTo>
                  <a:pt x="100" y="40"/>
                  <a:pt x="100" y="40"/>
                  <a:pt x="100" y="40"/>
                </a:cubicBezTo>
                <a:cubicBezTo>
                  <a:pt x="100" y="41"/>
                  <a:pt x="91" y="43"/>
                  <a:pt x="83" y="43"/>
                </a:cubicBezTo>
                <a:cubicBezTo>
                  <a:pt x="79" y="43"/>
                  <a:pt x="75" y="42"/>
                  <a:pt x="73" y="41"/>
                </a:cubicBezTo>
                <a:cubicBezTo>
                  <a:pt x="68" y="38"/>
                  <a:pt x="68" y="34"/>
                  <a:pt x="68" y="32"/>
                </a:cubicBezTo>
                <a:cubicBezTo>
                  <a:pt x="68" y="27"/>
                  <a:pt x="72" y="23"/>
                  <a:pt x="75" y="21"/>
                </a:cubicBezTo>
                <a:cubicBezTo>
                  <a:pt x="32" y="16"/>
                  <a:pt x="32" y="16"/>
                  <a:pt x="32" y="16"/>
                </a:cubicBezTo>
                <a:cubicBezTo>
                  <a:pt x="27" y="78"/>
                  <a:pt x="27" y="78"/>
                  <a:pt x="27" y="78"/>
                </a:cubicBezTo>
                <a:cubicBezTo>
                  <a:pt x="31" y="75"/>
                  <a:pt x="34" y="74"/>
                  <a:pt x="37" y="74"/>
                </a:cubicBezTo>
                <a:cubicBezTo>
                  <a:pt x="40" y="74"/>
                  <a:pt x="43" y="75"/>
                  <a:pt x="45" y="77"/>
                </a:cubicBezTo>
                <a:cubicBezTo>
                  <a:pt x="49" y="81"/>
                  <a:pt x="51" y="85"/>
                  <a:pt x="51" y="90"/>
                </a:cubicBezTo>
                <a:cubicBezTo>
                  <a:pt x="54" y="89"/>
                  <a:pt x="58" y="90"/>
                  <a:pt x="61" y="93"/>
                </a:cubicBezTo>
                <a:cubicBezTo>
                  <a:pt x="65" y="96"/>
                  <a:pt x="67" y="101"/>
                  <a:pt x="66" y="106"/>
                </a:cubicBezTo>
                <a:cubicBezTo>
                  <a:pt x="70" y="105"/>
                  <a:pt x="74" y="106"/>
                  <a:pt x="77" y="109"/>
                </a:cubicBezTo>
                <a:cubicBezTo>
                  <a:pt x="80" y="112"/>
                  <a:pt x="82" y="116"/>
                  <a:pt x="82" y="120"/>
                </a:cubicBezTo>
                <a:cubicBezTo>
                  <a:pt x="86" y="119"/>
                  <a:pt x="91" y="120"/>
                  <a:pt x="94" y="123"/>
                </a:cubicBezTo>
                <a:cubicBezTo>
                  <a:pt x="99" y="127"/>
                  <a:pt x="101" y="132"/>
                  <a:pt x="99" y="138"/>
                </a:cubicBezTo>
                <a:cubicBezTo>
                  <a:pt x="103" y="141"/>
                  <a:pt x="103" y="141"/>
                  <a:pt x="103" y="141"/>
                </a:cubicBezTo>
                <a:cubicBezTo>
                  <a:pt x="103" y="141"/>
                  <a:pt x="103" y="141"/>
                  <a:pt x="104" y="142"/>
                </a:cubicBezTo>
                <a:cubicBezTo>
                  <a:pt x="104" y="142"/>
                  <a:pt x="104" y="142"/>
                  <a:pt x="104" y="142"/>
                </a:cubicBezTo>
                <a:cubicBezTo>
                  <a:pt x="105" y="143"/>
                  <a:pt x="107" y="143"/>
                  <a:pt x="108" y="143"/>
                </a:cubicBezTo>
                <a:cubicBezTo>
                  <a:pt x="111" y="143"/>
                  <a:pt x="113" y="142"/>
                  <a:pt x="114" y="140"/>
                </a:cubicBezTo>
                <a:cubicBezTo>
                  <a:pt x="117" y="137"/>
                  <a:pt x="119" y="134"/>
                  <a:pt x="115" y="131"/>
                </a:cubicBezTo>
                <a:cubicBezTo>
                  <a:pt x="115" y="131"/>
                  <a:pt x="115" y="131"/>
                  <a:pt x="115" y="131"/>
                </a:cubicBezTo>
                <a:cubicBezTo>
                  <a:pt x="96" y="114"/>
                  <a:pt x="96" y="114"/>
                  <a:pt x="96" y="114"/>
                </a:cubicBezTo>
                <a:cubicBezTo>
                  <a:pt x="95" y="114"/>
                  <a:pt x="95" y="113"/>
                  <a:pt x="94" y="112"/>
                </a:cubicBezTo>
                <a:cubicBezTo>
                  <a:pt x="94" y="111"/>
                  <a:pt x="95" y="110"/>
                  <a:pt x="95" y="110"/>
                </a:cubicBezTo>
                <a:cubicBezTo>
                  <a:pt x="96" y="109"/>
                  <a:pt x="98" y="108"/>
                  <a:pt x="100" y="109"/>
                </a:cubicBezTo>
                <a:cubicBezTo>
                  <a:pt x="125" y="131"/>
                  <a:pt x="125" y="131"/>
                  <a:pt x="125" y="131"/>
                </a:cubicBezTo>
                <a:cubicBezTo>
                  <a:pt x="126" y="132"/>
                  <a:pt x="128" y="132"/>
                  <a:pt x="129" y="132"/>
                </a:cubicBezTo>
                <a:cubicBezTo>
                  <a:pt x="132" y="132"/>
                  <a:pt x="134" y="131"/>
                  <a:pt x="136" y="129"/>
                </a:cubicBezTo>
                <a:cubicBezTo>
                  <a:pt x="138" y="127"/>
                  <a:pt x="138" y="124"/>
                  <a:pt x="138" y="122"/>
                </a:cubicBezTo>
                <a:cubicBezTo>
                  <a:pt x="138" y="120"/>
                  <a:pt x="137" y="118"/>
                  <a:pt x="134" y="116"/>
                </a:cubicBezTo>
                <a:cubicBezTo>
                  <a:pt x="131" y="114"/>
                  <a:pt x="131" y="114"/>
                  <a:pt x="131" y="114"/>
                </a:cubicBezTo>
                <a:cubicBezTo>
                  <a:pt x="131" y="114"/>
                  <a:pt x="131" y="114"/>
                  <a:pt x="131" y="114"/>
                </a:cubicBezTo>
                <a:cubicBezTo>
                  <a:pt x="117" y="102"/>
                  <a:pt x="117" y="102"/>
                  <a:pt x="117" y="102"/>
                </a:cubicBezTo>
                <a:cubicBezTo>
                  <a:pt x="117" y="102"/>
                  <a:pt x="116" y="101"/>
                  <a:pt x="116" y="100"/>
                </a:cubicBezTo>
                <a:cubicBezTo>
                  <a:pt x="116" y="99"/>
                  <a:pt x="116" y="99"/>
                  <a:pt x="117" y="98"/>
                </a:cubicBezTo>
                <a:cubicBezTo>
                  <a:pt x="118" y="97"/>
                  <a:pt x="120" y="96"/>
                  <a:pt x="121" y="97"/>
                </a:cubicBezTo>
                <a:cubicBezTo>
                  <a:pt x="145" y="116"/>
                  <a:pt x="145" y="116"/>
                  <a:pt x="145" y="116"/>
                </a:cubicBezTo>
                <a:cubicBezTo>
                  <a:pt x="146" y="118"/>
                  <a:pt x="148" y="118"/>
                  <a:pt x="150" y="118"/>
                </a:cubicBezTo>
                <a:cubicBezTo>
                  <a:pt x="153" y="118"/>
                  <a:pt x="155" y="117"/>
                  <a:pt x="158" y="114"/>
                </a:cubicBezTo>
                <a:cubicBezTo>
                  <a:pt x="159" y="112"/>
                  <a:pt x="160" y="110"/>
                  <a:pt x="160" y="108"/>
                </a:cubicBezTo>
                <a:cubicBezTo>
                  <a:pt x="160" y="106"/>
                  <a:pt x="159" y="104"/>
                  <a:pt x="156" y="102"/>
                </a:cubicBezTo>
                <a:cubicBezTo>
                  <a:pt x="149" y="96"/>
                  <a:pt x="149" y="96"/>
                  <a:pt x="149" y="96"/>
                </a:cubicBezTo>
                <a:cubicBezTo>
                  <a:pt x="149" y="96"/>
                  <a:pt x="149" y="96"/>
                  <a:pt x="149" y="96"/>
                </a:cubicBezTo>
                <a:cubicBezTo>
                  <a:pt x="137" y="87"/>
                  <a:pt x="137" y="87"/>
                  <a:pt x="137" y="87"/>
                </a:cubicBezTo>
                <a:cubicBezTo>
                  <a:pt x="136" y="85"/>
                  <a:pt x="136" y="83"/>
                  <a:pt x="137" y="82"/>
                </a:cubicBezTo>
                <a:cubicBezTo>
                  <a:pt x="138" y="81"/>
                  <a:pt x="140" y="81"/>
                  <a:pt x="141" y="82"/>
                </a:cubicBezTo>
                <a:cubicBezTo>
                  <a:pt x="161" y="98"/>
                  <a:pt x="161" y="98"/>
                  <a:pt x="161" y="98"/>
                </a:cubicBezTo>
                <a:cubicBezTo>
                  <a:pt x="165" y="101"/>
                  <a:pt x="170" y="100"/>
                  <a:pt x="174" y="96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27"/>
          <p:cNvSpPr/>
          <p:nvPr/>
        </p:nvSpPr>
        <p:spPr>
          <a:xfrm>
            <a:off x="10371137" y="1084262"/>
            <a:ext cx="798512" cy="671512"/>
          </a:xfrm>
          <a:custGeom>
            <a:avLst/>
            <a:gdLst/>
            <a:ahLst/>
            <a:cxnLst/>
            <a:rect l="l" t="t" r="r" b="b"/>
            <a:pathLst>
              <a:path w="198" h="166" extrusionOk="0">
                <a:moveTo>
                  <a:pt x="26" y="136"/>
                </a:moveTo>
                <a:cubicBezTo>
                  <a:pt x="26" y="91"/>
                  <a:pt x="26" y="91"/>
                  <a:pt x="26" y="91"/>
                </a:cubicBezTo>
                <a:cubicBezTo>
                  <a:pt x="26" y="87"/>
                  <a:pt x="29" y="84"/>
                  <a:pt x="33" y="84"/>
                </a:cubicBezTo>
                <a:cubicBezTo>
                  <a:pt x="44" y="84"/>
                  <a:pt x="44" y="84"/>
                  <a:pt x="44" y="84"/>
                </a:cubicBezTo>
                <a:cubicBezTo>
                  <a:pt x="47" y="84"/>
                  <a:pt x="50" y="87"/>
                  <a:pt x="50" y="91"/>
                </a:cubicBezTo>
                <a:cubicBezTo>
                  <a:pt x="50" y="136"/>
                  <a:pt x="50" y="136"/>
                  <a:pt x="50" y="136"/>
                </a:cubicBezTo>
                <a:cubicBezTo>
                  <a:pt x="50" y="139"/>
                  <a:pt x="47" y="142"/>
                  <a:pt x="44" y="142"/>
                </a:cubicBezTo>
                <a:cubicBezTo>
                  <a:pt x="33" y="142"/>
                  <a:pt x="33" y="142"/>
                  <a:pt x="33" y="142"/>
                </a:cubicBezTo>
                <a:cubicBezTo>
                  <a:pt x="29" y="142"/>
                  <a:pt x="26" y="139"/>
                  <a:pt x="26" y="136"/>
                </a:cubicBezTo>
                <a:close/>
                <a:moveTo>
                  <a:pt x="72" y="68"/>
                </a:moveTo>
                <a:cubicBezTo>
                  <a:pt x="69" y="68"/>
                  <a:pt x="66" y="71"/>
                  <a:pt x="66" y="75"/>
                </a:cubicBezTo>
                <a:cubicBezTo>
                  <a:pt x="66" y="136"/>
                  <a:pt x="66" y="136"/>
                  <a:pt x="66" y="136"/>
                </a:cubicBezTo>
                <a:cubicBezTo>
                  <a:pt x="66" y="139"/>
                  <a:pt x="69" y="142"/>
                  <a:pt x="72" y="142"/>
                </a:cubicBezTo>
                <a:cubicBezTo>
                  <a:pt x="83" y="142"/>
                  <a:pt x="83" y="142"/>
                  <a:pt x="83" y="142"/>
                </a:cubicBezTo>
                <a:cubicBezTo>
                  <a:pt x="87" y="142"/>
                  <a:pt x="90" y="139"/>
                  <a:pt x="90" y="136"/>
                </a:cubicBezTo>
                <a:cubicBezTo>
                  <a:pt x="90" y="75"/>
                  <a:pt x="90" y="75"/>
                  <a:pt x="90" y="75"/>
                </a:cubicBezTo>
                <a:cubicBezTo>
                  <a:pt x="90" y="71"/>
                  <a:pt x="87" y="68"/>
                  <a:pt x="83" y="68"/>
                </a:cubicBezTo>
                <a:lnTo>
                  <a:pt x="72" y="68"/>
                </a:lnTo>
                <a:close/>
                <a:moveTo>
                  <a:pt x="112" y="55"/>
                </a:moveTo>
                <a:cubicBezTo>
                  <a:pt x="108" y="55"/>
                  <a:pt x="105" y="58"/>
                  <a:pt x="105" y="61"/>
                </a:cubicBezTo>
                <a:cubicBezTo>
                  <a:pt x="105" y="136"/>
                  <a:pt x="105" y="136"/>
                  <a:pt x="105" y="136"/>
                </a:cubicBezTo>
                <a:cubicBezTo>
                  <a:pt x="105" y="139"/>
                  <a:pt x="108" y="142"/>
                  <a:pt x="112" y="142"/>
                </a:cubicBezTo>
                <a:cubicBezTo>
                  <a:pt x="123" y="142"/>
                  <a:pt x="123" y="142"/>
                  <a:pt x="123" y="142"/>
                </a:cubicBezTo>
                <a:cubicBezTo>
                  <a:pt x="126" y="142"/>
                  <a:pt x="129" y="139"/>
                  <a:pt x="129" y="136"/>
                </a:cubicBezTo>
                <a:cubicBezTo>
                  <a:pt x="129" y="61"/>
                  <a:pt x="129" y="61"/>
                  <a:pt x="129" y="61"/>
                </a:cubicBezTo>
                <a:cubicBezTo>
                  <a:pt x="129" y="58"/>
                  <a:pt x="126" y="55"/>
                  <a:pt x="123" y="55"/>
                </a:cubicBezTo>
                <a:lnTo>
                  <a:pt x="112" y="55"/>
                </a:lnTo>
                <a:close/>
                <a:moveTo>
                  <a:pt x="152" y="41"/>
                </a:moveTo>
                <a:cubicBezTo>
                  <a:pt x="148" y="41"/>
                  <a:pt x="145" y="44"/>
                  <a:pt x="145" y="47"/>
                </a:cubicBezTo>
                <a:cubicBezTo>
                  <a:pt x="145" y="136"/>
                  <a:pt x="145" y="136"/>
                  <a:pt x="145" y="136"/>
                </a:cubicBezTo>
                <a:cubicBezTo>
                  <a:pt x="145" y="139"/>
                  <a:pt x="148" y="142"/>
                  <a:pt x="152" y="142"/>
                </a:cubicBezTo>
                <a:cubicBezTo>
                  <a:pt x="163" y="142"/>
                  <a:pt x="163" y="142"/>
                  <a:pt x="163" y="142"/>
                </a:cubicBezTo>
                <a:cubicBezTo>
                  <a:pt x="166" y="142"/>
                  <a:pt x="169" y="139"/>
                  <a:pt x="169" y="136"/>
                </a:cubicBezTo>
                <a:cubicBezTo>
                  <a:pt x="169" y="47"/>
                  <a:pt x="169" y="47"/>
                  <a:pt x="169" y="47"/>
                </a:cubicBezTo>
                <a:cubicBezTo>
                  <a:pt x="169" y="44"/>
                  <a:pt x="166" y="41"/>
                  <a:pt x="163" y="41"/>
                </a:cubicBezTo>
                <a:lnTo>
                  <a:pt x="152" y="41"/>
                </a:lnTo>
                <a:close/>
                <a:moveTo>
                  <a:pt x="29" y="67"/>
                </a:moveTo>
                <a:cubicBezTo>
                  <a:pt x="71" y="59"/>
                  <a:pt x="111" y="44"/>
                  <a:pt x="147" y="23"/>
                </a:cubicBezTo>
                <a:cubicBezTo>
                  <a:pt x="150" y="29"/>
                  <a:pt x="150" y="29"/>
                  <a:pt x="150" y="29"/>
                </a:cubicBezTo>
                <a:cubicBezTo>
                  <a:pt x="163" y="9"/>
                  <a:pt x="163" y="9"/>
                  <a:pt x="163" y="9"/>
                </a:cubicBezTo>
                <a:cubicBezTo>
                  <a:pt x="139" y="8"/>
                  <a:pt x="139" y="8"/>
                  <a:pt x="139" y="8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08" y="36"/>
                  <a:pt x="69" y="51"/>
                  <a:pt x="28" y="58"/>
                </a:cubicBezTo>
                <a:lnTo>
                  <a:pt x="29" y="67"/>
                </a:lnTo>
                <a:close/>
                <a:moveTo>
                  <a:pt x="198" y="155"/>
                </a:moveTo>
                <a:cubicBezTo>
                  <a:pt x="178" y="143"/>
                  <a:pt x="178" y="143"/>
                  <a:pt x="178" y="143"/>
                </a:cubicBezTo>
                <a:cubicBezTo>
                  <a:pt x="178" y="150"/>
                  <a:pt x="178" y="150"/>
                  <a:pt x="178" y="150"/>
                </a:cubicBezTo>
                <a:cubicBezTo>
                  <a:pt x="16" y="150"/>
                  <a:pt x="16" y="150"/>
                  <a:pt x="16" y="150"/>
                </a:cubicBezTo>
                <a:cubicBezTo>
                  <a:pt x="16" y="21"/>
                  <a:pt x="16" y="21"/>
                  <a:pt x="16" y="21"/>
                </a:cubicBezTo>
                <a:cubicBezTo>
                  <a:pt x="23" y="21"/>
                  <a:pt x="23" y="21"/>
                  <a:pt x="23" y="21"/>
                </a:cubicBezTo>
                <a:cubicBezTo>
                  <a:pt x="11" y="0"/>
                  <a:pt x="11" y="0"/>
                  <a:pt x="11" y="0"/>
                </a:cubicBezTo>
                <a:cubicBezTo>
                  <a:pt x="0" y="21"/>
                  <a:pt x="0" y="21"/>
                  <a:pt x="0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7" y="150"/>
                  <a:pt x="7" y="150"/>
                  <a:pt x="7" y="150"/>
                </a:cubicBezTo>
                <a:cubicBezTo>
                  <a:pt x="7" y="155"/>
                  <a:pt x="7" y="155"/>
                  <a:pt x="7" y="155"/>
                </a:cubicBezTo>
                <a:cubicBezTo>
                  <a:pt x="7" y="159"/>
                  <a:pt x="7" y="159"/>
                  <a:pt x="7" y="159"/>
                </a:cubicBezTo>
                <a:cubicBezTo>
                  <a:pt x="178" y="159"/>
                  <a:pt x="178" y="159"/>
                  <a:pt x="178" y="159"/>
                </a:cubicBezTo>
                <a:cubicBezTo>
                  <a:pt x="178" y="166"/>
                  <a:pt x="178" y="166"/>
                  <a:pt x="178" y="166"/>
                </a:cubicBezTo>
                <a:lnTo>
                  <a:pt x="198" y="155"/>
                </a:lnTo>
                <a:close/>
              </a:path>
            </a:pathLst>
          </a:custGeom>
          <a:solidFill>
            <a:srgbClr val="70D8E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27"/>
          <p:cNvSpPr/>
          <p:nvPr/>
        </p:nvSpPr>
        <p:spPr>
          <a:xfrm>
            <a:off x="8493125" y="5230812"/>
            <a:ext cx="682625" cy="614362"/>
          </a:xfrm>
          <a:custGeom>
            <a:avLst/>
            <a:gdLst/>
            <a:ahLst/>
            <a:cxnLst/>
            <a:rect l="l" t="t" r="r" b="b"/>
            <a:pathLst>
              <a:path w="169" h="152" extrusionOk="0">
                <a:moveTo>
                  <a:pt x="115" y="21"/>
                </a:moveTo>
                <a:cubicBezTo>
                  <a:pt x="105" y="21"/>
                  <a:pt x="105" y="21"/>
                  <a:pt x="105" y="21"/>
                </a:cubicBezTo>
                <a:cubicBezTo>
                  <a:pt x="104" y="14"/>
                  <a:pt x="100" y="10"/>
                  <a:pt x="94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0" y="10"/>
                  <a:pt x="65" y="14"/>
                  <a:pt x="64" y="21"/>
                </a:cubicBezTo>
                <a:cubicBezTo>
                  <a:pt x="54" y="21"/>
                  <a:pt x="54" y="21"/>
                  <a:pt x="54" y="21"/>
                </a:cubicBezTo>
                <a:cubicBezTo>
                  <a:pt x="55" y="9"/>
                  <a:pt x="63" y="0"/>
                  <a:pt x="73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107" y="0"/>
                  <a:pt x="115" y="9"/>
                  <a:pt x="115" y="21"/>
                </a:cubicBezTo>
                <a:close/>
                <a:moveTo>
                  <a:pt x="26" y="85"/>
                </a:moveTo>
                <a:cubicBezTo>
                  <a:pt x="68" y="85"/>
                  <a:pt x="68" y="85"/>
                  <a:pt x="68" y="85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74"/>
                  <a:pt x="72" y="70"/>
                  <a:pt x="76" y="70"/>
                </a:cubicBezTo>
                <a:cubicBezTo>
                  <a:pt x="93" y="70"/>
                  <a:pt x="93" y="70"/>
                  <a:pt x="93" y="70"/>
                </a:cubicBezTo>
                <a:cubicBezTo>
                  <a:pt x="97" y="70"/>
                  <a:pt x="101" y="74"/>
                  <a:pt x="101" y="79"/>
                </a:cubicBezTo>
                <a:cubicBezTo>
                  <a:pt x="101" y="85"/>
                  <a:pt x="101" y="85"/>
                  <a:pt x="101" y="85"/>
                </a:cubicBezTo>
                <a:cubicBezTo>
                  <a:pt x="144" y="85"/>
                  <a:pt x="144" y="85"/>
                  <a:pt x="144" y="85"/>
                </a:cubicBezTo>
                <a:cubicBezTo>
                  <a:pt x="156" y="85"/>
                  <a:pt x="167" y="74"/>
                  <a:pt x="169" y="61"/>
                </a:cubicBezTo>
                <a:cubicBezTo>
                  <a:pt x="169" y="47"/>
                  <a:pt x="169" y="47"/>
                  <a:pt x="169" y="47"/>
                </a:cubicBezTo>
                <a:cubicBezTo>
                  <a:pt x="169" y="35"/>
                  <a:pt x="160" y="25"/>
                  <a:pt x="150" y="25"/>
                </a:cubicBezTo>
                <a:cubicBezTo>
                  <a:pt x="140" y="25"/>
                  <a:pt x="140" y="25"/>
                  <a:pt x="140" y="25"/>
                </a:cubicBezTo>
                <a:cubicBezTo>
                  <a:pt x="136" y="25"/>
                  <a:pt x="136" y="25"/>
                  <a:pt x="136" y="25"/>
                </a:cubicBezTo>
                <a:cubicBezTo>
                  <a:pt x="129" y="25"/>
                  <a:pt x="129" y="25"/>
                  <a:pt x="129" y="25"/>
                </a:cubicBezTo>
                <a:cubicBezTo>
                  <a:pt x="121" y="25"/>
                  <a:pt x="121" y="25"/>
                  <a:pt x="121" y="25"/>
                </a:cubicBezTo>
                <a:cubicBezTo>
                  <a:pt x="116" y="25"/>
                  <a:pt x="116" y="25"/>
                  <a:pt x="116" y="25"/>
                </a:cubicBezTo>
                <a:cubicBezTo>
                  <a:pt x="104" y="25"/>
                  <a:pt x="104" y="25"/>
                  <a:pt x="104" y="25"/>
                </a:cubicBezTo>
                <a:cubicBezTo>
                  <a:pt x="65" y="25"/>
                  <a:pt x="65" y="25"/>
                  <a:pt x="65" y="25"/>
                </a:cubicBezTo>
                <a:cubicBezTo>
                  <a:pt x="53" y="25"/>
                  <a:pt x="53" y="25"/>
                  <a:pt x="53" y="25"/>
                </a:cubicBezTo>
                <a:cubicBezTo>
                  <a:pt x="39" y="25"/>
                  <a:pt x="39" y="25"/>
                  <a:pt x="39" y="25"/>
                </a:cubicBezTo>
                <a:cubicBezTo>
                  <a:pt x="32" y="25"/>
                  <a:pt x="32" y="25"/>
                  <a:pt x="32" y="25"/>
                </a:cubicBezTo>
                <a:cubicBezTo>
                  <a:pt x="26" y="25"/>
                  <a:pt x="26" y="25"/>
                  <a:pt x="26" y="25"/>
                </a:cubicBezTo>
                <a:cubicBezTo>
                  <a:pt x="20" y="25"/>
                  <a:pt x="20" y="25"/>
                  <a:pt x="20" y="25"/>
                </a:cubicBezTo>
                <a:cubicBezTo>
                  <a:pt x="9" y="25"/>
                  <a:pt x="0" y="35"/>
                  <a:pt x="0" y="47"/>
                </a:cubicBezTo>
                <a:cubicBezTo>
                  <a:pt x="0" y="61"/>
                  <a:pt x="0" y="61"/>
                  <a:pt x="0" y="61"/>
                </a:cubicBezTo>
                <a:cubicBezTo>
                  <a:pt x="2" y="74"/>
                  <a:pt x="13" y="85"/>
                  <a:pt x="26" y="85"/>
                </a:cubicBezTo>
                <a:close/>
                <a:moveTo>
                  <a:pt x="144" y="92"/>
                </a:moveTo>
                <a:cubicBezTo>
                  <a:pt x="101" y="92"/>
                  <a:pt x="101" y="92"/>
                  <a:pt x="101" y="92"/>
                </a:cubicBezTo>
                <a:cubicBezTo>
                  <a:pt x="101" y="98"/>
                  <a:pt x="101" y="98"/>
                  <a:pt x="101" y="98"/>
                </a:cubicBezTo>
                <a:cubicBezTo>
                  <a:pt x="101" y="103"/>
                  <a:pt x="97" y="106"/>
                  <a:pt x="93" y="106"/>
                </a:cubicBezTo>
                <a:cubicBezTo>
                  <a:pt x="76" y="106"/>
                  <a:pt x="76" y="106"/>
                  <a:pt x="76" y="106"/>
                </a:cubicBezTo>
                <a:cubicBezTo>
                  <a:pt x="72" y="106"/>
                  <a:pt x="68" y="103"/>
                  <a:pt x="68" y="98"/>
                </a:cubicBezTo>
                <a:cubicBezTo>
                  <a:pt x="68" y="92"/>
                  <a:pt x="68" y="92"/>
                  <a:pt x="68" y="92"/>
                </a:cubicBezTo>
                <a:cubicBezTo>
                  <a:pt x="26" y="92"/>
                  <a:pt x="26" y="92"/>
                  <a:pt x="26" y="92"/>
                </a:cubicBezTo>
                <a:cubicBezTo>
                  <a:pt x="15" y="92"/>
                  <a:pt x="6" y="86"/>
                  <a:pt x="0" y="77"/>
                </a:cubicBezTo>
                <a:cubicBezTo>
                  <a:pt x="0" y="130"/>
                  <a:pt x="0" y="130"/>
                  <a:pt x="0" y="130"/>
                </a:cubicBezTo>
                <a:cubicBezTo>
                  <a:pt x="0" y="142"/>
                  <a:pt x="9" y="152"/>
                  <a:pt x="20" y="152"/>
                </a:cubicBezTo>
                <a:cubicBezTo>
                  <a:pt x="26" y="152"/>
                  <a:pt x="26" y="152"/>
                  <a:pt x="26" y="152"/>
                </a:cubicBezTo>
                <a:cubicBezTo>
                  <a:pt x="32" y="152"/>
                  <a:pt x="32" y="152"/>
                  <a:pt x="32" y="152"/>
                </a:cubicBezTo>
                <a:cubicBezTo>
                  <a:pt x="39" y="152"/>
                  <a:pt x="39" y="152"/>
                  <a:pt x="39" y="152"/>
                </a:cubicBezTo>
                <a:cubicBezTo>
                  <a:pt x="129" y="152"/>
                  <a:pt x="129" y="152"/>
                  <a:pt x="129" y="152"/>
                </a:cubicBezTo>
                <a:cubicBezTo>
                  <a:pt x="136" y="152"/>
                  <a:pt x="136" y="152"/>
                  <a:pt x="136" y="152"/>
                </a:cubicBezTo>
                <a:cubicBezTo>
                  <a:pt x="140" y="152"/>
                  <a:pt x="140" y="152"/>
                  <a:pt x="140" y="152"/>
                </a:cubicBezTo>
                <a:cubicBezTo>
                  <a:pt x="150" y="152"/>
                  <a:pt x="150" y="152"/>
                  <a:pt x="150" y="152"/>
                </a:cubicBezTo>
                <a:cubicBezTo>
                  <a:pt x="160" y="152"/>
                  <a:pt x="169" y="142"/>
                  <a:pt x="169" y="130"/>
                </a:cubicBezTo>
                <a:cubicBezTo>
                  <a:pt x="169" y="77"/>
                  <a:pt x="169" y="77"/>
                  <a:pt x="169" y="77"/>
                </a:cubicBezTo>
                <a:cubicBezTo>
                  <a:pt x="164" y="86"/>
                  <a:pt x="154" y="92"/>
                  <a:pt x="144" y="92"/>
                </a:cubicBezTo>
                <a:close/>
                <a:moveTo>
                  <a:pt x="93" y="77"/>
                </a:moveTo>
                <a:cubicBezTo>
                  <a:pt x="77" y="77"/>
                  <a:pt x="77" y="77"/>
                  <a:pt x="77" y="77"/>
                </a:cubicBezTo>
                <a:cubicBezTo>
                  <a:pt x="75" y="77"/>
                  <a:pt x="74" y="78"/>
                  <a:pt x="74" y="80"/>
                </a:cubicBezTo>
                <a:cubicBezTo>
                  <a:pt x="74" y="84"/>
                  <a:pt x="74" y="84"/>
                  <a:pt x="74" y="84"/>
                </a:cubicBezTo>
                <a:cubicBezTo>
                  <a:pt x="74" y="86"/>
                  <a:pt x="74" y="86"/>
                  <a:pt x="74" y="86"/>
                </a:cubicBezTo>
                <a:cubicBezTo>
                  <a:pt x="74" y="91"/>
                  <a:pt x="74" y="91"/>
                  <a:pt x="74" y="91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7"/>
                  <a:pt x="74" y="97"/>
                  <a:pt x="74" y="97"/>
                </a:cubicBezTo>
                <a:cubicBezTo>
                  <a:pt x="74" y="99"/>
                  <a:pt x="75" y="100"/>
                  <a:pt x="77" y="100"/>
                </a:cubicBezTo>
                <a:cubicBezTo>
                  <a:pt x="93" y="100"/>
                  <a:pt x="93" y="100"/>
                  <a:pt x="93" y="100"/>
                </a:cubicBezTo>
                <a:cubicBezTo>
                  <a:pt x="94" y="100"/>
                  <a:pt x="95" y="99"/>
                  <a:pt x="95" y="97"/>
                </a:cubicBezTo>
                <a:cubicBezTo>
                  <a:pt x="95" y="93"/>
                  <a:pt x="95" y="93"/>
                  <a:pt x="95" y="93"/>
                </a:cubicBezTo>
                <a:cubicBezTo>
                  <a:pt x="95" y="91"/>
                  <a:pt x="95" y="91"/>
                  <a:pt x="95" y="91"/>
                </a:cubicBezTo>
                <a:cubicBezTo>
                  <a:pt x="95" y="86"/>
                  <a:pt x="95" y="86"/>
                  <a:pt x="95" y="86"/>
                </a:cubicBezTo>
                <a:cubicBezTo>
                  <a:pt x="95" y="84"/>
                  <a:pt x="95" y="84"/>
                  <a:pt x="95" y="84"/>
                </a:cubicBezTo>
                <a:cubicBezTo>
                  <a:pt x="95" y="80"/>
                  <a:pt x="95" y="80"/>
                  <a:pt x="95" y="80"/>
                </a:cubicBezTo>
                <a:cubicBezTo>
                  <a:pt x="95" y="78"/>
                  <a:pt x="94" y="77"/>
                  <a:pt x="93" y="77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27"/>
          <p:cNvSpPr txBox="1"/>
          <p:nvPr/>
        </p:nvSpPr>
        <p:spPr>
          <a:xfrm>
            <a:off x="2990850" y="4854575"/>
            <a:ext cx="933450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PLAN</a:t>
            </a:r>
            <a:endParaRPr/>
          </a:p>
        </p:txBody>
      </p:sp>
      <p:sp>
        <p:nvSpPr>
          <p:cNvPr id="584" name="Google Shape;584;p27"/>
          <p:cNvSpPr txBox="1"/>
          <p:nvPr/>
        </p:nvSpPr>
        <p:spPr>
          <a:xfrm>
            <a:off x="6923087" y="4826000"/>
            <a:ext cx="1546225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NEGOCIO</a:t>
            </a:r>
            <a:endParaRPr/>
          </a:p>
        </p:txBody>
      </p:sp>
      <p:sp>
        <p:nvSpPr>
          <p:cNvPr id="585" name="Google Shape;585;p27"/>
          <p:cNvSpPr txBox="1"/>
          <p:nvPr/>
        </p:nvSpPr>
        <p:spPr>
          <a:xfrm>
            <a:off x="1214437" y="754062"/>
            <a:ext cx="831850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72B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FF87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</a:t>
            </a:r>
            <a:endParaRPr/>
          </a:p>
        </p:txBody>
      </p:sp>
      <p:sp>
        <p:nvSpPr>
          <p:cNvPr id="586" name="Google Shape;586;p27"/>
          <p:cNvSpPr txBox="1"/>
          <p:nvPr/>
        </p:nvSpPr>
        <p:spPr>
          <a:xfrm>
            <a:off x="4979987" y="765175"/>
            <a:ext cx="1522413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300"/>
              <a:buFont typeface="Open Sans SemiBold"/>
              <a:buNone/>
            </a:pPr>
            <a:r>
              <a:rPr lang="en-US" sz="2300" b="1" i="0" u="none" dirty="0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PROYECTO</a:t>
            </a:r>
            <a:endParaRPr dirty="0"/>
          </a:p>
        </p:txBody>
      </p:sp>
      <p:sp>
        <p:nvSpPr>
          <p:cNvPr id="587" name="Google Shape;587;p27"/>
          <p:cNvSpPr txBox="1"/>
          <p:nvPr/>
        </p:nvSpPr>
        <p:spPr>
          <a:xfrm>
            <a:off x="8756650" y="765175"/>
            <a:ext cx="1404937" cy="48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D1DA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69D1D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ÉXITO</a:t>
            </a: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1358900" y="2386012"/>
            <a:ext cx="1909762" cy="957262"/>
          </a:xfrm>
          <a:custGeom>
            <a:avLst/>
            <a:gdLst/>
            <a:ahLst/>
            <a:cxnLst/>
            <a:rect l="l" t="t" r="r" b="b"/>
            <a:pathLst>
              <a:path w="473" h="237" extrusionOk="0">
                <a:moveTo>
                  <a:pt x="236" y="0"/>
                </a:moveTo>
                <a:cubicBezTo>
                  <a:pt x="106" y="0"/>
                  <a:pt x="0" y="106"/>
                  <a:pt x="0" y="237"/>
                </a:cubicBezTo>
                <a:cubicBezTo>
                  <a:pt x="473" y="237"/>
                  <a:pt x="473" y="237"/>
                  <a:pt x="473" y="237"/>
                </a:cubicBezTo>
                <a:cubicBezTo>
                  <a:pt x="473" y="106"/>
                  <a:pt x="367" y="0"/>
                  <a:pt x="236" y="0"/>
                </a:cubicBezTo>
                <a:close/>
              </a:path>
            </a:pathLst>
          </a:custGeom>
          <a:solidFill>
            <a:srgbClr val="FF87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7"/>
          <p:cNvSpPr/>
          <p:nvPr/>
        </p:nvSpPr>
        <p:spPr>
          <a:xfrm>
            <a:off x="3268662" y="3343275"/>
            <a:ext cx="1914525" cy="957262"/>
          </a:xfrm>
          <a:custGeom>
            <a:avLst/>
            <a:gdLst/>
            <a:ahLst/>
            <a:cxnLst/>
            <a:rect l="l" t="t" r="r" b="b"/>
            <a:pathLst>
              <a:path w="474" h="237" extrusionOk="0">
                <a:moveTo>
                  <a:pt x="237" y="237"/>
                </a:moveTo>
                <a:cubicBezTo>
                  <a:pt x="368" y="237"/>
                  <a:pt x="474" y="131"/>
                  <a:pt x="474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31"/>
                  <a:pt x="106" y="237"/>
                  <a:pt x="237" y="237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7"/>
          <p:cNvSpPr/>
          <p:nvPr/>
        </p:nvSpPr>
        <p:spPr>
          <a:xfrm>
            <a:off x="5183187" y="2386012"/>
            <a:ext cx="1912937" cy="957262"/>
          </a:xfrm>
          <a:custGeom>
            <a:avLst/>
            <a:gdLst/>
            <a:ahLst/>
            <a:cxnLst/>
            <a:rect l="l" t="t" r="r" b="b"/>
            <a:pathLst>
              <a:path w="474" h="237" extrusionOk="0">
                <a:moveTo>
                  <a:pt x="237" y="0"/>
                </a:moveTo>
                <a:cubicBezTo>
                  <a:pt x="106" y="0"/>
                  <a:pt x="0" y="106"/>
                  <a:pt x="0" y="237"/>
                </a:cubicBezTo>
                <a:cubicBezTo>
                  <a:pt x="474" y="237"/>
                  <a:pt x="474" y="237"/>
                  <a:pt x="474" y="237"/>
                </a:cubicBezTo>
                <a:cubicBezTo>
                  <a:pt x="474" y="106"/>
                  <a:pt x="368" y="0"/>
                  <a:pt x="237" y="0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7"/>
          <p:cNvSpPr/>
          <p:nvPr/>
        </p:nvSpPr>
        <p:spPr>
          <a:xfrm>
            <a:off x="7096125" y="3343275"/>
            <a:ext cx="1909762" cy="957262"/>
          </a:xfrm>
          <a:custGeom>
            <a:avLst/>
            <a:gdLst/>
            <a:ahLst/>
            <a:cxnLst/>
            <a:rect l="l" t="t" r="r" b="b"/>
            <a:pathLst>
              <a:path w="473" h="237" extrusionOk="0">
                <a:moveTo>
                  <a:pt x="236" y="237"/>
                </a:moveTo>
                <a:cubicBezTo>
                  <a:pt x="367" y="237"/>
                  <a:pt x="473" y="131"/>
                  <a:pt x="47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31"/>
                  <a:pt x="106" y="237"/>
                  <a:pt x="236" y="237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27"/>
          <p:cNvSpPr/>
          <p:nvPr/>
        </p:nvSpPr>
        <p:spPr>
          <a:xfrm>
            <a:off x="9005887" y="2386012"/>
            <a:ext cx="1914525" cy="957262"/>
          </a:xfrm>
          <a:custGeom>
            <a:avLst/>
            <a:gdLst/>
            <a:ahLst/>
            <a:cxnLst/>
            <a:rect l="l" t="t" r="r" b="b"/>
            <a:pathLst>
              <a:path w="474" h="237" extrusionOk="0">
                <a:moveTo>
                  <a:pt x="237" y="0"/>
                </a:moveTo>
                <a:cubicBezTo>
                  <a:pt x="106" y="0"/>
                  <a:pt x="0" y="106"/>
                  <a:pt x="0" y="237"/>
                </a:cubicBezTo>
                <a:cubicBezTo>
                  <a:pt x="474" y="237"/>
                  <a:pt x="474" y="237"/>
                  <a:pt x="474" y="237"/>
                </a:cubicBezTo>
                <a:cubicBezTo>
                  <a:pt x="474" y="106"/>
                  <a:pt x="368" y="0"/>
                  <a:pt x="237" y="0"/>
                </a:cubicBezTo>
                <a:close/>
              </a:path>
            </a:pathLst>
          </a:custGeom>
          <a:solidFill>
            <a:srgbClr val="70D8E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7"/>
          <p:cNvSpPr txBox="1"/>
          <p:nvPr/>
        </p:nvSpPr>
        <p:spPr>
          <a:xfrm>
            <a:off x="1965325" y="2503487"/>
            <a:ext cx="1030287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lang="en-US" sz="48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/>
          </a:p>
        </p:txBody>
      </p:sp>
      <p:sp>
        <p:nvSpPr>
          <p:cNvPr id="594" name="Google Shape;594;p27"/>
          <p:cNvSpPr txBox="1"/>
          <p:nvPr/>
        </p:nvSpPr>
        <p:spPr>
          <a:xfrm>
            <a:off x="5715000" y="2527300"/>
            <a:ext cx="1155700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lang="en-US" sz="48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/>
          </a:p>
        </p:txBody>
      </p:sp>
      <p:sp>
        <p:nvSpPr>
          <p:cNvPr id="595" name="Google Shape;595;p27"/>
          <p:cNvSpPr txBox="1"/>
          <p:nvPr/>
        </p:nvSpPr>
        <p:spPr>
          <a:xfrm>
            <a:off x="9539287" y="2527300"/>
            <a:ext cx="1155700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lang="en-US" sz="48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/>
          </a:p>
        </p:txBody>
      </p:sp>
      <p:sp>
        <p:nvSpPr>
          <p:cNvPr id="596" name="Google Shape;596;p27"/>
          <p:cNvSpPr txBox="1"/>
          <p:nvPr/>
        </p:nvSpPr>
        <p:spPr>
          <a:xfrm>
            <a:off x="7661275" y="3400425"/>
            <a:ext cx="1150937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lang="en-US" sz="48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/>
          </a:p>
        </p:txBody>
      </p:sp>
      <p:sp>
        <p:nvSpPr>
          <p:cNvPr id="597" name="Google Shape;597;p27"/>
          <p:cNvSpPr txBox="1"/>
          <p:nvPr/>
        </p:nvSpPr>
        <p:spPr>
          <a:xfrm>
            <a:off x="3833812" y="3400425"/>
            <a:ext cx="1163637" cy="909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ontserrat"/>
              <a:buNone/>
            </a:pPr>
            <a:r>
              <a:rPr lang="en-US" sz="4800" b="0" i="0" u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/>
          </a:p>
        </p:txBody>
      </p:sp>
      <p:sp>
        <p:nvSpPr>
          <p:cNvPr id="598" name="Google Shape;598;p27"/>
          <p:cNvSpPr txBox="1"/>
          <p:nvPr/>
        </p:nvSpPr>
        <p:spPr>
          <a:xfrm>
            <a:off x="4902200" y="1112837"/>
            <a:ext cx="1390650" cy="831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599" name="Google Shape;599;p27"/>
          <p:cNvSpPr txBox="1"/>
          <p:nvPr/>
        </p:nvSpPr>
        <p:spPr>
          <a:xfrm>
            <a:off x="8670925" y="1119187"/>
            <a:ext cx="1389062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600" name="Google Shape;600;p27"/>
          <p:cNvSpPr txBox="1"/>
          <p:nvPr/>
        </p:nvSpPr>
        <p:spPr>
          <a:xfrm>
            <a:off x="2901950" y="5205412"/>
            <a:ext cx="1389062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601" name="Google Shape;601;p27"/>
          <p:cNvSpPr txBox="1"/>
          <p:nvPr/>
        </p:nvSpPr>
        <p:spPr>
          <a:xfrm>
            <a:off x="6845300" y="5173662"/>
            <a:ext cx="1389062" cy="830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6" name="Google Shape;606;p28"/>
          <p:cNvCxnSpPr/>
          <p:nvPr/>
        </p:nvCxnSpPr>
        <p:spPr>
          <a:xfrm>
            <a:off x="1803400" y="5059362"/>
            <a:ext cx="176212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07" name="Google Shape;607;p28"/>
          <p:cNvCxnSpPr/>
          <p:nvPr/>
        </p:nvCxnSpPr>
        <p:spPr>
          <a:xfrm>
            <a:off x="2657475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08" name="Google Shape;608;p28"/>
          <p:cNvCxnSpPr/>
          <p:nvPr/>
        </p:nvCxnSpPr>
        <p:spPr>
          <a:xfrm>
            <a:off x="3513137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09" name="Google Shape;609;p28"/>
          <p:cNvCxnSpPr/>
          <p:nvPr/>
        </p:nvCxnSpPr>
        <p:spPr>
          <a:xfrm>
            <a:off x="4368800" y="5059362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0" name="Google Shape;610;p28"/>
          <p:cNvCxnSpPr/>
          <p:nvPr/>
        </p:nvCxnSpPr>
        <p:spPr>
          <a:xfrm>
            <a:off x="5222875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1" name="Google Shape;611;p28"/>
          <p:cNvCxnSpPr/>
          <p:nvPr/>
        </p:nvCxnSpPr>
        <p:spPr>
          <a:xfrm>
            <a:off x="6078537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2" name="Google Shape;612;p28"/>
          <p:cNvCxnSpPr/>
          <p:nvPr/>
        </p:nvCxnSpPr>
        <p:spPr>
          <a:xfrm>
            <a:off x="6932612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3" name="Google Shape;613;p28"/>
          <p:cNvCxnSpPr/>
          <p:nvPr/>
        </p:nvCxnSpPr>
        <p:spPr>
          <a:xfrm>
            <a:off x="7788275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4" name="Google Shape;614;p28"/>
          <p:cNvCxnSpPr/>
          <p:nvPr/>
        </p:nvCxnSpPr>
        <p:spPr>
          <a:xfrm>
            <a:off x="8643937" y="5059362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5" name="Google Shape;615;p28"/>
          <p:cNvCxnSpPr/>
          <p:nvPr/>
        </p:nvCxnSpPr>
        <p:spPr>
          <a:xfrm>
            <a:off x="9498012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6" name="Google Shape;616;p28"/>
          <p:cNvCxnSpPr/>
          <p:nvPr/>
        </p:nvCxnSpPr>
        <p:spPr>
          <a:xfrm>
            <a:off x="10353675" y="5059362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7" name="Google Shape;617;p28"/>
          <p:cNvCxnSpPr/>
          <p:nvPr/>
        </p:nvCxnSpPr>
        <p:spPr>
          <a:xfrm>
            <a:off x="1803400" y="4184650"/>
            <a:ext cx="176212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8" name="Google Shape;618;p28"/>
          <p:cNvCxnSpPr/>
          <p:nvPr/>
        </p:nvCxnSpPr>
        <p:spPr>
          <a:xfrm>
            <a:off x="2657475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19" name="Google Shape;619;p28"/>
          <p:cNvCxnSpPr/>
          <p:nvPr/>
        </p:nvCxnSpPr>
        <p:spPr>
          <a:xfrm>
            <a:off x="3513137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0" name="Google Shape;620;p28"/>
          <p:cNvCxnSpPr/>
          <p:nvPr/>
        </p:nvCxnSpPr>
        <p:spPr>
          <a:xfrm>
            <a:off x="4368800" y="4184650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1" name="Google Shape;621;p28"/>
          <p:cNvCxnSpPr/>
          <p:nvPr/>
        </p:nvCxnSpPr>
        <p:spPr>
          <a:xfrm>
            <a:off x="5222875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2" name="Google Shape;622;p28"/>
          <p:cNvCxnSpPr/>
          <p:nvPr/>
        </p:nvCxnSpPr>
        <p:spPr>
          <a:xfrm>
            <a:off x="6078537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3" name="Google Shape;623;p28"/>
          <p:cNvCxnSpPr/>
          <p:nvPr/>
        </p:nvCxnSpPr>
        <p:spPr>
          <a:xfrm>
            <a:off x="6932612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4" name="Google Shape;624;p28"/>
          <p:cNvCxnSpPr/>
          <p:nvPr/>
        </p:nvCxnSpPr>
        <p:spPr>
          <a:xfrm>
            <a:off x="7788275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5" name="Google Shape;625;p28"/>
          <p:cNvCxnSpPr/>
          <p:nvPr/>
        </p:nvCxnSpPr>
        <p:spPr>
          <a:xfrm>
            <a:off x="8643937" y="4184650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6" name="Google Shape;626;p28"/>
          <p:cNvCxnSpPr/>
          <p:nvPr/>
        </p:nvCxnSpPr>
        <p:spPr>
          <a:xfrm>
            <a:off x="9498012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7" name="Google Shape;627;p28"/>
          <p:cNvCxnSpPr/>
          <p:nvPr/>
        </p:nvCxnSpPr>
        <p:spPr>
          <a:xfrm>
            <a:off x="10353675" y="41846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8" name="Google Shape;628;p28"/>
          <p:cNvCxnSpPr/>
          <p:nvPr/>
        </p:nvCxnSpPr>
        <p:spPr>
          <a:xfrm>
            <a:off x="1803400" y="3308350"/>
            <a:ext cx="176212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29" name="Google Shape;629;p28"/>
          <p:cNvCxnSpPr/>
          <p:nvPr/>
        </p:nvCxnSpPr>
        <p:spPr>
          <a:xfrm>
            <a:off x="2657475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0" name="Google Shape;630;p28"/>
          <p:cNvCxnSpPr/>
          <p:nvPr/>
        </p:nvCxnSpPr>
        <p:spPr>
          <a:xfrm>
            <a:off x="3513137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1" name="Google Shape;631;p28"/>
          <p:cNvCxnSpPr/>
          <p:nvPr/>
        </p:nvCxnSpPr>
        <p:spPr>
          <a:xfrm>
            <a:off x="4368800" y="3308350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2" name="Google Shape;632;p28"/>
          <p:cNvCxnSpPr/>
          <p:nvPr/>
        </p:nvCxnSpPr>
        <p:spPr>
          <a:xfrm>
            <a:off x="5222875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3" name="Google Shape;633;p28"/>
          <p:cNvCxnSpPr/>
          <p:nvPr/>
        </p:nvCxnSpPr>
        <p:spPr>
          <a:xfrm>
            <a:off x="6078537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4" name="Google Shape;634;p28"/>
          <p:cNvCxnSpPr/>
          <p:nvPr/>
        </p:nvCxnSpPr>
        <p:spPr>
          <a:xfrm>
            <a:off x="6932612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5" name="Google Shape;635;p28"/>
          <p:cNvCxnSpPr/>
          <p:nvPr/>
        </p:nvCxnSpPr>
        <p:spPr>
          <a:xfrm>
            <a:off x="7788275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6" name="Google Shape;636;p28"/>
          <p:cNvCxnSpPr/>
          <p:nvPr/>
        </p:nvCxnSpPr>
        <p:spPr>
          <a:xfrm>
            <a:off x="8643937" y="3308350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7" name="Google Shape;637;p28"/>
          <p:cNvCxnSpPr/>
          <p:nvPr/>
        </p:nvCxnSpPr>
        <p:spPr>
          <a:xfrm>
            <a:off x="9498012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8" name="Google Shape;638;p28"/>
          <p:cNvCxnSpPr/>
          <p:nvPr/>
        </p:nvCxnSpPr>
        <p:spPr>
          <a:xfrm>
            <a:off x="10353675" y="3308350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9" name="Google Shape;639;p28"/>
          <p:cNvCxnSpPr/>
          <p:nvPr/>
        </p:nvCxnSpPr>
        <p:spPr>
          <a:xfrm>
            <a:off x="1803400" y="2428875"/>
            <a:ext cx="176212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0" name="Google Shape;640;p28"/>
          <p:cNvCxnSpPr/>
          <p:nvPr/>
        </p:nvCxnSpPr>
        <p:spPr>
          <a:xfrm>
            <a:off x="2657475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1" name="Google Shape;641;p28"/>
          <p:cNvCxnSpPr/>
          <p:nvPr/>
        </p:nvCxnSpPr>
        <p:spPr>
          <a:xfrm>
            <a:off x="3513137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2" name="Google Shape;642;p28"/>
          <p:cNvCxnSpPr/>
          <p:nvPr/>
        </p:nvCxnSpPr>
        <p:spPr>
          <a:xfrm>
            <a:off x="4368800" y="2428875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3" name="Google Shape;643;p28"/>
          <p:cNvCxnSpPr/>
          <p:nvPr/>
        </p:nvCxnSpPr>
        <p:spPr>
          <a:xfrm>
            <a:off x="5222875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4" name="Google Shape;644;p28"/>
          <p:cNvCxnSpPr/>
          <p:nvPr/>
        </p:nvCxnSpPr>
        <p:spPr>
          <a:xfrm>
            <a:off x="6078537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5" name="Google Shape;645;p28"/>
          <p:cNvCxnSpPr/>
          <p:nvPr/>
        </p:nvCxnSpPr>
        <p:spPr>
          <a:xfrm>
            <a:off x="6932612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6" name="Google Shape;646;p28"/>
          <p:cNvCxnSpPr/>
          <p:nvPr/>
        </p:nvCxnSpPr>
        <p:spPr>
          <a:xfrm>
            <a:off x="7788275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7" name="Google Shape;647;p28"/>
          <p:cNvCxnSpPr/>
          <p:nvPr/>
        </p:nvCxnSpPr>
        <p:spPr>
          <a:xfrm>
            <a:off x="8643937" y="2428875"/>
            <a:ext cx="171450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8" name="Google Shape;648;p28"/>
          <p:cNvCxnSpPr/>
          <p:nvPr/>
        </p:nvCxnSpPr>
        <p:spPr>
          <a:xfrm>
            <a:off x="9498012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9" name="Google Shape;649;p28"/>
          <p:cNvCxnSpPr/>
          <p:nvPr/>
        </p:nvCxnSpPr>
        <p:spPr>
          <a:xfrm>
            <a:off x="10353675" y="2428875"/>
            <a:ext cx="173037" cy="0"/>
          </a:xfrm>
          <a:prstGeom prst="straightConnector1">
            <a:avLst/>
          </a:prstGeom>
          <a:noFill/>
          <a:ln w="39675" cap="rnd" cmpd="sng">
            <a:solidFill>
              <a:srgbClr val="383838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50" name="Google Shape;650;p28"/>
          <p:cNvSpPr/>
          <p:nvPr/>
        </p:nvSpPr>
        <p:spPr>
          <a:xfrm>
            <a:off x="1212850" y="3678237"/>
            <a:ext cx="498475" cy="2141537"/>
          </a:xfrm>
          <a:custGeom>
            <a:avLst/>
            <a:gdLst/>
            <a:ahLst/>
            <a:cxnLst/>
            <a:rect l="l" t="t" r="r" b="b"/>
            <a:pathLst>
              <a:path w="124" h="533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533"/>
                  <a:pt x="0" y="533"/>
                  <a:pt x="0" y="533"/>
                </a:cubicBezTo>
                <a:cubicBezTo>
                  <a:pt x="124" y="533"/>
                  <a:pt x="124" y="533"/>
                  <a:pt x="124" y="533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4" y="12"/>
                  <a:pt x="112" y="0"/>
                  <a:pt x="98" y="0"/>
                </a:cubicBezTo>
                <a:close/>
              </a:path>
            </a:pathLst>
          </a:custGeom>
          <a:solidFill>
            <a:srgbClr val="FFD33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28"/>
          <p:cNvSpPr/>
          <p:nvPr/>
        </p:nvSpPr>
        <p:spPr>
          <a:xfrm>
            <a:off x="2068512" y="2701925"/>
            <a:ext cx="496887" cy="3117850"/>
          </a:xfrm>
          <a:custGeom>
            <a:avLst/>
            <a:gdLst/>
            <a:ahLst/>
            <a:cxnLst/>
            <a:rect l="l" t="t" r="r" b="b"/>
            <a:pathLst>
              <a:path w="124" h="776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776"/>
                  <a:pt x="0" y="776"/>
                  <a:pt x="0" y="776"/>
                </a:cubicBezTo>
                <a:cubicBezTo>
                  <a:pt x="124" y="776"/>
                  <a:pt x="124" y="776"/>
                  <a:pt x="124" y="776"/>
                </a:cubicBezTo>
                <a:cubicBezTo>
                  <a:pt x="124" y="27"/>
                  <a:pt x="124" y="27"/>
                  <a:pt x="124" y="27"/>
                </a:cubicBezTo>
                <a:cubicBezTo>
                  <a:pt x="124" y="12"/>
                  <a:pt x="113" y="0"/>
                  <a:pt x="98" y="0"/>
                </a:cubicBezTo>
                <a:close/>
              </a:path>
            </a:pathLst>
          </a:custGeom>
          <a:solidFill>
            <a:srgbClr val="FFB12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8"/>
          <p:cNvSpPr/>
          <p:nvPr/>
        </p:nvSpPr>
        <p:spPr>
          <a:xfrm>
            <a:off x="2922587" y="2524125"/>
            <a:ext cx="501650" cy="3295650"/>
          </a:xfrm>
          <a:custGeom>
            <a:avLst/>
            <a:gdLst/>
            <a:ahLst/>
            <a:cxnLst/>
            <a:rect l="l" t="t" r="r" b="b"/>
            <a:pathLst>
              <a:path w="125" h="820" extrusionOk="0">
                <a:moveTo>
                  <a:pt x="98" y="0"/>
                </a:moveTo>
                <a:cubicBezTo>
                  <a:pt x="27" y="0"/>
                  <a:pt x="27" y="0"/>
                  <a:pt x="27" y="0"/>
                </a:cubicBezTo>
                <a:cubicBezTo>
                  <a:pt x="12" y="0"/>
                  <a:pt x="0" y="11"/>
                  <a:pt x="0" y="26"/>
                </a:cubicBezTo>
                <a:cubicBezTo>
                  <a:pt x="0" y="820"/>
                  <a:pt x="0" y="820"/>
                  <a:pt x="0" y="820"/>
                </a:cubicBezTo>
                <a:cubicBezTo>
                  <a:pt x="125" y="820"/>
                  <a:pt x="125" y="820"/>
                  <a:pt x="125" y="820"/>
                </a:cubicBezTo>
                <a:cubicBezTo>
                  <a:pt x="125" y="26"/>
                  <a:pt x="125" y="26"/>
                  <a:pt x="125" y="26"/>
                </a:cubicBezTo>
                <a:cubicBezTo>
                  <a:pt x="125" y="11"/>
                  <a:pt x="113" y="0"/>
                  <a:pt x="98" y="0"/>
                </a:cubicBezTo>
                <a:close/>
              </a:path>
            </a:pathLst>
          </a:custGeom>
          <a:solidFill>
            <a:srgbClr val="FF892E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8"/>
          <p:cNvSpPr/>
          <p:nvPr/>
        </p:nvSpPr>
        <p:spPr>
          <a:xfrm>
            <a:off x="3781425" y="2914650"/>
            <a:ext cx="498475" cy="2905125"/>
          </a:xfrm>
          <a:custGeom>
            <a:avLst/>
            <a:gdLst/>
            <a:ahLst/>
            <a:cxnLst/>
            <a:rect l="l" t="t" r="r" b="b"/>
            <a:pathLst>
              <a:path w="124" h="723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723"/>
                  <a:pt x="0" y="723"/>
                  <a:pt x="0" y="723"/>
                </a:cubicBezTo>
                <a:cubicBezTo>
                  <a:pt x="124" y="723"/>
                  <a:pt x="124" y="723"/>
                  <a:pt x="124" y="723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4" y="11"/>
                  <a:pt x="112" y="0"/>
                  <a:pt x="98" y="0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8"/>
          <p:cNvSpPr/>
          <p:nvPr/>
        </p:nvSpPr>
        <p:spPr>
          <a:xfrm>
            <a:off x="4637087" y="2616200"/>
            <a:ext cx="498475" cy="3203575"/>
          </a:xfrm>
          <a:custGeom>
            <a:avLst/>
            <a:gdLst/>
            <a:ahLst/>
            <a:cxnLst/>
            <a:rect l="l" t="t" r="r" b="b"/>
            <a:pathLst>
              <a:path w="124" h="797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797"/>
                  <a:pt x="0" y="797"/>
                  <a:pt x="0" y="797"/>
                </a:cubicBezTo>
                <a:cubicBezTo>
                  <a:pt x="124" y="797"/>
                  <a:pt x="124" y="797"/>
                  <a:pt x="124" y="797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4" y="12"/>
                  <a:pt x="112" y="0"/>
                  <a:pt x="98" y="0"/>
                </a:cubicBezTo>
                <a:close/>
              </a:path>
            </a:pathLst>
          </a:custGeom>
          <a:solidFill>
            <a:srgbClr val="AD23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28"/>
          <p:cNvSpPr/>
          <p:nvPr/>
        </p:nvSpPr>
        <p:spPr>
          <a:xfrm>
            <a:off x="5492750" y="3054350"/>
            <a:ext cx="496887" cy="2765425"/>
          </a:xfrm>
          <a:custGeom>
            <a:avLst/>
            <a:gdLst/>
            <a:ahLst/>
            <a:cxnLst/>
            <a:rect l="l" t="t" r="r" b="b"/>
            <a:pathLst>
              <a:path w="124" h="688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688"/>
                  <a:pt x="0" y="688"/>
                  <a:pt x="0" y="688"/>
                </a:cubicBezTo>
                <a:cubicBezTo>
                  <a:pt x="124" y="688"/>
                  <a:pt x="124" y="688"/>
                  <a:pt x="124" y="688"/>
                </a:cubicBezTo>
                <a:cubicBezTo>
                  <a:pt x="124" y="27"/>
                  <a:pt x="124" y="27"/>
                  <a:pt x="124" y="27"/>
                </a:cubicBezTo>
                <a:cubicBezTo>
                  <a:pt x="124" y="12"/>
                  <a:pt x="113" y="0"/>
                  <a:pt x="98" y="0"/>
                </a:cubicBezTo>
                <a:close/>
              </a:path>
            </a:pathLst>
          </a:custGeom>
          <a:solidFill>
            <a:srgbClr val="9925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28"/>
          <p:cNvSpPr/>
          <p:nvPr/>
        </p:nvSpPr>
        <p:spPr>
          <a:xfrm>
            <a:off x="6346825" y="2428875"/>
            <a:ext cx="501650" cy="3390900"/>
          </a:xfrm>
          <a:custGeom>
            <a:avLst/>
            <a:gdLst/>
            <a:ahLst/>
            <a:cxnLst/>
            <a:rect l="l" t="t" r="r" b="b"/>
            <a:pathLst>
              <a:path w="125" h="844" extrusionOk="0">
                <a:moveTo>
                  <a:pt x="99" y="0"/>
                </a:moveTo>
                <a:cubicBezTo>
                  <a:pt x="27" y="0"/>
                  <a:pt x="27" y="0"/>
                  <a:pt x="27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844"/>
                  <a:pt x="0" y="844"/>
                  <a:pt x="0" y="844"/>
                </a:cubicBezTo>
                <a:cubicBezTo>
                  <a:pt x="125" y="844"/>
                  <a:pt x="125" y="844"/>
                  <a:pt x="125" y="844"/>
                </a:cubicBezTo>
                <a:cubicBezTo>
                  <a:pt x="125" y="26"/>
                  <a:pt x="125" y="26"/>
                  <a:pt x="125" y="26"/>
                </a:cubicBezTo>
                <a:cubicBezTo>
                  <a:pt x="125" y="12"/>
                  <a:pt x="113" y="0"/>
                  <a:pt x="99" y="0"/>
                </a:cubicBezTo>
                <a:close/>
              </a:path>
            </a:pathLst>
          </a:custGeom>
          <a:solidFill>
            <a:srgbClr val="6B46A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28"/>
          <p:cNvSpPr/>
          <p:nvPr/>
        </p:nvSpPr>
        <p:spPr>
          <a:xfrm>
            <a:off x="7205662" y="2789237"/>
            <a:ext cx="498475" cy="3030537"/>
          </a:xfrm>
          <a:custGeom>
            <a:avLst/>
            <a:gdLst/>
            <a:ahLst/>
            <a:cxnLst/>
            <a:rect l="l" t="t" r="r" b="b"/>
            <a:pathLst>
              <a:path w="124" h="754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1" y="0"/>
                  <a:pt x="0" y="11"/>
                  <a:pt x="0" y="26"/>
                </a:cubicBezTo>
                <a:cubicBezTo>
                  <a:pt x="0" y="754"/>
                  <a:pt x="0" y="754"/>
                  <a:pt x="0" y="754"/>
                </a:cubicBezTo>
                <a:cubicBezTo>
                  <a:pt x="124" y="754"/>
                  <a:pt x="124" y="754"/>
                  <a:pt x="124" y="754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4" y="11"/>
                  <a:pt x="112" y="0"/>
                  <a:pt x="98" y="0"/>
                </a:cubicBezTo>
                <a:close/>
              </a:path>
            </a:pathLst>
          </a:custGeom>
          <a:solidFill>
            <a:srgbClr val="13629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28"/>
          <p:cNvSpPr/>
          <p:nvPr/>
        </p:nvSpPr>
        <p:spPr>
          <a:xfrm>
            <a:off x="8061325" y="2576512"/>
            <a:ext cx="498475" cy="3243262"/>
          </a:xfrm>
          <a:custGeom>
            <a:avLst/>
            <a:gdLst/>
            <a:ahLst/>
            <a:cxnLst/>
            <a:rect l="l" t="t" r="r" b="b"/>
            <a:pathLst>
              <a:path w="124" h="807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7"/>
                </a:cubicBezTo>
                <a:cubicBezTo>
                  <a:pt x="0" y="807"/>
                  <a:pt x="0" y="807"/>
                  <a:pt x="0" y="807"/>
                </a:cubicBezTo>
                <a:cubicBezTo>
                  <a:pt x="124" y="807"/>
                  <a:pt x="124" y="807"/>
                  <a:pt x="124" y="807"/>
                </a:cubicBezTo>
                <a:cubicBezTo>
                  <a:pt x="124" y="27"/>
                  <a:pt x="124" y="27"/>
                  <a:pt x="124" y="27"/>
                </a:cubicBezTo>
                <a:cubicBezTo>
                  <a:pt x="124" y="12"/>
                  <a:pt x="113" y="0"/>
                  <a:pt x="98" y="0"/>
                </a:cubicBezTo>
                <a:close/>
              </a:path>
            </a:pathLst>
          </a:custGeom>
          <a:solidFill>
            <a:srgbClr val="1C78B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28"/>
          <p:cNvSpPr/>
          <p:nvPr/>
        </p:nvSpPr>
        <p:spPr>
          <a:xfrm>
            <a:off x="8916987" y="1930400"/>
            <a:ext cx="501650" cy="3889375"/>
          </a:xfrm>
          <a:custGeom>
            <a:avLst/>
            <a:gdLst/>
            <a:ahLst/>
            <a:cxnLst/>
            <a:rect l="l" t="t" r="r" b="b"/>
            <a:pathLst>
              <a:path w="125" h="968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968"/>
                  <a:pt x="0" y="968"/>
                  <a:pt x="0" y="968"/>
                </a:cubicBezTo>
                <a:cubicBezTo>
                  <a:pt x="125" y="968"/>
                  <a:pt x="125" y="968"/>
                  <a:pt x="125" y="968"/>
                </a:cubicBezTo>
                <a:cubicBezTo>
                  <a:pt x="125" y="26"/>
                  <a:pt x="125" y="26"/>
                  <a:pt x="125" y="26"/>
                </a:cubicBezTo>
                <a:cubicBezTo>
                  <a:pt x="125" y="12"/>
                  <a:pt x="113" y="0"/>
                  <a:pt x="98" y="0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28"/>
          <p:cNvSpPr/>
          <p:nvPr/>
        </p:nvSpPr>
        <p:spPr>
          <a:xfrm>
            <a:off x="9775825" y="2179637"/>
            <a:ext cx="496887" cy="3640137"/>
          </a:xfrm>
          <a:custGeom>
            <a:avLst/>
            <a:gdLst/>
            <a:ahLst/>
            <a:cxnLst/>
            <a:rect l="l" t="t" r="r" b="b"/>
            <a:pathLst>
              <a:path w="124" h="906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1" y="0"/>
                  <a:pt x="0" y="12"/>
                  <a:pt x="0" y="26"/>
                </a:cubicBezTo>
                <a:cubicBezTo>
                  <a:pt x="0" y="906"/>
                  <a:pt x="0" y="906"/>
                  <a:pt x="0" y="906"/>
                </a:cubicBezTo>
                <a:cubicBezTo>
                  <a:pt x="124" y="906"/>
                  <a:pt x="124" y="906"/>
                  <a:pt x="124" y="906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4" y="12"/>
                  <a:pt x="112" y="0"/>
                  <a:pt x="98" y="0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28"/>
          <p:cNvSpPr/>
          <p:nvPr/>
        </p:nvSpPr>
        <p:spPr>
          <a:xfrm>
            <a:off x="10629900" y="1797050"/>
            <a:ext cx="498475" cy="4022725"/>
          </a:xfrm>
          <a:custGeom>
            <a:avLst/>
            <a:gdLst/>
            <a:ahLst/>
            <a:cxnLst/>
            <a:rect l="l" t="t" r="r" b="b"/>
            <a:pathLst>
              <a:path w="124" h="1001" extrusionOk="0">
                <a:moveTo>
                  <a:pt x="98" y="0"/>
                </a:moveTo>
                <a:cubicBezTo>
                  <a:pt x="26" y="0"/>
                  <a:pt x="26" y="0"/>
                  <a:pt x="26" y="0"/>
                </a:cubicBezTo>
                <a:cubicBezTo>
                  <a:pt x="12" y="0"/>
                  <a:pt x="0" y="12"/>
                  <a:pt x="0" y="26"/>
                </a:cubicBezTo>
                <a:cubicBezTo>
                  <a:pt x="0" y="1001"/>
                  <a:pt x="0" y="1001"/>
                  <a:pt x="0" y="1001"/>
                </a:cubicBezTo>
                <a:cubicBezTo>
                  <a:pt x="124" y="1001"/>
                  <a:pt x="124" y="1001"/>
                  <a:pt x="124" y="1001"/>
                </a:cubicBezTo>
                <a:cubicBezTo>
                  <a:pt x="124" y="26"/>
                  <a:pt x="124" y="26"/>
                  <a:pt x="124" y="26"/>
                </a:cubicBezTo>
                <a:cubicBezTo>
                  <a:pt x="124" y="12"/>
                  <a:pt x="112" y="0"/>
                  <a:pt x="98" y="0"/>
                </a:cubicBezTo>
                <a:close/>
              </a:path>
            </a:pathLst>
          </a:custGeom>
          <a:solidFill>
            <a:srgbClr val="64DAA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8"/>
          <p:cNvSpPr txBox="1"/>
          <p:nvPr/>
        </p:nvSpPr>
        <p:spPr>
          <a:xfrm>
            <a:off x="1189037" y="5886450"/>
            <a:ext cx="6254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ENE</a:t>
            </a:r>
            <a:endParaRPr/>
          </a:p>
        </p:txBody>
      </p:sp>
      <p:sp>
        <p:nvSpPr>
          <p:cNvPr id="663" name="Google Shape;663;p28"/>
          <p:cNvSpPr txBox="1"/>
          <p:nvPr/>
        </p:nvSpPr>
        <p:spPr>
          <a:xfrm>
            <a:off x="2068512" y="5886450"/>
            <a:ext cx="6302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FEB</a:t>
            </a:r>
            <a:endParaRPr/>
          </a:p>
        </p:txBody>
      </p:sp>
      <p:sp>
        <p:nvSpPr>
          <p:cNvPr id="664" name="Google Shape;664;p28"/>
          <p:cNvSpPr txBox="1"/>
          <p:nvPr/>
        </p:nvSpPr>
        <p:spPr>
          <a:xfrm>
            <a:off x="2903537" y="5886450"/>
            <a:ext cx="74612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MAR</a:t>
            </a:r>
            <a:endParaRPr/>
          </a:p>
        </p:txBody>
      </p:sp>
      <p:sp>
        <p:nvSpPr>
          <p:cNvPr id="665" name="Google Shape;665;p28"/>
          <p:cNvSpPr txBox="1"/>
          <p:nvPr/>
        </p:nvSpPr>
        <p:spPr>
          <a:xfrm>
            <a:off x="3762375" y="5886450"/>
            <a:ext cx="67786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ABR</a:t>
            </a:r>
            <a:endParaRPr/>
          </a:p>
        </p:txBody>
      </p:sp>
      <p:sp>
        <p:nvSpPr>
          <p:cNvPr id="666" name="Google Shape;666;p28"/>
          <p:cNvSpPr txBox="1"/>
          <p:nvPr/>
        </p:nvSpPr>
        <p:spPr>
          <a:xfrm>
            <a:off x="4621212" y="5886450"/>
            <a:ext cx="677862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 dirty="0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MAY</a:t>
            </a:r>
            <a:endParaRPr dirty="0"/>
          </a:p>
        </p:txBody>
      </p:sp>
      <p:sp>
        <p:nvSpPr>
          <p:cNvPr id="667" name="Google Shape;667;p28"/>
          <p:cNvSpPr txBox="1"/>
          <p:nvPr/>
        </p:nvSpPr>
        <p:spPr>
          <a:xfrm>
            <a:off x="5499100" y="5886450"/>
            <a:ext cx="509587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JUN</a:t>
            </a:r>
            <a:endParaRPr/>
          </a:p>
        </p:txBody>
      </p:sp>
      <p:sp>
        <p:nvSpPr>
          <p:cNvPr id="668" name="Google Shape;668;p28"/>
          <p:cNvSpPr txBox="1"/>
          <p:nvPr/>
        </p:nvSpPr>
        <p:spPr>
          <a:xfrm>
            <a:off x="6381750" y="5886450"/>
            <a:ext cx="434975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JUL</a:t>
            </a:r>
            <a:endParaRPr/>
          </a:p>
        </p:txBody>
      </p:sp>
      <p:sp>
        <p:nvSpPr>
          <p:cNvPr id="669" name="Google Shape;669;p28"/>
          <p:cNvSpPr txBox="1"/>
          <p:nvPr/>
        </p:nvSpPr>
        <p:spPr>
          <a:xfrm>
            <a:off x="7189787" y="5886450"/>
            <a:ext cx="69373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AGO</a:t>
            </a:r>
            <a:endParaRPr/>
          </a:p>
        </p:txBody>
      </p:sp>
      <p:sp>
        <p:nvSpPr>
          <p:cNvPr id="670" name="Google Shape;670;p28"/>
          <p:cNvSpPr txBox="1"/>
          <p:nvPr/>
        </p:nvSpPr>
        <p:spPr>
          <a:xfrm>
            <a:off x="8048625" y="5886450"/>
            <a:ext cx="658813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 dirty="0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SEPT</a:t>
            </a:r>
            <a:endParaRPr dirty="0"/>
          </a:p>
        </p:txBody>
      </p:sp>
      <p:sp>
        <p:nvSpPr>
          <p:cNvPr id="672" name="Google Shape;672;p28"/>
          <p:cNvSpPr txBox="1"/>
          <p:nvPr/>
        </p:nvSpPr>
        <p:spPr>
          <a:xfrm>
            <a:off x="8904287" y="5886450"/>
            <a:ext cx="593725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 dirty="0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OCT</a:t>
            </a:r>
            <a:endParaRPr dirty="0"/>
          </a:p>
        </p:txBody>
      </p:sp>
      <p:sp>
        <p:nvSpPr>
          <p:cNvPr id="673" name="Google Shape;673;p28"/>
          <p:cNvSpPr txBox="1"/>
          <p:nvPr/>
        </p:nvSpPr>
        <p:spPr>
          <a:xfrm>
            <a:off x="9763125" y="5886450"/>
            <a:ext cx="590550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 dirty="0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NOV</a:t>
            </a:r>
            <a:endParaRPr dirty="0"/>
          </a:p>
        </p:txBody>
      </p:sp>
      <p:sp>
        <p:nvSpPr>
          <p:cNvPr id="674" name="Google Shape;674;p28"/>
          <p:cNvSpPr txBox="1"/>
          <p:nvPr/>
        </p:nvSpPr>
        <p:spPr>
          <a:xfrm>
            <a:off x="10621962" y="5886450"/>
            <a:ext cx="5905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 dirty="0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DEC</a:t>
            </a:r>
            <a:endParaRPr dirty="0"/>
          </a:p>
        </p:txBody>
      </p:sp>
      <p:sp>
        <p:nvSpPr>
          <p:cNvPr id="676" name="Google Shape;676;p28"/>
          <p:cNvSpPr txBox="1"/>
          <p:nvPr/>
        </p:nvSpPr>
        <p:spPr>
          <a:xfrm>
            <a:off x="587375" y="4865687"/>
            <a:ext cx="520700" cy="36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100</a:t>
            </a:r>
            <a:endParaRPr/>
          </a:p>
        </p:txBody>
      </p:sp>
      <p:sp>
        <p:nvSpPr>
          <p:cNvPr id="677" name="Google Shape;677;p28"/>
          <p:cNvSpPr txBox="1"/>
          <p:nvPr/>
        </p:nvSpPr>
        <p:spPr>
          <a:xfrm>
            <a:off x="587375" y="3986212"/>
            <a:ext cx="520700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200</a:t>
            </a:r>
            <a:endParaRPr/>
          </a:p>
        </p:txBody>
      </p:sp>
      <p:sp>
        <p:nvSpPr>
          <p:cNvPr id="678" name="Google Shape;678;p28"/>
          <p:cNvSpPr txBox="1"/>
          <p:nvPr/>
        </p:nvSpPr>
        <p:spPr>
          <a:xfrm>
            <a:off x="587375" y="3111500"/>
            <a:ext cx="533400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300</a:t>
            </a:r>
            <a:endParaRPr/>
          </a:p>
        </p:txBody>
      </p:sp>
      <p:sp>
        <p:nvSpPr>
          <p:cNvPr id="679" name="Google Shape;679;p28"/>
          <p:cNvSpPr txBox="1"/>
          <p:nvPr/>
        </p:nvSpPr>
        <p:spPr>
          <a:xfrm>
            <a:off x="587375" y="2230437"/>
            <a:ext cx="533400" cy="354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300"/>
              <a:buFont typeface="PT Sans"/>
              <a:buNone/>
            </a:pPr>
            <a:r>
              <a:rPr lang="en-US" sz="23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400</a:t>
            </a:r>
            <a:endParaRPr/>
          </a:p>
        </p:txBody>
      </p:sp>
      <p:sp>
        <p:nvSpPr>
          <p:cNvPr id="680" name="Google Shape;680;p28"/>
          <p:cNvSpPr txBox="1"/>
          <p:nvPr/>
        </p:nvSpPr>
        <p:spPr>
          <a:xfrm>
            <a:off x="2225675" y="207962"/>
            <a:ext cx="8510587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7100"/>
              <a:buFont typeface="Montserrat"/>
              <a:buNone/>
            </a:pPr>
            <a:r>
              <a:rPr lang="en-US" sz="7100" b="1" i="0" u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REPORTE ANUAL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5" name="Google Shape;685;p29"/>
          <p:cNvCxnSpPr/>
          <p:nvPr/>
        </p:nvCxnSpPr>
        <p:spPr>
          <a:xfrm>
            <a:off x="1703387" y="2266950"/>
            <a:ext cx="9248775" cy="0"/>
          </a:xfrm>
          <a:prstGeom prst="straightConnector1">
            <a:avLst/>
          </a:prstGeom>
          <a:noFill/>
          <a:ln w="22225" cap="flat" cmpd="sng">
            <a:solidFill>
              <a:srgbClr val="D3D3D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86" name="Google Shape;686;p29"/>
          <p:cNvCxnSpPr/>
          <p:nvPr/>
        </p:nvCxnSpPr>
        <p:spPr>
          <a:xfrm>
            <a:off x="1703387" y="3378200"/>
            <a:ext cx="9248775" cy="0"/>
          </a:xfrm>
          <a:prstGeom prst="straightConnector1">
            <a:avLst/>
          </a:prstGeom>
          <a:noFill/>
          <a:ln w="22225" cap="flat" cmpd="sng">
            <a:solidFill>
              <a:srgbClr val="D3D3D3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87" name="Google Shape;687;p29"/>
          <p:cNvCxnSpPr/>
          <p:nvPr/>
        </p:nvCxnSpPr>
        <p:spPr>
          <a:xfrm>
            <a:off x="1703387" y="4491037"/>
            <a:ext cx="9248775" cy="0"/>
          </a:xfrm>
          <a:prstGeom prst="straightConnector1">
            <a:avLst/>
          </a:prstGeom>
          <a:noFill/>
          <a:ln w="22225" cap="flat" cmpd="sng">
            <a:solidFill>
              <a:srgbClr val="D3D3D3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88" name="Google Shape;688;p29"/>
          <p:cNvSpPr txBox="1"/>
          <p:nvPr/>
        </p:nvSpPr>
        <p:spPr>
          <a:xfrm>
            <a:off x="3117850" y="5864225"/>
            <a:ext cx="99853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1968</a:t>
            </a:r>
            <a:endParaRPr/>
          </a:p>
        </p:txBody>
      </p:sp>
      <p:sp>
        <p:nvSpPr>
          <p:cNvPr id="689" name="Google Shape;689;p29"/>
          <p:cNvSpPr txBox="1"/>
          <p:nvPr/>
        </p:nvSpPr>
        <p:spPr>
          <a:xfrm>
            <a:off x="4981575" y="5864225"/>
            <a:ext cx="99853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1980</a:t>
            </a:r>
            <a:endParaRPr/>
          </a:p>
        </p:txBody>
      </p:sp>
      <p:sp>
        <p:nvSpPr>
          <p:cNvPr id="690" name="Google Shape;690;p29"/>
          <p:cNvSpPr txBox="1"/>
          <p:nvPr/>
        </p:nvSpPr>
        <p:spPr>
          <a:xfrm>
            <a:off x="1265237" y="5864225"/>
            <a:ext cx="99853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1952</a:t>
            </a:r>
            <a:endParaRPr/>
          </a:p>
        </p:txBody>
      </p:sp>
      <p:sp>
        <p:nvSpPr>
          <p:cNvPr id="691" name="Google Shape;691;p29"/>
          <p:cNvSpPr txBox="1"/>
          <p:nvPr/>
        </p:nvSpPr>
        <p:spPr>
          <a:xfrm>
            <a:off x="6827837" y="5864225"/>
            <a:ext cx="99853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1996</a:t>
            </a:r>
            <a:endParaRPr/>
          </a:p>
        </p:txBody>
      </p:sp>
      <p:sp>
        <p:nvSpPr>
          <p:cNvPr id="692" name="Google Shape;692;p29"/>
          <p:cNvSpPr txBox="1"/>
          <p:nvPr/>
        </p:nvSpPr>
        <p:spPr>
          <a:xfrm>
            <a:off x="8682037" y="5864225"/>
            <a:ext cx="99853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2005</a:t>
            </a:r>
            <a:endParaRPr/>
          </a:p>
        </p:txBody>
      </p:sp>
      <p:sp>
        <p:nvSpPr>
          <p:cNvPr id="693" name="Google Shape;693;p29"/>
          <p:cNvSpPr txBox="1"/>
          <p:nvPr/>
        </p:nvSpPr>
        <p:spPr>
          <a:xfrm>
            <a:off x="10548937" y="5864225"/>
            <a:ext cx="798512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201</a:t>
            </a:r>
            <a:endParaRPr/>
          </a:p>
        </p:txBody>
      </p:sp>
      <p:sp>
        <p:nvSpPr>
          <p:cNvPr id="694" name="Google Shape;694;p29"/>
          <p:cNvSpPr txBox="1"/>
          <p:nvPr/>
        </p:nvSpPr>
        <p:spPr>
          <a:xfrm>
            <a:off x="11155362" y="5864225"/>
            <a:ext cx="395287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800"/>
              <a:buFont typeface="PT Sans"/>
              <a:buNone/>
            </a:pPr>
            <a:r>
              <a:rPr lang="en-US" sz="28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7</a:t>
            </a:r>
            <a:endParaRPr/>
          </a:p>
        </p:txBody>
      </p:sp>
      <p:sp>
        <p:nvSpPr>
          <p:cNvPr id="695" name="Google Shape;695;p29"/>
          <p:cNvSpPr txBox="1"/>
          <p:nvPr/>
        </p:nvSpPr>
        <p:spPr>
          <a:xfrm>
            <a:off x="619125" y="4210050"/>
            <a:ext cx="852487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900"/>
              <a:buFont typeface="PT Sans"/>
              <a:buNone/>
            </a:pPr>
            <a:r>
              <a:rPr lang="en-US" sz="29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500</a:t>
            </a:r>
            <a:endParaRPr/>
          </a:p>
        </p:txBody>
      </p:sp>
      <p:sp>
        <p:nvSpPr>
          <p:cNvPr id="696" name="Google Shape;696;p29"/>
          <p:cNvSpPr txBox="1"/>
          <p:nvPr/>
        </p:nvSpPr>
        <p:spPr>
          <a:xfrm>
            <a:off x="412750" y="3111500"/>
            <a:ext cx="1065212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900"/>
              <a:buFont typeface="PT Sans"/>
              <a:buNone/>
            </a:pPr>
            <a:r>
              <a:rPr lang="en-US" sz="29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1000</a:t>
            </a:r>
            <a:endParaRPr/>
          </a:p>
        </p:txBody>
      </p:sp>
      <p:sp>
        <p:nvSpPr>
          <p:cNvPr id="697" name="Google Shape;697;p29"/>
          <p:cNvSpPr txBox="1"/>
          <p:nvPr/>
        </p:nvSpPr>
        <p:spPr>
          <a:xfrm>
            <a:off x="412750" y="2006600"/>
            <a:ext cx="1065212" cy="595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3838"/>
              </a:buClr>
              <a:buSzPts val="2900"/>
              <a:buFont typeface="PT Sans"/>
              <a:buNone/>
            </a:pPr>
            <a:r>
              <a:rPr lang="en-US" sz="2900" b="1" i="0" u="none">
                <a:solidFill>
                  <a:srgbClr val="383838"/>
                </a:solidFill>
                <a:latin typeface="PT Sans"/>
                <a:ea typeface="PT Sans"/>
                <a:cs typeface="PT Sans"/>
                <a:sym typeface="PT Sans"/>
              </a:rPr>
              <a:t>1500</a:t>
            </a:r>
            <a:endParaRPr/>
          </a:p>
        </p:txBody>
      </p:sp>
      <p:sp>
        <p:nvSpPr>
          <p:cNvPr id="698" name="Google Shape;698;p29"/>
          <p:cNvSpPr/>
          <p:nvPr/>
        </p:nvSpPr>
        <p:spPr>
          <a:xfrm>
            <a:off x="1674812" y="2516187"/>
            <a:ext cx="9277350" cy="3087687"/>
          </a:xfrm>
          <a:custGeom>
            <a:avLst/>
            <a:gdLst/>
            <a:ahLst/>
            <a:cxnLst/>
            <a:rect l="l" t="t" r="r" b="b"/>
            <a:pathLst>
              <a:path w="2603" h="866" extrusionOk="0">
                <a:moveTo>
                  <a:pt x="0" y="445"/>
                </a:moveTo>
                <a:cubicBezTo>
                  <a:pt x="298" y="227"/>
                  <a:pt x="298" y="227"/>
                  <a:pt x="298" y="227"/>
                </a:cubicBezTo>
                <a:cubicBezTo>
                  <a:pt x="382" y="166"/>
                  <a:pt x="490" y="144"/>
                  <a:pt x="588" y="176"/>
                </a:cubicBezTo>
                <a:cubicBezTo>
                  <a:pt x="593" y="178"/>
                  <a:pt x="598" y="179"/>
                  <a:pt x="603" y="181"/>
                </a:cubicBezTo>
                <a:cubicBezTo>
                  <a:pt x="604" y="181"/>
                  <a:pt x="604" y="182"/>
                  <a:pt x="605" y="182"/>
                </a:cubicBezTo>
                <a:cubicBezTo>
                  <a:pt x="833" y="269"/>
                  <a:pt x="833" y="269"/>
                  <a:pt x="833" y="269"/>
                </a:cubicBezTo>
                <a:cubicBezTo>
                  <a:pt x="962" y="317"/>
                  <a:pt x="1107" y="298"/>
                  <a:pt x="1218" y="216"/>
                </a:cubicBezTo>
                <a:cubicBezTo>
                  <a:pt x="1369" y="104"/>
                  <a:pt x="1369" y="104"/>
                  <a:pt x="1369" y="104"/>
                </a:cubicBezTo>
                <a:cubicBezTo>
                  <a:pt x="1488" y="16"/>
                  <a:pt x="1644" y="0"/>
                  <a:pt x="1778" y="61"/>
                </a:cubicBezTo>
                <a:cubicBezTo>
                  <a:pt x="1974" y="150"/>
                  <a:pt x="1974" y="150"/>
                  <a:pt x="1974" y="150"/>
                </a:cubicBezTo>
                <a:cubicBezTo>
                  <a:pt x="1983" y="154"/>
                  <a:pt x="1992" y="158"/>
                  <a:pt x="2002" y="162"/>
                </a:cubicBezTo>
                <a:cubicBezTo>
                  <a:pt x="2098" y="201"/>
                  <a:pt x="2204" y="208"/>
                  <a:pt x="2305" y="185"/>
                </a:cubicBezTo>
                <a:cubicBezTo>
                  <a:pt x="2603" y="117"/>
                  <a:pt x="2603" y="117"/>
                  <a:pt x="2603" y="117"/>
                </a:cubicBezTo>
                <a:cubicBezTo>
                  <a:pt x="2603" y="866"/>
                  <a:pt x="2603" y="866"/>
                  <a:pt x="2603" y="866"/>
                </a:cubicBezTo>
                <a:cubicBezTo>
                  <a:pt x="0" y="866"/>
                  <a:pt x="0" y="866"/>
                  <a:pt x="0" y="866"/>
                </a:cubicBezTo>
                <a:lnTo>
                  <a:pt x="0" y="445"/>
                </a:ln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29"/>
          <p:cNvSpPr txBox="1"/>
          <p:nvPr/>
        </p:nvSpPr>
        <p:spPr>
          <a:xfrm>
            <a:off x="1593850" y="484187"/>
            <a:ext cx="9478962" cy="12620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8200"/>
              <a:buFont typeface="Montserrat"/>
              <a:buNone/>
            </a:pPr>
            <a:r>
              <a:rPr lang="en-US" sz="8200" b="1" dirty="0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SU TÍTULO </a:t>
            </a:r>
            <a:r>
              <a:rPr lang="en-US" sz="8200" b="1" i="0" u="none" dirty="0">
                <a:solidFill>
                  <a:srgbClr val="303030"/>
                </a:solidFill>
                <a:latin typeface="Montserrat"/>
                <a:ea typeface="Montserrat"/>
                <a:cs typeface="Montserrat"/>
                <a:sym typeface="Montserrat"/>
              </a:rPr>
              <a:t>AQUÍ</a:t>
            </a:r>
            <a:endParaRPr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30"/>
          <p:cNvSpPr txBox="1"/>
          <p:nvPr/>
        </p:nvSpPr>
        <p:spPr>
          <a:xfrm>
            <a:off x="1878012" y="2401887"/>
            <a:ext cx="169227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05" name="Google Shape;705;p30"/>
          <p:cNvSpPr txBox="1"/>
          <p:nvPr/>
        </p:nvSpPr>
        <p:spPr>
          <a:xfrm>
            <a:off x="8628062" y="2398712"/>
            <a:ext cx="1692275" cy="955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06" name="Google Shape;706;p30"/>
          <p:cNvSpPr/>
          <p:nvPr/>
        </p:nvSpPr>
        <p:spPr>
          <a:xfrm>
            <a:off x="4991100" y="2346325"/>
            <a:ext cx="2678112" cy="3138487"/>
          </a:xfrm>
          <a:custGeom>
            <a:avLst/>
            <a:gdLst/>
            <a:ahLst/>
            <a:cxnLst/>
            <a:rect l="l" t="t" r="r" b="b"/>
            <a:pathLst>
              <a:path w="681" h="798" extrusionOk="0">
                <a:moveTo>
                  <a:pt x="282" y="0"/>
                </a:moveTo>
                <a:cubicBezTo>
                  <a:pt x="503" y="0"/>
                  <a:pt x="681" y="178"/>
                  <a:pt x="681" y="399"/>
                </a:cubicBezTo>
                <a:cubicBezTo>
                  <a:pt x="681" y="620"/>
                  <a:pt x="503" y="798"/>
                  <a:pt x="282" y="798"/>
                </a:cubicBezTo>
                <a:cubicBezTo>
                  <a:pt x="172" y="798"/>
                  <a:pt x="72" y="754"/>
                  <a:pt x="0" y="681"/>
                </a:cubicBezTo>
              </a:path>
            </a:pathLst>
          </a:custGeom>
          <a:noFill/>
          <a:ln w="373050" cap="rnd" cmpd="sng">
            <a:solidFill>
              <a:srgbClr val="FF912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0"/>
          <p:cNvSpPr/>
          <p:nvPr/>
        </p:nvSpPr>
        <p:spPr>
          <a:xfrm>
            <a:off x="6100762" y="2846387"/>
            <a:ext cx="1068387" cy="2139950"/>
          </a:xfrm>
          <a:custGeom>
            <a:avLst/>
            <a:gdLst/>
            <a:ahLst/>
            <a:cxnLst/>
            <a:rect l="l" t="t" r="r" b="b"/>
            <a:pathLst>
              <a:path w="272" h="544" extrusionOk="0">
                <a:moveTo>
                  <a:pt x="0" y="0"/>
                </a:moveTo>
                <a:cubicBezTo>
                  <a:pt x="150" y="0"/>
                  <a:pt x="272" y="122"/>
                  <a:pt x="272" y="272"/>
                </a:cubicBezTo>
                <a:cubicBezTo>
                  <a:pt x="272" y="422"/>
                  <a:pt x="150" y="544"/>
                  <a:pt x="0" y="544"/>
                </a:cubicBezTo>
              </a:path>
            </a:pathLst>
          </a:custGeom>
          <a:noFill/>
          <a:ln w="373050" cap="rnd" cmpd="sng">
            <a:solidFill>
              <a:srgbClr val="E2495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0"/>
          <p:cNvSpPr/>
          <p:nvPr/>
        </p:nvSpPr>
        <p:spPr>
          <a:xfrm>
            <a:off x="6100762" y="3328987"/>
            <a:ext cx="584200" cy="587375"/>
          </a:xfrm>
          <a:custGeom>
            <a:avLst/>
            <a:gdLst/>
            <a:ahLst/>
            <a:cxnLst/>
            <a:rect l="l" t="t" r="r" b="b"/>
            <a:pathLst>
              <a:path w="149" h="149" extrusionOk="0">
                <a:moveTo>
                  <a:pt x="0" y="0"/>
                </a:moveTo>
                <a:cubicBezTo>
                  <a:pt x="82" y="0"/>
                  <a:pt x="149" y="67"/>
                  <a:pt x="149" y="149"/>
                </a:cubicBezTo>
              </a:path>
            </a:pathLst>
          </a:custGeom>
          <a:noFill/>
          <a:ln w="373050" cap="rnd" cmpd="sng">
            <a:solidFill>
              <a:srgbClr val="8C103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30"/>
          <p:cNvSpPr/>
          <p:nvPr/>
        </p:nvSpPr>
        <p:spPr>
          <a:xfrm>
            <a:off x="4032250" y="1846262"/>
            <a:ext cx="4135437" cy="4138612"/>
          </a:xfrm>
          <a:custGeom>
            <a:avLst/>
            <a:gdLst/>
            <a:ahLst/>
            <a:cxnLst/>
            <a:rect l="l" t="t" r="r" b="b"/>
            <a:pathLst>
              <a:path w="1052" h="1052" extrusionOk="0">
                <a:moveTo>
                  <a:pt x="526" y="0"/>
                </a:moveTo>
                <a:cubicBezTo>
                  <a:pt x="817" y="0"/>
                  <a:pt x="1052" y="235"/>
                  <a:pt x="1052" y="526"/>
                </a:cubicBezTo>
                <a:cubicBezTo>
                  <a:pt x="1052" y="817"/>
                  <a:pt x="817" y="1052"/>
                  <a:pt x="526" y="1052"/>
                </a:cubicBezTo>
                <a:cubicBezTo>
                  <a:pt x="235" y="1052"/>
                  <a:pt x="0" y="817"/>
                  <a:pt x="0" y="526"/>
                </a:cubicBezTo>
              </a:path>
            </a:pathLst>
          </a:custGeom>
          <a:noFill/>
          <a:ln w="373050" cap="rnd" cmpd="sng">
            <a:solidFill>
              <a:srgbClr val="FFC7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30"/>
          <p:cNvSpPr txBox="1"/>
          <p:nvPr/>
        </p:nvSpPr>
        <p:spPr>
          <a:xfrm>
            <a:off x="5235575" y="3132137"/>
            <a:ext cx="76200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Open Sans SemiBold"/>
              <a:buNone/>
            </a:pPr>
            <a:r>
              <a:rPr lang="en-US" sz="2200" b="1" i="0" u="none">
                <a:solidFill>
                  <a:srgbClr val="1E1E1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25%</a:t>
            </a:r>
            <a:endParaRPr/>
          </a:p>
        </p:txBody>
      </p:sp>
      <p:sp>
        <p:nvSpPr>
          <p:cNvPr id="711" name="Google Shape;711;p30"/>
          <p:cNvSpPr txBox="1"/>
          <p:nvPr/>
        </p:nvSpPr>
        <p:spPr>
          <a:xfrm>
            <a:off x="5235575" y="2644775"/>
            <a:ext cx="76200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Open Sans SemiBold"/>
              <a:buNone/>
            </a:pPr>
            <a:r>
              <a:rPr lang="en-US" sz="2200" b="1" i="0" u="none">
                <a:solidFill>
                  <a:srgbClr val="1E1E1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50%</a:t>
            </a:r>
            <a:endParaRPr/>
          </a:p>
        </p:txBody>
      </p:sp>
      <p:sp>
        <p:nvSpPr>
          <p:cNvPr id="712" name="Google Shape;712;p30"/>
          <p:cNvSpPr txBox="1"/>
          <p:nvPr/>
        </p:nvSpPr>
        <p:spPr>
          <a:xfrm>
            <a:off x="5235575" y="2152650"/>
            <a:ext cx="76200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Open Sans SemiBold"/>
              <a:buNone/>
            </a:pPr>
            <a:r>
              <a:rPr lang="en-US" sz="2200" b="1" i="0" u="none">
                <a:solidFill>
                  <a:srgbClr val="1E1E1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62%</a:t>
            </a:r>
            <a:endParaRPr/>
          </a:p>
        </p:txBody>
      </p:sp>
      <p:sp>
        <p:nvSpPr>
          <p:cNvPr id="713" name="Google Shape;713;p30"/>
          <p:cNvSpPr txBox="1"/>
          <p:nvPr/>
        </p:nvSpPr>
        <p:spPr>
          <a:xfrm>
            <a:off x="5235575" y="1660525"/>
            <a:ext cx="762000" cy="48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2200"/>
              <a:buFont typeface="Open Sans SemiBold"/>
              <a:buNone/>
            </a:pPr>
            <a:r>
              <a:rPr lang="en-US" sz="2200" b="1" i="0" u="none">
                <a:solidFill>
                  <a:srgbClr val="1E1E1E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75%</a:t>
            </a:r>
            <a:endParaRPr/>
          </a:p>
        </p:txBody>
      </p:sp>
      <p:sp>
        <p:nvSpPr>
          <p:cNvPr id="714" name="Google Shape;714;p30"/>
          <p:cNvSpPr txBox="1"/>
          <p:nvPr/>
        </p:nvSpPr>
        <p:spPr>
          <a:xfrm>
            <a:off x="375138" y="304800"/>
            <a:ext cx="11453447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6000"/>
              <a:buFont typeface="Montserrat"/>
              <a:buNone/>
            </a:pPr>
            <a:r>
              <a:rPr lang="en-US" sz="6000" b="0" i="0" u="none" dirty="0">
                <a:solidFill>
                  <a:srgbClr val="232323"/>
                </a:solidFill>
                <a:latin typeface="Montserrat"/>
                <a:ea typeface="Montserrat"/>
                <a:cs typeface="Montserrat"/>
                <a:sym typeface="Montserrat"/>
              </a:rPr>
              <a:t>ESTRUCTURA DEL MERCADO</a:t>
            </a:r>
            <a:endParaRPr dirty="0"/>
          </a:p>
        </p:txBody>
      </p:sp>
      <p:sp>
        <p:nvSpPr>
          <p:cNvPr id="715" name="Google Shape;715;p30"/>
          <p:cNvSpPr/>
          <p:nvPr/>
        </p:nvSpPr>
        <p:spPr>
          <a:xfrm>
            <a:off x="557212" y="4651375"/>
            <a:ext cx="1120775" cy="1117600"/>
          </a:xfrm>
          <a:prstGeom prst="ellipse">
            <a:avLst/>
          </a:pr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30"/>
          <p:cNvSpPr/>
          <p:nvPr/>
        </p:nvSpPr>
        <p:spPr>
          <a:xfrm>
            <a:off x="10521950" y="2106612"/>
            <a:ext cx="1120775" cy="1116012"/>
          </a:xfrm>
          <a:prstGeom prst="ellipse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30"/>
          <p:cNvSpPr/>
          <p:nvPr/>
        </p:nvSpPr>
        <p:spPr>
          <a:xfrm>
            <a:off x="10521950" y="4662487"/>
            <a:ext cx="1120775" cy="1117600"/>
          </a:xfrm>
          <a:prstGeom prst="ellipse">
            <a:avLst/>
          </a:pr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30"/>
          <p:cNvSpPr/>
          <p:nvPr/>
        </p:nvSpPr>
        <p:spPr>
          <a:xfrm>
            <a:off x="557212" y="2141537"/>
            <a:ext cx="1120775" cy="1117600"/>
          </a:xfrm>
          <a:prstGeom prst="ellipse">
            <a:avLst/>
          </a:prstGeom>
          <a:solidFill>
            <a:srgbClr val="FFC7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30"/>
          <p:cNvSpPr txBox="1"/>
          <p:nvPr/>
        </p:nvSpPr>
        <p:spPr>
          <a:xfrm>
            <a:off x="1965325" y="4518025"/>
            <a:ext cx="12811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2700"/>
              <a:buFont typeface="Open Sans SemiBold"/>
              <a:buNone/>
            </a:pPr>
            <a:r>
              <a:rPr lang="en-US" sz="2700" b="1" i="0" u="none" dirty="0" err="1">
                <a:solidFill>
                  <a:srgbClr val="FF91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</a:t>
            </a:r>
            <a:r>
              <a:rPr lang="en-US" sz="2700" b="1" i="0" u="none" dirty="0">
                <a:solidFill>
                  <a:srgbClr val="FF91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B</a:t>
            </a:r>
            <a:endParaRPr dirty="0"/>
          </a:p>
        </p:txBody>
      </p:sp>
      <p:sp>
        <p:nvSpPr>
          <p:cNvPr id="720" name="Google Shape;720;p30"/>
          <p:cNvSpPr txBox="1"/>
          <p:nvPr/>
        </p:nvSpPr>
        <p:spPr>
          <a:xfrm>
            <a:off x="9209087" y="2024062"/>
            <a:ext cx="1273175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700"/>
              <a:buFont typeface="Open Sans SemiBold"/>
              <a:buNone/>
            </a:pPr>
            <a:r>
              <a:rPr lang="en-US" sz="2700" b="1" i="0" u="none" dirty="0" err="1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</a:t>
            </a:r>
            <a:r>
              <a:rPr lang="en-US" sz="27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C</a:t>
            </a:r>
            <a:endParaRPr dirty="0"/>
          </a:p>
        </p:txBody>
      </p:sp>
      <p:sp>
        <p:nvSpPr>
          <p:cNvPr id="721" name="Google Shape;721;p30"/>
          <p:cNvSpPr txBox="1"/>
          <p:nvPr/>
        </p:nvSpPr>
        <p:spPr>
          <a:xfrm>
            <a:off x="9177337" y="4529137"/>
            <a:ext cx="1309687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700"/>
              <a:buFont typeface="Open Sans SemiBold"/>
              <a:buNone/>
            </a:pPr>
            <a:r>
              <a:rPr lang="en-US" sz="2700" b="1" i="0" u="none" dirty="0" err="1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</a:t>
            </a:r>
            <a:r>
              <a:rPr lang="en-US" sz="2700" b="1" i="0" u="none" dirty="0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D</a:t>
            </a:r>
            <a:endParaRPr dirty="0"/>
          </a:p>
        </p:txBody>
      </p:sp>
      <p:sp>
        <p:nvSpPr>
          <p:cNvPr id="722" name="Google Shape;722;p30"/>
          <p:cNvSpPr txBox="1"/>
          <p:nvPr/>
        </p:nvSpPr>
        <p:spPr>
          <a:xfrm>
            <a:off x="1965325" y="2011362"/>
            <a:ext cx="1281112" cy="58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5A700"/>
              </a:buClr>
              <a:buSzPts val="2700"/>
              <a:buFont typeface="Open Sans SemiBold"/>
              <a:buNone/>
            </a:pPr>
            <a:r>
              <a:rPr lang="en-US" sz="2700" b="1" i="0" u="none" dirty="0" err="1">
                <a:solidFill>
                  <a:srgbClr val="F5A7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Título</a:t>
            </a:r>
            <a:r>
              <a:rPr lang="en-US" sz="2700" b="1" i="0" u="none" dirty="0">
                <a:solidFill>
                  <a:srgbClr val="F5A7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 A</a:t>
            </a:r>
            <a:endParaRPr dirty="0"/>
          </a:p>
        </p:txBody>
      </p:sp>
      <p:sp>
        <p:nvSpPr>
          <p:cNvPr id="723" name="Google Shape;723;p30"/>
          <p:cNvSpPr/>
          <p:nvPr/>
        </p:nvSpPr>
        <p:spPr>
          <a:xfrm>
            <a:off x="10609262" y="2401887"/>
            <a:ext cx="946150" cy="474662"/>
          </a:xfrm>
          <a:custGeom>
            <a:avLst/>
            <a:gdLst/>
            <a:ahLst/>
            <a:cxnLst/>
            <a:rect l="l" t="t" r="r" b="b"/>
            <a:pathLst>
              <a:path w="241" h="121" extrusionOk="0">
                <a:moveTo>
                  <a:pt x="123" y="121"/>
                </a:moveTo>
                <a:cubicBezTo>
                  <a:pt x="109" y="121"/>
                  <a:pt x="97" y="121"/>
                  <a:pt x="86" y="118"/>
                </a:cubicBezTo>
                <a:cubicBezTo>
                  <a:pt x="82" y="117"/>
                  <a:pt x="78" y="116"/>
                  <a:pt x="75" y="114"/>
                </a:cubicBezTo>
                <a:cubicBezTo>
                  <a:pt x="68" y="111"/>
                  <a:pt x="66" y="107"/>
                  <a:pt x="66" y="104"/>
                </a:cubicBezTo>
                <a:cubicBezTo>
                  <a:pt x="65" y="99"/>
                  <a:pt x="67" y="95"/>
                  <a:pt x="70" y="92"/>
                </a:cubicBezTo>
                <a:cubicBezTo>
                  <a:pt x="76" y="86"/>
                  <a:pt x="82" y="82"/>
                  <a:pt x="92" y="77"/>
                </a:cubicBezTo>
                <a:cubicBezTo>
                  <a:pt x="94" y="76"/>
                  <a:pt x="97" y="75"/>
                  <a:pt x="100" y="74"/>
                </a:cubicBezTo>
                <a:cubicBezTo>
                  <a:pt x="102" y="73"/>
                  <a:pt x="102" y="73"/>
                  <a:pt x="102" y="73"/>
                </a:cubicBezTo>
                <a:cubicBezTo>
                  <a:pt x="104" y="72"/>
                  <a:pt x="106" y="71"/>
                  <a:pt x="106" y="69"/>
                </a:cubicBezTo>
                <a:cubicBezTo>
                  <a:pt x="106" y="68"/>
                  <a:pt x="106" y="66"/>
                  <a:pt x="104" y="65"/>
                </a:cubicBezTo>
                <a:cubicBezTo>
                  <a:pt x="95" y="55"/>
                  <a:pt x="90" y="43"/>
                  <a:pt x="91" y="28"/>
                </a:cubicBezTo>
                <a:cubicBezTo>
                  <a:pt x="91" y="14"/>
                  <a:pt x="99" y="5"/>
                  <a:pt x="114" y="1"/>
                </a:cubicBezTo>
                <a:cubicBezTo>
                  <a:pt x="117" y="0"/>
                  <a:pt x="120" y="0"/>
                  <a:pt x="123" y="0"/>
                </a:cubicBezTo>
                <a:cubicBezTo>
                  <a:pt x="126" y="0"/>
                  <a:pt x="129" y="0"/>
                  <a:pt x="132" y="1"/>
                </a:cubicBezTo>
                <a:cubicBezTo>
                  <a:pt x="147" y="5"/>
                  <a:pt x="155" y="14"/>
                  <a:pt x="155" y="28"/>
                </a:cubicBezTo>
                <a:cubicBezTo>
                  <a:pt x="156" y="43"/>
                  <a:pt x="151" y="55"/>
                  <a:pt x="142" y="65"/>
                </a:cubicBezTo>
                <a:cubicBezTo>
                  <a:pt x="140" y="66"/>
                  <a:pt x="140" y="68"/>
                  <a:pt x="140" y="69"/>
                </a:cubicBezTo>
                <a:cubicBezTo>
                  <a:pt x="140" y="71"/>
                  <a:pt x="142" y="72"/>
                  <a:pt x="144" y="73"/>
                </a:cubicBezTo>
                <a:cubicBezTo>
                  <a:pt x="146" y="74"/>
                  <a:pt x="146" y="74"/>
                  <a:pt x="146" y="74"/>
                </a:cubicBezTo>
                <a:cubicBezTo>
                  <a:pt x="149" y="75"/>
                  <a:pt x="152" y="76"/>
                  <a:pt x="154" y="77"/>
                </a:cubicBezTo>
                <a:cubicBezTo>
                  <a:pt x="164" y="82"/>
                  <a:pt x="170" y="86"/>
                  <a:pt x="176" y="92"/>
                </a:cubicBezTo>
                <a:cubicBezTo>
                  <a:pt x="179" y="94"/>
                  <a:pt x="180" y="99"/>
                  <a:pt x="179" y="104"/>
                </a:cubicBezTo>
                <a:cubicBezTo>
                  <a:pt x="179" y="108"/>
                  <a:pt x="176" y="112"/>
                  <a:pt x="171" y="114"/>
                </a:cubicBezTo>
                <a:cubicBezTo>
                  <a:pt x="171" y="114"/>
                  <a:pt x="171" y="114"/>
                  <a:pt x="171" y="114"/>
                </a:cubicBezTo>
                <a:cubicBezTo>
                  <a:pt x="168" y="116"/>
                  <a:pt x="164" y="117"/>
                  <a:pt x="160" y="118"/>
                </a:cubicBezTo>
                <a:cubicBezTo>
                  <a:pt x="149" y="121"/>
                  <a:pt x="137" y="121"/>
                  <a:pt x="123" y="121"/>
                </a:cubicBezTo>
                <a:close/>
                <a:moveTo>
                  <a:pt x="123" y="6"/>
                </a:moveTo>
                <a:cubicBezTo>
                  <a:pt x="121" y="6"/>
                  <a:pt x="118" y="7"/>
                  <a:pt x="116" y="7"/>
                </a:cubicBezTo>
                <a:cubicBezTo>
                  <a:pt x="104" y="10"/>
                  <a:pt x="98" y="17"/>
                  <a:pt x="97" y="28"/>
                </a:cubicBezTo>
                <a:cubicBezTo>
                  <a:pt x="97" y="41"/>
                  <a:pt x="101" y="52"/>
                  <a:pt x="109" y="60"/>
                </a:cubicBezTo>
                <a:cubicBezTo>
                  <a:pt x="112" y="63"/>
                  <a:pt x="113" y="67"/>
                  <a:pt x="112" y="71"/>
                </a:cubicBezTo>
                <a:cubicBezTo>
                  <a:pt x="112" y="74"/>
                  <a:pt x="109" y="78"/>
                  <a:pt x="104" y="79"/>
                </a:cubicBezTo>
                <a:cubicBezTo>
                  <a:pt x="102" y="80"/>
                  <a:pt x="102" y="80"/>
                  <a:pt x="102" y="80"/>
                </a:cubicBezTo>
                <a:cubicBezTo>
                  <a:pt x="100" y="81"/>
                  <a:pt x="97" y="82"/>
                  <a:pt x="94" y="83"/>
                </a:cubicBezTo>
                <a:cubicBezTo>
                  <a:pt x="86" y="87"/>
                  <a:pt x="80" y="91"/>
                  <a:pt x="75" y="96"/>
                </a:cubicBezTo>
                <a:cubicBezTo>
                  <a:pt x="73" y="98"/>
                  <a:pt x="72" y="100"/>
                  <a:pt x="72" y="102"/>
                </a:cubicBezTo>
                <a:cubicBezTo>
                  <a:pt x="73" y="105"/>
                  <a:pt x="75" y="107"/>
                  <a:pt x="78" y="108"/>
                </a:cubicBezTo>
                <a:cubicBezTo>
                  <a:pt x="81" y="110"/>
                  <a:pt x="84" y="111"/>
                  <a:pt x="87" y="112"/>
                </a:cubicBezTo>
                <a:cubicBezTo>
                  <a:pt x="98" y="114"/>
                  <a:pt x="110" y="115"/>
                  <a:pt x="123" y="115"/>
                </a:cubicBezTo>
                <a:cubicBezTo>
                  <a:pt x="136" y="115"/>
                  <a:pt x="148" y="114"/>
                  <a:pt x="159" y="112"/>
                </a:cubicBezTo>
                <a:cubicBezTo>
                  <a:pt x="162" y="111"/>
                  <a:pt x="165" y="110"/>
                  <a:pt x="168" y="108"/>
                </a:cubicBezTo>
                <a:cubicBezTo>
                  <a:pt x="171" y="107"/>
                  <a:pt x="172" y="105"/>
                  <a:pt x="173" y="103"/>
                </a:cubicBezTo>
                <a:cubicBezTo>
                  <a:pt x="173" y="100"/>
                  <a:pt x="172" y="97"/>
                  <a:pt x="171" y="96"/>
                </a:cubicBezTo>
                <a:cubicBezTo>
                  <a:pt x="166" y="91"/>
                  <a:pt x="160" y="87"/>
                  <a:pt x="152" y="83"/>
                </a:cubicBezTo>
                <a:cubicBezTo>
                  <a:pt x="149" y="82"/>
                  <a:pt x="146" y="81"/>
                  <a:pt x="144" y="80"/>
                </a:cubicBezTo>
                <a:cubicBezTo>
                  <a:pt x="142" y="79"/>
                  <a:pt x="142" y="79"/>
                  <a:pt x="142" y="79"/>
                </a:cubicBezTo>
                <a:cubicBezTo>
                  <a:pt x="137" y="78"/>
                  <a:pt x="134" y="74"/>
                  <a:pt x="134" y="70"/>
                </a:cubicBezTo>
                <a:cubicBezTo>
                  <a:pt x="133" y="67"/>
                  <a:pt x="134" y="63"/>
                  <a:pt x="137" y="60"/>
                </a:cubicBezTo>
                <a:cubicBezTo>
                  <a:pt x="145" y="52"/>
                  <a:pt x="149" y="41"/>
                  <a:pt x="149" y="28"/>
                </a:cubicBezTo>
                <a:cubicBezTo>
                  <a:pt x="148" y="17"/>
                  <a:pt x="142" y="10"/>
                  <a:pt x="130" y="7"/>
                </a:cubicBezTo>
                <a:cubicBezTo>
                  <a:pt x="128" y="7"/>
                  <a:pt x="125" y="6"/>
                  <a:pt x="123" y="6"/>
                </a:cubicBezTo>
                <a:close/>
                <a:moveTo>
                  <a:pt x="169" y="111"/>
                </a:moveTo>
                <a:cubicBezTo>
                  <a:pt x="169" y="111"/>
                  <a:pt x="169" y="111"/>
                  <a:pt x="169" y="111"/>
                </a:cubicBezTo>
                <a:close/>
                <a:moveTo>
                  <a:pt x="200" y="121"/>
                </a:moveTo>
                <a:cubicBezTo>
                  <a:pt x="198" y="121"/>
                  <a:pt x="198" y="121"/>
                  <a:pt x="198" y="121"/>
                </a:cubicBezTo>
                <a:cubicBezTo>
                  <a:pt x="191" y="121"/>
                  <a:pt x="189" y="121"/>
                  <a:pt x="182" y="120"/>
                </a:cubicBezTo>
                <a:cubicBezTo>
                  <a:pt x="180" y="120"/>
                  <a:pt x="179" y="119"/>
                  <a:pt x="179" y="117"/>
                </a:cubicBezTo>
                <a:cubicBezTo>
                  <a:pt x="180" y="115"/>
                  <a:pt x="181" y="114"/>
                  <a:pt x="183" y="114"/>
                </a:cubicBezTo>
                <a:cubicBezTo>
                  <a:pt x="190" y="115"/>
                  <a:pt x="192" y="115"/>
                  <a:pt x="198" y="115"/>
                </a:cubicBezTo>
                <a:cubicBezTo>
                  <a:pt x="200" y="115"/>
                  <a:pt x="200" y="115"/>
                  <a:pt x="200" y="115"/>
                </a:cubicBezTo>
                <a:cubicBezTo>
                  <a:pt x="209" y="115"/>
                  <a:pt x="217" y="114"/>
                  <a:pt x="225" y="113"/>
                </a:cubicBezTo>
                <a:cubicBezTo>
                  <a:pt x="227" y="112"/>
                  <a:pt x="229" y="111"/>
                  <a:pt x="231" y="110"/>
                </a:cubicBezTo>
                <a:cubicBezTo>
                  <a:pt x="232" y="110"/>
                  <a:pt x="233" y="109"/>
                  <a:pt x="234" y="107"/>
                </a:cubicBezTo>
                <a:cubicBezTo>
                  <a:pt x="234" y="106"/>
                  <a:pt x="233" y="104"/>
                  <a:pt x="233" y="104"/>
                </a:cubicBezTo>
                <a:cubicBezTo>
                  <a:pt x="230" y="100"/>
                  <a:pt x="225" y="98"/>
                  <a:pt x="219" y="95"/>
                </a:cubicBezTo>
                <a:cubicBezTo>
                  <a:pt x="218" y="94"/>
                  <a:pt x="216" y="93"/>
                  <a:pt x="214" y="93"/>
                </a:cubicBezTo>
                <a:cubicBezTo>
                  <a:pt x="213" y="92"/>
                  <a:pt x="213" y="92"/>
                  <a:pt x="213" y="92"/>
                </a:cubicBezTo>
                <a:cubicBezTo>
                  <a:pt x="209" y="91"/>
                  <a:pt x="207" y="88"/>
                  <a:pt x="206" y="85"/>
                </a:cubicBezTo>
                <a:cubicBezTo>
                  <a:pt x="206" y="82"/>
                  <a:pt x="207" y="79"/>
                  <a:pt x="209" y="77"/>
                </a:cubicBezTo>
                <a:cubicBezTo>
                  <a:pt x="215" y="72"/>
                  <a:pt x="217" y="65"/>
                  <a:pt x="217" y="56"/>
                </a:cubicBezTo>
                <a:cubicBezTo>
                  <a:pt x="217" y="48"/>
                  <a:pt x="213" y="44"/>
                  <a:pt x="205" y="42"/>
                </a:cubicBezTo>
                <a:cubicBezTo>
                  <a:pt x="203" y="42"/>
                  <a:pt x="202" y="41"/>
                  <a:pt x="200" y="41"/>
                </a:cubicBezTo>
                <a:cubicBezTo>
                  <a:pt x="198" y="41"/>
                  <a:pt x="197" y="42"/>
                  <a:pt x="195" y="42"/>
                </a:cubicBezTo>
                <a:cubicBezTo>
                  <a:pt x="187" y="44"/>
                  <a:pt x="183" y="48"/>
                  <a:pt x="183" y="56"/>
                </a:cubicBezTo>
                <a:cubicBezTo>
                  <a:pt x="183" y="64"/>
                  <a:pt x="185" y="71"/>
                  <a:pt x="191" y="77"/>
                </a:cubicBezTo>
                <a:cubicBezTo>
                  <a:pt x="194" y="80"/>
                  <a:pt x="195" y="83"/>
                  <a:pt x="194" y="86"/>
                </a:cubicBezTo>
                <a:cubicBezTo>
                  <a:pt x="194" y="88"/>
                  <a:pt x="192" y="90"/>
                  <a:pt x="189" y="92"/>
                </a:cubicBezTo>
                <a:cubicBezTo>
                  <a:pt x="188" y="92"/>
                  <a:pt x="188" y="92"/>
                  <a:pt x="188" y="92"/>
                </a:cubicBezTo>
                <a:cubicBezTo>
                  <a:pt x="186" y="92"/>
                  <a:pt x="184" y="92"/>
                  <a:pt x="184" y="90"/>
                </a:cubicBezTo>
                <a:cubicBezTo>
                  <a:pt x="183" y="88"/>
                  <a:pt x="184" y="86"/>
                  <a:pt x="186" y="86"/>
                </a:cubicBezTo>
                <a:cubicBezTo>
                  <a:pt x="186" y="85"/>
                  <a:pt x="186" y="85"/>
                  <a:pt x="186" y="85"/>
                </a:cubicBezTo>
                <a:cubicBezTo>
                  <a:pt x="187" y="85"/>
                  <a:pt x="188" y="85"/>
                  <a:pt x="188" y="84"/>
                </a:cubicBezTo>
                <a:cubicBezTo>
                  <a:pt x="188" y="84"/>
                  <a:pt x="187" y="83"/>
                  <a:pt x="186" y="82"/>
                </a:cubicBezTo>
                <a:cubicBezTo>
                  <a:pt x="179" y="75"/>
                  <a:pt x="176" y="66"/>
                  <a:pt x="176" y="55"/>
                </a:cubicBezTo>
                <a:cubicBezTo>
                  <a:pt x="177" y="48"/>
                  <a:pt x="180" y="39"/>
                  <a:pt x="194" y="36"/>
                </a:cubicBezTo>
                <a:cubicBezTo>
                  <a:pt x="196" y="35"/>
                  <a:pt x="198" y="35"/>
                  <a:pt x="200" y="35"/>
                </a:cubicBezTo>
                <a:cubicBezTo>
                  <a:pt x="202" y="35"/>
                  <a:pt x="204" y="35"/>
                  <a:pt x="206" y="36"/>
                </a:cubicBezTo>
                <a:cubicBezTo>
                  <a:pt x="220" y="39"/>
                  <a:pt x="223" y="48"/>
                  <a:pt x="224" y="55"/>
                </a:cubicBezTo>
                <a:cubicBezTo>
                  <a:pt x="224" y="66"/>
                  <a:pt x="221" y="75"/>
                  <a:pt x="214" y="82"/>
                </a:cubicBezTo>
                <a:cubicBezTo>
                  <a:pt x="213" y="82"/>
                  <a:pt x="213" y="83"/>
                  <a:pt x="213" y="84"/>
                </a:cubicBezTo>
                <a:cubicBezTo>
                  <a:pt x="213" y="85"/>
                  <a:pt x="214" y="85"/>
                  <a:pt x="215" y="86"/>
                </a:cubicBezTo>
                <a:cubicBezTo>
                  <a:pt x="216" y="86"/>
                  <a:pt x="216" y="86"/>
                  <a:pt x="216" y="86"/>
                </a:cubicBezTo>
                <a:cubicBezTo>
                  <a:pt x="218" y="87"/>
                  <a:pt x="220" y="88"/>
                  <a:pt x="222" y="89"/>
                </a:cubicBezTo>
                <a:cubicBezTo>
                  <a:pt x="229" y="92"/>
                  <a:pt x="234" y="95"/>
                  <a:pt x="237" y="99"/>
                </a:cubicBezTo>
                <a:cubicBezTo>
                  <a:pt x="240" y="101"/>
                  <a:pt x="241" y="105"/>
                  <a:pt x="240" y="108"/>
                </a:cubicBezTo>
                <a:cubicBezTo>
                  <a:pt x="240" y="112"/>
                  <a:pt x="237" y="115"/>
                  <a:pt x="234" y="116"/>
                </a:cubicBezTo>
                <a:cubicBezTo>
                  <a:pt x="231" y="118"/>
                  <a:pt x="229" y="118"/>
                  <a:pt x="226" y="119"/>
                </a:cubicBezTo>
                <a:cubicBezTo>
                  <a:pt x="218" y="121"/>
                  <a:pt x="210" y="121"/>
                  <a:pt x="200" y="121"/>
                </a:cubicBezTo>
                <a:close/>
                <a:moveTo>
                  <a:pt x="46" y="121"/>
                </a:moveTo>
                <a:cubicBezTo>
                  <a:pt x="35" y="121"/>
                  <a:pt x="26" y="121"/>
                  <a:pt x="17" y="119"/>
                </a:cubicBezTo>
                <a:cubicBezTo>
                  <a:pt x="14" y="118"/>
                  <a:pt x="11" y="117"/>
                  <a:pt x="8" y="116"/>
                </a:cubicBezTo>
                <a:cubicBezTo>
                  <a:pt x="4" y="114"/>
                  <a:pt x="1" y="111"/>
                  <a:pt x="1" y="107"/>
                </a:cubicBezTo>
                <a:cubicBezTo>
                  <a:pt x="0" y="104"/>
                  <a:pt x="1" y="100"/>
                  <a:pt x="4" y="97"/>
                </a:cubicBezTo>
                <a:cubicBezTo>
                  <a:pt x="9" y="93"/>
                  <a:pt x="14" y="89"/>
                  <a:pt x="21" y="86"/>
                </a:cubicBezTo>
                <a:cubicBezTo>
                  <a:pt x="23" y="85"/>
                  <a:pt x="25" y="84"/>
                  <a:pt x="27" y="83"/>
                </a:cubicBezTo>
                <a:cubicBezTo>
                  <a:pt x="29" y="83"/>
                  <a:pt x="29" y="83"/>
                  <a:pt x="29" y="83"/>
                </a:cubicBezTo>
                <a:cubicBezTo>
                  <a:pt x="30" y="82"/>
                  <a:pt x="31" y="81"/>
                  <a:pt x="32" y="80"/>
                </a:cubicBezTo>
                <a:cubicBezTo>
                  <a:pt x="32" y="79"/>
                  <a:pt x="31" y="78"/>
                  <a:pt x="31" y="78"/>
                </a:cubicBezTo>
                <a:cubicBezTo>
                  <a:pt x="23" y="70"/>
                  <a:pt x="19" y="60"/>
                  <a:pt x="20" y="49"/>
                </a:cubicBezTo>
                <a:cubicBezTo>
                  <a:pt x="20" y="41"/>
                  <a:pt x="24" y="31"/>
                  <a:pt x="39" y="27"/>
                </a:cubicBezTo>
                <a:cubicBezTo>
                  <a:pt x="41" y="27"/>
                  <a:pt x="43" y="26"/>
                  <a:pt x="46" y="26"/>
                </a:cubicBezTo>
                <a:cubicBezTo>
                  <a:pt x="48" y="26"/>
                  <a:pt x="50" y="27"/>
                  <a:pt x="52" y="27"/>
                </a:cubicBezTo>
                <a:cubicBezTo>
                  <a:pt x="67" y="31"/>
                  <a:pt x="71" y="41"/>
                  <a:pt x="71" y="49"/>
                </a:cubicBezTo>
                <a:cubicBezTo>
                  <a:pt x="72" y="60"/>
                  <a:pt x="68" y="70"/>
                  <a:pt x="60" y="78"/>
                </a:cubicBezTo>
                <a:cubicBezTo>
                  <a:pt x="60" y="78"/>
                  <a:pt x="59" y="79"/>
                  <a:pt x="59" y="80"/>
                </a:cubicBezTo>
                <a:cubicBezTo>
                  <a:pt x="60" y="81"/>
                  <a:pt x="61" y="82"/>
                  <a:pt x="62" y="83"/>
                </a:cubicBezTo>
                <a:cubicBezTo>
                  <a:pt x="64" y="83"/>
                  <a:pt x="64" y="83"/>
                  <a:pt x="64" y="83"/>
                </a:cubicBezTo>
                <a:cubicBezTo>
                  <a:pt x="65" y="84"/>
                  <a:pt x="66" y="86"/>
                  <a:pt x="66" y="88"/>
                </a:cubicBezTo>
                <a:cubicBezTo>
                  <a:pt x="65" y="89"/>
                  <a:pt x="63" y="90"/>
                  <a:pt x="61" y="90"/>
                </a:cubicBezTo>
                <a:cubicBezTo>
                  <a:pt x="60" y="89"/>
                  <a:pt x="60" y="89"/>
                  <a:pt x="60" y="89"/>
                </a:cubicBezTo>
                <a:cubicBezTo>
                  <a:pt x="56" y="88"/>
                  <a:pt x="54" y="85"/>
                  <a:pt x="53" y="82"/>
                </a:cubicBezTo>
                <a:cubicBezTo>
                  <a:pt x="52" y="79"/>
                  <a:pt x="53" y="75"/>
                  <a:pt x="56" y="73"/>
                </a:cubicBezTo>
                <a:cubicBezTo>
                  <a:pt x="62" y="67"/>
                  <a:pt x="65" y="59"/>
                  <a:pt x="65" y="49"/>
                </a:cubicBezTo>
                <a:cubicBezTo>
                  <a:pt x="64" y="41"/>
                  <a:pt x="60" y="36"/>
                  <a:pt x="51" y="34"/>
                </a:cubicBezTo>
                <a:cubicBezTo>
                  <a:pt x="49" y="33"/>
                  <a:pt x="47" y="33"/>
                  <a:pt x="46" y="33"/>
                </a:cubicBezTo>
                <a:cubicBezTo>
                  <a:pt x="44" y="33"/>
                  <a:pt x="42" y="33"/>
                  <a:pt x="40" y="34"/>
                </a:cubicBezTo>
                <a:cubicBezTo>
                  <a:pt x="31" y="36"/>
                  <a:pt x="27" y="41"/>
                  <a:pt x="26" y="49"/>
                </a:cubicBezTo>
                <a:cubicBezTo>
                  <a:pt x="26" y="59"/>
                  <a:pt x="29" y="67"/>
                  <a:pt x="35" y="73"/>
                </a:cubicBezTo>
                <a:cubicBezTo>
                  <a:pt x="38" y="75"/>
                  <a:pt x="39" y="79"/>
                  <a:pt x="38" y="82"/>
                </a:cubicBezTo>
                <a:cubicBezTo>
                  <a:pt x="37" y="85"/>
                  <a:pt x="35" y="88"/>
                  <a:pt x="32" y="89"/>
                </a:cubicBezTo>
                <a:cubicBezTo>
                  <a:pt x="30" y="90"/>
                  <a:pt x="30" y="90"/>
                  <a:pt x="30" y="90"/>
                </a:cubicBezTo>
                <a:cubicBezTo>
                  <a:pt x="28" y="90"/>
                  <a:pt x="26" y="91"/>
                  <a:pt x="24" y="92"/>
                </a:cubicBezTo>
                <a:cubicBezTo>
                  <a:pt x="17" y="95"/>
                  <a:pt x="13" y="98"/>
                  <a:pt x="9" y="102"/>
                </a:cubicBezTo>
                <a:cubicBezTo>
                  <a:pt x="8" y="103"/>
                  <a:pt x="7" y="105"/>
                  <a:pt x="7" y="106"/>
                </a:cubicBezTo>
                <a:cubicBezTo>
                  <a:pt x="8" y="107"/>
                  <a:pt x="9" y="109"/>
                  <a:pt x="11" y="110"/>
                </a:cubicBezTo>
                <a:cubicBezTo>
                  <a:pt x="13" y="111"/>
                  <a:pt x="16" y="112"/>
                  <a:pt x="18" y="112"/>
                </a:cubicBezTo>
                <a:cubicBezTo>
                  <a:pt x="27" y="114"/>
                  <a:pt x="35" y="115"/>
                  <a:pt x="46" y="115"/>
                </a:cubicBezTo>
                <a:cubicBezTo>
                  <a:pt x="52" y="115"/>
                  <a:pt x="57" y="115"/>
                  <a:pt x="62" y="114"/>
                </a:cubicBezTo>
                <a:cubicBezTo>
                  <a:pt x="64" y="114"/>
                  <a:pt x="65" y="115"/>
                  <a:pt x="65" y="117"/>
                </a:cubicBezTo>
                <a:cubicBezTo>
                  <a:pt x="66" y="119"/>
                  <a:pt x="64" y="121"/>
                  <a:pt x="62" y="121"/>
                </a:cubicBezTo>
                <a:cubicBezTo>
                  <a:pt x="57" y="121"/>
                  <a:pt x="52" y="121"/>
                  <a:pt x="46" y="1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30"/>
          <p:cNvSpPr/>
          <p:nvPr/>
        </p:nvSpPr>
        <p:spPr>
          <a:xfrm>
            <a:off x="793750" y="4899025"/>
            <a:ext cx="663575" cy="577850"/>
          </a:xfrm>
          <a:custGeom>
            <a:avLst/>
            <a:gdLst/>
            <a:ahLst/>
            <a:cxnLst/>
            <a:rect l="l" t="t" r="r" b="b"/>
            <a:pathLst>
              <a:path w="169" h="147" extrusionOk="0">
                <a:moveTo>
                  <a:pt x="149" y="147"/>
                </a:moveTo>
                <a:cubicBezTo>
                  <a:pt x="19" y="147"/>
                  <a:pt x="19" y="147"/>
                  <a:pt x="19" y="147"/>
                </a:cubicBezTo>
                <a:cubicBezTo>
                  <a:pt x="9" y="147"/>
                  <a:pt x="0" y="138"/>
                  <a:pt x="0" y="127"/>
                </a:cubicBezTo>
                <a:cubicBezTo>
                  <a:pt x="0" y="95"/>
                  <a:pt x="0" y="95"/>
                  <a:pt x="0" y="95"/>
                </a:cubicBezTo>
                <a:cubicBezTo>
                  <a:pt x="0" y="93"/>
                  <a:pt x="2" y="91"/>
                  <a:pt x="4" y="91"/>
                </a:cubicBezTo>
                <a:cubicBezTo>
                  <a:pt x="6" y="91"/>
                  <a:pt x="7" y="93"/>
                  <a:pt x="7" y="95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4"/>
                  <a:pt x="13" y="139"/>
                  <a:pt x="19" y="139"/>
                </a:cubicBezTo>
                <a:cubicBezTo>
                  <a:pt x="149" y="139"/>
                  <a:pt x="149" y="139"/>
                  <a:pt x="149" y="139"/>
                </a:cubicBezTo>
                <a:cubicBezTo>
                  <a:pt x="156" y="139"/>
                  <a:pt x="161" y="134"/>
                  <a:pt x="161" y="127"/>
                </a:cubicBezTo>
                <a:cubicBezTo>
                  <a:pt x="161" y="95"/>
                  <a:pt x="161" y="95"/>
                  <a:pt x="161" y="95"/>
                </a:cubicBezTo>
                <a:cubicBezTo>
                  <a:pt x="161" y="93"/>
                  <a:pt x="163" y="92"/>
                  <a:pt x="165" y="92"/>
                </a:cubicBezTo>
                <a:cubicBezTo>
                  <a:pt x="167" y="92"/>
                  <a:pt x="169" y="93"/>
                  <a:pt x="169" y="95"/>
                </a:cubicBezTo>
                <a:cubicBezTo>
                  <a:pt x="169" y="127"/>
                  <a:pt x="169" y="127"/>
                  <a:pt x="169" y="127"/>
                </a:cubicBezTo>
                <a:cubicBezTo>
                  <a:pt x="169" y="138"/>
                  <a:pt x="160" y="147"/>
                  <a:pt x="149" y="147"/>
                </a:cubicBezTo>
                <a:close/>
                <a:moveTo>
                  <a:pt x="91" y="105"/>
                </a:moveTo>
                <a:cubicBezTo>
                  <a:pt x="78" y="105"/>
                  <a:pt x="78" y="105"/>
                  <a:pt x="78" y="105"/>
                </a:cubicBezTo>
                <a:cubicBezTo>
                  <a:pt x="72" y="105"/>
                  <a:pt x="68" y="100"/>
                  <a:pt x="68" y="94"/>
                </a:cubicBezTo>
                <a:cubicBezTo>
                  <a:pt x="68" y="78"/>
                  <a:pt x="68" y="78"/>
                  <a:pt x="68" y="78"/>
                </a:cubicBezTo>
                <a:cubicBezTo>
                  <a:pt x="68" y="72"/>
                  <a:pt x="72" y="68"/>
                  <a:pt x="78" y="68"/>
                </a:cubicBezTo>
                <a:cubicBezTo>
                  <a:pt x="91" y="68"/>
                  <a:pt x="91" y="68"/>
                  <a:pt x="91" y="68"/>
                </a:cubicBezTo>
                <a:cubicBezTo>
                  <a:pt x="96" y="68"/>
                  <a:pt x="101" y="72"/>
                  <a:pt x="101" y="78"/>
                </a:cubicBezTo>
                <a:cubicBezTo>
                  <a:pt x="101" y="94"/>
                  <a:pt x="101" y="94"/>
                  <a:pt x="101" y="94"/>
                </a:cubicBezTo>
                <a:cubicBezTo>
                  <a:pt x="101" y="100"/>
                  <a:pt x="96" y="105"/>
                  <a:pt x="91" y="105"/>
                </a:cubicBezTo>
                <a:close/>
                <a:moveTo>
                  <a:pt x="78" y="75"/>
                </a:moveTo>
                <a:cubicBezTo>
                  <a:pt x="77" y="75"/>
                  <a:pt x="75" y="76"/>
                  <a:pt x="75" y="78"/>
                </a:cubicBezTo>
                <a:cubicBezTo>
                  <a:pt x="75" y="94"/>
                  <a:pt x="75" y="94"/>
                  <a:pt x="75" y="94"/>
                </a:cubicBezTo>
                <a:cubicBezTo>
                  <a:pt x="75" y="96"/>
                  <a:pt x="77" y="98"/>
                  <a:pt x="78" y="98"/>
                </a:cubicBezTo>
                <a:cubicBezTo>
                  <a:pt x="91" y="98"/>
                  <a:pt x="91" y="98"/>
                  <a:pt x="91" y="98"/>
                </a:cubicBezTo>
                <a:cubicBezTo>
                  <a:pt x="92" y="98"/>
                  <a:pt x="93" y="96"/>
                  <a:pt x="93" y="94"/>
                </a:cubicBezTo>
                <a:cubicBezTo>
                  <a:pt x="93" y="78"/>
                  <a:pt x="93" y="78"/>
                  <a:pt x="93" y="78"/>
                </a:cubicBezTo>
                <a:cubicBezTo>
                  <a:pt x="93" y="76"/>
                  <a:pt x="92" y="75"/>
                  <a:pt x="91" y="75"/>
                </a:cubicBezTo>
                <a:lnTo>
                  <a:pt x="78" y="75"/>
                </a:lnTo>
                <a:close/>
                <a:moveTo>
                  <a:pt x="149" y="90"/>
                </a:moveTo>
                <a:cubicBezTo>
                  <a:pt x="111" y="90"/>
                  <a:pt x="111" y="90"/>
                  <a:pt x="111" y="90"/>
                </a:cubicBezTo>
                <a:cubicBezTo>
                  <a:pt x="109" y="90"/>
                  <a:pt x="107" y="88"/>
                  <a:pt x="107" y="86"/>
                </a:cubicBezTo>
                <a:cubicBezTo>
                  <a:pt x="107" y="84"/>
                  <a:pt x="109" y="83"/>
                  <a:pt x="111" y="83"/>
                </a:cubicBezTo>
                <a:cubicBezTo>
                  <a:pt x="149" y="83"/>
                  <a:pt x="149" y="83"/>
                  <a:pt x="149" y="83"/>
                </a:cubicBezTo>
                <a:cubicBezTo>
                  <a:pt x="156" y="83"/>
                  <a:pt x="161" y="77"/>
                  <a:pt x="161" y="70"/>
                </a:cubicBezTo>
                <a:cubicBezTo>
                  <a:pt x="161" y="45"/>
                  <a:pt x="161" y="45"/>
                  <a:pt x="161" y="45"/>
                </a:cubicBezTo>
                <a:cubicBezTo>
                  <a:pt x="161" y="39"/>
                  <a:pt x="156" y="33"/>
                  <a:pt x="149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3" y="33"/>
                  <a:pt x="7" y="39"/>
                  <a:pt x="7" y="45"/>
                </a:cubicBezTo>
                <a:cubicBezTo>
                  <a:pt x="7" y="70"/>
                  <a:pt x="7" y="70"/>
                  <a:pt x="7" y="70"/>
                </a:cubicBezTo>
                <a:cubicBezTo>
                  <a:pt x="7" y="77"/>
                  <a:pt x="13" y="83"/>
                  <a:pt x="19" y="83"/>
                </a:cubicBezTo>
                <a:cubicBezTo>
                  <a:pt x="58" y="83"/>
                  <a:pt x="58" y="83"/>
                  <a:pt x="58" y="83"/>
                </a:cubicBezTo>
                <a:cubicBezTo>
                  <a:pt x="60" y="83"/>
                  <a:pt x="62" y="84"/>
                  <a:pt x="62" y="86"/>
                </a:cubicBezTo>
                <a:cubicBezTo>
                  <a:pt x="62" y="88"/>
                  <a:pt x="60" y="90"/>
                  <a:pt x="58" y="90"/>
                </a:cubicBezTo>
                <a:cubicBezTo>
                  <a:pt x="19" y="90"/>
                  <a:pt x="19" y="90"/>
                  <a:pt x="19" y="90"/>
                </a:cubicBezTo>
                <a:cubicBezTo>
                  <a:pt x="9" y="90"/>
                  <a:pt x="0" y="81"/>
                  <a:pt x="0" y="70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35"/>
                  <a:pt x="9" y="26"/>
                  <a:pt x="19" y="26"/>
                </a:cubicBezTo>
                <a:cubicBezTo>
                  <a:pt x="149" y="26"/>
                  <a:pt x="149" y="26"/>
                  <a:pt x="149" y="26"/>
                </a:cubicBezTo>
                <a:cubicBezTo>
                  <a:pt x="160" y="26"/>
                  <a:pt x="169" y="35"/>
                  <a:pt x="169" y="45"/>
                </a:cubicBezTo>
                <a:cubicBezTo>
                  <a:pt x="169" y="73"/>
                  <a:pt x="169" y="73"/>
                  <a:pt x="169" y="73"/>
                </a:cubicBezTo>
                <a:cubicBezTo>
                  <a:pt x="169" y="74"/>
                  <a:pt x="169" y="75"/>
                  <a:pt x="168" y="75"/>
                </a:cubicBezTo>
                <a:cubicBezTo>
                  <a:pt x="166" y="84"/>
                  <a:pt x="158" y="90"/>
                  <a:pt x="149" y="90"/>
                </a:cubicBezTo>
                <a:close/>
                <a:moveTo>
                  <a:pt x="112" y="20"/>
                </a:moveTo>
                <a:cubicBezTo>
                  <a:pt x="110" y="20"/>
                  <a:pt x="109" y="18"/>
                  <a:pt x="109" y="16"/>
                </a:cubicBezTo>
                <a:cubicBezTo>
                  <a:pt x="109" y="11"/>
                  <a:pt x="104" y="7"/>
                  <a:pt x="99" y="7"/>
                </a:cubicBezTo>
                <a:cubicBezTo>
                  <a:pt x="70" y="7"/>
                  <a:pt x="70" y="7"/>
                  <a:pt x="70" y="7"/>
                </a:cubicBezTo>
                <a:cubicBezTo>
                  <a:pt x="65" y="7"/>
                  <a:pt x="60" y="11"/>
                  <a:pt x="60" y="16"/>
                </a:cubicBezTo>
                <a:cubicBezTo>
                  <a:pt x="60" y="18"/>
                  <a:pt x="58" y="20"/>
                  <a:pt x="56" y="20"/>
                </a:cubicBezTo>
                <a:cubicBezTo>
                  <a:pt x="54" y="20"/>
                  <a:pt x="53" y="18"/>
                  <a:pt x="53" y="16"/>
                </a:cubicBezTo>
                <a:cubicBezTo>
                  <a:pt x="53" y="7"/>
                  <a:pt x="61" y="0"/>
                  <a:pt x="70" y="0"/>
                </a:cubicBezTo>
                <a:cubicBezTo>
                  <a:pt x="99" y="0"/>
                  <a:pt x="99" y="0"/>
                  <a:pt x="99" y="0"/>
                </a:cubicBezTo>
                <a:cubicBezTo>
                  <a:pt x="108" y="0"/>
                  <a:pt x="116" y="7"/>
                  <a:pt x="116" y="16"/>
                </a:cubicBezTo>
                <a:cubicBezTo>
                  <a:pt x="116" y="18"/>
                  <a:pt x="114" y="20"/>
                  <a:pt x="112" y="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30"/>
          <p:cNvSpPr/>
          <p:nvPr/>
        </p:nvSpPr>
        <p:spPr>
          <a:xfrm>
            <a:off x="788987" y="2290762"/>
            <a:ext cx="665162" cy="774700"/>
          </a:xfrm>
          <a:custGeom>
            <a:avLst/>
            <a:gdLst/>
            <a:ahLst/>
            <a:cxnLst/>
            <a:rect l="l" t="t" r="r" b="b"/>
            <a:pathLst>
              <a:path w="169" h="197" extrusionOk="0">
                <a:moveTo>
                  <a:pt x="97" y="197"/>
                </a:moveTo>
                <a:cubicBezTo>
                  <a:pt x="70" y="197"/>
                  <a:pt x="70" y="197"/>
                  <a:pt x="70" y="197"/>
                </a:cubicBezTo>
                <a:cubicBezTo>
                  <a:pt x="68" y="197"/>
                  <a:pt x="66" y="196"/>
                  <a:pt x="66" y="194"/>
                </a:cubicBezTo>
                <a:cubicBezTo>
                  <a:pt x="66" y="192"/>
                  <a:pt x="68" y="190"/>
                  <a:pt x="70" y="190"/>
                </a:cubicBezTo>
                <a:cubicBezTo>
                  <a:pt x="97" y="190"/>
                  <a:pt x="97" y="190"/>
                  <a:pt x="97" y="190"/>
                </a:cubicBezTo>
                <a:cubicBezTo>
                  <a:pt x="99" y="190"/>
                  <a:pt x="101" y="192"/>
                  <a:pt x="101" y="194"/>
                </a:cubicBezTo>
                <a:cubicBezTo>
                  <a:pt x="101" y="196"/>
                  <a:pt x="99" y="197"/>
                  <a:pt x="97" y="197"/>
                </a:cubicBezTo>
                <a:close/>
                <a:moveTo>
                  <a:pt x="105" y="185"/>
                </a:moveTo>
                <a:cubicBezTo>
                  <a:pt x="62" y="185"/>
                  <a:pt x="62" y="185"/>
                  <a:pt x="62" y="185"/>
                </a:cubicBezTo>
                <a:cubicBezTo>
                  <a:pt x="60" y="185"/>
                  <a:pt x="58" y="183"/>
                  <a:pt x="58" y="181"/>
                </a:cubicBezTo>
                <a:cubicBezTo>
                  <a:pt x="58" y="179"/>
                  <a:pt x="60" y="177"/>
                  <a:pt x="62" y="177"/>
                </a:cubicBezTo>
                <a:cubicBezTo>
                  <a:pt x="105" y="177"/>
                  <a:pt x="105" y="177"/>
                  <a:pt x="105" y="177"/>
                </a:cubicBezTo>
                <a:cubicBezTo>
                  <a:pt x="107" y="177"/>
                  <a:pt x="108" y="179"/>
                  <a:pt x="108" y="181"/>
                </a:cubicBezTo>
                <a:cubicBezTo>
                  <a:pt x="108" y="183"/>
                  <a:pt x="107" y="185"/>
                  <a:pt x="105" y="185"/>
                </a:cubicBezTo>
                <a:close/>
                <a:moveTo>
                  <a:pt x="83" y="171"/>
                </a:moveTo>
                <a:cubicBezTo>
                  <a:pt x="75" y="171"/>
                  <a:pt x="67" y="171"/>
                  <a:pt x="67" y="171"/>
                </a:cubicBezTo>
                <a:cubicBezTo>
                  <a:pt x="67" y="171"/>
                  <a:pt x="67" y="171"/>
                  <a:pt x="67" y="171"/>
                </a:cubicBezTo>
                <a:cubicBezTo>
                  <a:pt x="59" y="171"/>
                  <a:pt x="56" y="168"/>
                  <a:pt x="54" y="161"/>
                </a:cubicBezTo>
                <a:cubicBezTo>
                  <a:pt x="54" y="159"/>
                  <a:pt x="53" y="156"/>
                  <a:pt x="53" y="153"/>
                </a:cubicBezTo>
                <a:cubicBezTo>
                  <a:pt x="53" y="149"/>
                  <a:pt x="53" y="146"/>
                  <a:pt x="52" y="143"/>
                </a:cubicBezTo>
                <a:cubicBezTo>
                  <a:pt x="46" y="133"/>
                  <a:pt x="42" y="125"/>
                  <a:pt x="36" y="114"/>
                </a:cubicBezTo>
                <a:cubicBezTo>
                  <a:pt x="31" y="104"/>
                  <a:pt x="25" y="88"/>
                  <a:pt x="29" y="73"/>
                </a:cubicBezTo>
                <a:cubicBezTo>
                  <a:pt x="34" y="55"/>
                  <a:pt x="54" y="36"/>
                  <a:pt x="83" y="36"/>
                </a:cubicBezTo>
                <a:cubicBezTo>
                  <a:pt x="112" y="36"/>
                  <a:pt x="132" y="55"/>
                  <a:pt x="137" y="73"/>
                </a:cubicBezTo>
                <a:cubicBezTo>
                  <a:pt x="141" y="88"/>
                  <a:pt x="135" y="104"/>
                  <a:pt x="129" y="114"/>
                </a:cubicBezTo>
                <a:cubicBezTo>
                  <a:pt x="124" y="125"/>
                  <a:pt x="120" y="132"/>
                  <a:pt x="114" y="143"/>
                </a:cubicBezTo>
                <a:cubicBezTo>
                  <a:pt x="113" y="146"/>
                  <a:pt x="113" y="149"/>
                  <a:pt x="112" y="153"/>
                </a:cubicBezTo>
                <a:cubicBezTo>
                  <a:pt x="112" y="156"/>
                  <a:pt x="112" y="159"/>
                  <a:pt x="112" y="161"/>
                </a:cubicBezTo>
                <a:cubicBezTo>
                  <a:pt x="110" y="168"/>
                  <a:pt x="107" y="171"/>
                  <a:pt x="99" y="171"/>
                </a:cubicBezTo>
                <a:cubicBezTo>
                  <a:pt x="99" y="171"/>
                  <a:pt x="91" y="171"/>
                  <a:pt x="83" y="171"/>
                </a:cubicBezTo>
                <a:close/>
                <a:moveTo>
                  <a:pt x="67" y="164"/>
                </a:moveTo>
                <a:cubicBezTo>
                  <a:pt x="68" y="164"/>
                  <a:pt x="98" y="164"/>
                  <a:pt x="99" y="164"/>
                </a:cubicBezTo>
                <a:cubicBezTo>
                  <a:pt x="104" y="164"/>
                  <a:pt x="104" y="163"/>
                  <a:pt x="104" y="160"/>
                </a:cubicBezTo>
                <a:cubicBezTo>
                  <a:pt x="105" y="158"/>
                  <a:pt x="105" y="155"/>
                  <a:pt x="105" y="153"/>
                </a:cubicBezTo>
                <a:cubicBezTo>
                  <a:pt x="105" y="148"/>
                  <a:pt x="105" y="143"/>
                  <a:pt x="108" y="139"/>
                </a:cubicBezTo>
                <a:cubicBezTo>
                  <a:pt x="114" y="129"/>
                  <a:pt x="117" y="122"/>
                  <a:pt x="123" y="111"/>
                </a:cubicBezTo>
                <a:cubicBezTo>
                  <a:pt x="127" y="103"/>
                  <a:pt x="133" y="89"/>
                  <a:pt x="130" y="75"/>
                </a:cubicBezTo>
                <a:cubicBezTo>
                  <a:pt x="126" y="60"/>
                  <a:pt x="108" y="43"/>
                  <a:pt x="83" y="43"/>
                </a:cubicBezTo>
                <a:cubicBezTo>
                  <a:pt x="58" y="43"/>
                  <a:pt x="40" y="60"/>
                  <a:pt x="36" y="75"/>
                </a:cubicBezTo>
                <a:cubicBezTo>
                  <a:pt x="33" y="89"/>
                  <a:pt x="39" y="103"/>
                  <a:pt x="43" y="111"/>
                </a:cubicBezTo>
                <a:cubicBezTo>
                  <a:pt x="48" y="122"/>
                  <a:pt x="52" y="129"/>
                  <a:pt x="58" y="139"/>
                </a:cubicBezTo>
                <a:cubicBezTo>
                  <a:pt x="60" y="143"/>
                  <a:pt x="61" y="148"/>
                  <a:pt x="61" y="153"/>
                </a:cubicBezTo>
                <a:cubicBezTo>
                  <a:pt x="61" y="155"/>
                  <a:pt x="61" y="158"/>
                  <a:pt x="61" y="160"/>
                </a:cubicBezTo>
                <a:cubicBezTo>
                  <a:pt x="62" y="163"/>
                  <a:pt x="62" y="164"/>
                  <a:pt x="67" y="164"/>
                </a:cubicBezTo>
                <a:cubicBezTo>
                  <a:pt x="67" y="164"/>
                  <a:pt x="67" y="164"/>
                  <a:pt x="67" y="164"/>
                </a:cubicBezTo>
                <a:close/>
                <a:moveTo>
                  <a:pt x="18" y="91"/>
                </a:moveTo>
                <a:cubicBezTo>
                  <a:pt x="4" y="91"/>
                  <a:pt x="4" y="91"/>
                  <a:pt x="4" y="91"/>
                </a:cubicBezTo>
                <a:cubicBezTo>
                  <a:pt x="2" y="91"/>
                  <a:pt x="0" y="89"/>
                  <a:pt x="0" y="87"/>
                </a:cubicBezTo>
                <a:cubicBezTo>
                  <a:pt x="0" y="85"/>
                  <a:pt x="2" y="84"/>
                  <a:pt x="4" y="84"/>
                </a:cubicBezTo>
                <a:cubicBezTo>
                  <a:pt x="18" y="84"/>
                  <a:pt x="18" y="84"/>
                  <a:pt x="18" y="84"/>
                </a:cubicBezTo>
                <a:cubicBezTo>
                  <a:pt x="20" y="84"/>
                  <a:pt x="22" y="85"/>
                  <a:pt x="22" y="87"/>
                </a:cubicBezTo>
                <a:cubicBezTo>
                  <a:pt x="22" y="89"/>
                  <a:pt x="20" y="91"/>
                  <a:pt x="18" y="91"/>
                </a:cubicBezTo>
                <a:close/>
                <a:moveTo>
                  <a:pt x="165" y="88"/>
                </a:moveTo>
                <a:cubicBezTo>
                  <a:pt x="147" y="88"/>
                  <a:pt x="147" y="88"/>
                  <a:pt x="147" y="88"/>
                </a:cubicBezTo>
                <a:cubicBezTo>
                  <a:pt x="145" y="88"/>
                  <a:pt x="144" y="87"/>
                  <a:pt x="144" y="85"/>
                </a:cubicBezTo>
                <a:cubicBezTo>
                  <a:pt x="144" y="82"/>
                  <a:pt x="145" y="81"/>
                  <a:pt x="147" y="81"/>
                </a:cubicBezTo>
                <a:cubicBezTo>
                  <a:pt x="165" y="81"/>
                  <a:pt x="165" y="81"/>
                  <a:pt x="165" y="81"/>
                </a:cubicBezTo>
                <a:cubicBezTo>
                  <a:pt x="167" y="81"/>
                  <a:pt x="169" y="82"/>
                  <a:pt x="169" y="85"/>
                </a:cubicBezTo>
                <a:cubicBezTo>
                  <a:pt x="169" y="87"/>
                  <a:pt x="167" y="88"/>
                  <a:pt x="165" y="88"/>
                </a:cubicBezTo>
                <a:close/>
                <a:moveTo>
                  <a:pt x="50" y="85"/>
                </a:moveTo>
                <a:cubicBezTo>
                  <a:pt x="50" y="85"/>
                  <a:pt x="49" y="85"/>
                  <a:pt x="49" y="85"/>
                </a:cubicBezTo>
                <a:cubicBezTo>
                  <a:pt x="47" y="85"/>
                  <a:pt x="46" y="83"/>
                  <a:pt x="46" y="81"/>
                </a:cubicBezTo>
                <a:cubicBezTo>
                  <a:pt x="50" y="67"/>
                  <a:pt x="64" y="53"/>
                  <a:pt x="85" y="53"/>
                </a:cubicBezTo>
                <a:cubicBezTo>
                  <a:pt x="85" y="53"/>
                  <a:pt x="85" y="53"/>
                  <a:pt x="85" y="53"/>
                </a:cubicBezTo>
                <a:cubicBezTo>
                  <a:pt x="87" y="53"/>
                  <a:pt x="89" y="55"/>
                  <a:pt x="89" y="57"/>
                </a:cubicBezTo>
                <a:cubicBezTo>
                  <a:pt x="89" y="59"/>
                  <a:pt x="87" y="61"/>
                  <a:pt x="85" y="61"/>
                </a:cubicBezTo>
                <a:cubicBezTo>
                  <a:pt x="68" y="61"/>
                  <a:pt x="56" y="72"/>
                  <a:pt x="53" y="82"/>
                </a:cubicBezTo>
                <a:cubicBezTo>
                  <a:pt x="53" y="84"/>
                  <a:pt x="51" y="85"/>
                  <a:pt x="50" y="85"/>
                </a:cubicBezTo>
                <a:close/>
                <a:moveTo>
                  <a:pt x="130" y="45"/>
                </a:moveTo>
                <a:cubicBezTo>
                  <a:pt x="129" y="45"/>
                  <a:pt x="128" y="45"/>
                  <a:pt x="127" y="44"/>
                </a:cubicBezTo>
                <a:cubicBezTo>
                  <a:pt x="126" y="42"/>
                  <a:pt x="126" y="40"/>
                  <a:pt x="127" y="39"/>
                </a:cubicBezTo>
                <a:cubicBezTo>
                  <a:pt x="140" y="26"/>
                  <a:pt x="140" y="26"/>
                  <a:pt x="140" y="26"/>
                </a:cubicBezTo>
                <a:cubicBezTo>
                  <a:pt x="141" y="25"/>
                  <a:pt x="143" y="25"/>
                  <a:pt x="145" y="26"/>
                </a:cubicBezTo>
                <a:cubicBezTo>
                  <a:pt x="146" y="28"/>
                  <a:pt x="146" y="30"/>
                  <a:pt x="145" y="31"/>
                </a:cubicBezTo>
                <a:cubicBezTo>
                  <a:pt x="132" y="44"/>
                  <a:pt x="132" y="44"/>
                  <a:pt x="132" y="44"/>
                </a:cubicBezTo>
                <a:cubicBezTo>
                  <a:pt x="132" y="45"/>
                  <a:pt x="131" y="45"/>
                  <a:pt x="130" y="45"/>
                </a:cubicBezTo>
                <a:close/>
                <a:moveTo>
                  <a:pt x="37" y="45"/>
                </a:moveTo>
                <a:cubicBezTo>
                  <a:pt x="36" y="45"/>
                  <a:pt x="35" y="45"/>
                  <a:pt x="34" y="44"/>
                </a:cubicBezTo>
                <a:cubicBezTo>
                  <a:pt x="22" y="31"/>
                  <a:pt x="22" y="31"/>
                  <a:pt x="22" y="31"/>
                </a:cubicBezTo>
                <a:cubicBezTo>
                  <a:pt x="20" y="30"/>
                  <a:pt x="20" y="28"/>
                  <a:pt x="22" y="26"/>
                </a:cubicBezTo>
                <a:cubicBezTo>
                  <a:pt x="23" y="25"/>
                  <a:pt x="26" y="25"/>
                  <a:pt x="27" y="26"/>
                </a:cubicBezTo>
                <a:cubicBezTo>
                  <a:pt x="39" y="39"/>
                  <a:pt x="39" y="39"/>
                  <a:pt x="39" y="39"/>
                </a:cubicBezTo>
                <a:cubicBezTo>
                  <a:pt x="41" y="40"/>
                  <a:pt x="41" y="42"/>
                  <a:pt x="39" y="44"/>
                </a:cubicBezTo>
                <a:cubicBezTo>
                  <a:pt x="39" y="45"/>
                  <a:pt x="38" y="45"/>
                  <a:pt x="37" y="45"/>
                </a:cubicBezTo>
                <a:close/>
                <a:moveTo>
                  <a:pt x="83" y="28"/>
                </a:moveTo>
                <a:cubicBezTo>
                  <a:pt x="81" y="28"/>
                  <a:pt x="79" y="27"/>
                  <a:pt x="79" y="25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2"/>
                  <a:pt x="81" y="0"/>
                  <a:pt x="83" y="0"/>
                </a:cubicBezTo>
                <a:cubicBezTo>
                  <a:pt x="85" y="0"/>
                  <a:pt x="87" y="2"/>
                  <a:pt x="87" y="4"/>
                </a:cubicBezTo>
                <a:cubicBezTo>
                  <a:pt x="87" y="25"/>
                  <a:pt x="87" y="25"/>
                  <a:pt x="87" y="25"/>
                </a:cubicBezTo>
                <a:cubicBezTo>
                  <a:pt x="87" y="27"/>
                  <a:pt x="85" y="28"/>
                  <a:pt x="83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30"/>
          <p:cNvSpPr/>
          <p:nvPr/>
        </p:nvSpPr>
        <p:spPr>
          <a:xfrm>
            <a:off x="10750550" y="4926012"/>
            <a:ext cx="652462" cy="590550"/>
          </a:xfrm>
          <a:custGeom>
            <a:avLst/>
            <a:gdLst/>
            <a:ahLst/>
            <a:cxnLst/>
            <a:rect l="l" t="t" r="r" b="b"/>
            <a:pathLst>
              <a:path w="166" h="150" extrusionOk="0">
                <a:moveTo>
                  <a:pt x="36" y="68"/>
                </a:moveTo>
                <a:cubicBezTo>
                  <a:pt x="31" y="68"/>
                  <a:pt x="27" y="72"/>
                  <a:pt x="27" y="77"/>
                </a:cubicBezTo>
                <a:cubicBezTo>
                  <a:pt x="27" y="116"/>
                  <a:pt x="27" y="116"/>
                  <a:pt x="27" y="116"/>
                </a:cubicBezTo>
                <a:cubicBezTo>
                  <a:pt x="27" y="121"/>
                  <a:pt x="31" y="125"/>
                  <a:pt x="36" y="125"/>
                </a:cubicBezTo>
                <a:cubicBezTo>
                  <a:pt x="46" y="125"/>
                  <a:pt x="46" y="125"/>
                  <a:pt x="46" y="125"/>
                </a:cubicBezTo>
                <a:cubicBezTo>
                  <a:pt x="51" y="125"/>
                  <a:pt x="55" y="121"/>
                  <a:pt x="55" y="116"/>
                </a:cubicBezTo>
                <a:cubicBezTo>
                  <a:pt x="55" y="77"/>
                  <a:pt x="55" y="77"/>
                  <a:pt x="55" y="77"/>
                </a:cubicBezTo>
                <a:cubicBezTo>
                  <a:pt x="55" y="72"/>
                  <a:pt x="51" y="68"/>
                  <a:pt x="46" y="68"/>
                </a:cubicBezTo>
                <a:lnTo>
                  <a:pt x="36" y="68"/>
                </a:lnTo>
                <a:close/>
                <a:moveTo>
                  <a:pt x="48" y="77"/>
                </a:moveTo>
                <a:cubicBezTo>
                  <a:pt x="48" y="116"/>
                  <a:pt x="48" y="116"/>
                  <a:pt x="48" y="116"/>
                </a:cubicBezTo>
                <a:cubicBezTo>
                  <a:pt x="48" y="117"/>
                  <a:pt x="47" y="118"/>
                  <a:pt x="46" y="118"/>
                </a:cubicBezTo>
                <a:cubicBezTo>
                  <a:pt x="36" y="118"/>
                  <a:pt x="36" y="118"/>
                  <a:pt x="36" y="118"/>
                </a:cubicBezTo>
                <a:cubicBezTo>
                  <a:pt x="35" y="118"/>
                  <a:pt x="34" y="117"/>
                  <a:pt x="34" y="116"/>
                </a:cubicBezTo>
                <a:cubicBezTo>
                  <a:pt x="34" y="77"/>
                  <a:pt x="34" y="77"/>
                  <a:pt x="34" y="77"/>
                </a:cubicBezTo>
                <a:cubicBezTo>
                  <a:pt x="34" y="76"/>
                  <a:pt x="35" y="75"/>
                  <a:pt x="36" y="75"/>
                </a:cubicBezTo>
                <a:cubicBezTo>
                  <a:pt x="46" y="75"/>
                  <a:pt x="46" y="75"/>
                  <a:pt x="46" y="75"/>
                </a:cubicBezTo>
                <a:cubicBezTo>
                  <a:pt x="47" y="75"/>
                  <a:pt x="48" y="76"/>
                  <a:pt x="48" y="77"/>
                </a:cubicBezTo>
                <a:close/>
                <a:moveTo>
                  <a:pt x="70" y="55"/>
                </a:moveTo>
                <a:cubicBezTo>
                  <a:pt x="65" y="55"/>
                  <a:pt x="61" y="59"/>
                  <a:pt x="61" y="64"/>
                </a:cubicBezTo>
                <a:cubicBezTo>
                  <a:pt x="61" y="116"/>
                  <a:pt x="61" y="116"/>
                  <a:pt x="61" y="116"/>
                </a:cubicBezTo>
                <a:cubicBezTo>
                  <a:pt x="61" y="121"/>
                  <a:pt x="65" y="125"/>
                  <a:pt x="70" y="125"/>
                </a:cubicBezTo>
                <a:cubicBezTo>
                  <a:pt x="79" y="125"/>
                  <a:pt x="79" y="125"/>
                  <a:pt x="79" y="125"/>
                </a:cubicBezTo>
                <a:cubicBezTo>
                  <a:pt x="84" y="125"/>
                  <a:pt x="88" y="121"/>
                  <a:pt x="88" y="116"/>
                </a:cubicBezTo>
                <a:cubicBezTo>
                  <a:pt x="88" y="64"/>
                  <a:pt x="88" y="64"/>
                  <a:pt x="88" y="64"/>
                </a:cubicBezTo>
                <a:cubicBezTo>
                  <a:pt x="88" y="59"/>
                  <a:pt x="84" y="55"/>
                  <a:pt x="79" y="55"/>
                </a:cubicBezTo>
                <a:lnTo>
                  <a:pt x="70" y="55"/>
                </a:lnTo>
                <a:close/>
                <a:moveTo>
                  <a:pt x="81" y="64"/>
                </a:moveTo>
                <a:cubicBezTo>
                  <a:pt x="81" y="116"/>
                  <a:pt x="81" y="116"/>
                  <a:pt x="81" y="116"/>
                </a:cubicBezTo>
                <a:cubicBezTo>
                  <a:pt x="81" y="117"/>
                  <a:pt x="80" y="118"/>
                  <a:pt x="79" y="118"/>
                </a:cubicBezTo>
                <a:cubicBezTo>
                  <a:pt x="70" y="118"/>
                  <a:pt x="70" y="118"/>
                  <a:pt x="70" y="118"/>
                </a:cubicBezTo>
                <a:cubicBezTo>
                  <a:pt x="69" y="118"/>
                  <a:pt x="68" y="117"/>
                  <a:pt x="68" y="116"/>
                </a:cubicBezTo>
                <a:cubicBezTo>
                  <a:pt x="68" y="64"/>
                  <a:pt x="68" y="64"/>
                  <a:pt x="68" y="64"/>
                </a:cubicBezTo>
                <a:cubicBezTo>
                  <a:pt x="68" y="63"/>
                  <a:pt x="69" y="62"/>
                  <a:pt x="70" y="62"/>
                </a:cubicBezTo>
                <a:cubicBezTo>
                  <a:pt x="79" y="62"/>
                  <a:pt x="79" y="62"/>
                  <a:pt x="79" y="62"/>
                </a:cubicBezTo>
                <a:cubicBezTo>
                  <a:pt x="80" y="62"/>
                  <a:pt x="81" y="63"/>
                  <a:pt x="81" y="64"/>
                </a:cubicBezTo>
                <a:close/>
                <a:moveTo>
                  <a:pt x="104" y="43"/>
                </a:moveTo>
                <a:cubicBezTo>
                  <a:pt x="99" y="43"/>
                  <a:pt x="95" y="47"/>
                  <a:pt x="95" y="52"/>
                </a:cubicBezTo>
                <a:cubicBezTo>
                  <a:pt x="95" y="116"/>
                  <a:pt x="95" y="116"/>
                  <a:pt x="95" y="116"/>
                </a:cubicBezTo>
                <a:cubicBezTo>
                  <a:pt x="95" y="121"/>
                  <a:pt x="99" y="125"/>
                  <a:pt x="104" y="125"/>
                </a:cubicBezTo>
                <a:cubicBezTo>
                  <a:pt x="113" y="125"/>
                  <a:pt x="113" y="125"/>
                  <a:pt x="113" y="125"/>
                </a:cubicBezTo>
                <a:cubicBezTo>
                  <a:pt x="118" y="125"/>
                  <a:pt x="122" y="121"/>
                  <a:pt x="122" y="116"/>
                </a:cubicBezTo>
                <a:cubicBezTo>
                  <a:pt x="122" y="52"/>
                  <a:pt x="122" y="52"/>
                  <a:pt x="122" y="52"/>
                </a:cubicBezTo>
                <a:cubicBezTo>
                  <a:pt x="122" y="47"/>
                  <a:pt x="118" y="43"/>
                  <a:pt x="113" y="43"/>
                </a:cubicBezTo>
                <a:lnTo>
                  <a:pt x="104" y="43"/>
                </a:lnTo>
                <a:close/>
                <a:moveTo>
                  <a:pt x="115" y="52"/>
                </a:moveTo>
                <a:cubicBezTo>
                  <a:pt x="115" y="116"/>
                  <a:pt x="115" y="116"/>
                  <a:pt x="115" y="116"/>
                </a:cubicBezTo>
                <a:cubicBezTo>
                  <a:pt x="115" y="117"/>
                  <a:pt x="114" y="118"/>
                  <a:pt x="113" y="118"/>
                </a:cubicBezTo>
                <a:cubicBezTo>
                  <a:pt x="104" y="118"/>
                  <a:pt x="104" y="118"/>
                  <a:pt x="104" y="118"/>
                </a:cubicBezTo>
                <a:cubicBezTo>
                  <a:pt x="103" y="118"/>
                  <a:pt x="102" y="117"/>
                  <a:pt x="102" y="116"/>
                </a:cubicBezTo>
                <a:cubicBezTo>
                  <a:pt x="102" y="52"/>
                  <a:pt x="102" y="52"/>
                  <a:pt x="102" y="52"/>
                </a:cubicBezTo>
                <a:cubicBezTo>
                  <a:pt x="102" y="51"/>
                  <a:pt x="103" y="50"/>
                  <a:pt x="104" y="50"/>
                </a:cubicBezTo>
                <a:cubicBezTo>
                  <a:pt x="113" y="50"/>
                  <a:pt x="113" y="50"/>
                  <a:pt x="113" y="50"/>
                </a:cubicBezTo>
                <a:cubicBezTo>
                  <a:pt x="114" y="50"/>
                  <a:pt x="115" y="51"/>
                  <a:pt x="115" y="52"/>
                </a:cubicBezTo>
                <a:close/>
                <a:moveTo>
                  <a:pt x="129" y="40"/>
                </a:moveTo>
                <a:cubicBezTo>
                  <a:pt x="129" y="116"/>
                  <a:pt x="129" y="116"/>
                  <a:pt x="129" y="116"/>
                </a:cubicBezTo>
                <a:cubicBezTo>
                  <a:pt x="129" y="121"/>
                  <a:pt x="133" y="125"/>
                  <a:pt x="138" y="125"/>
                </a:cubicBezTo>
                <a:cubicBezTo>
                  <a:pt x="147" y="125"/>
                  <a:pt x="147" y="125"/>
                  <a:pt x="147" y="125"/>
                </a:cubicBezTo>
                <a:cubicBezTo>
                  <a:pt x="152" y="125"/>
                  <a:pt x="156" y="121"/>
                  <a:pt x="156" y="116"/>
                </a:cubicBezTo>
                <a:cubicBezTo>
                  <a:pt x="156" y="40"/>
                  <a:pt x="156" y="40"/>
                  <a:pt x="156" y="40"/>
                </a:cubicBezTo>
                <a:cubicBezTo>
                  <a:pt x="156" y="35"/>
                  <a:pt x="152" y="31"/>
                  <a:pt x="147" y="31"/>
                </a:cubicBezTo>
                <a:cubicBezTo>
                  <a:pt x="138" y="31"/>
                  <a:pt x="138" y="31"/>
                  <a:pt x="138" y="31"/>
                </a:cubicBezTo>
                <a:cubicBezTo>
                  <a:pt x="133" y="31"/>
                  <a:pt x="129" y="35"/>
                  <a:pt x="129" y="40"/>
                </a:cubicBezTo>
                <a:close/>
                <a:moveTo>
                  <a:pt x="149" y="40"/>
                </a:moveTo>
                <a:cubicBezTo>
                  <a:pt x="149" y="116"/>
                  <a:pt x="149" y="116"/>
                  <a:pt x="149" y="116"/>
                </a:cubicBezTo>
                <a:cubicBezTo>
                  <a:pt x="149" y="117"/>
                  <a:pt x="148" y="118"/>
                  <a:pt x="147" y="118"/>
                </a:cubicBezTo>
                <a:cubicBezTo>
                  <a:pt x="138" y="118"/>
                  <a:pt x="138" y="118"/>
                  <a:pt x="138" y="118"/>
                </a:cubicBezTo>
                <a:cubicBezTo>
                  <a:pt x="137" y="118"/>
                  <a:pt x="136" y="117"/>
                  <a:pt x="136" y="116"/>
                </a:cubicBezTo>
                <a:cubicBezTo>
                  <a:pt x="136" y="40"/>
                  <a:pt x="136" y="40"/>
                  <a:pt x="136" y="40"/>
                </a:cubicBezTo>
                <a:cubicBezTo>
                  <a:pt x="136" y="39"/>
                  <a:pt x="137" y="38"/>
                  <a:pt x="138" y="38"/>
                </a:cubicBezTo>
                <a:cubicBezTo>
                  <a:pt x="147" y="38"/>
                  <a:pt x="147" y="38"/>
                  <a:pt x="147" y="38"/>
                </a:cubicBezTo>
                <a:cubicBezTo>
                  <a:pt x="148" y="38"/>
                  <a:pt x="149" y="39"/>
                  <a:pt x="149" y="40"/>
                </a:cubicBezTo>
                <a:close/>
                <a:moveTo>
                  <a:pt x="86" y="30"/>
                </a:moveTo>
                <a:cubicBezTo>
                  <a:pt x="108" y="22"/>
                  <a:pt x="130" y="9"/>
                  <a:pt x="130" y="8"/>
                </a:cubicBezTo>
                <a:cubicBezTo>
                  <a:pt x="126" y="0"/>
                  <a:pt x="126" y="0"/>
                  <a:pt x="126" y="0"/>
                </a:cubicBezTo>
                <a:cubicBezTo>
                  <a:pt x="134" y="4"/>
                  <a:pt x="134" y="4"/>
                  <a:pt x="134" y="4"/>
                </a:cubicBezTo>
                <a:cubicBezTo>
                  <a:pt x="142" y="7"/>
                  <a:pt x="142" y="7"/>
                  <a:pt x="142" y="7"/>
                </a:cubicBezTo>
                <a:cubicBezTo>
                  <a:pt x="140" y="15"/>
                  <a:pt x="140" y="15"/>
                  <a:pt x="140" y="15"/>
                </a:cubicBezTo>
                <a:cubicBezTo>
                  <a:pt x="138" y="23"/>
                  <a:pt x="138" y="23"/>
                  <a:pt x="138" y="23"/>
                </a:cubicBezTo>
                <a:cubicBezTo>
                  <a:pt x="134" y="15"/>
                  <a:pt x="134" y="15"/>
                  <a:pt x="134" y="15"/>
                </a:cubicBezTo>
                <a:cubicBezTo>
                  <a:pt x="130" y="17"/>
                  <a:pt x="110" y="29"/>
                  <a:pt x="89" y="37"/>
                </a:cubicBezTo>
                <a:cubicBezTo>
                  <a:pt x="64" y="46"/>
                  <a:pt x="33" y="53"/>
                  <a:pt x="32" y="53"/>
                </a:cubicBezTo>
                <a:cubicBezTo>
                  <a:pt x="32" y="53"/>
                  <a:pt x="32" y="53"/>
                  <a:pt x="32" y="53"/>
                </a:cubicBezTo>
                <a:cubicBezTo>
                  <a:pt x="30" y="53"/>
                  <a:pt x="28" y="52"/>
                  <a:pt x="28" y="50"/>
                </a:cubicBezTo>
                <a:cubicBezTo>
                  <a:pt x="28" y="48"/>
                  <a:pt x="29" y="46"/>
                  <a:pt x="31" y="46"/>
                </a:cubicBezTo>
                <a:cubicBezTo>
                  <a:pt x="31" y="46"/>
                  <a:pt x="62" y="39"/>
                  <a:pt x="86" y="30"/>
                </a:cubicBezTo>
                <a:close/>
                <a:moveTo>
                  <a:pt x="166" y="138"/>
                </a:moveTo>
                <a:cubicBezTo>
                  <a:pt x="161" y="144"/>
                  <a:pt x="161" y="144"/>
                  <a:pt x="161" y="144"/>
                </a:cubicBezTo>
                <a:cubicBezTo>
                  <a:pt x="156" y="150"/>
                  <a:pt x="156" y="150"/>
                  <a:pt x="156" y="150"/>
                </a:cubicBezTo>
                <a:cubicBezTo>
                  <a:pt x="156" y="141"/>
                  <a:pt x="156" y="141"/>
                  <a:pt x="156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12" y="141"/>
                  <a:pt x="11" y="140"/>
                  <a:pt x="11" y="138"/>
                </a:cubicBezTo>
                <a:cubicBezTo>
                  <a:pt x="11" y="24"/>
                  <a:pt x="11" y="24"/>
                  <a:pt x="11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7" y="18"/>
                  <a:pt x="7" y="18"/>
                  <a:pt x="7" y="18"/>
                </a:cubicBezTo>
                <a:cubicBezTo>
                  <a:pt x="14" y="12"/>
                  <a:pt x="14" y="12"/>
                  <a:pt x="14" y="12"/>
                </a:cubicBezTo>
                <a:cubicBezTo>
                  <a:pt x="21" y="18"/>
                  <a:pt x="21" y="18"/>
                  <a:pt x="21" y="18"/>
                </a:cubicBezTo>
                <a:cubicBezTo>
                  <a:pt x="28" y="24"/>
                  <a:pt x="28" y="24"/>
                  <a:pt x="28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134"/>
                  <a:pt x="18" y="134"/>
                  <a:pt x="18" y="134"/>
                </a:cubicBezTo>
                <a:cubicBezTo>
                  <a:pt x="156" y="134"/>
                  <a:pt x="156" y="134"/>
                  <a:pt x="156" y="134"/>
                </a:cubicBezTo>
                <a:cubicBezTo>
                  <a:pt x="156" y="125"/>
                  <a:pt x="156" y="125"/>
                  <a:pt x="156" y="125"/>
                </a:cubicBezTo>
                <a:cubicBezTo>
                  <a:pt x="161" y="131"/>
                  <a:pt x="161" y="131"/>
                  <a:pt x="161" y="131"/>
                </a:cubicBezTo>
                <a:lnTo>
                  <a:pt x="166" y="13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30"/>
          <p:cNvSpPr txBox="1"/>
          <p:nvPr/>
        </p:nvSpPr>
        <p:spPr>
          <a:xfrm>
            <a:off x="1879600" y="4926012"/>
            <a:ext cx="169227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28" name="Google Shape;728;p30"/>
          <p:cNvSpPr txBox="1"/>
          <p:nvPr/>
        </p:nvSpPr>
        <p:spPr>
          <a:xfrm>
            <a:off x="8643937" y="4891087"/>
            <a:ext cx="169227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31"/>
          <p:cNvSpPr txBox="1"/>
          <p:nvPr/>
        </p:nvSpPr>
        <p:spPr>
          <a:xfrm>
            <a:off x="1677987" y="1924050"/>
            <a:ext cx="18669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34" name="Google Shape;734;p31"/>
          <p:cNvSpPr txBox="1"/>
          <p:nvPr/>
        </p:nvSpPr>
        <p:spPr>
          <a:xfrm>
            <a:off x="8615362" y="1947862"/>
            <a:ext cx="18669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35" name="Google Shape;735;p31"/>
          <p:cNvSpPr/>
          <p:nvPr/>
        </p:nvSpPr>
        <p:spPr>
          <a:xfrm>
            <a:off x="10694987" y="1646237"/>
            <a:ext cx="1011237" cy="1016000"/>
          </a:xfrm>
          <a:prstGeom prst="ellipse">
            <a:avLst/>
          </a:pr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31"/>
          <p:cNvSpPr/>
          <p:nvPr/>
        </p:nvSpPr>
        <p:spPr>
          <a:xfrm>
            <a:off x="10694987" y="3436937"/>
            <a:ext cx="1011237" cy="1016000"/>
          </a:xfrm>
          <a:prstGeom prst="ellipse">
            <a:avLst/>
          </a:pr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31"/>
          <p:cNvSpPr/>
          <p:nvPr/>
        </p:nvSpPr>
        <p:spPr>
          <a:xfrm>
            <a:off x="10694987" y="5226050"/>
            <a:ext cx="1011237" cy="1014412"/>
          </a:xfrm>
          <a:prstGeom prst="ellipse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31"/>
          <p:cNvSpPr/>
          <p:nvPr/>
        </p:nvSpPr>
        <p:spPr>
          <a:xfrm>
            <a:off x="477837" y="1646237"/>
            <a:ext cx="1016000" cy="1016000"/>
          </a:xfrm>
          <a:prstGeom prst="ellipse">
            <a:avLst/>
          </a:prstGeom>
          <a:solidFill>
            <a:srgbClr val="FFCD6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31"/>
          <p:cNvSpPr/>
          <p:nvPr/>
        </p:nvSpPr>
        <p:spPr>
          <a:xfrm>
            <a:off x="477837" y="3436937"/>
            <a:ext cx="1016000" cy="1016000"/>
          </a:xfrm>
          <a:prstGeom prst="ellipse">
            <a:avLst/>
          </a:pr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31"/>
          <p:cNvSpPr/>
          <p:nvPr/>
        </p:nvSpPr>
        <p:spPr>
          <a:xfrm>
            <a:off x="477837" y="5226050"/>
            <a:ext cx="1016000" cy="1014412"/>
          </a:xfrm>
          <a:prstGeom prst="ellipse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31"/>
          <p:cNvSpPr txBox="1"/>
          <p:nvPr/>
        </p:nvSpPr>
        <p:spPr>
          <a:xfrm>
            <a:off x="8768738" y="1336614"/>
            <a:ext cx="1751011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D1DA"/>
              </a:buClr>
              <a:buSzPts val="2400"/>
              <a:buFont typeface="Open Sans SemiBold"/>
              <a:buNone/>
            </a:pPr>
            <a:r>
              <a:rPr lang="en-US" sz="2400" b="1" i="0" u="none" dirty="0">
                <a:solidFill>
                  <a:srgbClr val="64D1D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PUESTA EN MARCHA</a:t>
            </a:r>
            <a:endParaRPr dirty="0"/>
          </a:p>
        </p:txBody>
      </p:sp>
      <p:sp>
        <p:nvSpPr>
          <p:cNvPr id="742" name="Google Shape;742;p31"/>
          <p:cNvSpPr txBox="1"/>
          <p:nvPr/>
        </p:nvSpPr>
        <p:spPr>
          <a:xfrm>
            <a:off x="8970962" y="3363912"/>
            <a:ext cx="1684337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400"/>
              <a:buFont typeface="Open Sans SemiBold"/>
              <a:buNone/>
            </a:pPr>
            <a:r>
              <a:rPr lang="en-US" sz="2400" b="1" i="0" u="none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NEGOCIO</a:t>
            </a:r>
            <a:endParaRPr/>
          </a:p>
        </p:txBody>
      </p:sp>
      <p:sp>
        <p:nvSpPr>
          <p:cNvPr id="743" name="Google Shape;743;p31"/>
          <p:cNvSpPr txBox="1"/>
          <p:nvPr/>
        </p:nvSpPr>
        <p:spPr>
          <a:xfrm>
            <a:off x="9120187" y="5116512"/>
            <a:ext cx="153352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400"/>
              <a:buFont typeface="Open Sans SemiBold"/>
              <a:buNone/>
            </a:pPr>
            <a:r>
              <a:rPr lang="en-US" sz="2400" b="1" i="0" u="none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ÉXITO</a:t>
            </a:r>
            <a:endParaRPr/>
          </a:p>
        </p:txBody>
      </p:sp>
      <p:sp>
        <p:nvSpPr>
          <p:cNvPr id="744" name="Google Shape;744;p31"/>
          <p:cNvSpPr txBox="1"/>
          <p:nvPr/>
        </p:nvSpPr>
        <p:spPr>
          <a:xfrm>
            <a:off x="1754187" y="1533525"/>
            <a:ext cx="909637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B312"/>
              </a:buClr>
              <a:buSzPts val="2400"/>
              <a:buFont typeface="Open Sans SemiBold"/>
              <a:buNone/>
            </a:pPr>
            <a:r>
              <a:rPr lang="en-US" sz="2400" b="1" i="0" u="none">
                <a:solidFill>
                  <a:srgbClr val="FFB312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</a:t>
            </a:r>
            <a:endParaRPr/>
          </a:p>
        </p:txBody>
      </p:sp>
      <p:sp>
        <p:nvSpPr>
          <p:cNvPr id="745" name="Google Shape;745;p31"/>
          <p:cNvSpPr txBox="1"/>
          <p:nvPr/>
        </p:nvSpPr>
        <p:spPr>
          <a:xfrm>
            <a:off x="1754187" y="3324225"/>
            <a:ext cx="1635125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7900"/>
              </a:buClr>
              <a:buSzPts val="2400"/>
              <a:buFont typeface="Open Sans SemiBold"/>
              <a:buNone/>
            </a:pPr>
            <a:r>
              <a:rPr lang="en-US" sz="2400" b="1" i="0" u="none">
                <a:solidFill>
                  <a:srgbClr val="FC790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CREATIVO</a:t>
            </a:r>
            <a:endParaRPr/>
          </a:p>
        </p:txBody>
      </p:sp>
      <p:sp>
        <p:nvSpPr>
          <p:cNvPr id="746" name="Google Shape;746;p31"/>
          <p:cNvSpPr txBox="1"/>
          <p:nvPr/>
        </p:nvSpPr>
        <p:spPr>
          <a:xfrm>
            <a:off x="1754187" y="5116512"/>
            <a:ext cx="1695450" cy="528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400"/>
              <a:buFont typeface="Open Sans SemiBold"/>
              <a:buNone/>
            </a:pPr>
            <a:r>
              <a:rPr lang="en-US" sz="24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APRENDER</a:t>
            </a:r>
            <a:endParaRPr dirty="0"/>
          </a:p>
        </p:txBody>
      </p:sp>
      <p:sp>
        <p:nvSpPr>
          <p:cNvPr id="747" name="Google Shape;747;p31"/>
          <p:cNvSpPr/>
          <p:nvPr/>
        </p:nvSpPr>
        <p:spPr>
          <a:xfrm>
            <a:off x="690562" y="5468937"/>
            <a:ext cx="592137" cy="514350"/>
          </a:xfrm>
          <a:custGeom>
            <a:avLst/>
            <a:gdLst/>
            <a:ahLst/>
            <a:cxnLst/>
            <a:rect l="l" t="t" r="r" b="b"/>
            <a:pathLst>
              <a:path w="168" h="146" extrusionOk="0">
                <a:moveTo>
                  <a:pt x="148" y="146"/>
                </a:moveTo>
                <a:cubicBezTo>
                  <a:pt x="19" y="146"/>
                  <a:pt x="19" y="146"/>
                  <a:pt x="19" y="146"/>
                </a:cubicBezTo>
                <a:cubicBezTo>
                  <a:pt x="8" y="146"/>
                  <a:pt x="0" y="137"/>
                  <a:pt x="0" y="126"/>
                </a:cubicBezTo>
                <a:cubicBezTo>
                  <a:pt x="0" y="94"/>
                  <a:pt x="0" y="94"/>
                  <a:pt x="0" y="94"/>
                </a:cubicBezTo>
                <a:cubicBezTo>
                  <a:pt x="0" y="92"/>
                  <a:pt x="1" y="91"/>
                  <a:pt x="3" y="91"/>
                </a:cubicBezTo>
                <a:cubicBezTo>
                  <a:pt x="5" y="91"/>
                  <a:pt x="7" y="92"/>
                  <a:pt x="7" y="94"/>
                </a:cubicBezTo>
                <a:cubicBezTo>
                  <a:pt x="7" y="126"/>
                  <a:pt x="7" y="126"/>
                  <a:pt x="7" y="126"/>
                </a:cubicBezTo>
                <a:cubicBezTo>
                  <a:pt x="7" y="133"/>
                  <a:pt x="12" y="138"/>
                  <a:pt x="19" y="138"/>
                </a:cubicBezTo>
                <a:cubicBezTo>
                  <a:pt x="148" y="138"/>
                  <a:pt x="148" y="138"/>
                  <a:pt x="148" y="138"/>
                </a:cubicBezTo>
                <a:cubicBezTo>
                  <a:pt x="155" y="138"/>
                  <a:pt x="160" y="133"/>
                  <a:pt x="160" y="126"/>
                </a:cubicBezTo>
                <a:cubicBezTo>
                  <a:pt x="160" y="95"/>
                  <a:pt x="160" y="95"/>
                  <a:pt x="160" y="95"/>
                </a:cubicBezTo>
                <a:cubicBezTo>
                  <a:pt x="160" y="93"/>
                  <a:pt x="162" y="91"/>
                  <a:pt x="164" y="91"/>
                </a:cubicBezTo>
                <a:cubicBezTo>
                  <a:pt x="166" y="91"/>
                  <a:pt x="168" y="93"/>
                  <a:pt x="168" y="95"/>
                </a:cubicBezTo>
                <a:cubicBezTo>
                  <a:pt x="168" y="126"/>
                  <a:pt x="168" y="126"/>
                  <a:pt x="168" y="126"/>
                </a:cubicBezTo>
                <a:cubicBezTo>
                  <a:pt x="168" y="137"/>
                  <a:pt x="159" y="146"/>
                  <a:pt x="148" y="146"/>
                </a:cubicBezTo>
                <a:close/>
                <a:moveTo>
                  <a:pt x="90" y="104"/>
                </a:moveTo>
                <a:cubicBezTo>
                  <a:pt x="77" y="104"/>
                  <a:pt x="77" y="104"/>
                  <a:pt x="77" y="104"/>
                </a:cubicBezTo>
                <a:cubicBezTo>
                  <a:pt x="72" y="104"/>
                  <a:pt x="67" y="99"/>
                  <a:pt x="67" y="94"/>
                </a:cubicBezTo>
                <a:cubicBezTo>
                  <a:pt x="67" y="78"/>
                  <a:pt x="67" y="78"/>
                  <a:pt x="67" y="78"/>
                </a:cubicBezTo>
                <a:cubicBezTo>
                  <a:pt x="67" y="72"/>
                  <a:pt x="72" y="67"/>
                  <a:pt x="77" y="67"/>
                </a:cubicBezTo>
                <a:cubicBezTo>
                  <a:pt x="90" y="67"/>
                  <a:pt x="90" y="67"/>
                  <a:pt x="90" y="67"/>
                </a:cubicBezTo>
                <a:cubicBezTo>
                  <a:pt x="96" y="67"/>
                  <a:pt x="100" y="72"/>
                  <a:pt x="100" y="78"/>
                </a:cubicBezTo>
                <a:cubicBezTo>
                  <a:pt x="100" y="94"/>
                  <a:pt x="100" y="94"/>
                  <a:pt x="100" y="94"/>
                </a:cubicBezTo>
                <a:cubicBezTo>
                  <a:pt x="100" y="99"/>
                  <a:pt x="96" y="104"/>
                  <a:pt x="90" y="104"/>
                </a:cubicBezTo>
                <a:close/>
                <a:moveTo>
                  <a:pt x="77" y="74"/>
                </a:moveTo>
                <a:cubicBezTo>
                  <a:pt x="76" y="74"/>
                  <a:pt x="75" y="76"/>
                  <a:pt x="75" y="78"/>
                </a:cubicBezTo>
                <a:cubicBezTo>
                  <a:pt x="75" y="94"/>
                  <a:pt x="75" y="94"/>
                  <a:pt x="75" y="94"/>
                </a:cubicBezTo>
                <a:cubicBezTo>
                  <a:pt x="75" y="95"/>
                  <a:pt x="76" y="97"/>
                  <a:pt x="77" y="97"/>
                </a:cubicBezTo>
                <a:cubicBezTo>
                  <a:pt x="90" y="97"/>
                  <a:pt x="90" y="97"/>
                  <a:pt x="90" y="97"/>
                </a:cubicBezTo>
                <a:cubicBezTo>
                  <a:pt x="92" y="97"/>
                  <a:pt x="93" y="95"/>
                  <a:pt x="93" y="94"/>
                </a:cubicBezTo>
                <a:cubicBezTo>
                  <a:pt x="93" y="78"/>
                  <a:pt x="93" y="78"/>
                  <a:pt x="93" y="78"/>
                </a:cubicBezTo>
                <a:cubicBezTo>
                  <a:pt x="93" y="76"/>
                  <a:pt x="92" y="74"/>
                  <a:pt x="90" y="74"/>
                </a:cubicBezTo>
                <a:lnTo>
                  <a:pt x="77" y="74"/>
                </a:lnTo>
                <a:close/>
                <a:moveTo>
                  <a:pt x="148" y="89"/>
                </a:moveTo>
                <a:cubicBezTo>
                  <a:pt x="110" y="89"/>
                  <a:pt x="110" y="89"/>
                  <a:pt x="110" y="89"/>
                </a:cubicBezTo>
                <a:cubicBezTo>
                  <a:pt x="108" y="89"/>
                  <a:pt x="107" y="88"/>
                  <a:pt x="107" y="86"/>
                </a:cubicBezTo>
                <a:cubicBezTo>
                  <a:pt x="107" y="84"/>
                  <a:pt x="108" y="82"/>
                  <a:pt x="110" y="82"/>
                </a:cubicBezTo>
                <a:cubicBezTo>
                  <a:pt x="148" y="82"/>
                  <a:pt x="148" y="82"/>
                  <a:pt x="148" y="82"/>
                </a:cubicBezTo>
                <a:cubicBezTo>
                  <a:pt x="155" y="82"/>
                  <a:pt x="160" y="77"/>
                  <a:pt x="160" y="70"/>
                </a:cubicBezTo>
                <a:cubicBezTo>
                  <a:pt x="160" y="45"/>
                  <a:pt x="160" y="45"/>
                  <a:pt x="160" y="45"/>
                </a:cubicBezTo>
                <a:cubicBezTo>
                  <a:pt x="160" y="38"/>
                  <a:pt x="155" y="33"/>
                  <a:pt x="148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2" y="33"/>
                  <a:pt x="7" y="38"/>
                  <a:pt x="7" y="45"/>
                </a:cubicBezTo>
                <a:cubicBezTo>
                  <a:pt x="7" y="70"/>
                  <a:pt x="7" y="70"/>
                  <a:pt x="7" y="70"/>
                </a:cubicBezTo>
                <a:cubicBezTo>
                  <a:pt x="7" y="77"/>
                  <a:pt x="12" y="82"/>
                  <a:pt x="19" y="82"/>
                </a:cubicBezTo>
                <a:cubicBezTo>
                  <a:pt x="57" y="82"/>
                  <a:pt x="57" y="82"/>
                  <a:pt x="57" y="82"/>
                </a:cubicBezTo>
                <a:cubicBezTo>
                  <a:pt x="59" y="82"/>
                  <a:pt x="61" y="84"/>
                  <a:pt x="61" y="86"/>
                </a:cubicBezTo>
                <a:cubicBezTo>
                  <a:pt x="61" y="88"/>
                  <a:pt x="59" y="89"/>
                  <a:pt x="57" y="89"/>
                </a:cubicBezTo>
                <a:cubicBezTo>
                  <a:pt x="19" y="89"/>
                  <a:pt x="19" y="89"/>
                  <a:pt x="19" y="89"/>
                </a:cubicBezTo>
                <a:cubicBezTo>
                  <a:pt x="8" y="89"/>
                  <a:pt x="0" y="81"/>
                  <a:pt x="0" y="70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34"/>
                  <a:pt x="8" y="25"/>
                  <a:pt x="19" y="25"/>
                </a:cubicBezTo>
                <a:cubicBezTo>
                  <a:pt x="148" y="25"/>
                  <a:pt x="148" y="25"/>
                  <a:pt x="148" y="25"/>
                </a:cubicBezTo>
                <a:cubicBezTo>
                  <a:pt x="159" y="25"/>
                  <a:pt x="168" y="34"/>
                  <a:pt x="168" y="45"/>
                </a:cubicBezTo>
                <a:cubicBezTo>
                  <a:pt x="168" y="73"/>
                  <a:pt x="168" y="73"/>
                  <a:pt x="168" y="73"/>
                </a:cubicBezTo>
                <a:cubicBezTo>
                  <a:pt x="168" y="73"/>
                  <a:pt x="168" y="74"/>
                  <a:pt x="167" y="74"/>
                </a:cubicBezTo>
                <a:cubicBezTo>
                  <a:pt x="165" y="83"/>
                  <a:pt x="158" y="89"/>
                  <a:pt x="148" y="89"/>
                </a:cubicBezTo>
                <a:close/>
                <a:moveTo>
                  <a:pt x="112" y="19"/>
                </a:moveTo>
                <a:cubicBezTo>
                  <a:pt x="110" y="19"/>
                  <a:pt x="108" y="18"/>
                  <a:pt x="108" y="16"/>
                </a:cubicBezTo>
                <a:cubicBezTo>
                  <a:pt x="108" y="11"/>
                  <a:pt x="103" y="7"/>
                  <a:pt x="98" y="7"/>
                </a:cubicBezTo>
                <a:cubicBezTo>
                  <a:pt x="70" y="7"/>
                  <a:pt x="70" y="7"/>
                  <a:pt x="70" y="7"/>
                </a:cubicBezTo>
                <a:cubicBezTo>
                  <a:pt x="64" y="7"/>
                  <a:pt x="59" y="11"/>
                  <a:pt x="59" y="16"/>
                </a:cubicBezTo>
                <a:cubicBezTo>
                  <a:pt x="59" y="18"/>
                  <a:pt x="58" y="19"/>
                  <a:pt x="56" y="19"/>
                </a:cubicBezTo>
                <a:cubicBezTo>
                  <a:pt x="54" y="19"/>
                  <a:pt x="52" y="18"/>
                  <a:pt x="52" y="16"/>
                </a:cubicBezTo>
                <a:cubicBezTo>
                  <a:pt x="52" y="7"/>
                  <a:pt x="60" y="0"/>
                  <a:pt x="70" y="0"/>
                </a:cubicBezTo>
                <a:cubicBezTo>
                  <a:pt x="98" y="0"/>
                  <a:pt x="98" y="0"/>
                  <a:pt x="98" y="0"/>
                </a:cubicBezTo>
                <a:cubicBezTo>
                  <a:pt x="107" y="0"/>
                  <a:pt x="115" y="7"/>
                  <a:pt x="115" y="16"/>
                </a:cubicBezTo>
                <a:cubicBezTo>
                  <a:pt x="115" y="18"/>
                  <a:pt x="114" y="19"/>
                  <a:pt x="112" y="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31"/>
          <p:cNvSpPr/>
          <p:nvPr/>
        </p:nvSpPr>
        <p:spPr>
          <a:xfrm>
            <a:off x="700087" y="3659187"/>
            <a:ext cx="568325" cy="568325"/>
          </a:xfrm>
          <a:custGeom>
            <a:avLst/>
            <a:gdLst/>
            <a:ahLst/>
            <a:cxnLst/>
            <a:rect l="l" t="t" r="r" b="b"/>
            <a:pathLst>
              <a:path w="161" h="161" extrusionOk="0">
                <a:moveTo>
                  <a:pt x="89" y="161"/>
                </a:moveTo>
                <a:cubicBezTo>
                  <a:pt x="73" y="161"/>
                  <a:pt x="73" y="161"/>
                  <a:pt x="73" y="161"/>
                </a:cubicBezTo>
                <a:cubicBezTo>
                  <a:pt x="69" y="161"/>
                  <a:pt x="66" y="159"/>
                  <a:pt x="66" y="155"/>
                </a:cubicBezTo>
                <a:cubicBezTo>
                  <a:pt x="64" y="139"/>
                  <a:pt x="64" y="139"/>
                  <a:pt x="64" y="139"/>
                </a:cubicBezTo>
                <a:cubicBezTo>
                  <a:pt x="63" y="139"/>
                  <a:pt x="63" y="138"/>
                  <a:pt x="62" y="138"/>
                </a:cubicBezTo>
                <a:cubicBezTo>
                  <a:pt x="59" y="137"/>
                  <a:pt x="56" y="136"/>
                  <a:pt x="53" y="134"/>
                </a:cubicBezTo>
                <a:cubicBezTo>
                  <a:pt x="52" y="134"/>
                  <a:pt x="52" y="134"/>
                  <a:pt x="51" y="134"/>
                </a:cubicBezTo>
                <a:cubicBezTo>
                  <a:pt x="38" y="144"/>
                  <a:pt x="38" y="144"/>
                  <a:pt x="38" y="144"/>
                </a:cubicBezTo>
                <a:cubicBezTo>
                  <a:pt x="36" y="146"/>
                  <a:pt x="32" y="146"/>
                  <a:pt x="29" y="143"/>
                </a:cubicBezTo>
                <a:cubicBezTo>
                  <a:pt x="18" y="132"/>
                  <a:pt x="18" y="132"/>
                  <a:pt x="18" y="132"/>
                </a:cubicBezTo>
                <a:cubicBezTo>
                  <a:pt x="16" y="130"/>
                  <a:pt x="15" y="126"/>
                  <a:pt x="17" y="123"/>
                </a:cubicBezTo>
                <a:cubicBezTo>
                  <a:pt x="27" y="110"/>
                  <a:pt x="27" y="110"/>
                  <a:pt x="27" y="110"/>
                </a:cubicBezTo>
                <a:cubicBezTo>
                  <a:pt x="27" y="110"/>
                  <a:pt x="27" y="109"/>
                  <a:pt x="27" y="108"/>
                </a:cubicBezTo>
                <a:cubicBezTo>
                  <a:pt x="25" y="105"/>
                  <a:pt x="24" y="102"/>
                  <a:pt x="23" y="99"/>
                </a:cubicBezTo>
                <a:cubicBezTo>
                  <a:pt x="23" y="98"/>
                  <a:pt x="22" y="98"/>
                  <a:pt x="22" y="98"/>
                </a:cubicBezTo>
                <a:cubicBezTo>
                  <a:pt x="6" y="95"/>
                  <a:pt x="6" y="95"/>
                  <a:pt x="6" y="95"/>
                </a:cubicBezTo>
                <a:cubicBezTo>
                  <a:pt x="3" y="95"/>
                  <a:pt x="0" y="92"/>
                  <a:pt x="0" y="88"/>
                </a:cubicBezTo>
                <a:cubicBezTo>
                  <a:pt x="0" y="73"/>
                  <a:pt x="0" y="73"/>
                  <a:pt x="0" y="73"/>
                </a:cubicBezTo>
                <a:cubicBezTo>
                  <a:pt x="0" y="69"/>
                  <a:pt x="3" y="66"/>
                  <a:pt x="6" y="66"/>
                </a:cubicBezTo>
                <a:cubicBezTo>
                  <a:pt x="22" y="63"/>
                  <a:pt x="22" y="63"/>
                  <a:pt x="22" y="63"/>
                </a:cubicBezTo>
                <a:cubicBezTo>
                  <a:pt x="22" y="63"/>
                  <a:pt x="23" y="63"/>
                  <a:pt x="23" y="62"/>
                </a:cubicBezTo>
                <a:cubicBezTo>
                  <a:pt x="24" y="59"/>
                  <a:pt x="25" y="56"/>
                  <a:pt x="27" y="53"/>
                </a:cubicBezTo>
                <a:cubicBezTo>
                  <a:pt x="27" y="52"/>
                  <a:pt x="27" y="52"/>
                  <a:pt x="27" y="51"/>
                </a:cubicBezTo>
                <a:cubicBezTo>
                  <a:pt x="17" y="38"/>
                  <a:pt x="17" y="38"/>
                  <a:pt x="17" y="38"/>
                </a:cubicBezTo>
                <a:cubicBezTo>
                  <a:pt x="15" y="35"/>
                  <a:pt x="16" y="31"/>
                  <a:pt x="18" y="29"/>
                </a:cubicBezTo>
                <a:cubicBezTo>
                  <a:pt x="29" y="18"/>
                  <a:pt x="29" y="18"/>
                  <a:pt x="29" y="18"/>
                </a:cubicBezTo>
                <a:cubicBezTo>
                  <a:pt x="32" y="16"/>
                  <a:pt x="36" y="15"/>
                  <a:pt x="38" y="17"/>
                </a:cubicBezTo>
                <a:cubicBezTo>
                  <a:pt x="51" y="27"/>
                  <a:pt x="51" y="27"/>
                  <a:pt x="51" y="27"/>
                </a:cubicBezTo>
                <a:cubicBezTo>
                  <a:pt x="52" y="27"/>
                  <a:pt x="52" y="27"/>
                  <a:pt x="53" y="27"/>
                </a:cubicBezTo>
                <a:cubicBezTo>
                  <a:pt x="56" y="25"/>
                  <a:pt x="59" y="24"/>
                  <a:pt x="62" y="23"/>
                </a:cubicBezTo>
                <a:cubicBezTo>
                  <a:pt x="63" y="23"/>
                  <a:pt x="63" y="22"/>
                  <a:pt x="64" y="22"/>
                </a:cubicBezTo>
                <a:cubicBezTo>
                  <a:pt x="66" y="6"/>
                  <a:pt x="66" y="6"/>
                  <a:pt x="66" y="6"/>
                </a:cubicBezTo>
                <a:cubicBezTo>
                  <a:pt x="66" y="3"/>
                  <a:pt x="69" y="0"/>
                  <a:pt x="73" y="0"/>
                </a:cubicBezTo>
                <a:cubicBezTo>
                  <a:pt x="89" y="0"/>
                  <a:pt x="89" y="0"/>
                  <a:pt x="89" y="0"/>
                </a:cubicBezTo>
                <a:cubicBezTo>
                  <a:pt x="92" y="0"/>
                  <a:pt x="95" y="3"/>
                  <a:pt x="95" y="6"/>
                </a:cubicBezTo>
                <a:cubicBezTo>
                  <a:pt x="98" y="22"/>
                  <a:pt x="98" y="22"/>
                  <a:pt x="98" y="22"/>
                </a:cubicBezTo>
                <a:cubicBezTo>
                  <a:pt x="98" y="22"/>
                  <a:pt x="98" y="23"/>
                  <a:pt x="99" y="23"/>
                </a:cubicBezTo>
                <a:cubicBezTo>
                  <a:pt x="102" y="24"/>
                  <a:pt x="105" y="25"/>
                  <a:pt x="108" y="27"/>
                </a:cubicBezTo>
                <a:cubicBezTo>
                  <a:pt x="109" y="27"/>
                  <a:pt x="110" y="27"/>
                  <a:pt x="110" y="27"/>
                </a:cubicBezTo>
                <a:cubicBezTo>
                  <a:pt x="123" y="17"/>
                  <a:pt x="123" y="17"/>
                  <a:pt x="123" y="17"/>
                </a:cubicBezTo>
                <a:cubicBezTo>
                  <a:pt x="126" y="15"/>
                  <a:pt x="130" y="16"/>
                  <a:pt x="132" y="18"/>
                </a:cubicBezTo>
                <a:cubicBezTo>
                  <a:pt x="143" y="29"/>
                  <a:pt x="143" y="29"/>
                  <a:pt x="143" y="29"/>
                </a:cubicBezTo>
                <a:cubicBezTo>
                  <a:pt x="146" y="32"/>
                  <a:pt x="146" y="35"/>
                  <a:pt x="144" y="38"/>
                </a:cubicBezTo>
                <a:cubicBezTo>
                  <a:pt x="135" y="51"/>
                  <a:pt x="135" y="51"/>
                  <a:pt x="135" y="51"/>
                </a:cubicBezTo>
                <a:cubicBezTo>
                  <a:pt x="134" y="52"/>
                  <a:pt x="134" y="52"/>
                  <a:pt x="134" y="53"/>
                </a:cubicBezTo>
                <a:cubicBezTo>
                  <a:pt x="136" y="56"/>
                  <a:pt x="137" y="59"/>
                  <a:pt x="138" y="62"/>
                </a:cubicBezTo>
                <a:cubicBezTo>
                  <a:pt x="138" y="63"/>
                  <a:pt x="139" y="63"/>
                  <a:pt x="140" y="63"/>
                </a:cubicBezTo>
                <a:cubicBezTo>
                  <a:pt x="155" y="66"/>
                  <a:pt x="155" y="66"/>
                  <a:pt x="155" y="66"/>
                </a:cubicBezTo>
                <a:cubicBezTo>
                  <a:pt x="155" y="66"/>
                  <a:pt x="155" y="66"/>
                  <a:pt x="155" y="66"/>
                </a:cubicBezTo>
                <a:cubicBezTo>
                  <a:pt x="159" y="66"/>
                  <a:pt x="161" y="69"/>
                  <a:pt x="161" y="73"/>
                </a:cubicBezTo>
                <a:cubicBezTo>
                  <a:pt x="161" y="88"/>
                  <a:pt x="161" y="88"/>
                  <a:pt x="161" y="88"/>
                </a:cubicBezTo>
                <a:cubicBezTo>
                  <a:pt x="161" y="92"/>
                  <a:pt x="159" y="95"/>
                  <a:pt x="155" y="95"/>
                </a:cubicBezTo>
                <a:cubicBezTo>
                  <a:pt x="140" y="98"/>
                  <a:pt x="140" y="98"/>
                  <a:pt x="140" y="98"/>
                </a:cubicBezTo>
                <a:cubicBezTo>
                  <a:pt x="139" y="98"/>
                  <a:pt x="138" y="99"/>
                  <a:pt x="138" y="99"/>
                </a:cubicBezTo>
                <a:cubicBezTo>
                  <a:pt x="137" y="102"/>
                  <a:pt x="136" y="105"/>
                  <a:pt x="134" y="108"/>
                </a:cubicBezTo>
                <a:cubicBezTo>
                  <a:pt x="134" y="109"/>
                  <a:pt x="134" y="110"/>
                  <a:pt x="135" y="110"/>
                </a:cubicBezTo>
                <a:cubicBezTo>
                  <a:pt x="144" y="123"/>
                  <a:pt x="144" y="123"/>
                  <a:pt x="144" y="123"/>
                </a:cubicBezTo>
                <a:cubicBezTo>
                  <a:pt x="146" y="126"/>
                  <a:pt x="146" y="130"/>
                  <a:pt x="143" y="132"/>
                </a:cubicBezTo>
                <a:cubicBezTo>
                  <a:pt x="132" y="143"/>
                  <a:pt x="132" y="143"/>
                  <a:pt x="132" y="143"/>
                </a:cubicBezTo>
                <a:cubicBezTo>
                  <a:pt x="130" y="146"/>
                  <a:pt x="126" y="146"/>
                  <a:pt x="123" y="144"/>
                </a:cubicBezTo>
                <a:cubicBezTo>
                  <a:pt x="110" y="134"/>
                  <a:pt x="110" y="134"/>
                  <a:pt x="110" y="134"/>
                </a:cubicBezTo>
                <a:cubicBezTo>
                  <a:pt x="110" y="134"/>
                  <a:pt x="109" y="134"/>
                  <a:pt x="108" y="134"/>
                </a:cubicBezTo>
                <a:cubicBezTo>
                  <a:pt x="105" y="136"/>
                  <a:pt x="102" y="137"/>
                  <a:pt x="99" y="138"/>
                </a:cubicBezTo>
                <a:cubicBezTo>
                  <a:pt x="99" y="138"/>
                  <a:pt x="98" y="139"/>
                  <a:pt x="98" y="139"/>
                </a:cubicBezTo>
                <a:cubicBezTo>
                  <a:pt x="95" y="155"/>
                  <a:pt x="95" y="155"/>
                  <a:pt x="95" y="155"/>
                </a:cubicBezTo>
                <a:cubicBezTo>
                  <a:pt x="95" y="159"/>
                  <a:pt x="92" y="161"/>
                  <a:pt x="89" y="161"/>
                </a:cubicBezTo>
                <a:close/>
                <a:moveTo>
                  <a:pt x="73" y="154"/>
                </a:moveTo>
                <a:cubicBezTo>
                  <a:pt x="88" y="154"/>
                  <a:pt x="88" y="154"/>
                  <a:pt x="88" y="154"/>
                </a:cubicBezTo>
                <a:cubicBezTo>
                  <a:pt x="91" y="138"/>
                  <a:pt x="91" y="138"/>
                  <a:pt x="91" y="138"/>
                </a:cubicBezTo>
                <a:cubicBezTo>
                  <a:pt x="91" y="135"/>
                  <a:pt x="94" y="132"/>
                  <a:pt x="97" y="131"/>
                </a:cubicBezTo>
                <a:cubicBezTo>
                  <a:pt x="100" y="130"/>
                  <a:pt x="102" y="129"/>
                  <a:pt x="105" y="128"/>
                </a:cubicBezTo>
                <a:cubicBezTo>
                  <a:pt x="108" y="126"/>
                  <a:pt x="112" y="126"/>
                  <a:pt x="115" y="128"/>
                </a:cubicBezTo>
                <a:cubicBezTo>
                  <a:pt x="127" y="138"/>
                  <a:pt x="127" y="138"/>
                  <a:pt x="127" y="138"/>
                </a:cubicBezTo>
                <a:cubicBezTo>
                  <a:pt x="138" y="127"/>
                  <a:pt x="138" y="127"/>
                  <a:pt x="138" y="127"/>
                </a:cubicBezTo>
                <a:cubicBezTo>
                  <a:pt x="129" y="114"/>
                  <a:pt x="129" y="114"/>
                  <a:pt x="129" y="114"/>
                </a:cubicBezTo>
                <a:cubicBezTo>
                  <a:pt x="127" y="112"/>
                  <a:pt x="126" y="108"/>
                  <a:pt x="128" y="105"/>
                </a:cubicBezTo>
                <a:cubicBezTo>
                  <a:pt x="129" y="102"/>
                  <a:pt x="130" y="100"/>
                  <a:pt x="131" y="97"/>
                </a:cubicBezTo>
                <a:cubicBezTo>
                  <a:pt x="132" y="93"/>
                  <a:pt x="135" y="91"/>
                  <a:pt x="138" y="91"/>
                </a:cubicBezTo>
                <a:cubicBezTo>
                  <a:pt x="154" y="88"/>
                  <a:pt x="154" y="88"/>
                  <a:pt x="154" y="88"/>
                </a:cubicBezTo>
                <a:cubicBezTo>
                  <a:pt x="154" y="73"/>
                  <a:pt x="154" y="73"/>
                  <a:pt x="154" y="73"/>
                </a:cubicBezTo>
                <a:cubicBezTo>
                  <a:pt x="138" y="71"/>
                  <a:pt x="138" y="71"/>
                  <a:pt x="138" y="71"/>
                </a:cubicBezTo>
                <a:cubicBezTo>
                  <a:pt x="135" y="70"/>
                  <a:pt x="132" y="68"/>
                  <a:pt x="131" y="64"/>
                </a:cubicBezTo>
                <a:cubicBezTo>
                  <a:pt x="130" y="62"/>
                  <a:pt x="129" y="59"/>
                  <a:pt x="128" y="56"/>
                </a:cubicBezTo>
                <a:cubicBezTo>
                  <a:pt x="126" y="53"/>
                  <a:pt x="127" y="50"/>
                  <a:pt x="129" y="47"/>
                </a:cubicBezTo>
                <a:cubicBezTo>
                  <a:pt x="138" y="34"/>
                  <a:pt x="138" y="34"/>
                  <a:pt x="138" y="34"/>
                </a:cubicBezTo>
                <a:cubicBezTo>
                  <a:pt x="127" y="23"/>
                  <a:pt x="127" y="23"/>
                  <a:pt x="127" y="23"/>
                </a:cubicBezTo>
                <a:cubicBezTo>
                  <a:pt x="115" y="33"/>
                  <a:pt x="115" y="33"/>
                  <a:pt x="115" y="33"/>
                </a:cubicBezTo>
                <a:cubicBezTo>
                  <a:pt x="112" y="35"/>
                  <a:pt x="108" y="35"/>
                  <a:pt x="105" y="33"/>
                </a:cubicBezTo>
                <a:cubicBezTo>
                  <a:pt x="102" y="32"/>
                  <a:pt x="100" y="31"/>
                  <a:pt x="97" y="30"/>
                </a:cubicBezTo>
                <a:cubicBezTo>
                  <a:pt x="94" y="29"/>
                  <a:pt x="91" y="26"/>
                  <a:pt x="91" y="23"/>
                </a:cubicBezTo>
                <a:cubicBezTo>
                  <a:pt x="88" y="7"/>
                  <a:pt x="88" y="7"/>
                  <a:pt x="88" y="7"/>
                </a:cubicBezTo>
                <a:cubicBezTo>
                  <a:pt x="73" y="7"/>
                  <a:pt x="73" y="7"/>
                  <a:pt x="73" y="7"/>
                </a:cubicBezTo>
                <a:cubicBezTo>
                  <a:pt x="71" y="23"/>
                  <a:pt x="71" y="23"/>
                  <a:pt x="71" y="23"/>
                </a:cubicBezTo>
                <a:cubicBezTo>
                  <a:pt x="70" y="26"/>
                  <a:pt x="68" y="29"/>
                  <a:pt x="64" y="30"/>
                </a:cubicBezTo>
                <a:cubicBezTo>
                  <a:pt x="62" y="31"/>
                  <a:pt x="59" y="32"/>
                  <a:pt x="56" y="33"/>
                </a:cubicBezTo>
                <a:cubicBezTo>
                  <a:pt x="53" y="35"/>
                  <a:pt x="50" y="35"/>
                  <a:pt x="47" y="33"/>
                </a:cubicBezTo>
                <a:cubicBezTo>
                  <a:pt x="34" y="23"/>
                  <a:pt x="34" y="23"/>
                  <a:pt x="34" y="23"/>
                </a:cubicBezTo>
                <a:cubicBezTo>
                  <a:pt x="24" y="34"/>
                  <a:pt x="24" y="34"/>
                  <a:pt x="24" y="34"/>
                </a:cubicBezTo>
                <a:cubicBezTo>
                  <a:pt x="33" y="47"/>
                  <a:pt x="33" y="47"/>
                  <a:pt x="33" y="47"/>
                </a:cubicBezTo>
                <a:cubicBezTo>
                  <a:pt x="35" y="50"/>
                  <a:pt x="35" y="53"/>
                  <a:pt x="33" y="56"/>
                </a:cubicBezTo>
                <a:cubicBezTo>
                  <a:pt x="32" y="59"/>
                  <a:pt x="31" y="62"/>
                  <a:pt x="30" y="64"/>
                </a:cubicBezTo>
                <a:cubicBezTo>
                  <a:pt x="29" y="68"/>
                  <a:pt x="26" y="70"/>
                  <a:pt x="23" y="71"/>
                </a:cubicBezTo>
                <a:cubicBezTo>
                  <a:pt x="7" y="73"/>
                  <a:pt x="7" y="73"/>
                  <a:pt x="7" y="73"/>
                </a:cubicBezTo>
                <a:cubicBezTo>
                  <a:pt x="7" y="88"/>
                  <a:pt x="7" y="88"/>
                  <a:pt x="7" y="88"/>
                </a:cubicBezTo>
                <a:cubicBezTo>
                  <a:pt x="23" y="91"/>
                  <a:pt x="23" y="91"/>
                  <a:pt x="23" y="91"/>
                </a:cubicBezTo>
                <a:cubicBezTo>
                  <a:pt x="26" y="91"/>
                  <a:pt x="29" y="93"/>
                  <a:pt x="30" y="97"/>
                </a:cubicBezTo>
                <a:cubicBezTo>
                  <a:pt x="31" y="100"/>
                  <a:pt x="32" y="102"/>
                  <a:pt x="33" y="105"/>
                </a:cubicBezTo>
                <a:cubicBezTo>
                  <a:pt x="35" y="108"/>
                  <a:pt x="35" y="112"/>
                  <a:pt x="33" y="114"/>
                </a:cubicBezTo>
                <a:cubicBezTo>
                  <a:pt x="24" y="127"/>
                  <a:pt x="24" y="127"/>
                  <a:pt x="24" y="127"/>
                </a:cubicBezTo>
                <a:cubicBezTo>
                  <a:pt x="34" y="138"/>
                  <a:pt x="34" y="138"/>
                  <a:pt x="34" y="138"/>
                </a:cubicBezTo>
                <a:cubicBezTo>
                  <a:pt x="47" y="128"/>
                  <a:pt x="47" y="128"/>
                  <a:pt x="47" y="128"/>
                </a:cubicBezTo>
                <a:cubicBezTo>
                  <a:pt x="50" y="126"/>
                  <a:pt x="53" y="126"/>
                  <a:pt x="56" y="128"/>
                </a:cubicBezTo>
                <a:cubicBezTo>
                  <a:pt x="59" y="129"/>
                  <a:pt x="62" y="130"/>
                  <a:pt x="64" y="131"/>
                </a:cubicBezTo>
                <a:cubicBezTo>
                  <a:pt x="68" y="132"/>
                  <a:pt x="70" y="135"/>
                  <a:pt x="71" y="138"/>
                </a:cubicBezTo>
                <a:lnTo>
                  <a:pt x="73" y="154"/>
                </a:lnTo>
                <a:close/>
                <a:moveTo>
                  <a:pt x="23" y="127"/>
                </a:moveTo>
                <a:cubicBezTo>
                  <a:pt x="23" y="127"/>
                  <a:pt x="23" y="127"/>
                  <a:pt x="23" y="127"/>
                </a:cubicBezTo>
                <a:close/>
                <a:moveTo>
                  <a:pt x="138" y="127"/>
                </a:moveTo>
                <a:cubicBezTo>
                  <a:pt x="138" y="127"/>
                  <a:pt x="138" y="127"/>
                  <a:pt x="138" y="127"/>
                </a:cubicBezTo>
                <a:close/>
                <a:moveTo>
                  <a:pt x="154" y="88"/>
                </a:moveTo>
                <a:cubicBezTo>
                  <a:pt x="154" y="88"/>
                  <a:pt x="154" y="88"/>
                  <a:pt x="154" y="88"/>
                </a:cubicBezTo>
                <a:close/>
                <a:moveTo>
                  <a:pt x="7" y="88"/>
                </a:moveTo>
                <a:cubicBezTo>
                  <a:pt x="7" y="88"/>
                  <a:pt x="7" y="88"/>
                  <a:pt x="7" y="88"/>
                </a:cubicBezTo>
                <a:close/>
                <a:moveTo>
                  <a:pt x="154" y="88"/>
                </a:moveTo>
                <a:cubicBezTo>
                  <a:pt x="154" y="88"/>
                  <a:pt x="154" y="88"/>
                  <a:pt x="154" y="88"/>
                </a:cubicBezTo>
                <a:close/>
                <a:moveTo>
                  <a:pt x="7" y="88"/>
                </a:moveTo>
                <a:cubicBezTo>
                  <a:pt x="7" y="88"/>
                  <a:pt x="7" y="88"/>
                  <a:pt x="7" y="88"/>
                </a:cubicBezTo>
                <a:cubicBezTo>
                  <a:pt x="7" y="88"/>
                  <a:pt x="7" y="88"/>
                  <a:pt x="7" y="88"/>
                </a:cubicBezTo>
                <a:close/>
                <a:moveTo>
                  <a:pt x="127" y="23"/>
                </a:moveTo>
                <a:cubicBezTo>
                  <a:pt x="127" y="23"/>
                  <a:pt x="127" y="23"/>
                  <a:pt x="127" y="23"/>
                </a:cubicBezTo>
                <a:close/>
                <a:moveTo>
                  <a:pt x="127" y="23"/>
                </a:moveTo>
                <a:cubicBezTo>
                  <a:pt x="127" y="23"/>
                  <a:pt x="127" y="23"/>
                  <a:pt x="127" y="23"/>
                </a:cubicBezTo>
                <a:close/>
                <a:moveTo>
                  <a:pt x="81" y="113"/>
                </a:moveTo>
                <a:cubicBezTo>
                  <a:pt x="72" y="113"/>
                  <a:pt x="64" y="109"/>
                  <a:pt x="58" y="103"/>
                </a:cubicBezTo>
                <a:cubicBezTo>
                  <a:pt x="50" y="95"/>
                  <a:pt x="47" y="84"/>
                  <a:pt x="50" y="73"/>
                </a:cubicBezTo>
                <a:cubicBezTo>
                  <a:pt x="52" y="61"/>
                  <a:pt x="62" y="52"/>
                  <a:pt x="74" y="49"/>
                </a:cubicBezTo>
                <a:cubicBezTo>
                  <a:pt x="84" y="47"/>
                  <a:pt x="96" y="50"/>
                  <a:pt x="103" y="58"/>
                </a:cubicBezTo>
                <a:cubicBezTo>
                  <a:pt x="111" y="66"/>
                  <a:pt x="114" y="77"/>
                  <a:pt x="112" y="88"/>
                </a:cubicBezTo>
                <a:cubicBezTo>
                  <a:pt x="109" y="100"/>
                  <a:pt x="100" y="109"/>
                  <a:pt x="88" y="112"/>
                </a:cubicBezTo>
                <a:cubicBezTo>
                  <a:pt x="86" y="112"/>
                  <a:pt x="83" y="113"/>
                  <a:pt x="81" y="113"/>
                </a:cubicBezTo>
                <a:close/>
                <a:moveTo>
                  <a:pt x="81" y="56"/>
                </a:moveTo>
                <a:cubicBezTo>
                  <a:pt x="79" y="56"/>
                  <a:pt x="77" y="56"/>
                  <a:pt x="75" y="56"/>
                </a:cubicBezTo>
                <a:cubicBezTo>
                  <a:pt x="66" y="58"/>
                  <a:pt x="59" y="66"/>
                  <a:pt x="57" y="75"/>
                </a:cubicBezTo>
                <a:cubicBezTo>
                  <a:pt x="55" y="83"/>
                  <a:pt x="57" y="92"/>
                  <a:pt x="63" y="98"/>
                </a:cubicBezTo>
                <a:cubicBezTo>
                  <a:pt x="69" y="104"/>
                  <a:pt x="78" y="107"/>
                  <a:pt x="86" y="105"/>
                </a:cubicBezTo>
                <a:cubicBezTo>
                  <a:pt x="86" y="105"/>
                  <a:pt x="86" y="105"/>
                  <a:pt x="86" y="105"/>
                </a:cubicBezTo>
                <a:cubicBezTo>
                  <a:pt x="95" y="103"/>
                  <a:pt x="103" y="95"/>
                  <a:pt x="105" y="86"/>
                </a:cubicBezTo>
                <a:cubicBezTo>
                  <a:pt x="107" y="78"/>
                  <a:pt x="104" y="69"/>
                  <a:pt x="98" y="63"/>
                </a:cubicBezTo>
                <a:cubicBezTo>
                  <a:pt x="93" y="58"/>
                  <a:pt x="87" y="56"/>
                  <a:pt x="81" y="5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31"/>
          <p:cNvSpPr/>
          <p:nvPr/>
        </p:nvSpPr>
        <p:spPr>
          <a:xfrm>
            <a:off x="10868025" y="3733800"/>
            <a:ext cx="665162" cy="419100"/>
          </a:xfrm>
          <a:custGeom>
            <a:avLst/>
            <a:gdLst/>
            <a:ahLst/>
            <a:cxnLst/>
            <a:rect l="l" t="t" r="r" b="b"/>
            <a:pathLst>
              <a:path w="189" h="119" extrusionOk="0">
                <a:moveTo>
                  <a:pt x="165" y="119"/>
                </a:moveTo>
                <a:cubicBezTo>
                  <a:pt x="24" y="119"/>
                  <a:pt x="24" y="119"/>
                  <a:pt x="24" y="119"/>
                </a:cubicBezTo>
                <a:cubicBezTo>
                  <a:pt x="11" y="119"/>
                  <a:pt x="0" y="108"/>
                  <a:pt x="0" y="95"/>
                </a:cubicBezTo>
                <a:cubicBezTo>
                  <a:pt x="0" y="24"/>
                  <a:pt x="0" y="24"/>
                  <a:pt x="0" y="24"/>
                </a:cubicBezTo>
                <a:cubicBezTo>
                  <a:pt x="0" y="11"/>
                  <a:pt x="11" y="0"/>
                  <a:pt x="24" y="0"/>
                </a:cubicBezTo>
                <a:cubicBezTo>
                  <a:pt x="165" y="0"/>
                  <a:pt x="165" y="0"/>
                  <a:pt x="165" y="0"/>
                </a:cubicBezTo>
                <a:cubicBezTo>
                  <a:pt x="178" y="0"/>
                  <a:pt x="189" y="11"/>
                  <a:pt x="189" y="24"/>
                </a:cubicBezTo>
                <a:cubicBezTo>
                  <a:pt x="189" y="95"/>
                  <a:pt x="189" y="95"/>
                  <a:pt x="189" y="95"/>
                </a:cubicBezTo>
                <a:cubicBezTo>
                  <a:pt x="189" y="108"/>
                  <a:pt x="178" y="119"/>
                  <a:pt x="165" y="119"/>
                </a:cubicBezTo>
                <a:close/>
                <a:moveTo>
                  <a:pt x="24" y="8"/>
                </a:moveTo>
                <a:cubicBezTo>
                  <a:pt x="15" y="8"/>
                  <a:pt x="8" y="15"/>
                  <a:pt x="8" y="24"/>
                </a:cubicBezTo>
                <a:cubicBezTo>
                  <a:pt x="8" y="95"/>
                  <a:pt x="8" y="95"/>
                  <a:pt x="8" y="95"/>
                </a:cubicBezTo>
                <a:cubicBezTo>
                  <a:pt x="8" y="104"/>
                  <a:pt x="15" y="111"/>
                  <a:pt x="24" y="111"/>
                </a:cubicBezTo>
                <a:cubicBezTo>
                  <a:pt x="165" y="111"/>
                  <a:pt x="165" y="111"/>
                  <a:pt x="165" y="111"/>
                </a:cubicBezTo>
                <a:cubicBezTo>
                  <a:pt x="174" y="111"/>
                  <a:pt x="181" y="104"/>
                  <a:pt x="181" y="95"/>
                </a:cubicBezTo>
                <a:cubicBezTo>
                  <a:pt x="181" y="24"/>
                  <a:pt x="181" y="24"/>
                  <a:pt x="181" y="24"/>
                </a:cubicBezTo>
                <a:cubicBezTo>
                  <a:pt x="181" y="15"/>
                  <a:pt x="174" y="8"/>
                  <a:pt x="165" y="8"/>
                </a:cubicBezTo>
                <a:lnTo>
                  <a:pt x="24" y="8"/>
                </a:lnTo>
                <a:close/>
                <a:moveTo>
                  <a:pt x="162" y="100"/>
                </a:moveTo>
                <a:cubicBezTo>
                  <a:pt x="161" y="100"/>
                  <a:pt x="160" y="100"/>
                  <a:pt x="160" y="99"/>
                </a:cubicBezTo>
                <a:cubicBezTo>
                  <a:pt x="118" y="65"/>
                  <a:pt x="118" y="65"/>
                  <a:pt x="118" y="65"/>
                </a:cubicBezTo>
                <a:cubicBezTo>
                  <a:pt x="97" y="82"/>
                  <a:pt x="97" y="82"/>
                  <a:pt x="97" y="82"/>
                </a:cubicBezTo>
                <a:cubicBezTo>
                  <a:pt x="95" y="83"/>
                  <a:pt x="93" y="83"/>
                  <a:pt x="92" y="82"/>
                </a:cubicBezTo>
                <a:cubicBezTo>
                  <a:pt x="70" y="65"/>
                  <a:pt x="70" y="65"/>
                  <a:pt x="70" y="65"/>
                </a:cubicBezTo>
                <a:cubicBezTo>
                  <a:pt x="29" y="99"/>
                  <a:pt x="29" y="99"/>
                  <a:pt x="29" y="99"/>
                </a:cubicBezTo>
                <a:cubicBezTo>
                  <a:pt x="27" y="101"/>
                  <a:pt x="25" y="100"/>
                  <a:pt x="24" y="99"/>
                </a:cubicBezTo>
                <a:cubicBezTo>
                  <a:pt x="22" y="97"/>
                  <a:pt x="23" y="95"/>
                  <a:pt x="24" y="94"/>
                </a:cubicBezTo>
                <a:cubicBezTo>
                  <a:pt x="64" y="60"/>
                  <a:pt x="64" y="60"/>
                  <a:pt x="64" y="60"/>
                </a:cubicBezTo>
                <a:cubicBezTo>
                  <a:pt x="24" y="29"/>
                  <a:pt x="24" y="29"/>
                  <a:pt x="24" y="29"/>
                </a:cubicBezTo>
                <a:cubicBezTo>
                  <a:pt x="23" y="27"/>
                  <a:pt x="22" y="25"/>
                  <a:pt x="24" y="24"/>
                </a:cubicBezTo>
                <a:cubicBezTo>
                  <a:pt x="25" y="22"/>
                  <a:pt x="27" y="22"/>
                  <a:pt x="29" y="23"/>
                </a:cubicBezTo>
                <a:cubicBezTo>
                  <a:pt x="94" y="74"/>
                  <a:pt x="94" y="74"/>
                  <a:pt x="94" y="74"/>
                </a:cubicBezTo>
                <a:cubicBezTo>
                  <a:pt x="160" y="23"/>
                  <a:pt x="160" y="23"/>
                  <a:pt x="160" y="23"/>
                </a:cubicBezTo>
                <a:cubicBezTo>
                  <a:pt x="161" y="22"/>
                  <a:pt x="164" y="22"/>
                  <a:pt x="165" y="24"/>
                </a:cubicBezTo>
                <a:cubicBezTo>
                  <a:pt x="166" y="25"/>
                  <a:pt x="166" y="27"/>
                  <a:pt x="164" y="29"/>
                </a:cubicBezTo>
                <a:cubicBezTo>
                  <a:pt x="124" y="60"/>
                  <a:pt x="124" y="60"/>
                  <a:pt x="124" y="60"/>
                </a:cubicBezTo>
                <a:cubicBezTo>
                  <a:pt x="164" y="94"/>
                  <a:pt x="164" y="94"/>
                  <a:pt x="164" y="94"/>
                </a:cubicBezTo>
                <a:cubicBezTo>
                  <a:pt x="166" y="95"/>
                  <a:pt x="166" y="97"/>
                  <a:pt x="165" y="99"/>
                </a:cubicBezTo>
                <a:cubicBezTo>
                  <a:pt x="164" y="100"/>
                  <a:pt x="163" y="100"/>
                  <a:pt x="162" y="10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31"/>
          <p:cNvSpPr/>
          <p:nvPr/>
        </p:nvSpPr>
        <p:spPr>
          <a:xfrm>
            <a:off x="10779125" y="1889125"/>
            <a:ext cx="842962" cy="427037"/>
          </a:xfrm>
          <a:custGeom>
            <a:avLst/>
            <a:gdLst/>
            <a:ahLst/>
            <a:cxnLst/>
            <a:rect l="l" t="t" r="r" b="b"/>
            <a:pathLst>
              <a:path w="239" h="121" extrusionOk="0">
                <a:moveTo>
                  <a:pt x="122" y="121"/>
                </a:moveTo>
                <a:cubicBezTo>
                  <a:pt x="108" y="121"/>
                  <a:pt x="97" y="120"/>
                  <a:pt x="85" y="118"/>
                </a:cubicBezTo>
                <a:cubicBezTo>
                  <a:pt x="81" y="117"/>
                  <a:pt x="78" y="115"/>
                  <a:pt x="75" y="114"/>
                </a:cubicBezTo>
                <a:cubicBezTo>
                  <a:pt x="68" y="111"/>
                  <a:pt x="66" y="106"/>
                  <a:pt x="65" y="103"/>
                </a:cubicBezTo>
                <a:cubicBezTo>
                  <a:pt x="64" y="99"/>
                  <a:pt x="66" y="95"/>
                  <a:pt x="69" y="91"/>
                </a:cubicBezTo>
                <a:cubicBezTo>
                  <a:pt x="75" y="86"/>
                  <a:pt x="81" y="82"/>
                  <a:pt x="91" y="77"/>
                </a:cubicBezTo>
                <a:cubicBezTo>
                  <a:pt x="94" y="76"/>
                  <a:pt x="96" y="75"/>
                  <a:pt x="99" y="74"/>
                </a:cubicBezTo>
                <a:cubicBezTo>
                  <a:pt x="101" y="73"/>
                  <a:pt x="101" y="73"/>
                  <a:pt x="101" y="73"/>
                </a:cubicBezTo>
                <a:cubicBezTo>
                  <a:pt x="103" y="72"/>
                  <a:pt x="105" y="71"/>
                  <a:pt x="105" y="69"/>
                </a:cubicBezTo>
                <a:cubicBezTo>
                  <a:pt x="105" y="68"/>
                  <a:pt x="105" y="66"/>
                  <a:pt x="103" y="65"/>
                </a:cubicBezTo>
                <a:cubicBezTo>
                  <a:pt x="94" y="55"/>
                  <a:pt x="89" y="43"/>
                  <a:pt x="90" y="28"/>
                </a:cubicBezTo>
                <a:cubicBezTo>
                  <a:pt x="90" y="14"/>
                  <a:pt x="98" y="5"/>
                  <a:pt x="113" y="1"/>
                </a:cubicBezTo>
                <a:cubicBezTo>
                  <a:pt x="116" y="1"/>
                  <a:pt x="119" y="0"/>
                  <a:pt x="122" y="0"/>
                </a:cubicBezTo>
                <a:cubicBezTo>
                  <a:pt x="125" y="0"/>
                  <a:pt x="128" y="1"/>
                  <a:pt x="131" y="1"/>
                </a:cubicBezTo>
                <a:cubicBezTo>
                  <a:pt x="146" y="5"/>
                  <a:pt x="154" y="14"/>
                  <a:pt x="154" y="28"/>
                </a:cubicBezTo>
                <a:cubicBezTo>
                  <a:pt x="155" y="43"/>
                  <a:pt x="150" y="55"/>
                  <a:pt x="141" y="65"/>
                </a:cubicBezTo>
                <a:cubicBezTo>
                  <a:pt x="139" y="66"/>
                  <a:pt x="139" y="68"/>
                  <a:pt x="139" y="69"/>
                </a:cubicBezTo>
                <a:cubicBezTo>
                  <a:pt x="139" y="71"/>
                  <a:pt x="141" y="72"/>
                  <a:pt x="143" y="73"/>
                </a:cubicBezTo>
                <a:cubicBezTo>
                  <a:pt x="145" y="74"/>
                  <a:pt x="145" y="74"/>
                  <a:pt x="145" y="74"/>
                </a:cubicBezTo>
                <a:cubicBezTo>
                  <a:pt x="148" y="75"/>
                  <a:pt x="150" y="76"/>
                  <a:pt x="153" y="77"/>
                </a:cubicBezTo>
                <a:cubicBezTo>
                  <a:pt x="163" y="82"/>
                  <a:pt x="169" y="86"/>
                  <a:pt x="174" y="91"/>
                </a:cubicBezTo>
                <a:cubicBezTo>
                  <a:pt x="177" y="94"/>
                  <a:pt x="179" y="99"/>
                  <a:pt x="178" y="103"/>
                </a:cubicBezTo>
                <a:cubicBezTo>
                  <a:pt x="177" y="108"/>
                  <a:pt x="174" y="112"/>
                  <a:pt x="169" y="114"/>
                </a:cubicBezTo>
                <a:cubicBezTo>
                  <a:pt x="169" y="114"/>
                  <a:pt x="169" y="114"/>
                  <a:pt x="169" y="114"/>
                </a:cubicBezTo>
                <a:cubicBezTo>
                  <a:pt x="166" y="115"/>
                  <a:pt x="163" y="117"/>
                  <a:pt x="159" y="118"/>
                </a:cubicBezTo>
                <a:cubicBezTo>
                  <a:pt x="147" y="120"/>
                  <a:pt x="136" y="121"/>
                  <a:pt x="122" y="121"/>
                </a:cubicBezTo>
                <a:close/>
                <a:moveTo>
                  <a:pt x="122" y="7"/>
                </a:moveTo>
                <a:cubicBezTo>
                  <a:pt x="120" y="7"/>
                  <a:pt x="117" y="7"/>
                  <a:pt x="115" y="8"/>
                </a:cubicBezTo>
                <a:cubicBezTo>
                  <a:pt x="103" y="11"/>
                  <a:pt x="97" y="17"/>
                  <a:pt x="96" y="28"/>
                </a:cubicBezTo>
                <a:cubicBezTo>
                  <a:pt x="96" y="41"/>
                  <a:pt x="100" y="52"/>
                  <a:pt x="108" y="60"/>
                </a:cubicBezTo>
                <a:cubicBezTo>
                  <a:pt x="111" y="63"/>
                  <a:pt x="112" y="67"/>
                  <a:pt x="111" y="70"/>
                </a:cubicBezTo>
                <a:cubicBezTo>
                  <a:pt x="111" y="74"/>
                  <a:pt x="108" y="77"/>
                  <a:pt x="104" y="79"/>
                </a:cubicBezTo>
                <a:cubicBezTo>
                  <a:pt x="101" y="80"/>
                  <a:pt x="101" y="80"/>
                  <a:pt x="101" y="80"/>
                </a:cubicBezTo>
                <a:cubicBezTo>
                  <a:pt x="99" y="81"/>
                  <a:pt x="96" y="82"/>
                  <a:pt x="94" y="83"/>
                </a:cubicBezTo>
                <a:cubicBezTo>
                  <a:pt x="85" y="87"/>
                  <a:pt x="79" y="91"/>
                  <a:pt x="74" y="96"/>
                </a:cubicBezTo>
                <a:cubicBezTo>
                  <a:pt x="72" y="98"/>
                  <a:pt x="71" y="100"/>
                  <a:pt x="72" y="102"/>
                </a:cubicBezTo>
                <a:cubicBezTo>
                  <a:pt x="72" y="104"/>
                  <a:pt x="74" y="106"/>
                  <a:pt x="77" y="108"/>
                </a:cubicBezTo>
                <a:cubicBezTo>
                  <a:pt x="80" y="109"/>
                  <a:pt x="83" y="110"/>
                  <a:pt x="87" y="111"/>
                </a:cubicBezTo>
                <a:cubicBezTo>
                  <a:pt x="97" y="114"/>
                  <a:pt x="109" y="114"/>
                  <a:pt x="122" y="114"/>
                </a:cubicBezTo>
                <a:cubicBezTo>
                  <a:pt x="135" y="114"/>
                  <a:pt x="147" y="114"/>
                  <a:pt x="157" y="111"/>
                </a:cubicBezTo>
                <a:cubicBezTo>
                  <a:pt x="161" y="110"/>
                  <a:pt x="164" y="109"/>
                  <a:pt x="167" y="108"/>
                </a:cubicBezTo>
                <a:cubicBezTo>
                  <a:pt x="169" y="107"/>
                  <a:pt x="171" y="105"/>
                  <a:pt x="172" y="102"/>
                </a:cubicBezTo>
                <a:cubicBezTo>
                  <a:pt x="172" y="100"/>
                  <a:pt x="171" y="97"/>
                  <a:pt x="170" y="96"/>
                </a:cubicBezTo>
                <a:cubicBezTo>
                  <a:pt x="165" y="91"/>
                  <a:pt x="159" y="87"/>
                  <a:pt x="150" y="83"/>
                </a:cubicBezTo>
                <a:cubicBezTo>
                  <a:pt x="148" y="82"/>
                  <a:pt x="145" y="81"/>
                  <a:pt x="143" y="80"/>
                </a:cubicBezTo>
                <a:cubicBezTo>
                  <a:pt x="140" y="79"/>
                  <a:pt x="140" y="79"/>
                  <a:pt x="140" y="79"/>
                </a:cubicBezTo>
                <a:cubicBezTo>
                  <a:pt x="136" y="77"/>
                  <a:pt x="133" y="74"/>
                  <a:pt x="132" y="70"/>
                </a:cubicBezTo>
                <a:cubicBezTo>
                  <a:pt x="132" y="67"/>
                  <a:pt x="133" y="63"/>
                  <a:pt x="136" y="60"/>
                </a:cubicBezTo>
                <a:cubicBezTo>
                  <a:pt x="144" y="52"/>
                  <a:pt x="148" y="41"/>
                  <a:pt x="148" y="28"/>
                </a:cubicBezTo>
                <a:cubicBezTo>
                  <a:pt x="147" y="17"/>
                  <a:pt x="141" y="11"/>
                  <a:pt x="129" y="8"/>
                </a:cubicBezTo>
                <a:cubicBezTo>
                  <a:pt x="127" y="7"/>
                  <a:pt x="124" y="7"/>
                  <a:pt x="122" y="7"/>
                </a:cubicBezTo>
                <a:close/>
                <a:moveTo>
                  <a:pt x="168" y="111"/>
                </a:moveTo>
                <a:cubicBezTo>
                  <a:pt x="168" y="111"/>
                  <a:pt x="168" y="111"/>
                  <a:pt x="168" y="111"/>
                </a:cubicBezTo>
                <a:close/>
                <a:moveTo>
                  <a:pt x="199" y="121"/>
                </a:moveTo>
                <a:cubicBezTo>
                  <a:pt x="196" y="121"/>
                  <a:pt x="196" y="121"/>
                  <a:pt x="196" y="121"/>
                </a:cubicBezTo>
                <a:cubicBezTo>
                  <a:pt x="190" y="121"/>
                  <a:pt x="188" y="121"/>
                  <a:pt x="181" y="120"/>
                </a:cubicBezTo>
                <a:cubicBezTo>
                  <a:pt x="179" y="120"/>
                  <a:pt x="178" y="118"/>
                  <a:pt x="178" y="116"/>
                </a:cubicBezTo>
                <a:cubicBezTo>
                  <a:pt x="178" y="115"/>
                  <a:pt x="180" y="113"/>
                  <a:pt x="182" y="113"/>
                </a:cubicBezTo>
                <a:cubicBezTo>
                  <a:pt x="188" y="114"/>
                  <a:pt x="190" y="114"/>
                  <a:pt x="197" y="114"/>
                </a:cubicBezTo>
                <a:cubicBezTo>
                  <a:pt x="199" y="114"/>
                  <a:pt x="199" y="114"/>
                  <a:pt x="199" y="114"/>
                </a:cubicBezTo>
                <a:cubicBezTo>
                  <a:pt x="208" y="114"/>
                  <a:pt x="215" y="114"/>
                  <a:pt x="223" y="112"/>
                </a:cubicBezTo>
                <a:cubicBezTo>
                  <a:pt x="225" y="112"/>
                  <a:pt x="227" y="111"/>
                  <a:pt x="229" y="110"/>
                </a:cubicBezTo>
                <a:cubicBezTo>
                  <a:pt x="231" y="109"/>
                  <a:pt x="232" y="108"/>
                  <a:pt x="232" y="107"/>
                </a:cubicBezTo>
                <a:cubicBezTo>
                  <a:pt x="232" y="105"/>
                  <a:pt x="232" y="104"/>
                  <a:pt x="231" y="103"/>
                </a:cubicBezTo>
                <a:cubicBezTo>
                  <a:pt x="228" y="100"/>
                  <a:pt x="224" y="97"/>
                  <a:pt x="218" y="95"/>
                </a:cubicBezTo>
                <a:cubicBezTo>
                  <a:pt x="216" y="94"/>
                  <a:pt x="214" y="93"/>
                  <a:pt x="212" y="92"/>
                </a:cubicBezTo>
                <a:cubicBezTo>
                  <a:pt x="211" y="92"/>
                  <a:pt x="211" y="92"/>
                  <a:pt x="211" y="92"/>
                </a:cubicBezTo>
                <a:cubicBezTo>
                  <a:pt x="208" y="91"/>
                  <a:pt x="205" y="88"/>
                  <a:pt x="205" y="85"/>
                </a:cubicBezTo>
                <a:cubicBezTo>
                  <a:pt x="204" y="82"/>
                  <a:pt x="205" y="79"/>
                  <a:pt x="207" y="77"/>
                </a:cubicBezTo>
                <a:cubicBezTo>
                  <a:pt x="213" y="71"/>
                  <a:pt x="216" y="64"/>
                  <a:pt x="215" y="56"/>
                </a:cubicBezTo>
                <a:cubicBezTo>
                  <a:pt x="215" y="48"/>
                  <a:pt x="211" y="44"/>
                  <a:pt x="203" y="42"/>
                </a:cubicBezTo>
                <a:cubicBezTo>
                  <a:pt x="202" y="42"/>
                  <a:pt x="200" y="42"/>
                  <a:pt x="198" y="41"/>
                </a:cubicBezTo>
                <a:cubicBezTo>
                  <a:pt x="197" y="42"/>
                  <a:pt x="195" y="42"/>
                  <a:pt x="194" y="42"/>
                </a:cubicBezTo>
                <a:cubicBezTo>
                  <a:pt x="186" y="44"/>
                  <a:pt x="182" y="48"/>
                  <a:pt x="182" y="56"/>
                </a:cubicBezTo>
                <a:cubicBezTo>
                  <a:pt x="181" y="64"/>
                  <a:pt x="184" y="71"/>
                  <a:pt x="190" y="77"/>
                </a:cubicBezTo>
                <a:cubicBezTo>
                  <a:pt x="192" y="79"/>
                  <a:pt x="193" y="83"/>
                  <a:pt x="193" y="85"/>
                </a:cubicBezTo>
                <a:cubicBezTo>
                  <a:pt x="192" y="88"/>
                  <a:pt x="190" y="90"/>
                  <a:pt x="187" y="91"/>
                </a:cubicBezTo>
                <a:cubicBezTo>
                  <a:pt x="187" y="91"/>
                  <a:pt x="187" y="91"/>
                  <a:pt x="187" y="91"/>
                </a:cubicBezTo>
                <a:cubicBezTo>
                  <a:pt x="185" y="92"/>
                  <a:pt x="183" y="91"/>
                  <a:pt x="182" y="90"/>
                </a:cubicBezTo>
                <a:cubicBezTo>
                  <a:pt x="182" y="88"/>
                  <a:pt x="183" y="86"/>
                  <a:pt x="184" y="85"/>
                </a:cubicBezTo>
                <a:cubicBezTo>
                  <a:pt x="185" y="85"/>
                  <a:pt x="185" y="85"/>
                  <a:pt x="185" y="85"/>
                </a:cubicBezTo>
                <a:cubicBezTo>
                  <a:pt x="186" y="85"/>
                  <a:pt x="186" y="84"/>
                  <a:pt x="186" y="84"/>
                </a:cubicBezTo>
                <a:cubicBezTo>
                  <a:pt x="186" y="84"/>
                  <a:pt x="186" y="83"/>
                  <a:pt x="185" y="82"/>
                </a:cubicBezTo>
                <a:cubicBezTo>
                  <a:pt x="178" y="75"/>
                  <a:pt x="175" y="66"/>
                  <a:pt x="175" y="55"/>
                </a:cubicBezTo>
                <a:cubicBezTo>
                  <a:pt x="175" y="48"/>
                  <a:pt x="179" y="39"/>
                  <a:pt x="192" y="36"/>
                </a:cubicBezTo>
                <a:cubicBezTo>
                  <a:pt x="194" y="35"/>
                  <a:pt x="196" y="35"/>
                  <a:pt x="198" y="35"/>
                </a:cubicBezTo>
                <a:cubicBezTo>
                  <a:pt x="201" y="35"/>
                  <a:pt x="203" y="35"/>
                  <a:pt x="205" y="36"/>
                </a:cubicBezTo>
                <a:cubicBezTo>
                  <a:pt x="218" y="39"/>
                  <a:pt x="222" y="48"/>
                  <a:pt x="222" y="55"/>
                </a:cubicBezTo>
                <a:cubicBezTo>
                  <a:pt x="222" y="66"/>
                  <a:pt x="219" y="75"/>
                  <a:pt x="212" y="82"/>
                </a:cubicBezTo>
                <a:cubicBezTo>
                  <a:pt x="212" y="82"/>
                  <a:pt x="211" y="83"/>
                  <a:pt x="211" y="84"/>
                </a:cubicBezTo>
                <a:cubicBezTo>
                  <a:pt x="211" y="84"/>
                  <a:pt x="212" y="85"/>
                  <a:pt x="213" y="86"/>
                </a:cubicBezTo>
                <a:cubicBezTo>
                  <a:pt x="215" y="86"/>
                  <a:pt x="215" y="86"/>
                  <a:pt x="215" y="86"/>
                </a:cubicBezTo>
                <a:cubicBezTo>
                  <a:pt x="217" y="87"/>
                  <a:pt x="219" y="88"/>
                  <a:pt x="221" y="89"/>
                </a:cubicBezTo>
                <a:cubicBezTo>
                  <a:pt x="227" y="92"/>
                  <a:pt x="232" y="95"/>
                  <a:pt x="236" y="99"/>
                </a:cubicBezTo>
                <a:cubicBezTo>
                  <a:pt x="238" y="101"/>
                  <a:pt x="239" y="104"/>
                  <a:pt x="238" y="108"/>
                </a:cubicBezTo>
                <a:cubicBezTo>
                  <a:pt x="238" y="111"/>
                  <a:pt x="236" y="114"/>
                  <a:pt x="232" y="116"/>
                </a:cubicBezTo>
                <a:cubicBezTo>
                  <a:pt x="230" y="117"/>
                  <a:pt x="227" y="118"/>
                  <a:pt x="224" y="119"/>
                </a:cubicBezTo>
                <a:cubicBezTo>
                  <a:pt x="216" y="120"/>
                  <a:pt x="208" y="121"/>
                  <a:pt x="199" y="121"/>
                </a:cubicBezTo>
                <a:close/>
                <a:moveTo>
                  <a:pt x="45" y="121"/>
                </a:moveTo>
                <a:cubicBezTo>
                  <a:pt x="34" y="121"/>
                  <a:pt x="25" y="120"/>
                  <a:pt x="16" y="118"/>
                </a:cubicBezTo>
                <a:cubicBezTo>
                  <a:pt x="13" y="118"/>
                  <a:pt x="11" y="117"/>
                  <a:pt x="8" y="116"/>
                </a:cubicBezTo>
                <a:cubicBezTo>
                  <a:pt x="4" y="113"/>
                  <a:pt x="1" y="110"/>
                  <a:pt x="1" y="107"/>
                </a:cubicBezTo>
                <a:cubicBezTo>
                  <a:pt x="0" y="103"/>
                  <a:pt x="1" y="100"/>
                  <a:pt x="4" y="97"/>
                </a:cubicBezTo>
                <a:cubicBezTo>
                  <a:pt x="8" y="93"/>
                  <a:pt x="13" y="89"/>
                  <a:pt x="21" y="86"/>
                </a:cubicBezTo>
                <a:cubicBezTo>
                  <a:pt x="23" y="85"/>
                  <a:pt x="25" y="84"/>
                  <a:pt x="27" y="83"/>
                </a:cubicBezTo>
                <a:cubicBezTo>
                  <a:pt x="29" y="83"/>
                  <a:pt x="29" y="83"/>
                  <a:pt x="29" y="83"/>
                </a:cubicBezTo>
                <a:cubicBezTo>
                  <a:pt x="30" y="82"/>
                  <a:pt x="31" y="81"/>
                  <a:pt x="31" y="80"/>
                </a:cubicBezTo>
                <a:cubicBezTo>
                  <a:pt x="31" y="79"/>
                  <a:pt x="31" y="78"/>
                  <a:pt x="30" y="77"/>
                </a:cubicBezTo>
                <a:cubicBezTo>
                  <a:pt x="23" y="70"/>
                  <a:pt x="19" y="60"/>
                  <a:pt x="19" y="49"/>
                </a:cubicBezTo>
                <a:cubicBezTo>
                  <a:pt x="20" y="41"/>
                  <a:pt x="23" y="31"/>
                  <a:pt x="38" y="27"/>
                </a:cubicBezTo>
                <a:cubicBezTo>
                  <a:pt x="40" y="27"/>
                  <a:pt x="43" y="26"/>
                  <a:pt x="45" y="26"/>
                </a:cubicBezTo>
                <a:cubicBezTo>
                  <a:pt x="47" y="26"/>
                  <a:pt x="50" y="27"/>
                  <a:pt x="52" y="27"/>
                </a:cubicBezTo>
                <a:cubicBezTo>
                  <a:pt x="67" y="31"/>
                  <a:pt x="70" y="41"/>
                  <a:pt x="71" y="49"/>
                </a:cubicBezTo>
                <a:cubicBezTo>
                  <a:pt x="71" y="60"/>
                  <a:pt x="67" y="70"/>
                  <a:pt x="60" y="77"/>
                </a:cubicBezTo>
                <a:cubicBezTo>
                  <a:pt x="59" y="78"/>
                  <a:pt x="59" y="79"/>
                  <a:pt x="59" y="80"/>
                </a:cubicBezTo>
                <a:cubicBezTo>
                  <a:pt x="59" y="81"/>
                  <a:pt x="60" y="82"/>
                  <a:pt x="61" y="83"/>
                </a:cubicBezTo>
                <a:cubicBezTo>
                  <a:pt x="63" y="83"/>
                  <a:pt x="63" y="83"/>
                  <a:pt x="63" y="83"/>
                </a:cubicBezTo>
                <a:cubicBezTo>
                  <a:pt x="65" y="84"/>
                  <a:pt x="66" y="86"/>
                  <a:pt x="65" y="87"/>
                </a:cubicBezTo>
                <a:cubicBezTo>
                  <a:pt x="64" y="89"/>
                  <a:pt x="62" y="90"/>
                  <a:pt x="61" y="89"/>
                </a:cubicBezTo>
                <a:cubicBezTo>
                  <a:pt x="59" y="89"/>
                  <a:pt x="59" y="89"/>
                  <a:pt x="59" y="89"/>
                </a:cubicBezTo>
                <a:cubicBezTo>
                  <a:pt x="55" y="87"/>
                  <a:pt x="53" y="85"/>
                  <a:pt x="52" y="81"/>
                </a:cubicBezTo>
                <a:cubicBezTo>
                  <a:pt x="52" y="78"/>
                  <a:pt x="53" y="75"/>
                  <a:pt x="55" y="73"/>
                </a:cubicBezTo>
                <a:cubicBezTo>
                  <a:pt x="62" y="67"/>
                  <a:pt x="64" y="59"/>
                  <a:pt x="64" y="49"/>
                </a:cubicBezTo>
                <a:cubicBezTo>
                  <a:pt x="64" y="41"/>
                  <a:pt x="59" y="36"/>
                  <a:pt x="50" y="34"/>
                </a:cubicBezTo>
                <a:cubicBezTo>
                  <a:pt x="49" y="33"/>
                  <a:pt x="47" y="33"/>
                  <a:pt x="45" y="33"/>
                </a:cubicBezTo>
                <a:cubicBezTo>
                  <a:pt x="43" y="33"/>
                  <a:pt x="42" y="33"/>
                  <a:pt x="40" y="34"/>
                </a:cubicBezTo>
                <a:cubicBezTo>
                  <a:pt x="31" y="36"/>
                  <a:pt x="26" y="41"/>
                  <a:pt x="26" y="49"/>
                </a:cubicBezTo>
                <a:cubicBezTo>
                  <a:pt x="26" y="59"/>
                  <a:pt x="29" y="66"/>
                  <a:pt x="35" y="73"/>
                </a:cubicBezTo>
                <a:cubicBezTo>
                  <a:pt x="37" y="75"/>
                  <a:pt x="38" y="78"/>
                  <a:pt x="38" y="81"/>
                </a:cubicBezTo>
                <a:cubicBezTo>
                  <a:pt x="37" y="85"/>
                  <a:pt x="35" y="87"/>
                  <a:pt x="31" y="89"/>
                </a:cubicBezTo>
                <a:cubicBezTo>
                  <a:pt x="29" y="89"/>
                  <a:pt x="29" y="89"/>
                  <a:pt x="29" y="89"/>
                </a:cubicBezTo>
                <a:cubicBezTo>
                  <a:pt x="27" y="90"/>
                  <a:pt x="25" y="91"/>
                  <a:pt x="23" y="92"/>
                </a:cubicBezTo>
                <a:cubicBezTo>
                  <a:pt x="17" y="95"/>
                  <a:pt x="12" y="98"/>
                  <a:pt x="9" y="101"/>
                </a:cubicBezTo>
                <a:cubicBezTo>
                  <a:pt x="7" y="103"/>
                  <a:pt x="7" y="104"/>
                  <a:pt x="7" y="106"/>
                </a:cubicBezTo>
                <a:cubicBezTo>
                  <a:pt x="7" y="107"/>
                  <a:pt x="9" y="108"/>
                  <a:pt x="11" y="110"/>
                </a:cubicBezTo>
                <a:cubicBezTo>
                  <a:pt x="13" y="111"/>
                  <a:pt x="15" y="111"/>
                  <a:pt x="18" y="112"/>
                </a:cubicBezTo>
                <a:cubicBezTo>
                  <a:pt x="26" y="114"/>
                  <a:pt x="35" y="114"/>
                  <a:pt x="45" y="114"/>
                </a:cubicBezTo>
                <a:cubicBezTo>
                  <a:pt x="51" y="114"/>
                  <a:pt x="56" y="114"/>
                  <a:pt x="61" y="114"/>
                </a:cubicBezTo>
                <a:cubicBezTo>
                  <a:pt x="63" y="113"/>
                  <a:pt x="65" y="115"/>
                  <a:pt x="65" y="117"/>
                </a:cubicBezTo>
                <a:cubicBezTo>
                  <a:pt x="65" y="118"/>
                  <a:pt x="64" y="120"/>
                  <a:pt x="62" y="120"/>
                </a:cubicBezTo>
                <a:cubicBezTo>
                  <a:pt x="57" y="121"/>
                  <a:pt x="51" y="121"/>
                  <a:pt x="45" y="12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31"/>
          <p:cNvSpPr/>
          <p:nvPr/>
        </p:nvSpPr>
        <p:spPr>
          <a:xfrm>
            <a:off x="10895012" y="5465762"/>
            <a:ext cx="606425" cy="542925"/>
          </a:xfrm>
          <a:custGeom>
            <a:avLst/>
            <a:gdLst/>
            <a:ahLst/>
            <a:cxnLst/>
            <a:rect l="l" t="t" r="r" b="b"/>
            <a:pathLst>
              <a:path w="172" h="154" extrusionOk="0">
                <a:moveTo>
                  <a:pt x="37" y="70"/>
                </a:moveTo>
                <a:cubicBezTo>
                  <a:pt x="32" y="70"/>
                  <a:pt x="28" y="74"/>
                  <a:pt x="28" y="79"/>
                </a:cubicBezTo>
                <a:cubicBezTo>
                  <a:pt x="28" y="119"/>
                  <a:pt x="28" y="119"/>
                  <a:pt x="28" y="119"/>
                </a:cubicBezTo>
                <a:cubicBezTo>
                  <a:pt x="28" y="124"/>
                  <a:pt x="32" y="128"/>
                  <a:pt x="37" y="128"/>
                </a:cubicBezTo>
                <a:cubicBezTo>
                  <a:pt x="47" y="128"/>
                  <a:pt x="47" y="128"/>
                  <a:pt x="47" y="128"/>
                </a:cubicBezTo>
                <a:cubicBezTo>
                  <a:pt x="52" y="128"/>
                  <a:pt x="56" y="124"/>
                  <a:pt x="56" y="119"/>
                </a:cubicBezTo>
                <a:cubicBezTo>
                  <a:pt x="56" y="79"/>
                  <a:pt x="56" y="79"/>
                  <a:pt x="56" y="79"/>
                </a:cubicBezTo>
                <a:cubicBezTo>
                  <a:pt x="56" y="74"/>
                  <a:pt x="52" y="70"/>
                  <a:pt x="47" y="70"/>
                </a:cubicBezTo>
                <a:lnTo>
                  <a:pt x="37" y="70"/>
                </a:lnTo>
                <a:close/>
                <a:moveTo>
                  <a:pt x="49" y="79"/>
                </a:moveTo>
                <a:cubicBezTo>
                  <a:pt x="49" y="119"/>
                  <a:pt x="49" y="119"/>
                  <a:pt x="49" y="119"/>
                </a:cubicBezTo>
                <a:cubicBezTo>
                  <a:pt x="49" y="120"/>
                  <a:pt x="48" y="121"/>
                  <a:pt x="47" y="121"/>
                </a:cubicBezTo>
                <a:cubicBezTo>
                  <a:pt x="37" y="121"/>
                  <a:pt x="37" y="121"/>
                  <a:pt x="37" y="121"/>
                </a:cubicBezTo>
                <a:cubicBezTo>
                  <a:pt x="36" y="121"/>
                  <a:pt x="35" y="120"/>
                  <a:pt x="35" y="119"/>
                </a:cubicBezTo>
                <a:cubicBezTo>
                  <a:pt x="35" y="79"/>
                  <a:pt x="35" y="79"/>
                  <a:pt x="35" y="79"/>
                </a:cubicBezTo>
                <a:cubicBezTo>
                  <a:pt x="35" y="78"/>
                  <a:pt x="36" y="77"/>
                  <a:pt x="37" y="77"/>
                </a:cubicBezTo>
                <a:cubicBezTo>
                  <a:pt x="47" y="77"/>
                  <a:pt x="47" y="77"/>
                  <a:pt x="47" y="77"/>
                </a:cubicBezTo>
                <a:cubicBezTo>
                  <a:pt x="48" y="77"/>
                  <a:pt x="49" y="78"/>
                  <a:pt x="49" y="79"/>
                </a:cubicBezTo>
                <a:close/>
                <a:moveTo>
                  <a:pt x="72" y="56"/>
                </a:moveTo>
                <a:cubicBezTo>
                  <a:pt x="67" y="56"/>
                  <a:pt x="63" y="60"/>
                  <a:pt x="63" y="65"/>
                </a:cubicBezTo>
                <a:cubicBezTo>
                  <a:pt x="63" y="119"/>
                  <a:pt x="63" y="119"/>
                  <a:pt x="63" y="119"/>
                </a:cubicBezTo>
                <a:cubicBezTo>
                  <a:pt x="63" y="124"/>
                  <a:pt x="67" y="128"/>
                  <a:pt x="72" y="128"/>
                </a:cubicBezTo>
                <a:cubicBezTo>
                  <a:pt x="82" y="128"/>
                  <a:pt x="82" y="128"/>
                  <a:pt x="82" y="128"/>
                </a:cubicBezTo>
                <a:cubicBezTo>
                  <a:pt x="87" y="128"/>
                  <a:pt x="91" y="124"/>
                  <a:pt x="91" y="119"/>
                </a:cubicBezTo>
                <a:cubicBezTo>
                  <a:pt x="91" y="65"/>
                  <a:pt x="91" y="65"/>
                  <a:pt x="91" y="65"/>
                </a:cubicBezTo>
                <a:cubicBezTo>
                  <a:pt x="91" y="60"/>
                  <a:pt x="87" y="56"/>
                  <a:pt x="82" y="56"/>
                </a:cubicBezTo>
                <a:lnTo>
                  <a:pt x="72" y="56"/>
                </a:lnTo>
                <a:close/>
                <a:moveTo>
                  <a:pt x="84" y="65"/>
                </a:moveTo>
                <a:cubicBezTo>
                  <a:pt x="84" y="119"/>
                  <a:pt x="84" y="119"/>
                  <a:pt x="84" y="119"/>
                </a:cubicBezTo>
                <a:cubicBezTo>
                  <a:pt x="84" y="120"/>
                  <a:pt x="83" y="121"/>
                  <a:pt x="82" y="121"/>
                </a:cubicBezTo>
                <a:cubicBezTo>
                  <a:pt x="72" y="121"/>
                  <a:pt x="72" y="121"/>
                  <a:pt x="72" y="121"/>
                </a:cubicBezTo>
                <a:cubicBezTo>
                  <a:pt x="71" y="121"/>
                  <a:pt x="70" y="120"/>
                  <a:pt x="70" y="119"/>
                </a:cubicBezTo>
                <a:cubicBezTo>
                  <a:pt x="70" y="65"/>
                  <a:pt x="70" y="65"/>
                  <a:pt x="70" y="65"/>
                </a:cubicBezTo>
                <a:cubicBezTo>
                  <a:pt x="70" y="64"/>
                  <a:pt x="71" y="63"/>
                  <a:pt x="72" y="63"/>
                </a:cubicBezTo>
                <a:cubicBezTo>
                  <a:pt x="82" y="63"/>
                  <a:pt x="82" y="63"/>
                  <a:pt x="82" y="63"/>
                </a:cubicBezTo>
                <a:cubicBezTo>
                  <a:pt x="83" y="63"/>
                  <a:pt x="84" y="64"/>
                  <a:pt x="84" y="65"/>
                </a:cubicBezTo>
                <a:close/>
                <a:moveTo>
                  <a:pt x="107" y="44"/>
                </a:moveTo>
                <a:cubicBezTo>
                  <a:pt x="102" y="44"/>
                  <a:pt x="98" y="48"/>
                  <a:pt x="98" y="53"/>
                </a:cubicBezTo>
                <a:cubicBezTo>
                  <a:pt x="98" y="119"/>
                  <a:pt x="98" y="119"/>
                  <a:pt x="98" y="119"/>
                </a:cubicBezTo>
                <a:cubicBezTo>
                  <a:pt x="98" y="124"/>
                  <a:pt x="102" y="128"/>
                  <a:pt x="107" y="128"/>
                </a:cubicBezTo>
                <a:cubicBezTo>
                  <a:pt x="117" y="128"/>
                  <a:pt x="117" y="128"/>
                  <a:pt x="117" y="128"/>
                </a:cubicBezTo>
                <a:cubicBezTo>
                  <a:pt x="122" y="128"/>
                  <a:pt x="126" y="124"/>
                  <a:pt x="126" y="119"/>
                </a:cubicBezTo>
                <a:cubicBezTo>
                  <a:pt x="126" y="53"/>
                  <a:pt x="126" y="53"/>
                  <a:pt x="126" y="53"/>
                </a:cubicBezTo>
                <a:cubicBezTo>
                  <a:pt x="126" y="48"/>
                  <a:pt x="122" y="44"/>
                  <a:pt x="117" y="44"/>
                </a:cubicBezTo>
                <a:lnTo>
                  <a:pt x="107" y="44"/>
                </a:lnTo>
                <a:close/>
                <a:moveTo>
                  <a:pt x="119" y="53"/>
                </a:moveTo>
                <a:cubicBezTo>
                  <a:pt x="119" y="119"/>
                  <a:pt x="119" y="119"/>
                  <a:pt x="119" y="119"/>
                </a:cubicBezTo>
                <a:cubicBezTo>
                  <a:pt x="119" y="120"/>
                  <a:pt x="118" y="121"/>
                  <a:pt x="117" y="121"/>
                </a:cubicBezTo>
                <a:cubicBezTo>
                  <a:pt x="107" y="121"/>
                  <a:pt x="107" y="121"/>
                  <a:pt x="107" y="121"/>
                </a:cubicBezTo>
                <a:cubicBezTo>
                  <a:pt x="106" y="121"/>
                  <a:pt x="105" y="120"/>
                  <a:pt x="105" y="119"/>
                </a:cubicBezTo>
                <a:cubicBezTo>
                  <a:pt x="105" y="53"/>
                  <a:pt x="105" y="53"/>
                  <a:pt x="105" y="53"/>
                </a:cubicBezTo>
                <a:cubicBezTo>
                  <a:pt x="105" y="52"/>
                  <a:pt x="106" y="51"/>
                  <a:pt x="107" y="51"/>
                </a:cubicBezTo>
                <a:cubicBezTo>
                  <a:pt x="117" y="51"/>
                  <a:pt x="117" y="51"/>
                  <a:pt x="117" y="51"/>
                </a:cubicBezTo>
                <a:cubicBezTo>
                  <a:pt x="118" y="51"/>
                  <a:pt x="119" y="52"/>
                  <a:pt x="119" y="53"/>
                </a:cubicBezTo>
                <a:close/>
                <a:moveTo>
                  <a:pt x="133" y="41"/>
                </a:moveTo>
                <a:cubicBezTo>
                  <a:pt x="133" y="119"/>
                  <a:pt x="133" y="119"/>
                  <a:pt x="133" y="119"/>
                </a:cubicBezTo>
                <a:cubicBezTo>
                  <a:pt x="133" y="124"/>
                  <a:pt x="137" y="128"/>
                  <a:pt x="142" y="128"/>
                </a:cubicBezTo>
                <a:cubicBezTo>
                  <a:pt x="152" y="128"/>
                  <a:pt x="152" y="128"/>
                  <a:pt x="152" y="128"/>
                </a:cubicBezTo>
                <a:cubicBezTo>
                  <a:pt x="157" y="128"/>
                  <a:pt x="161" y="124"/>
                  <a:pt x="161" y="119"/>
                </a:cubicBezTo>
                <a:cubicBezTo>
                  <a:pt x="161" y="41"/>
                  <a:pt x="161" y="41"/>
                  <a:pt x="161" y="41"/>
                </a:cubicBezTo>
                <a:cubicBezTo>
                  <a:pt x="161" y="36"/>
                  <a:pt x="157" y="31"/>
                  <a:pt x="152" y="31"/>
                </a:cubicBezTo>
                <a:cubicBezTo>
                  <a:pt x="142" y="31"/>
                  <a:pt x="142" y="31"/>
                  <a:pt x="142" y="31"/>
                </a:cubicBezTo>
                <a:cubicBezTo>
                  <a:pt x="137" y="31"/>
                  <a:pt x="133" y="36"/>
                  <a:pt x="133" y="41"/>
                </a:cubicBezTo>
                <a:close/>
                <a:moveTo>
                  <a:pt x="154" y="41"/>
                </a:moveTo>
                <a:cubicBezTo>
                  <a:pt x="154" y="119"/>
                  <a:pt x="154" y="119"/>
                  <a:pt x="154" y="119"/>
                </a:cubicBezTo>
                <a:cubicBezTo>
                  <a:pt x="154" y="120"/>
                  <a:pt x="153" y="121"/>
                  <a:pt x="152" y="121"/>
                </a:cubicBezTo>
                <a:cubicBezTo>
                  <a:pt x="142" y="121"/>
                  <a:pt x="142" y="121"/>
                  <a:pt x="142" y="121"/>
                </a:cubicBezTo>
                <a:cubicBezTo>
                  <a:pt x="141" y="121"/>
                  <a:pt x="140" y="120"/>
                  <a:pt x="140" y="119"/>
                </a:cubicBezTo>
                <a:cubicBezTo>
                  <a:pt x="140" y="41"/>
                  <a:pt x="140" y="41"/>
                  <a:pt x="140" y="41"/>
                </a:cubicBezTo>
                <a:cubicBezTo>
                  <a:pt x="140" y="40"/>
                  <a:pt x="141" y="39"/>
                  <a:pt x="142" y="39"/>
                </a:cubicBezTo>
                <a:cubicBezTo>
                  <a:pt x="152" y="39"/>
                  <a:pt x="152" y="39"/>
                  <a:pt x="152" y="39"/>
                </a:cubicBezTo>
                <a:cubicBezTo>
                  <a:pt x="153" y="39"/>
                  <a:pt x="154" y="40"/>
                  <a:pt x="154" y="41"/>
                </a:cubicBezTo>
                <a:close/>
                <a:moveTo>
                  <a:pt x="89" y="30"/>
                </a:moveTo>
                <a:cubicBezTo>
                  <a:pt x="112" y="22"/>
                  <a:pt x="134" y="8"/>
                  <a:pt x="135" y="8"/>
                </a:cubicBezTo>
                <a:cubicBezTo>
                  <a:pt x="130" y="0"/>
                  <a:pt x="130" y="0"/>
                  <a:pt x="130" y="0"/>
                </a:cubicBezTo>
                <a:cubicBezTo>
                  <a:pt x="138" y="3"/>
                  <a:pt x="138" y="3"/>
                  <a:pt x="138" y="3"/>
                </a:cubicBezTo>
                <a:cubicBezTo>
                  <a:pt x="146" y="6"/>
                  <a:pt x="146" y="6"/>
                  <a:pt x="146" y="6"/>
                </a:cubicBezTo>
                <a:cubicBezTo>
                  <a:pt x="144" y="15"/>
                  <a:pt x="144" y="15"/>
                  <a:pt x="144" y="15"/>
                </a:cubicBezTo>
                <a:cubicBezTo>
                  <a:pt x="142" y="23"/>
                  <a:pt x="142" y="23"/>
                  <a:pt x="142" y="23"/>
                </a:cubicBezTo>
                <a:cubicBezTo>
                  <a:pt x="138" y="15"/>
                  <a:pt x="138" y="15"/>
                  <a:pt x="138" y="15"/>
                </a:cubicBezTo>
                <a:cubicBezTo>
                  <a:pt x="134" y="17"/>
                  <a:pt x="113" y="29"/>
                  <a:pt x="92" y="37"/>
                </a:cubicBezTo>
                <a:cubicBezTo>
                  <a:pt x="66" y="47"/>
                  <a:pt x="34" y="54"/>
                  <a:pt x="33" y="54"/>
                </a:cubicBezTo>
                <a:cubicBezTo>
                  <a:pt x="33" y="54"/>
                  <a:pt x="33" y="54"/>
                  <a:pt x="33" y="54"/>
                </a:cubicBezTo>
                <a:cubicBezTo>
                  <a:pt x="31" y="54"/>
                  <a:pt x="29" y="53"/>
                  <a:pt x="29" y="51"/>
                </a:cubicBezTo>
                <a:cubicBezTo>
                  <a:pt x="29" y="49"/>
                  <a:pt x="30" y="47"/>
                  <a:pt x="32" y="47"/>
                </a:cubicBezTo>
                <a:cubicBezTo>
                  <a:pt x="32" y="47"/>
                  <a:pt x="64" y="40"/>
                  <a:pt x="89" y="30"/>
                </a:cubicBezTo>
                <a:close/>
                <a:moveTo>
                  <a:pt x="172" y="141"/>
                </a:moveTo>
                <a:cubicBezTo>
                  <a:pt x="166" y="148"/>
                  <a:pt x="166" y="148"/>
                  <a:pt x="166" y="148"/>
                </a:cubicBezTo>
                <a:cubicBezTo>
                  <a:pt x="161" y="154"/>
                  <a:pt x="161" y="154"/>
                  <a:pt x="161" y="154"/>
                </a:cubicBezTo>
                <a:cubicBezTo>
                  <a:pt x="161" y="145"/>
                  <a:pt x="161" y="145"/>
                  <a:pt x="161" y="145"/>
                </a:cubicBezTo>
                <a:cubicBezTo>
                  <a:pt x="15" y="145"/>
                  <a:pt x="15" y="145"/>
                  <a:pt x="15" y="145"/>
                </a:cubicBezTo>
                <a:cubicBezTo>
                  <a:pt x="13" y="145"/>
                  <a:pt x="11" y="143"/>
                  <a:pt x="11" y="141"/>
                </a:cubicBezTo>
                <a:cubicBezTo>
                  <a:pt x="11" y="24"/>
                  <a:pt x="11" y="24"/>
                  <a:pt x="11" y="24"/>
                </a:cubicBezTo>
                <a:cubicBezTo>
                  <a:pt x="0" y="24"/>
                  <a:pt x="0" y="24"/>
                  <a:pt x="0" y="24"/>
                </a:cubicBezTo>
                <a:cubicBezTo>
                  <a:pt x="7" y="18"/>
                  <a:pt x="7" y="18"/>
                  <a:pt x="7" y="18"/>
                </a:cubicBezTo>
                <a:cubicBezTo>
                  <a:pt x="15" y="12"/>
                  <a:pt x="15" y="12"/>
                  <a:pt x="15" y="12"/>
                </a:cubicBezTo>
                <a:cubicBezTo>
                  <a:pt x="22" y="18"/>
                  <a:pt x="22" y="18"/>
                  <a:pt x="22" y="18"/>
                </a:cubicBezTo>
                <a:cubicBezTo>
                  <a:pt x="29" y="24"/>
                  <a:pt x="29" y="24"/>
                  <a:pt x="29" y="24"/>
                </a:cubicBezTo>
                <a:cubicBezTo>
                  <a:pt x="18" y="24"/>
                  <a:pt x="18" y="24"/>
                  <a:pt x="18" y="24"/>
                </a:cubicBezTo>
                <a:cubicBezTo>
                  <a:pt x="18" y="138"/>
                  <a:pt x="18" y="138"/>
                  <a:pt x="18" y="138"/>
                </a:cubicBezTo>
                <a:cubicBezTo>
                  <a:pt x="161" y="138"/>
                  <a:pt x="161" y="138"/>
                  <a:pt x="161" y="138"/>
                </a:cubicBezTo>
                <a:cubicBezTo>
                  <a:pt x="161" y="129"/>
                  <a:pt x="161" y="129"/>
                  <a:pt x="161" y="129"/>
                </a:cubicBezTo>
                <a:cubicBezTo>
                  <a:pt x="166" y="135"/>
                  <a:pt x="166" y="135"/>
                  <a:pt x="166" y="135"/>
                </a:cubicBezTo>
                <a:lnTo>
                  <a:pt x="172" y="14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31"/>
          <p:cNvSpPr/>
          <p:nvPr/>
        </p:nvSpPr>
        <p:spPr>
          <a:xfrm>
            <a:off x="696912" y="1808162"/>
            <a:ext cx="592137" cy="692150"/>
          </a:xfrm>
          <a:custGeom>
            <a:avLst/>
            <a:gdLst/>
            <a:ahLst/>
            <a:cxnLst/>
            <a:rect l="l" t="t" r="r" b="b"/>
            <a:pathLst>
              <a:path w="168" h="196" extrusionOk="0">
                <a:moveTo>
                  <a:pt x="97" y="196"/>
                </a:moveTo>
                <a:cubicBezTo>
                  <a:pt x="70" y="196"/>
                  <a:pt x="70" y="196"/>
                  <a:pt x="70" y="196"/>
                </a:cubicBezTo>
                <a:cubicBezTo>
                  <a:pt x="68" y="196"/>
                  <a:pt x="66" y="195"/>
                  <a:pt x="66" y="193"/>
                </a:cubicBezTo>
                <a:cubicBezTo>
                  <a:pt x="66" y="191"/>
                  <a:pt x="68" y="189"/>
                  <a:pt x="70" y="189"/>
                </a:cubicBezTo>
                <a:cubicBezTo>
                  <a:pt x="97" y="189"/>
                  <a:pt x="97" y="189"/>
                  <a:pt x="97" y="189"/>
                </a:cubicBezTo>
                <a:cubicBezTo>
                  <a:pt x="99" y="189"/>
                  <a:pt x="101" y="191"/>
                  <a:pt x="101" y="193"/>
                </a:cubicBezTo>
                <a:cubicBezTo>
                  <a:pt x="101" y="195"/>
                  <a:pt x="99" y="196"/>
                  <a:pt x="97" y="196"/>
                </a:cubicBezTo>
                <a:close/>
                <a:moveTo>
                  <a:pt x="105" y="184"/>
                </a:moveTo>
                <a:cubicBezTo>
                  <a:pt x="62" y="184"/>
                  <a:pt x="62" y="184"/>
                  <a:pt x="62" y="184"/>
                </a:cubicBezTo>
                <a:cubicBezTo>
                  <a:pt x="60" y="184"/>
                  <a:pt x="58" y="182"/>
                  <a:pt x="58" y="180"/>
                </a:cubicBezTo>
                <a:cubicBezTo>
                  <a:pt x="58" y="178"/>
                  <a:pt x="60" y="176"/>
                  <a:pt x="62" y="176"/>
                </a:cubicBezTo>
                <a:cubicBezTo>
                  <a:pt x="105" y="176"/>
                  <a:pt x="105" y="176"/>
                  <a:pt x="105" y="176"/>
                </a:cubicBezTo>
                <a:cubicBezTo>
                  <a:pt x="107" y="176"/>
                  <a:pt x="108" y="178"/>
                  <a:pt x="108" y="180"/>
                </a:cubicBezTo>
                <a:cubicBezTo>
                  <a:pt x="108" y="182"/>
                  <a:pt x="107" y="184"/>
                  <a:pt x="105" y="184"/>
                </a:cubicBezTo>
                <a:close/>
                <a:moveTo>
                  <a:pt x="83" y="170"/>
                </a:moveTo>
                <a:cubicBezTo>
                  <a:pt x="75" y="170"/>
                  <a:pt x="67" y="170"/>
                  <a:pt x="67" y="170"/>
                </a:cubicBezTo>
                <a:cubicBezTo>
                  <a:pt x="67" y="170"/>
                  <a:pt x="67" y="170"/>
                  <a:pt x="67" y="170"/>
                </a:cubicBezTo>
                <a:cubicBezTo>
                  <a:pt x="59" y="170"/>
                  <a:pt x="56" y="167"/>
                  <a:pt x="54" y="160"/>
                </a:cubicBezTo>
                <a:cubicBezTo>
                  <a:pt x="54" y="158"/>
                  <a:pt x="53" y="155"/>
                  <a:pt x="53" y="152"/>
                </a:cubicBezTo>
                <a:cubicBezTo>
                  <a:pt x="53" y="148"/>
                  <a:pt x="53" y="144"/>
                  <a:pt x="52" y="142"/>
                </a:cubicBezTo>
                <a:cubicBezTo>
                  <a:pt x="46" y="132"/>
                  <a:pt x="42" y="124"/>
                  <a:pt x="36" y="114"/>
                </a:cubicBezTo>
                <a:cubicBezTo>
                  <a:pt x="31" y="103"/>
                  <a:pt x="25" y="87"/>
                  <a:pt x="29" y="72"/>
                </a:cubicBezTo>
                <a:cubicBezTo>
                  <a:pt x="34" y="54"/>
                  <a:pt x="54" y="35"/>
                  <a:pt x="83" y="35"/>
                </a:cubicBezTo>
                <a:cubicBezTo>
                  <a:pt x="112" y="35"/>
                  <a:pt x="132" y="54"/>
                  <a:pt x="137" y="72"/>
                </a:cubicBezTo>
                <a:cubicBezTo>
                  <a:pt x="140" y="87"/>
                  <a:pt x="135" y="103"/>
                  <a:pt x="129" y="114"/>
                </a:cubicBezTo>
                <a:cubicBezTo>
                  <a:pt x="124" y="124"/>
                  <a:pt x="120" y="131"/>
                  <a:pt x="114" y="142"/>
                </a:cubicBezTo>
                <a:cubicBezTo>
                  <a:pt x="113" y="144"/>
                  <a:pt x="112" y="148"/>
                  <a:pt x="112" y="152"/>
                </a:cubicBezTo>
                <a:cubicBezTo>
                  <a:pt x="112" y="155"/>
                  <a:pt x="112" y="158"/>
                  <a:pt x="111" y="160"/>
                </a:cubicBezTo>
                <a:cubicBezTo>
                  <a:pt x="110" y="167"/>
                  <a:pt x="106" y="170"/>
                  <a:pt x="99" y="170"/>
                </a:cubicBezTo>
                <a:cubicBezTo>
                  <a:pt x="99" y="170"/>
                  <a:pt x="91" y="170"/>
                  <a:pt x="83" y="170"/>
                </a:cubicBezTo>
                <a:close/>
                <a:moveTo>
                  <a:pt x="67" y="163"/>
                </a:moveTo>
                <a:cubicBezTo>
                  <a:pt x="68" y="163"/>
                  <a:pt x="98" y="163"/>
                  <a:pt x="99" y="163"/>
                </a:cubicBezTo>
                <a:cubicBezTo>
                  <a:pt x="103" y="163"/>
                  <a:pt x="104" y="162"/>
                  <a:pt x="104" y="159"/>
                </a:cubicBezTo>
                <a:cubicBezTo>
                  <a:pt x="105" y="157"/>
                  <a:pt x="105" y="154"/>
                  <a:pt x="105" y="152"/>
                </a:cubicBezTo>
                <a:cubicBezTo>
                  <a:pt x="105" y="147"/>
                  <a:pt x="105" y="142"/>
                  <a:pt x="108" y="138"/>
                </a:cubicBezTo>
                <a:cubicBezTo>
                  <a:pt x="113" y="128"/>
                  <a:pt x="117" y="121"/>
                  <a:pt x="123" y="110"/>
                </a:cubicBezTo>
                <a:cubicBezTo>
                  <a:pt x="127" y="102"/>
                  <a:pt x="133" y="88"/>
                  <a:pt x="129" y="74"/>
                </a:cubicBezTo>
                <a:cubicBezTo>
                  <a:pt x="125" y="59"/>
                  <a:pt x="108" y="42"/>
                  <a:pt x="83" y="42"/>
                </a:cubicBezTo>
                <a:cubicBezTo>
                  <a:pt x="58" y="42"/>
                  <a:pt x="40" y="59"/>
                  <a:pt x="36" y="74"/>
                </a:cubicBezTo>
                <a:cubicBezTo>
                  <a:pt x="33" y="88"/>
                  <a:pt x="39" y="102"/>
                  <a:pt x="43" y="110"/>
                </a:cubicBezTo>
                <a:cubicBezTo>
                  <a:pt x="48" y="121"/>
                  <a:pt x="52" y="128"/>
                  <a:pt x="58" y="138"/>
                </a:cubicBezTo>
                <a:cubicBezTo>
                  <a:pt x="60" y="142"/>
                  <a:pt x="61" y="147"/>
                  <a:pt x="61" y="152"/>
                </a:cubicBezTo>
                <a:cubicBezTo>
                  <a:pt x="61" y="154"/>
                  <a:pt x="61" y="157"/>
                  <a:pt x="61" y="159"/>
                </a:cubicBezTo>
                <a:cubicBezTo>
                  <a:pt x="62" y="162"/>
                  <a:pt x="62" y="163"/>
                  <a:pt x="67" y="163"/>
                </a:cubicBezTo>
                <a:cubicBezTo>
                  <a:pt x="67" y="163"/>
                  <a:pt x="67" y="163"/>
                  <a:pt x="67" y="163"/>
                </a:cubicBezTo>
                <a:close/>
                <a:moveTo>
                  <a:pt x="18" y="90"/>
                </a:moveTo>
                <a:cubicBezTo>
                  <a:pt x="4" y="90"/>
                  <a:pt x="4" y="90"/>
                  <a:pt x="4" y="90"/>
                </a:cubicBezTo>
                <a:cubicBezTo>
                  <a:pt x="2" y="90"/>
                  <a:pt x="0" y="88"/>
                  <a:pt x="0" y="86"/>
                </a:cubicBezTo>
                <a:cubicBezTo>
                  <a:pt x="0" y="84"/>
                  <a:pt x="2" y="83"/>
                  <a:pt x="4" y="83"/>
                </a:cubicBezTo>
                <a:cubicBezTo>
                  <a:pt x="18" y="83"/>
                  <a:pt x="18" y="83"/>
                  <a:pt x="18" y="83"/>
                </a:cubicBezTo>
                <a:cubicBezTo>
                  <a:pt x="20" y="83"/>
                  <a:pt x="22" y="84"/>
                  <a:pt x="22" y="86"/>
                </a:cubicBezTo>
                <a:cubicBezTo>
                  <a:pt x="22" y="88"/>
                  <a:pt x="20" y="90"/>
                  <a:pt x="18" y="90"/>
                </a:cubicBezTo>
                <a:close/>
                <a:moveTo>
                  <a:pt x="165" y="87"/>
                </a:moveTo>
                <a:cubicBezTo>
                  <a:pt x="147" y="87"/>
                  <a:pt x="147" y="87"/>
                  <a:pt x="147" y="87"/>
                </a:cubicBezTo>
                <a:cubicBezTo>
                  <a:pt x="145" y="87"/>
                  <a:pt x="144" y="86"/>
                  <a:pt x="144" y="84"/>
                </a:cubicBezTo>
                <a:cubicBezTo>
                  <a:pt x="144" y="82"/>
                  <a:pt x="145" y="80"/>
                  <a:pt x="147" y="80"/>
                </a:cubicBezTo>
                <a:cubicBezTo>
                  <a:pt x="165" y="80"/>
                  <a:pt x="165" y="80"/>
                  <a:pt x="165" y="80"/>
                </a:cubicBezTo>
                <a:cubicBezTo>
                  <a:pt x="167" y="80"/>
                  <a:pt x="168" y="82"/>
                  <a:pt x="168" y="84"/>
                </a:cubicBezTo>
                <a:cubicBezTo>
                  <a:pt x="168" y="86"/>
                  <a:pt x="167" y="87"/>
                  <a:pt x="165" y="87"/>
                </a:cubicBezTo>
                <a:close/>
                <a:moveTo>
                  <a:pt x="50" y="84"/>
                </a:moveTo>
                <a:cubicBezTo>
                  <a:pt x="50" y="84"/>
                  <a:pt x="49" y="84"/>
                  <a:pt x="49" y="84"/>
                </a:cubicBezTo>
                <a:cubicBezTo>
                  <a:pt x="47" y="84"/>
                  <a:pt x="46" y="82"/>
                  <a:pt x="46" y="80"/>
                </a:cubicBezTo>
                <a:cubicBezTo>
                  <a:pt x="50" y="66"/>
                  <a:pt x="64" y="53"/>
                  <a:pt x="85" y="53"/>
                </a:cubicBezTo>
                <a:cubicBezTo>
                  <a:pt x="85" y="53"/>
                  <a:pt x="85" y="53"/>
                  <a:pt x="85" y="53"/>
                </a:cubicBezTo>
                <a:cubicBezTo>
                  <a:pt x="87" y="53"/>
                  <a:pt x="88" y="54"/>
                  <a:pt x="88" y="56"/>
                </a:cubicBezTo>
                <a:cubicBezTo>
                  <a:pt x="88" y="58"/>
                  <a:pt x="87" y="60"/>
                  <a:pt x="85" y="60"/>
                </a:cubicBezTo>
                <a:cubicBezTo>
                  <a:pt x="68" y="60"/>
                  <a:pt x="56" y="71"/>
                  <a:pt x="53" y="82"/>
                </a:cubicBezTo>
                <a:cubicBezTo>
                  <a:pt x="53" y="83"/>
                  <a:pt x="51" y="84"/>
                  <a:pt x="50" y="84"/>
                </a:cubicBezTo>
                <a:close/>
                <a:moveTo>
                  <a:pt x="130" y="44"/>
                </a:moveTo>
                <a:cubicBezTo>
                  <a:pt x="129" y="44"/>
                  <a:pt x="128" y="44"/>
                  <a:pt x="127" y="43"/>
                </a:cubicBezTo>
                <a:cubicBezTo>
                  <a:pt x="126" y="42"/>
                  <a:pt x="126" y="39"/>
                  <a:pt x="127" y="38"/>
                </a:cubicBezTo>
                <a:cubicBezTo>
                  <a:pt x="140" y="26"/>
                  <a:pt x="140" y="26"/>
                  <a:pt x="140" y="26"/>
                </a:cubicBezTo>
                <a:cubicBezTo>
                  <a:pt x="141" y="24"/>
                  <a:pt x="143" y="24"/>
                  <a:pt x="145" y="26"/>
                </a:cubicBezTo>
                <a:cubicBezTo>
                  <a:pt x="146" y="27"/>
                  <a:pt x="146" y="29"/>
                  <a:pt x="145" y="31"/>
                </a:cubicBezTo>
                <a:cubicBezTo>
                  <a:pt x="132" y="43"/>
                  <a:pt x="132" y="43"/>
                  <a:pt x="132" y="43"/>
                </a:cubicBezTo>
                <a:cubicBezTo>
                  <a:pt x="132" y="44"/>
                  <a:pt x="131" y="44"/>
                  <a:pt x="130" y="44"/>
                </a:cubicBezTo>
                <a:close/>
                <a:moveTo>
                  <a:pt x="37" y="44"/>
                </a:moveTo>
                <a:cubicBezTo>
                  <a:pt x="36" y="44"/>
                  <a:pt x="35" y="44"/>
                  <a:pt x="34" y="43"/>
                </a:cubicBezTo>
                <a:cubicBezTo>
                  <a:pt x="22" y="31"/>
                  <a:pt x="22" y="31"/>
                  <a:pt x="22" y="31"/>
                </a:cubicBezTo>
                <a:cubicBezTo>
                  <a:pt x="20" y="29"/>
                  <a:pt x="20" y="27"/>
                  <a:pt x="22" y="26"/>
                </a:cubicBezTo>
                <a:cubicBezTo>
                  <a:pt x="23" y="24"/>
                  <a:pt x="26" y="24"/>
                  <a:pt x="27" y="26"/>
                </a:cubicBezTo>
                <a:cubicBezTo>
                  <a:pt x="39" y="38"/>
                  <a:pt x="39" y="38"/>
                  <a:pt x="39" y="38"/>
                </a:cubicBezTo>
                <a:cubicBezTo>
                  <a:pt x="41" y="39"/>
                  <a:pt x="41" y="42"/>
                  <a:pt x="39" y="43"/>
                </a:cubicBezTo>
                <a:cubicBezTo>
                  <a:pt x="39" y="44"/>
                  <a:pt x="38" y="44"/>
                  <a:pt x="37" y="44"/>
                </a:cubicBezTo>
                <a:close/>
                <a:moveTo>
                  <a:pt x="83" y="28"/>
                </a:moveTo>
                <a:cubicBezTo>
                  <a:pt x="81" y="28"/>
                  <a:pt x="79" y="26"/>
                  <a:pt x="79" y="24"/>
                </a:cubicBezTo>
                <a:cubicBezTo>
                  <a:pt x="79" y="3"/>
                  <a:pt x="79" y="3"/>
                  <a:pt x="79" y="3"/>
                </a:cubicBezTo>
                <a:cubicBezTo>
                  <a:pt x="79" y="1"/>
                  <a:pt x="81" y="0"/>
                  <a:pt x="83" y="0"/>
                </a:cubicBezTo>
                <a:cubicBezTo>
                  <a:pt x="85" y="0"/>
                  <a:pt x="86" y="1"/>
                  <a:pt x="86" y="3"/>
                </a:cubicBezTo>
                <a:cubicBezTo>
                  <a:pt x="86" y="24"/>
                  <a:pt x="86" y="24"/>
                  <a:pt x="86" y="24"/>
                </a:cubicBezTo>
                <a:cubicBezTo>
                  <a:pt x="86" y="26"/>
                  <a:pt x="85" y="28"/>
                  <a:pt x="83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31"/>
          <p:cNvSpPr/>
          <p:nvPr/>
        </p:nvSpPr>
        <p:spPr>
          <a:xfrm>
            <a:off x="4295775" y="4005262"/>
            <a:ext cx="2522537" cy="2171700"/>
          </a:xfrm>
          <a:custGeom>
            <a:avLst/>
            <a:gdLst/>
            <a:ahLst/>
            <a:cxnLst/>
            <a:rect l="l" t="t" r="r" b="b"/>
            <a:pathLst>
              <a:path w="716" h="616" extrusionOk="0">
                <a:moveTo>
                  <a:pt x="167" y="571"/>
                </a:moveTo>
                <a:cubicBezTo>
                  <a:pt x="218" y="601"/>
                  <a:pt x="276" y="616"/>
                  <a:pt x="335" y="616"/>
                </a:cubicBezTo>
                <a:cubicBezTo>
                  <a:pt x="455" y="616"/>
                  <a:pt x="567" y="552"/>
                  <a:pt x="627" y="448"/>
                </a:cubicBezTo>
                <a:cubicBezTo>
                  <a:pt x="716" y="294"/>
                  <a:pt x="668" y="98"/>
                  <a:pt x="522" y="0"/>
                </a:cubicBezTo>
                <a:cubicBezTo>
                  <a:pt x="510" y="190"/>
                  <a:pt x="353" y="340"/>
                  <a:pt x="161" y="340"/>
                </a:cubicBezTo>
                <a:cubicBezTo>
                  <a:pt x="105" y="340"/>
                  <a:pt x="49" y="327"/>
                  <a:pt x="0" y="302"/>
                </a:cubicBezTo>
                <a:cubicBezTo>
                  <a:pt x="7" y="413"/>
                  <a:pt x="70" y="515"/>
                  <a:pt x="167" y="571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31"/>
          <p:cNvSpPr/>
          <p:nvPr/>
        </p:nvSpPr>
        <p:spPr>
          <a:xfrm>
            <a:off x="3675062" y="2940050"/>
            <a:ext cx="2368550" cy="2173287"/>
          </a:xfrm>
          <a:custGeom>
            <a:avLst/>
            <a:gdLst/>
            <a:ahLst/>
            <a:cxnLst/>
            <a:rect l="l" t="t" r="r" b="b"/>
            <a:pathLst>
              <a:path w="672" h="616" extrusionOk="0">
                <a:moveTo>
                  <a:pt x="512" y="339"/>
                </a:moveTo>
                <a:cubicBezTo>
                  <a:pt x="382" y="339"/>
                  <a:pt x="262" y="270"/>
                  <a:pt x="197" y="158"/>
                </a:cubicBezTo>
                <a:cubicBezTo>
                  <a:pt x="169" y="110"/>
                  <a:pt x="153" y="55"/>
                  <a:pt x="150" y="0"/>
                </a:cubicBezTo>
                <a:cubicBezTo>
                  <a:pt x="57" y="62"/>
                  <a:pt x="0" y="167"/>
                  <a:pt x="0" y="279"/>
                </a:cubicBezTo>
                <a:cubicBezTo>
                  <a:pt x="0" y="465"/>
                  <a:pt x="151" y="616"/>
                  <a:pt x="337" y="616"/>
                </a:cubicBezTo>
                <a:cubicBezTo>
                  <a:pt x="515" y="616"/>
                  <a:pt x="661" y="477"/>
                  <a:pt x="672" y="302"/>
                </a:cubicBezTo>
                <a:cubicBezTo>
                  <a:pt x="622" y="326"/>
                  <a:pt x="567" y="339"/>
                  <a:pt x="512" y="339"/>
                </a:cubicBezTo>
                <a:close/>
              </a:path>
            </a:pathLst>
          </a:custGeom>
          <a:solidFill>
            <a:srgbClr val="FC790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31"/>
          <p:cNvSpPr/>
          <p:nvPr/>
        </p:nvSpPr>
        <p:spPr>
          <a:xfrm>
            <a:off x="4249737" y="1671637"/>
            <a:ext cx="1751012" cy="2373312"/>
          </a:xfrm>
          <a:custGeom>
            <a:avLst/>
            <a:gdLst/>
            <a:ahLst/>
            <a:cxnLst/>
            <a:rect l="l" t="t" r="r" b="b"/>
            <a:pathLst>
              <a:path w="497" h="673" extrusionOk="0">
                <a:moveTo>
                  <a:pt x="348" y="0"/>
                </a:moveTo>
                <a:cubicBezTo>
                  <a:pt x="289" y="0"/>
                  <a:pt x="231" y="16"/>
                  <a:pt x="180" y="45"/>
                </a:cubicBezTo>
                <a:cubicBezTo>
                  <a:pt x="102" y="90"/>
                  <a:pt x="47" y="163"/>
                  <a:pt x="23" y="250"/>
                </a:cubicBezTo>
                <a:cubicBezTo>
                  <a:pt x="0" y="337"/>
                  <a:pt x="12" y="427"/>
                  <a:pt x="57" y="505"/>
                </a:cubicBezTo>
                <a:cubicBezTo>
                  <a:pt x="117" y="609"/>
                  <a:pt x="229" y="673"/>
                  <a:pt x="349" y="673"/>
                </a:cubicBezTo>
                <a:cubicBezTo>
                  <a:pt x="400" y="673"/>
                  <a:pt x="451" y="661"/>
                  <a:pt x="497" y="639"/>
                </a:cubicBezTo>
                <a:cubicBezTo>
                  <a:pt x="339" y="534"/>
                  <a:pt x="288" y="322"/>
                  <a:pt x="384" y="156"/>
                </a:cubicBezTo>
                <a:cubicBezTo>
                  <a:pt x="412" y="107"/>
                  <a:pt x="451" y="66"/>
                  <a:pt x="497" y="35"/>
                </a:cubicBezTo>
                <a:cubicBezTo>
                  <a:pt x="451" y="12"/>
                  <a:pt x="400" y="0"/>
                  <a:pt x="348" y="0"/>
                </a:cubicBezTo>
                <a:close/>
              </a:path>
            </a:pathLst>
          </a:custGeom>
          <a:solidFill>
            <a:srgbClr val="FFB3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31"/>
          <p:cNvSpPr/>
          <p:nvPr/>
        </p:nvSpPr>
        <p:spPr>
          <a:xfrm>
            <a:off x="5365750" y="1671637"/>
            <a:ext cx="2524125" cy="2171700"/>
          </a:xfrm>
          <a:custGeom>
            <a:avLst/>
            <a:gdLst/>
            <a:ahLst/>
            <a:cxnLst/>
            <a:rect l="l" t="t" r="r" b="b"/>
            <a:pathLst>
              <a:path w="716" h="616" extrusionOk="0">
                <a:moveTo>
                  <a:pt x="194" y="616"/>
                </a:moveTo>
                <a:cubicBezTo>
                  <a:pt x="206" y="427"/>
                  <a:pt x="363" y="277"/>
                  <a:pt x="555" y="277"/>
                </a:cubicBezTo>
                <a:cubicBezTo>
                  <a:pt x="611" y="277"/>
                  <a:pt x="667" y="290"/>
                  <a:pt x="716" y="315"/>
                </a:cubicBezTo>
                <a:cubicBezTo>
                  <a:pt x="709" y="203"/>
                  <a:pt x="646" y="102"/>
                  <a:pt x="549" y="45"/>
                </a:cubicBezTo>
                <a:cubicBezTo>
                  <a:pt x="498" y="16"/>
                  <a:pt x="440" y="0"/>
                  <a:pt x="381" y="0"/>
                </a:cubicBezTo>
                <a:cubicBezTo>
                  <a:pt x="261" y="0"/>
                  <a:pt x="149" y="65"/>
                  <a:pt x="89" y="169"/>
                </a:cubicBezTo>
                <a:cubicBezTo>
                  <a:pt x="0" y="323"/>
                  <a:pt x="48" y="519"/>
                  <a:pt x="194" y="616"/>
                </a:cubicBez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31"/>
          <p:cNvSpPr/>
          <p:nvPr/>
        </p:nvSpPr>
        <p:spPr>
          <a:xfrm>
            <a:off x="6142037" y="2740025"/>
            <a:ext cx="2368550" cy="2171700"/>
          </a:xfrm>
          <a:custGeom>
            <a:avLst/>
            <a:gdLst/>
            <a:ahLst/>
            <a:cxnLst/>
            <a:rect l="l" t="t" r="r" b="b"/>
            <a:pathLst>
              <a:path w="672" h="616" extrusionOk="0">
                <a:moveTo>
                  <a:pt x="160" y="277"/>
                </a:moveTo>
                <a:cubicBezTo>
                  <a:pt x="290" y="277"/>
                  <a:pt x="410" y="346"/>
                  <a:pt x="475" y="458"/>
                </a:cubicBezTo>
                <a:cubicBezTo>
                  <a:pt x="503" y="506"/>
                  <a:pt x="519" y="561"/>
                  <a:pt x="522" y="616"/>
                </a:cubicBezTo>
                <a:cubicBezTo>
                  <a:pt x="615" y="554"/>
                  <a:pt x="672" y="449"/>
                  <a:pt x="672" y="336"/>
                </a:cubicBezTo>
                <a:cubicBezTo>
                  <a:pt x="672" y="151"/>
                  <a:pt x="521" y="0"/>
                  <a:pt x="335" y="0"/>
                </a:cubicBezTo>
                <a:cubicBezTo>
                  <a:pt x="157" y="0"/>
                  <a:pt x="11" y="139"/>
                  <a:pt x="0" y="314"/>
                </a:cubicBezTo>
                <a:cubicBezTo>
                  <a:pt x="50" y="290"/>
                  <a:pt x="105" y="277"/>
                  <a:pt x="160" y="277"/>
                </a:cubicBez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31"/>
          <p:cNvSpPr/>
          <p:nvPr/>
        </p:nvSpPr>
        <p:spPr>
          <a:xfrm>
            <a:off x="6183312" y="3808412"/>
            <a:ext cx="1752600" cy="2368550"/>
          </a:xfrm>
          <a:custGeom>
            <a:avLst/>
            <a:gdLst/>
            <a:ahLst/>
            <a:cxnLst/>
            <a:rect l="l" t="t" r="r" b="b"/>
            <a:pathLst>
              <a:path w="497" h="672" extrusionOk="0">
                <a:moveTo>
                  <a:pt x="317" y="627"/>
                </a:moveTo>
                <a:cubicBezTo>
                  <a:pt x="395" y="582"/>
                  <a:pt x="450" y="510"/>
                  <a:pt x="474" y="423"/>
                </a:cubicBezTo>
                <a:cubicBezTo>
                  <a:pt x="497" y="336"/>
                  <a:pt x="485" y="246"/>
                  <a:pt x="440" y="168"/>
                </a:cubicBezTo>
                <a:cubicBezTo>
                  <a:pt x="380" y="64"/>
                  <a:pt x="268" y="0"/>
                  <a:pt x="148" y="0"/>
                </a:cubicBezTo>
                <a:cubicBezTo>
                  <a:pt x="148" y="0"/>
                  <a:pt x="148" y="0"/>
                  <a:pt x="148" y="0"/>
                </a:cubicBezTo>
                <a:cubicBezTo>
                  <a:pt x="97" y="0"/>
                  <a:pt x="46" y="11"/>
                  <a:pt x="0" y="34"/>
                </a:cubicBezTo>
                <a:cubicBezTo>
                  <a:pt x="158" y="139"/>
                  <a:pt x="209" y="351"/>
                  <a:pt x="113" y="517"/>
                </a:cubicBezTo>
                <a:cubicBezTo>
                  <a:pt x="85" y="566"/>
                  <a:pt x="46" y="607"/>
                  <a:pt x="0" y="638"/>
                </a:cubicBezTo>
                <a:cubicBezTo>
                  <a:pt x="46" y="661"/>
                  <a:pt x="97" y="672"/>
                  <a:pt x="149" y="672"/>
                </a:cubicBezTo>
                <a:cubicBezTo>
                  <a:pt x="208" y="672"/>
                  <a:pt x="266" y="657"/>
                  <a:pt x="317" y="627"/>
                </a:cubicBez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31"/>
          <p:cNvSpPr txBox="1"/>
          <p:nvPr/>
        </p:nvSpPr>
        <p:spPr>
          <a:xfrm>
            <a:off x="4648200" y="2549525"/>
            <a:ext cx="822325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 SemiBold"/>
              <a:buNone/>
            </a:pPr>
            <a:r>
              <a:rPr lang="en-US" sz="37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01</a:t>
            </a:r>
            <a:endParaRPr/>
          </a:p>
        </p:txBody>
      </p:sp>
      <p:sp>
        <p:nvSpPr>
          <p:cNvPr id="760" name="Google Shape;760;p31"/>
          <p:cNvSpPr txBox="1"/>
          <p:nvPr/>
        </p:nvSpPr>
        <p:spPr>
          <a:xfrm>
            <a:off x="4281487" y="4083050"/>
            <a:ext cx="822325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 SemiBold"/>
              <a:buNone/>
            </a:pPr>
            <a:r>
              <a:rPr lang="en-US" sz="37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02</a:t>
            </a:r>
            <a:endParaRPr/>
          </a:p>
        </p:txBody>
      </p:sp>
      <p:sp>
        <p:nvSpPr>
          <p:cNvPr id="761" name="Google Shape;761;p31"/>
          <p:cNvSpPr txBox="1"/>
          <p:nvPr/>
        </p:nvSpPr>
        <p:spPr>
          <a:xfrm>
            <a:off x="5370512" y="5200650"/>
            <a:ext cx="822325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 SemiBold"/>
              <a:buNone/>
            </a:pPr>
            <a:r>
              <a:rPr lang="en-US" sz="37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03</a:t>
            </a:r>
            <a:endParaRPr/>
          </a:p>
        </p:txBody>
      </p:sp>
      <p:sp>
        <p:nvSpPr>
          <p:cNvPr id="762" name="Google Shape;762;p31"/>
          <p:cNvSpPr txBox="1"/>
          <p:nvPr/>
        </p:nvSpPr>
        <p:spPr>
          <a:xfrm>
            <a:off x="7032625" y="4679950"/>
            <a:ext cx="822325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 SemiBold"/>
              <a:buNone/>
            </a:pPr>
            <a:r>
              <a:rPr lang="en-US" sz="37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04</a:t>
            </a:r>
            <a:endParaRPr/>
          </a:p>
        </p:txBody>
      </p:sp>
      <p:sp>
        <p:nvSpPr>
          <p:cNvPr id="763" name="Google Shape;763;p31"/>
          <p:cNvSpPr txBox="1"/>
          <p:nvPr/>
        </p:nvSpPr>
        <p:spPr>
          <a:xfrm>
            <a:off x="7326312" y="3067050"/>
            <a:ext cx="822325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 SemiBold"/>
              <a:buNone/>
            </a:pPr>
            <a:r>
              <a:rPr lang="en-US" sz="37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05</a:t>
            </a:r>
            <a:endParaRPr/>
          </a:p>
        </p:txBody>
      </p:sp>
      <p:sp>
        <p:nvSpPr>
          <p:cNvPr id="764" name="Google Shape;764;p31"/>
          <p:cNvSpPr txBox="1"/>
          <p:nvPr/>
        </p:nvSpPr>
        <p:spPr>
          <a:xfrm>
            <a:off x="6170612" y="2041525"/>
            <a:ext cx="822325" cy="77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Font typeface="Open Sans SemiBold"/>
              <a:buNone/>
            </a:pPr>
            <a:r>
              <a:rPr lang="en-US" sz="37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06</a:t>
            </a:r>
            <a:endParaRPr/>
          </a:p>
        </p:txBody>
      </p:sp>
      <p:sp>
        <p:nvSpPr>
          <p:cNvPr id="765" name="Google Shape;765;p31"/>
          <p:cNvSpPr txBox="1"/>
          <p:nvPr/>
        </p:nvSpPr>
        <p:spPr>
          <a:xfrm>
            <a:off x="316523" y="338137"/>
            <a:ext cx="11781692" cy="938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Montserrat"/>
              <a:buNone/>
            </a:pPr>
            <a:r>
              <a:rPr lang="en-US" sz="6100" b="1" i="0" u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ESTRUCTURA DEL PROYECTO</a:t>
            </a:r>
            <a:endParaRPr dirty="0"/>
          </a:p>
        </p:txBody>
      </p:sp>
      <p:sp>
        <p:nvSpPr>
          <p:cNvPr id="766" name="Google Shape;766;p31"/>
          <p:cNvSpPr txBox="1"/>
          <p:nvPr/>
        </p:nvSpPr>
        <p:spPr>
          <a:xfrm>
            <a:off x="1665287" y="3686175"/>
            <a:ext cx="1866900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67" name="Google Shape;767;p31"/>
          <p:cNvSpPr txBox="1"/>
          <p:nvPr/>
        </p:nvSpPr>
        <p:spPr>
          <a:xfrm>
            <a:off x="8602662" y="3711575"/>
            <a:ext cx="18669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68" name="Google Shape;768;p31"/>
          <p:cNvSpPr txBox="1"/>
          <p:nvPr/>
        </p:nvSpPr>
        <p:spPr>
          <a:xfrm>
            <a:off x="1665287" y="5491162"/>
            <a:ext cx="18669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69" name="Google Shape;769;p31"/>
          <p:cNvSpPr txBox="1"/>
          <p:nvPr/>
        </p:nvSpPr>
        <p:spPr>
          <a:xfrm>
            <a:off x="8602662" y="5514975"/>
            <a:ext cx="1866900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32"/>
          <p:cNvSpPr txBox="1"/>
          <p:nvPr/>
        </p:nvSpPr>
        <p:spPr>
          <a:xfrm>
            <a:off x="1447800" y="92233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775" name="Google Shape;775;p32"/>
          <p:cNvSpPr/>
          <p:nvPr/>
        </p:nvSpPr>
        <p:spPr>
          <a:xfrm>
            <a:off x="730250" y="2624137"/>
            <a:ext cx="1579562" cy="1579562"/>
          </a:xfrm>
          <a:prstGeom prst="ellipse">
            <a:avLst/>
          </a:prstGeom>
          <a:solidFill>
            <a:srgbClr val="FFCD6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32"/>
          <p:cNvSpPr/>
          <p:nvPr/>
        </p:nvSpPr>
        <p:spPr>
          <a:xfrm>
            <a:off x="2560637" y="2624137"/>
            <a:ext cx="1584325" cy="1579562"/>
          </a:xfrm>
          <a:prstGeom prst="ellipse">
            <a:avLst/>
          </a:prstGeom>
          <a:solidFill>
            <a:srgbClr val="FF87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32"/>
          <p:cNvSpPr/>
          <p:nvPr/>
        </p:nvSpPr>
        <p:spPr>
          <a:xfrm>
            <a:off x="4395787" y="2624137"/>
            <a:ext cx="1577975" cy="1579562"/>
          </a:xfrm>
          <a:prstGeom prst="ellipse">
            <a:avLst/>
          </a:pr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32"/>
          <p:cNvSpPr/>
          <p:nvPr/>
        </p:nvSpPr>
        <p:spPr>
          <a:xfrm>
            <a:off x="6224587" y="2624137"/>
            <a:ext cx="1579562" cy="1579562"/>
          </a:xfrm>
          <a:prstGeom prst="ellipse">
            <a:avLst/>
          </a:pr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32"/>
          <p:cNvSpPr/>
          <p:nvPr/>
        </p:nvSpPr>
        <p:spPr>
          <a:xfrm>
            <a:off x="8054975" y="2624137"/>
            <a:ext cx="1579562" cy="1579562"/>
          </a:xfrm>
          <a:prstGeom prst="ellipse">
            <a:avLst/>
          </a:pr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32"/>
          <p:cNvSpPr/>
          <p:nvPr/>
        </p:nvSpPr>
        <p:spPr>
          <a:xfrm>
            <a:off x="9885362" y="2624137"/>
            <a:ext cx="1577975" cy="1579562"/>
          </a:xfrm>
          <a:prstGeom prst="ellipse">
            <a:avLst/>
          </a:prstGeom>
          <a:solidFill>
            <a:srgbClr val="70D8E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32"/>
          <p:cNvSpPr txBox="1"/>
          <p:nvPr/>
        </p:nvSpPr>
        <p:spPr>
          <a:xfrm>
            <a:off x="1533525" y="561975"/>
            <a:ext cx="8715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BC40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F7BC4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</a:t>
            </a:r>
            <a:endParaRPr/>
          </a:p>
        </p:txBody>
      </p:sp>
      <p:sp>
        <p:nvSpPr>
          <p:cNvPr id="782" name="Google Shape;782;p32"/>
          <p:cNvSpPr txBox="1"/>
          <p:nvPr/>
        </p:nvSpPr>
        <p:spPr>
          <a:xfrm>
            <a:off x="5538787" y="561975"/>
            <a:ext cx="97948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72B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FF87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PLAN</a:t>
            </a:r>
            <a:endParaRPr/>
          </a:p>
        </p:txBody>
      </p:sp>
      <p:sp>
        <p:nvSpPr>
          <p:cNvPr id="783" name="Google Shape;783;p32"/>
          <p:cNvSpPr txBox="1"/>
          <p:nvPr/>
        </p:nvSpPr>
        <p:spPr>
          <a:xfrm>
            <a:off x="9547225" y="561975"/>
            <a:ext cx="16129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NEGOCIO</a:t>
            </a:r>
            <a:endParaRPr/>
          </a:p>
        </p:txBody>
      </p:sp>
      <p:sp>
        <p:nvSpPr>
          <p:cNvPr id="784" name="Google Shape;784;p32"/>
          <p:cNvSpPr txBox="1"/>
          <p:nvPr/>
        </p:nvSpPr>
        <p:spPr>
          <a:xfrm>
            <a:off x="1533525" y="5068887"/>
            <a:ext cx="216693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065280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 GENIAL</a:t>
            </a:r>
            <a:endParaRPr/>
          </a:p>
        </p:txBody>
      </p:sp>
      <p:sp>
        <p:nvSpPr>
          <p:cNvPr id="785" name="Google Shape;785;p32"/>
          <p:cNvSpPr txBox="1"/>
          <p:nvPr/>
        </p:nvSpPr>
        <p:spPr>
          <a:xfrm>
            <a:off x="5538787" y="5068887"/>
            <a:ext cx="1579562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2300"/>
              <a:buFont typeface="Open Sans SemiBold"/>
              <a:buNone/>
            </a:pPr>
            <a:r>
              <a:rPr lang="en-US" sz="2300" b="1" i="0" u="none" dirty="0">
                <a:solidFill>
                  <a:srgbClr val="34B2E3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PROYECTO</a:t>
            </a:r>
            <a:endParaRPr dirty="0"/>
          </a:p>
        </p:txBody>
      </p:sp>
      <p:sp>
        <p:nvSpPr>
          <p:cNvPr id="786" name="Google Shape;786;p32"/>
          <p:cNvSpPr txBox="1"/>
          <p:nvPr/>
        </p:nvSpPr>
        <p:spPr>
          <a:xfrm>
            <a:off x="9547225" y="5068887"/>
            <a:ext cx="1463675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D1DA"/>
              </a:buClr>
              <a:buSzPts val="2300"/>
              <a:buFont typeface="Open Sans SemiBold"/>
              <a:buNone/>
            </a:pPr>
            <a:r>
              <a:rPr lang="en-US" sz="2300" b="1" i="0" u="none">
                <a:solidFill>
                  <a:srgbClr val="69D1DA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ÉXITO</a:t>
            </a:r>
            <a:endParaRPr/>
          </a:p>
        </p:txBody>
      </p:sp>
      <p:sp>
        <p:nvSpPr>
          <p:cNvPr id="787" name="Google Shape;787;p32"/>
          <p:cNvSpPr txBox="1"/>
          <p:nvPr/>
        </p:nvSpPr>
        <p:spPr>
          <a:xfrm>
            <a:off x="920750" y="314325"/>
            <a:ext cx="1250950" cy="18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D64"/>
              </a:buClr>
              <a:buSzPts val="10100"/>
              <a:buFont typeface="Montserrat"/>
              <a:buNone/>
            </a:pPr>
            <a:r>
              <a:rPr lang="en-US" sz="10100" b="0" i="0" u="none">
                <a:solidFill>
                  <a:srgbClr val="FFCD64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788" name="Google Shape;788;p32"/>
          <p:cNvSpPr txBox="1"/>
          <p:nvPr/>
        </p:nvSpPr>
        <p:spPr>
          <a:xfrm>
            <a:off x="4719637" y="314325"/>
            <a:ext cx="1517650" cy="18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872B"/>
              </a:buClr>
              <a:buSzPts val="10100"/>
              <a:buFont typeface="Montserrat"/>
              <a:buNone/>
            </a:pPr>
            <a:r>
              <a:rPr lang="en-US" sz="10100" b="0" i="0" u="none">
                <a:solidFill>
                  <a:srgbClr val="FF872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789" name="Google Shape;789;p32"/>
          <p:cNvSpPr txBox="1"/>
          <p:nvPr/>
        </p:nvSpPr>
        <p:spPr>
          <a:xfrm>
            <a:off x="8724900" y="314325"/>
            <a:ext cx="1501775" cy="18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10100"/>
              <a:buFont typeface="Montserrat"/>
              <a:buNone/>
            </a:pPr>
            <a:r>
              <a:rPr lang="en-US" sz="10100" b="0" i="0" u="none">
                <a:solidFill>
                  <a:srgbClr val="8C103D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790" name="Google Shape;790;p32"/>
          <p:cNvSpPr txBox="1"/>
          <p:nvPr/>
        </p:nvSpPr>
        <p:spPr>
          <a:xfrm>
            <a:off x="711200" y="4821237"/>
            <a:ext cx="1492250" cy="18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65280"/>
              </a:buClr>
              <a:buSzPts val="10100"/>
              <a:buFont typeface="Montserrat"/>
              <a:buNone/>
            </a:pPr>
            <a:r>
              <a:rPr lang="en-US" sz="10100" b="0" i="0" u="none">
                <a:solidFill>
                  <a:srgbClr val="065280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791" name="Google Shape;791;p32"/>
          <p:cNvSpPr txBox="1"/>
          <p:nvPr/>
        </p:nvSpPr>
        <p:spPr>
          <a:xfrm>
            <a:off x="4719637" y="4821237"/>
            <a:ext cx="1504950" cy="18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4B2E3"/>
              </a:buClr>
              <a:buSzPts val="10100"/>
              <a:buFont typeface="Montserrat"/>
              <a:buNone/>
            </a:pPr>
            <a:r>
              <a:rPr lang="en-US" sz="10100" b="0" i="0" u="none">
                <a:solidFill>
                  <a:srgbClr val="34B2E3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/>
          </a:p>
        </p:txBody>
      </p:sp>
      <p:sp>
        <p:nvSpPr>
          <p:cNvPr id="792" name="Google Shape;792;p32"/>
          <p:cNvSpPr txBox="1"/>
          <p:nvPr/>
        </p:nvSpPr>
        <p:spPr>
          <a:xfrm>
            <a:off x="8724900" y="4821237"/>
            <a:ext cx="1554162" cy="1884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9D1DA"/>
              </a:buClr>
              <a:buSzPts val="10100"/>
              <a:buFont typeface="Montserrat"/>
              <a:buNone/>
            </a:pPr>
            <a:r>
              <a:rPr lang="en-US" sz="10100" b="0" i="0" u="none">
                <a:solidFill>
                  <a:srgbClr val="69D1DA"/>
                </a:solidFill>
                <a:latin typeface="Montserrat"/>
                <a:ea typeface="Montserrat"/>
                <a:cs typeface="Montserrat"/>
                <a:sym typeface="Montserrat"/>
              </a:rPr>
              <a:t>6</a:t>
            </a:r>
            <a:endParaRPr/>
          </a:p>
        </p:txBody>
      </p:sp>
      <p:sp>
        <p:nvSpPr>
          <p:cNvPr id="793" name="Google Shape;793;p32"/>
          <p:cNvSpPr/>
          <p:nvPr/>
        </p:nvSpPr>
        <p:spPr>
          <a:xfrm>
            <a:off x="1192212" y="3019425"/>
            <a:ext cx="661987" cy="788987"/>
          </a:xfrm>
          <a:custGeom>
            <a:avLst/>
            <a:gdLst/>
            <a:ahLst/>
            <a:cxnLst/>
            <a:rect l="l" t="t" r="r" b="b"/>
            <a:pathLst>
              <a:path w="161" h="192" extrusionOk="0">
                <a:moveTo>
                  <a:pt x="108" y="186"/>
                </a:moveTo>
                <a:cubicBezTo>
                  <a:pt x="108" y="189"/>
                  <a:pt x="105" y="192"/>
                  <a:pt x="101" y="192"/>
                </a:cubicBezTo>
                <a:cubicBezTo>
                  <a:pt x="60" y="192"/>
                  <a:pt x="60" y="192"/>
                  <a:pt x="60" y="192"/>
                </a:cubicBezTo>
                <a:cubicBezTo>
                  <a:pt x="57" y="192"/>
                  <a:pt x="54" y="189"/>
                  <a:pt x="54" y="186"/>
                </a:cubicBezTo>
                <a:cubicBezTo>
                  <a:pt x="54" y="186"/>
                  <a:pt x="54" y="186"/>
                  <a:pt x="54" y="186"/>
                </a:cubicBezTo>
                <a:cubicBezTo>
                  <a:pt x="54" y="182"/>
                  <a:pt x="57" y="179"/>
                  <a:pt x="60" y="179"/>
                </a:cubicBezTo>
                <a:cubicBezTo>
                  <a:pt x="101" y="179"/>
                  <a:pt x="101" y="179"/>
                  <a:pt x="101" y="179"/>
                </a:cubicBezTo>
                <a:cubicBezTo>
                  <a:pt x="105" y="179"/>
                  <a:pt x="108" y="182"/>
                  <a:pt x="108" y="186"/>
                </a:cubicBezTo>
                <a:close/>
                <a:moveTo>
                  <a:pt x="108" y="168"/>
                </a:moveTo>
                <a:cubicBezTo>
                  <a:pt x="108" y="164"/>
                  <a:pt x="105" y="161"/>
                  <a:pt x="101" y="161"/>
                </a:cubicBezTo>
                <a:cubicBezTo>
                  <a:pt x="60" y="161"/>
                  <a:pt x="60" y="161"/>
                  <a:pt x="60" y="161"/>
                </a:cubicBezTo>
                <a:cubicBezTo>
                  <a:pt x="57" y="161"/>
                  <a:pt x="54" y="164"/>
                  <a:pt x="54" y="168"/>
                </a:cubicBezTo>
                <a:cubicBezTo>
                  <a:pt x="54" y="168"/>
                  <a:pt x="54" y="168"/>
                  <a:pt x="54" y="168"/>
                </a:cubicBezTo>
                <a:cubicBezTo>
                  <a:pt x="54" y="172"/>
                  <a:pt x="57" y="175"/>
                  <a:pt x="60" y="175"/>
                </a:cubicBezTo>
                <a:cubicBezTo>
                  <a:pt x="101" y="175"/>
                  <a:pt x="101" y="175"/>
                  <a:pt x="101" y="175"/>
                </a:cubicBezTo>
                <a:cubicBezTo>
                  <a:pt x="105" y="175"/>
                  <a:pt x="108" y="172"/>
                  <a:pt x="108" y="168"/>
                </a:cubicBezTo>
                <a:close/>
                <a:moveTo>
                  <a:pt x="87" y="95"/>
                </a:moveTo>
                <a:cubicBezTo>
                  <a:pt x="79" y="95"/>
                  <a:pt x="79" y="95"/>
                  <a:pt x="79" y="95"/>
                </a:cubicBezTo>
                <a:cubicBezTo>
                  <a:pt x="74" y="95"/>
                  <a:pt x="74" y="95"/>
                  <a:pt x="74" y="95"/>
                </a:cubicBezTo>
                <a:cubicBezTo>
                  <a:pt x="74" y="158"/>
                  <a:pt x="74" y="158"/>
                  <a:pt x="74" y="158"/>
                </a:cubicBezTo>
                <a:cubicBezTo>
                  <a:pt x="76" y="158"/>
                  <a:pt x="78" y="158"/>
                  <a:pt x="80" y="158"/>
                </a:cubicBezTo>
                <a:cubicBezTo>
                  <a:pt x="80" y="157"/>
                  <a:pt x="80" y="158"/>
                  <a:pt x="80" y="158"/>
                </a:cubicBezTo>
                <a:cubicBezTo>
                  <a:pt x="81" y="158"/>
                  <a:pt x="81" y="158"/>
                  <a:pt x="81" y="158"/>
                </a:cubicBezTo>
                <a:cubicBezTo>
                  <a:pt x="81" y="158"/>
                  <a:pt x="81" y="158"/>
                  <a:pt x="81" y="158"/>
                </a:cubicBezTo>
                <a:cubicBezTo>
                  <a:pt x="81" y="158"/>
                  <a:pt x="81" y="157"/>
                  <a:pt x="81" y="158"/>
                </a:cubicBezTo>
                <a:cubicBezTo>
                  <a:pt x="83" y="158"/>
                  <a:pt x="85" y="158"/>
                  <a:pt x="87" y="158"/>
                </a:cubicBezTo>
                <a:lnTo>
                  <a:pt x="87" y="95"/>
                </a:lnTo>
                <a:close/>
                <a:moveTo>
                  <a:pt x="58" y="69"/>
                </a:moveTo>
                <a:cubicBezTo>
                  <a:pt x="53" y="69"/>
                  <a:pt x="49" y="74"/>
                  <a:pt x="49" y="79"/>
                </a:cubicBezTo>
                <a:cubicBezTo>
                  <a:pt x="49" y="84"/>
                  <a:pt x="53" y="88"/>
                  <a:pt x="58" y="88"/>
                </a:cubicBezTo>
                <a:cubicBezTo>
                  <a:pt x="68" y="88"/>
                  <a:pt x="68" y="88"/>
                  <a:pt x="68" y="88"/>
                </a:cubicBezTo>
                <a:cubicBezTo>
                  <a:pt x="68" y="79"/>
                  <a:pt x="68" y="79"/>
                  <a:pt x="68" y="79"/>
                </a:cubicBezTo>
                <a:cubicBezTo>
                  <a:pt x="68" y="74"/>
                  <a:pt x="64" y="69"/>
                  <a:pt x="58" y="69"/>
                </a:cubicBezTo>
                <a:close/>
                <a:moveTo>
                  <a:pt x="113" y="79"/>
                </a:moveTo>
                <a:cubicBezTo>
                  <a:pt x="113" y="74"/>
                  <a:pt x="108" y="69"/>
                  <a:pt x="103" y="69"/>
                </a:cubicBezTo>
                <a:cubicBezTo>
                  <a:pt x="98" y="69"/>
                  <a:pt x="93" y="74"/>
                  <a:pt x="93" y="79"/>
                </a:cubicBezTo>
                <a:cubicBezTo>
                  <a:pt x="93" y="88"/>
                  <a:pt x="93" y="88"/>
                  <a:pt x="93" y="88"/>
                </a:cubicBezTo>
                <a:cubicBezTo>
                  <a:pt x="103" y="88"/>
                  <a:pt x="103" y="88"/>
                  <a:pt x="103" y="88"/>
                </a:cubicBezTo>
                <a:cubicBezTo>
                  <a:pt x="108" y="88"/>
                  <a:pt x="113" y="84"/>
                  <a:pt x="113" y="79"/>
                </a:cubicBezTo>
                <a:close/>
                <a:moveTo>
                  <a:pt x="134" y="61"/>
                </a:moveTo>
                <a:cubicBezTo>
                  <a:pt x="130" y="44"/>
                  <a:pt x="109" y="26"/>
                  <a:pt x="81" y="26"/>
                </a:cubicBezTo>
                <a:cubicBezTo>
                  <a:pt x="52" y="26"/>
                  <a:pt x="32" y="44"/>
                  <a:pt x="27" y="61"/>
                </a:cubicBezTo>
                <a:cubicBezTo>
                  <a:pt x="24" y="74"/>
                  <a:pt x="27" y="87"/>
                  <a:pt x="33" y="99"/>
                </a:cubicBezTo>
                <a:cubicBezTo>
                  <a:pt x="39" y="110"/>
                  <a:pt x="45" y="119"/>
                  <a:pt x="50" y="130"/>
                </a:cubicBezTo>
                <a:cubicBezTo>
                  <a:pt x="52" y="136"/>
                  <a:pt x="53" y="144"/>
                  <a:pt x="55" y="151"/>
                </a:cubicBezTo>
                <a:cubicBezTo>
                  <a:pt x="56" y="156"/>
                  <a:pt x="58" y="157"/>
                  <a:pt x="64" y="158"/>
                </a:cubicBezTo>
                <a:cubicBezTo>
                  <a:pt x="65" y="158"/>
                  <a:pt x="67" y="158"/>
                  <a:pt x="68" y="158"/>
                </a:cubicBezTo>
                <a:cubicBezTo>
                  <a:pt x="68" y="95"/>
                  <a:pt x="68" y="95"/>
                  <a:pt x="68" y="95"/>
                </a:cubicBezTo>
                <a:cubicBezTo>
                  <a:pt x="58" y="95"/>
                  <a:pt x="58" y="95"/>
                  <a:pt x="58" y="95"/>
                </a:cubicBezTo>
                <a:cubicBezTo>
                  <a:pt x="54" y="95"/>
                  <a:pt x="50" y="93"/>
                  <a:pt x="47" y="90"/>
                </a:cubicBezTo>
                <a:cubicBezTo>
                  <a:pt x="44" y="87"/>
                  <a:pt x="42" y="83"/>
                  <a:pt x="42" y="79"/>
                </a:cubicBezTo>
                <a:cubicBezTo>
                  <a:pt x="42" y="75"/>
                  <a:pt x="44" y="71"/>
                  <a:pt x="47" y="68"/>
                </a:cubicBezTo>
                <a:cubicBezTo>
                  <a:pt x="50" y="65"/>
                  <a:pt x="54" y="63"/>
                  <a:pt x="58" y="63"/>
                </a:cubicBezTo>
                <a:cubicBezTo>
                  <a:pt x="67" y="63"/>
                  <a:pt x="74" y="70"/>
                  <a:pt x="74" y="79"/>
                </a:cubicBezTo>
                <a:cubicBezTo>
                  <a:pt x="74" y="79"/>
                  <a:pt x="74" y="79"/>
                  <a:pt x="74" y="79"/>
                </a:cubicBezTo>
                <a:cubicBezTo>
                  <a:pt x="74" y="88"/>
                  <a:pt x="74" y="88"/>
                  <a:pt x="74" y="88"/>
                </a:cubicBezTo>
                <a:cubicBezTo>
                  <a:pt x="79" y="88"/>
                  <a:pt x="79" y="88"/>
                  <a:pt x="79" y="88"/>
                </a:cubicBezTo>
                <a:cubicBezTo>
                  <a:pt x="87" y="88"/>
                  <a:pt x="87" y="88"/>
                  <a:pt x="87" y="88"/>
                </a:cubicBezTo>
                <a:cubicBezTo>
                  <a:pt x="87" y="79"/>
                  <a:pt x="87" y="79"/>
                  <a:pt x="87" y="79"/>
                </a:cubicBezTo>
                <a:cubicBezTo>
                  <a:pt x="87" y="79"/>
                  <a:pt x="87" y="79"/>
                  <a:pt x="87" y="79"/>
                </a:cubicBezTo>
                <a:cubicBezTo>
                  <a:pt x="87" y="74"/>
                  <a:pt x="89" y="71"/>
                  <a:pt x="92" y="68"/>
                </a:cubicBezTo>
                <a:cubicBezTo>
                  <a:pt x="95" y="65"/>
                  <a:pt x="99" y="63"/>
                  <a:pt x="103" y="63"/>
                </a:cubicBezTo>
                <a:cubicBezTo>
                  <a:pt x="107" y="63"/>
                  <a:pt x="111" y="65"/>
                  <a:pt x="114" y="68"/>
                </a:cubicBezTo>
                <a:cubicBezTo>
                  <a:pt x="117" y="71"/>
                  <a:pt x="119" y="75"/>
                  <a:pt x="119" y="79"/>
                </a:cubicBezTo>
                <a:cubicBezTo>
                  <a:pt x="119" y="83"/>
                  <a:pt x="117" y="87"/>
                  <a:pt x="114" y="90"/>
                </a:cubicBezTo>
                <a:cubicBezTo>
                  <a:pt x="111" y="93"/>
                  <a:pt x="107" y="95"/>
                  <a:pt x="103" y="95"/>
                </a:cubicBezTo>
                <a:cubicBezTo>
                  <a:pt x="93" y="95"/>
                  <a:pt x="93" y="95"/>
                  <a:pt x="93" y="95"/>
                </a:cubicBezTo>
                <a:cubicBezTo>
                  <a:pt x="93" y="158"/>
                  <a:pt x="93" y="158"/>
                  <a:pt x="93" y="158"/>
                </a:cubicBezTo>
                <a:cubicBezTo>
                  <a:pt x="95" y="158"/>
                  <a:pt x="96" y="158"/>
                  <a:pt x="97" y="158"/>
                </a:cubicBezTo>
                <a:cubicBezTo>
                  <a:pt x="103" y="157"/>
                  <a:pt x="105" y="156"/>
                  <a:pt x="107" y="151"/>
                </a:cubicBezTo>
                <a:cubicBezTo>
                  <a:pt x="108" y="144"/>
                  <a:pt x="109" y="136"/>
                  <a:pt x="112" y="130"/>
                </a:cubicBezTo>
                <a:cubicBezTo>
                  <a:pt x="117" y="119"/>
                  <a:pt x="122" y="110"/>
                  <a:pt x="128" y="99"/>
                </a:cubicBezTo>
                <a:cubicBezTo>
                  <a:pt x="134" y="87"/>
                  <a:pt x="137" y="74"/>
                  <a:pt x="134" y="61"/>
                </a:cubicBezTo>
                <a:close/>
                <a:moveTo>
                  <a:pt x="87" y="6"/>
                </a:moveTo>
                <a:cubicBezTo>
                  <a:pt x="87" y="3"/>
                  <a:pt x="84" y="0"/>
                  <a:pt x="81" y="0"/>
                </a:cubicBezTo>
                <a:cubicBezTo>
                  <a:pt x="81" y="0"/>
                  <a:pt x="81" y="0"/>
                  <a:pt x="81" y="0"/>
                </a:cubicBezTo>
                <a:cubicBezTo>
                  <a:pt x="78" y="0"/>
                  <a:pt x="75" y="3"/>
                  <a:pt x="75" y="6"/>
                </a:cubicBezTo>
                <a:cubicBezTo>
                  <a:pt x="75" y="17"/>
                  <a:pt x="75" y="17"/>
                  <a:pt x="75" y="17"/>
                </a:cubicBezTo>
                <a:cubicBezTo>
                  <a:pt x="75" y="20"/>
                  <a:pt x="78" y="22"/>
                  <a:pt x="81" y="22"/>
                </a:cubicBezTo>
                <a:cubicBezTo>
                  <a:pt x="81" y="22"/>
                  <a:pt x="81" y="22"/>
                  <a:pt x="81" y="22"/>
                </a:cubicBezTo>
                <a:cubicBezTo>
                  <a:pt x="84" y="22"/>
                  <a:pt x="87" y="20"/>
                  <a:pt x="87" y="17"/>
                </a:cubicBezTo>
                <a:lnTo>
                  <a:pt x="87" y="6"/>
                </a:lnTo>
                <a:close/>
                <a:moveTo>
                  <a:pt x="119" y="15"/>
                </a:moveTo>
                <a:cubicBezTo>
                  <a:pt x="121" y="13"/>
                  <a:pt x="120" y="9"/>
                  <a:pt x="117" y="7"/>
                </a:cubicBezTo>
                <a:cubicBezTo>
                  <a:pt x="117" y="7"/>
                  <a:pt x="117" y="7"/>
                  <a:pt x="117" y="7"/>
                </a:cubicBezTo>
                <a:cubicBezTo>
                  <a:pt x="114" y="6"/>
                  <a:pt x="110" y="7"/>
                  <a:pt x="109" y="10"/>
                </a:cubicBezTo>
                <a:cubicBezTo>
                  <a:pt x="104" y="19"/>
                  <a:pt x="104" y="19"/>
                  <a:pt x="104" y="19"/>
                </a:cubicBezTo>
                <a:cubicBezTo>
                  <a:pt x="102" y="22"/>
                  <a:pt x="103" y="26"/>
                  <a:pt x="106" y="27"/>
                </a:cubicBezTo>
                <a:cubicBezTo>
                  <a:pt x="106" y="27"/>
                  <a:pt x="106" y="27"/>
                  <a:pt x="106" y="27"/>
                </a:cubicBezTo>
                <a:cubicBezTo>
                  <a:pt x="109" y="29"/>
                  <a:pt x="112" y="28"/>
                  <a:pt x="114" y="25"/>
                </a:cubicBezTo>
                <a:lnTo>
                  <a:pt x="119" y="15"/>
                </a:lnTo>
                <a:close/>
                <a:moveTo>
                  <a:pt x="143" y="34"/>
                </a:moveTo>
                <a:cubicBezTo>
                  <a:pt x="145" y="32"/>
                  <a:pt x="146" y="28"/>
                  <a:pt x="144" y="26"/>
                </a:cubicBezTo>
                <a:cubicBezTo>
                  <a:pt x="144" y="26"/>
                  <a:pt x="144" y="26"/>
                  <a:pt x="144" y="26"/>
                </a:cubicBezTo>
                <a:cubicBezTo>
                  <a:pt x="141" y="24"/>
                  <a:pt x="138" y="23"/>
                  <a:pt x="135" y="26"/>
                </a:cubicBezTo>
                <a:cubicBezTo>
                  <a:pt x="127" y="33"/>
                  <a:pt x="127" y="33"/>
                  <a:pt x="127" y="33"/>
                </a:cubicBezTo>
                <a:cubicBezTo>
                  <a:pt x="125" y="35"/>
                  <a:pt x="125" y="39"/>
                  <a:pt x="127" y="41"/>
                </a:cubicBezTo>
                <a:cubicBezTo>
                  <a:pt x="127" y="41"/>
                  <a:pt x="127" y="41"/>
                  <a:pt x="127" y="41"/>
                </a:cubicBezTo>
                <a:cubicBezTo>
                  <a:pt x="129" y="43"/>
                  <a:pt x="133" y="44"/>
                  <a:pt x="135" y="41"/>
                </a:cubicBezTo>
                <a:lnTo>
                  <a:pt x="143" y="34"/>
                </a:lnTo>
                <a:close/>
                <a:moveTo>
                  <a:pt x="156" y="63"/>
                </a:moveTo>
                <a:cubicBezTo>
                  <a:pt x="159" y="62"/>
                  <a:pt x="161" y="59"/>
                  <a:pt x="160" y="56"/>
                </a:cubicBezTo>
                <a:cubicBezTo>
                  <a:pt x="160" y="56"/>
                  <a:pt x="160" y="56"/>
                  <a:pt x="160" y="56"/>
                </a:cubicBezTo>
                <a:cubicBezTo>
                  <a:pt x="160" y="53"/>
                  <a:pt x="157" y="51"/>
                  <a:pt x="154" y="52"/>
                </a:cubicBezTo>
                <a:cubicBezTo>
                  <a:pt x="143" y="53"/>
                  <a:pt x="143" y="53"/>
                  <a:pt x="143" y="53"/>
                </a:cubicBezTo>
                <a:cubicBezTo>
                  <a:pt x="140" y="54"/>
                  <a:pt x="138" y="57"/>
                  <a:pt x="138" y="60"/>
                </a:cubicBezTo>
                <a:cubicBezTo>
                  <a:pt x="138" y="60"/>
                  <a:pt x="138" y="60"/>
                  <a:pt x="138" y="60"/>
                </a:cubicBezTo>
                <a:cubicBezTo>
                  <a:pt x="139" y="63"/>
                  <a:pt x="142" y="66"/>
                  <a:pt x="145" y="65"/>
                </a:cubicBezTo>
                <a:lnTo>
                  <a:pt x="156" y="63"/>
                </a:lnTo>
                <a:close/>
                <a:moveTo>
                  <a:pt x="153" y="94"/>
                </a:moveTo>
                <a:cubicBezTo>
                  <a:pt x="156" y="95"/>
                  <a:pt x="159" y="93"/>
                  <a:pt x="160" y="90"/>
                </a:cubicBezTo>
                <a:cubicBezTo>
                  <a:pt x="160" y="90"/>
                  <a:pt x="160" y="90"/>
                  <a:pt x="160" y="90"/>
                </a:cubicBezTo>
                <a:cubicBezTo>
                  <a:pt x="161" y="87"/>
                  <a:pt x="159" y="84"/>
                  <a:pt x="155" y="83"/>
                </a:cubicBezTo>
                <a:cubicBezTo>
                  <a:pt x="145" y="81"/>
                  <a:pt x="145" y="81"/>
                  <a:pt x="145" y="81"/>
                </a:cubicBezTo>
                <a:cubicBezTo>
                  <a:pt x="142" y="80"/>
                  <a:pt x="139" y="82"/>
                  <a:pt x="138" y="85"/>
                </a:cubicBezTo>
                <a:cubicBezTo>
                  <a:pt x="138" y="85"/>
                  <a:pt x="138" y="85"/>
                  <a:pt x="138" y="85"/>
                </a:cubicBezTo>
                <a:cubicBezTo>
                  <a:pt x="137" y="88"/>
                  <a:pt x="139" y="92"/>
                  <a:pt x="142" y="92"/>
                </a:cubicBezTo>
                <a:lnTo>
                  <a:pt x="153" y="94"/>
                </a:lnTo>
                <a:close/>
                <a:moveTo>
                  <a:pt x="47" y="25"/>
                </a:moveTo>
                <a:cubicBezTo>
                  <a:pt x="48" y="28"/>
                  <a:pt x="52" y="29"/>
                  <a:pt x="55" y="27"/>
                </a:cubicBezTo>
                <a:cubicBezTo>
                  <a:pt x="55" y="27"/>
                  <a:pt x="55" y="27"/>
                  <a:pt x="55" y="27"/>
                </a:cubicBezTo>
                <a:cubicBezTo>
                  <a:pt x="58" y="26"/>
                  <a:pt x="59" y="22"/>
                  <a:pt x="57" y="19"/>
                </a:cubicBezTo>
                <a:cubicBezTo>
                  <a:pt x="52" y="10"/>
                  <a:pt x="52" y="10"/>
                  <a:pt x="52" y="10"/>
                </a:cubicBezTo>
                <a:cubicBezTo>
                  <a:pt x="50" y="7"/>
                  <a:pt x="47" y="6"/>
                  <a:pt x="44" y="7"/>
                </a:cubicBezTo>
                <a:cubicBezTo>
                  <a:pt x="44" y="7"/>
                  <a:pt x="44" y="7"/>
                  <a:pt x="44" y="7"/>
                </a:cubicBezTo>
                <a:cubicBezTo>
                  <a:pt x="41" y="9"/>
                  <a:pt x="40" y="13"/>
                  <a:pt x="42" y="15"/>
                </a:cubicBezTo>
                <a:lnTo>
                  <a:pt x="47" y="25"/>
                </a:lnTo>
                <a:close/>
                <a:moveTo>
                  <a:pt x="26" y="41"/>
                </a:moveTo>
                <a:cubicBezTo>
                  <a:pt x="28" y="44"/>
                  <a:pt x="32" y="43"/>
                  <a:pt x="34" y="41"/>
                </a:cubicBezTo>
                <a:cubicBezTo>
                  <a:pt x="34" y="41"/>
                  <a:pt x="34" y="41"/>
                  <a:pt x="34" y="41"/>
                </a:cubicBezTo>
                <a:cubicBezTo>
                  <a:pt x="36" y="39"/>
                  <a:pt x="36" y="35"/>
                  <a:pt x="34" y="33"/>
                </a:cubicBezTo>
                <a:cubicBezTo>
                  <a:pt x="25" y="26"/>
                  <a:pt x="25" y="26"/>
                  <a:pt x="25" y="26"/>
                </a:cubicBezTo>
                <a:cubicBezTo>
                  <a:pt x="23" y="23"/>
                  <a:pt x="19" y="24"/>
                  <a:pt x="17" y="26"/>
                </a:cubicBezTo>
                <a:cubicBezTo>
                  <a:pt x="17" y="26"/>
                  <a:pt x="17" y="26"/>
                  <a:pt x="17" y="26"/>
                </a:cubicBezTo>
                <a:cubicBezTo>
                  <a:pt x="15" y="28"/>
                  <a:pt x="15" y="32"/>
                  <a:pt x="18" y="34"/>
                </a:cubicBezTo>
                <a:lnTo>
                  <a:pt x="26" y="41"/>
                </a:lnTo>
                <a:close/>
                <a:moveTo>
                  <a:pt x="16" y="65"/>
                </a:moveTo>
                <a:cubicBezTo>
                  <a:pt x="19" y="66"/>
                  <a:pt x="22" y="63"/>
                  <a:pt x="23" y="60"/>
                </a:cubicBezTo>
                <a:cubicBezTo>
                  <a:pt x="23" y="60"/>
                  <a:pt x="23" y="60"/>
                  <a:pt x="23" y="60"/>
                </a:cubicBezTo>
                <a:cubicBezTo>
                  <a:pt x="23" y="57"/>
                  <a:pt x="21" y="54"/>
                  <a:pt x="18" y="53"/>
                </a:cubicBezTo>
                <a:cubicBezTo>
                  <a:pt x="7" y="52"/>
                  <a:pt x="7" y="52"/>
                  <a:pt x="7" y="52"/>
                </a:cubicBezTo>
                <a:cubicBezTo>
                  <a:pt x="4" y="51"/>
                  <a:pt x="1" y="53"/>
                  <a:pt x="0" y="56"/>
                </a:cubicBezTo>
                <a:cubicBezTo>
                  <a:pt x="0" y="56"/>
                  <a:pt x="0" y="56"/>
                  <a:pt x="0" y="56"/>
                </a:cubicBezTo>
                <a:cubicBezTo>
                  <a:pt x="0" y="59"/>
                  <a:pt x="2" y="62"/>
                  <a:pt x="5" y="63"/>
                </a:cubicBezTo>
                <a:lnTo>
                  <a:pt x="16" y="65"/>
                </a:lnTo>
                <a:close/>
                <a:moveTo>
                  <a:pt x="18" y="92"/>
                </a:moveTo>
                <a:cubicBezTo>
                  <a:pt x="21" y="92"/>
                  <a:pt x="23" y="88"/>
                  <a:pt x="23" y="85"/>
                </a:cubicBezTo>
                <a:cubicBezTo>
                  <a:pt x="23" y="85"/>
                  <a:pt x="23" y="85"/>
                  <a:pt x="23" y="85"/>
                </a:cubicBezTo>
                <a:cubicBezTo>
                  <a:pt x="22" y="82"/>
                  <a:pt x="19" y="80"/>
                  <a:pt x="16" y="81"/>
                </a:cubicBezTo>
                <a:cubicBezTo>
                  <a:pt x="5" y="83"/>
                  <a:pt x="5" y="83"/>
                  <a:pt x="5" y="83"/>
                </a:cubicBezTo>
                <a:cubicBezTo>
                  <a:pt x="2" y="84"/>
                  <a:pt x="0" y="87"/>
                  <a:pt x="1" y="90"/>
                </a:cubicBezTo>
                <a:cubicBezTo>
                  <a:pt x="1" y="90"/>
                  <a:pt x="1" y="90"/>
                  <a:pt x="1" y="90"/>
                </a:cubicBezTo>
                <a:cubicBezTo>
                  <a:pt x="1" y="93"/>
                  <a:pt x="5" y="95"/>
                  <a:pt x="8" y="94"/>
                </a:cubicBezTo>
                <a:lnTo>
                  <a:pt x="18" y="92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32"/>
          <p:cNvSpPr/>
          <p:nvPr/>
        </p:nvSpPr>
        <p:spPr>
          <a:xfrm>
            <a:off x="6664325" y="3068637"/>
            <a:ext cx="695325" cy="690562"/>
          </a:xfrm>
          <a:custGeom>
            <a:avLst/>
            <a:gdLst/>
            <a:ahLst/>
            <a:cxnLst/>
            <a:rect l="l" t="t" r="r" b="b"/>
            <a:pathLst>
              <a:path w="169" h="168" extrusionOk="0">
                <a:moveTo>
                  <a:pt x="80" y="89"/>
                </a:moveTo>
                <a:cubicBezTo>
                  <a:pt x="159" y="89"/>
                  <a:pt x="159" y="89"/>
                  <a:pt x="159" y="89"/>
                </a:cubicBezTo>
                <a:cubicBezTo>
                  <a:pt x="159" y="133"/>
                  <a:pt x="124" y="168"/>
                  <a:pt x="80" y="168"/>
                </a:cubicBezTo>
                <a:cubicBezTo>
                  <a:pt x="36" y="168"/>
                  <a:pt x="0" y="133"/>
                  <a:pt x="0" y="89"/>
                </a:cubicBezTo>
                <a:cubicBezTo>
                  <a:pt x="0" y="45"/>
                  <a:pt x="36" y="10"/>
                  <a:pt x="80" y="10"/>
                </a:cubicBezTo>
                <a:lnTo>
                  <a:pt x="80" y="89"/>
                </a:lnTo>
                <a:close/>
                <a:moveTo>
                  <a:pt x="90" y="0"/>
                </a:moveTo>
                <a:cubicBezTo>
                  <a:pt x="90" y="79"/>
                  <a:pt x="90" y="79"/>
                  <a:pt x="90" y="79"/>
                </a:cubicBezTo>
                <a:cubicBezTo>
                  <a:pt x="169" y="79"/>
                  <a:pt x="169" y="79"/>
                  <a:pt x="169" y="79"/>
                </a:cubicBezTo>
                <a:cubicBezTo>
                  <a:pt x="169" y="35"/>
                  <a:pt x="134" y="0"/>
                  <a:pt x="9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32"/>
          <p:cNvSpPr/>
          <p:nvPr/>
        </p:nvSpPr>
        <p:spPr>
          <a:xfrm>
            <a:off x="3013075" y="3076575"/>
            <a:ext cx="679450" cy="679450"/>
          </a:xfrm>
          <a:custGeom>
            <a:avLst/>
            <a:gdLst/>
            <a:ahLst/>
            <a:cxnLst/>
            <a:rect l="l" t="t" r="r" b="b"/>
            <a:pathLst>
              <a:path w="165" h="165" extrusionOk="0">
                <a:moveTo>
                  <a:pt x="162" y="70"/>
                </a:moveTo>
                <a:cubicBezTo>
                  <a:pt x="141" y="67"/>
                  <a:pt x="141" y="67"/>
                  <a:pt x="141" y="67"/>
                </a:cubicBezTo>
                <a:cubicBezTo>
                  <a:pt x="140" y="61"/>
                  <a:pt x="138" y="56"/>
                  <a:pt x="135" y="51"/>
                </a:cubicBezTo>
                <a:cubicBezTo>
                  <a:pt x="147" y="34"/>
                  <a:pt x="147" y="34"/>
                  <a:pt x="147" y="34"/>
                </a:cubicBezTo>
                <a:cubicBezTo>
                  <a:pt x="148" y="33"/>
                  <a:pt x="148" y="31"/>
                  <a:pt x="147" y="30"/>
                </a:cubicBezTo>
                <a:cubicBezTo>
                  <a:pt x="135" y="18"/>
                  <a:pt x="135" y="18"/>
                  <a:pt x="135" y="18"/>
                </a:cubicBezTo>
                <a:cubicBezTo>
                  <a:pt x="134" y="17"/>
                  <a:pt x="132" y="17"/>
                  <a:pt x="130" y="17"/>
                </a:cubicBezTo>
                <a:cubicBezTo>
                  <a:pt x="113" y="30"/>
                  <a:pt x="113" y="30"/>
                  <a:pt x="113" y="30"/>
                </a:cubicBezTo>
                <a:cubicBezTo>
                  <a:pt x="109" y="27"/>
                  <a:pt x="103" y="25"/>
                  <a:pt x="98" y="23"/>
                </a:cubicBezTo>
                <a:cubicBezTo>
                  <a:pt x="94" y="3"/>
                  <a:pt x="94" y="3"/>
                  <a:pt x="94" y="3"/>
                </a:cubicBezTo>
                <a:cubicBezTo>
                  <a:pt x="94" y="1"/>
                  <a:pt x="93" y="0"/>
                  <a:pt x="91" y="0"/>
                </a:cubicBezTo>
                <a:cubicBezTo>
                  <a:pt x="74" y="0"/>
                  <a:pt x="74" y="0"/>
                  <a:pt x="74" y="0"/>
                </a:cubicBezTo>
                <a:cubicBezTo>
                  <a:pt x="72" y="0"/>
                  <a:pt x="71" y="1"/>
                  <a:pt x="71" y="3"/>
                </a:cubicBezTo>
                <a:cubicBezTo>
                  <a:pt x="67" y="23"/>
                  <a:pt x="67" y="23"/>
                  <a:pt x="67" y="23"/>
                </a:cubicBezTo>
                <a:cubicBezTo>
                  <a:pt x="62" y="25"/>
                  <a:pt x="56" y="27"/>
                  <a:pt x="52" y="30"/>
                </a:cubicBezTo>
                <a:cubicBezTo>
                  <a:pt x="35" y="17"/>
                  <a:pt x="35" y="17"/>
                  <a:pt x="35" y="17"/>
                </a:cubicBezTo>
                <a:cubicBezTo>
                  <a:pt x="33" y="17"/>
                  <a:pt x="31" y="17"/>
                  <a:pt x="30" y="18"/>
                </a:cubicBezTo>
                <a:cubicBezTo>
                  <a:pt x="18" y="30"/>
                  <a:pt x="18" y="30"/>
                  <a:pt x="18" y="30"/>
                </a:cubicBezTo>
                <a:cubicBezTo>
                  <a:pt x="17" y="31"/>
                  <a:pt x="17" y="33"/>
                  <a:pt x="18" y="34"/>
                </a:cubicBezTo>
                <a:cubicBezTo>
                  <a:pt x="30" y="51"/>
                  <a:pt x="30" y="51"/>
                  <a:pt x="30" y="51"/>
                </a:cubicBezTo>
                <a:cubicBezTo>
                  <a:pt x="27" y="56"/>
                  <a:pt x="25" y="61"/>
                  <a:pt x="24" y="67"/>
                </a:cubicBezTo>
                <a:cubicBezTo>
                  <a:pt x="3" y="70"/>
                  <a:pt x="3" y="70"/>
                  <a:pt x="3" y="70"/>
                </a:cubicBezTo>
                <a:cubicBezTo>
                  <a:pt x="1" y="71"/>
                  <a:pt x="0" y="72"/>
                  <a:pt x="0" y="74"/>
                </a:cubicBezTo>
                <a:cubicBezTo>
                  <a:pt x="0" y="91"/>
                  <a:pt x="0" y="91"/>
                  <a:pt x="0" y="91"/>
                </a:cubicBezTo>
                <a:cubicBezTo>
                  <a:pt x="0" y="92"/>
                  <a:pt x="1" y="94"/>
                  <a:pt x="3" y="94"/>
                </a:cubicBezTo>
                <a:cubicBezTo>
                  <a:pt x="24" y="97"/>
                  <a:pt x="24" y="97"/>
                  <a:pt x="24" y="97"/>
                </a:cubicBezTo>
                <a:cubicBezTo>
                  <a:pt x="25" y="103"/>
                  <a:pt x="27" y="108"/>
                  <a:pt x="30" y="113"/>
                </a:cubicBezTo>
                <a:cubicBezTo>
                  <a:pt x="18" y="130"/>
                  <a:pt x="18" y="130"/>
                  <a:pt x="18" y="130"/>
                </a:cubicBezTo>
                <a:cubicBezTo>
                  <a:pt x="17" y="131"/>
                  <a:pt x="17" y="133"/>
                  <a:pt x="18" y="135"/>
                </a:cubicBezTo>
                <a:cubicBezTo>
                  <a:pt x="30" y="147"/>
                  <a:pt x="30" y="147"/>
                  <a:pt x="30" y="147"/>
                </a:cubicBezTo>
                <a:cubicBezTo>
                  <a:pt x="31" y="148"/>
                  <a:pt x="33" y="148"/>
                  <a:pt x="35" y="147"/>
                </a:cubicBezTo>
                <a:cubicBezTo>
                  <a:pt x="52" y="135"/>
                  <a:pt x="52" y="135"/>
                  <a:pt x="52" y="135"/>
                </a:cubicBezTo>
                <a:cubicBezTo>
                  <a:pt x="56" y="137"/>
                  <a:pt x="62" y="140"/>
                  <a:pt x="67" y="141"/>
                </a:cubicBezTo>
                <a:cubicBezTo>
                  <a:pt x="71" y="162"/>
                  <a:pt x="71" y="162"/>
                  <a:pt x="71" y="162"/>
                </a:cubicBezTo>
                <a:cubicBezTo>
                  <a:pt x="71" y="163"/>
                  <a:pt x="72" y="165"/>
                  <a:pt x="74" y="165"/>
                </a:cubicBezTo>
                <a:cubicBezTo>
                  <a:pt x="91" y="165"/>
                  <a:pt x="91" y="165"/>
                  <a:pt x="91" y="165"/>
                </a:cubicBezTo>
                <a:cubicBezTo>
                  <a:pt x="93" y="165"/>
                  <a:pt x="94" y="163"/>
                  <a:pt x="94" y="162"/>
                </a:cubicBezTo>
                <a:cubicBezTo>
                  <a:pt x="98" y="141"/>
                  <a:pt x="98" y="141"/>
                  <a:pt x="98" y="141"/>
                </a:cubicBezTo>
                <a:cubicBezTo>
                  <a:pt x="103" y="140"/>
                  <a:pt x="109" y="137"/>
                  <a:pt x="113" y="135"/>
                </a:cubicBezTo>
                <a:cubicBezTo>
                  <a:pt x="130" y="147"/>
                  <a:pt x="130" y="147"/>
                  <a:pt x="130" y="147"/>
                </a:cubicBezTo>
                <a:cubicBezTo>
                  <a:pt x="132" y="148"/>
                  <a:pt x="134" y="148"/>
                  <a:pt x="135" y="147"/>
                </a:cubicBezTo>
                <a:cubicBezTo>
                  <a:pt x="147" y="135"/>
                  <a:pt x="147" y="135"/>
                  <a:pt x="147" y="135"/>
                </a:cubicBezTo>
                <a:cubicBezTo>
                  <a:pt x="148" y="133"/>
                  <a:pt x="148" y="131"/>
                  <a:pt x="147" y="130"/>
                </a:cubicBezTo>
                <a:cubicBezTo>
                  <a:pt x="135" y="113"/>
                  <a:pt x="135" y="113"/>
                  <a:pt x="135" y="113"/>
                </a:cubicBezTo>
                <a:cubicBezTo>
                  <a:pt x="138" y="108"/>
                  <a:pt x="140" y="103"/>
                  <a:pt x="141" y="97"/>
                </a:cubicBezTo>
                <a:cubicBezTo>
                  <a:pt x="162" y="94"/>
                  <a:pt x="162" y="94"/>
                  <a:pt x="162" y="94"/>
                </a:cubicBezTo>
                <a:cubicBezTo>
                  <a:pt x="164" y="94"/>
                  <a:pt x="165" y="92"/>
                  <a:pt x="165" y="91"/>
                </a:cubicBezTo>
                <a:cubicBezTo>
                  <a:pt x="165" y="74"/>
                  <a:pt x="165" y="74"/>
                  <a:pt x="165" y="74"/>
                </a:cubicBezTo>
                <a:cubicBezTo>
                  <a:pt x="165" y="72"/>
                  <a:pt x="164" y="71"/>
                  <a:pt x="162" y="70"/>
                </a:cubicBezTo>
                <a:close/>
                <a:moveTo>
                  <a:pt x="82" y="113"/>
                </a:moveTo>
                <a:cubicBezTo>
                  <a:pt x="66" y="113"/>
                  <a:pt x="52" y="99"/>
                  <a:pt x="52" y="82"/>
                </a:cubicBezTo>
                <a:cubicBezTo>
                  <a:pt x="52" y="65"/>
                  <a:pt x="66" y="52"/>
                  <a:pt x="82" y="52"/>
                </a:cubicBezTo>
                <a:cubicBezTo>
                  <a:pt x="99" y="52"/>
                  <a:pt x="113" y="65"/>
                  <a:pt x="113" y="82"/>
                </a:cubicBezTo>
                <a:cubicBezTo>
                  <a:pt x="113" y="99"/>
                  <a:pt x="99" y="113"/>
                  <a:pt x="82" y="113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32"/>
          <p:cNvSpPr/>
          <p:nvPr/>
        </p:nvSpPr>
        <p:spPr>
          <a:xfrm>
            <a:off x="4748212" y="3138487"/>
            <a:ext cx="925512" cy="620712"/>
          </a:xfrm>
          <a:custGeom>
            <a:avLst/>
            <a:gdLst/>
            <a:ahLst/>
            <a:cxnLst/>
            <a:rect l="l" t="t" r="r" b="b"/>
            <a:pathLst>
              <a:path w="225" h="151" extrusionOk="0">
                <a:moveTo>
                  <a:pt x="179" y="15"/>
                </a:moveTo>
                <a:cubicBezTo>
                  <a:pt x="200" y="67"/>
                  <a:pt x="200" y="67"/>
                  <a:pt x="200" y="67"/>
                </a:cubicBezTo>
                <a:cubicBezTo>
                  <a:pt x="174" y="78"/>
                  <a:pt x="174" y="78"/>
                  <a:pt x="174" y="78"/>
                </a:cubicBezTo>
                <a:cubicBezTo>
                  <a:pt x="160" y="66"/>
                  <a:pt x="118" y="30"/>
                  <a:pt x="114" y="30"/>
                </a:cubicBezTo>
                <a:cubicBezTo>
                  <a:pt x="111" y="30"/>
                  <a:pt x="98" y="34"/>
                  <a:pt x="97" y="35"/>
                </a:cubicBezTo>
                <a:cubicBezTo>
                  <a:pt x="97" y="35"/>
                  <a:pt x="89" y="37"/>
                  <a:pt x="82" y="37"/>
                </a:cubicBezTo>
                <a:cubicBezTo>
                  <a:pt x="78" y="37"/>
                  <a:pt x="76" y="36"/>
                  <a:pt x="74" y="35"/>
                </a:cubicBezTo>
                <a:cubicBezTo>
                  <a:pt x="73" y="34"/>
                  <a:pt x="72" y="33"/>
                  <a:pt x="72" y="32"/>
                </a:cubicBezTo>
                <a:cubicBezTo>
                  <a:pt x="72" y="29"/>
                  <a:pt x="75" y="26"/>
                  <a:pt x="77" y="25"/>
                </a:cubicBezTo>
                <a:cubicBezTo>
                  <a:pt x="88" y="19"/>
                  <a:pt x="117" y="8"/>
                  <a:pt x="120" y="8"/>
                </a:cubicBezTo>
                <a:cubicBezTo>
                  <a:pt x="121" y="8"/>
                  <a:pt x="121" y="8"/>
                  <a:pt x="121" y="8"/>
                </a:cubicBezTo>
                <a:cubicBezTo>
                  <a:pt x="128" y="8"/>
                  <a:pt x="174" y="14"/>
                  <a:pt x="179" y="15"/>
                </a:cubicBezTo>
                <a:close/>
                <a:moveTo>
                  <a:pt x="198" y="0"/>
                </a:moveTo>
                <a:cubicBezTo>
                  <a:pt x="197" y="0"/>
                  <a:pt x="196" y="0"/>
                  <a:pt x="195" y="1"/>
                </a:cubicBezTo>
                <a:cubicBezTo>
                  <a:pt x="187" y="4"/>
                  <a:pt x="187" y="4"/>
                  <a:pt x="187" y="4"/>
                </a:cubicBezTo>
                <a:cubicBezTo>
                  <a:pt x="185" y="5"/>
                  <a:pt x="184" y="6"/>
                  <a:pt x="184" y="7"/>
                </a:cubicBezTo>
                <a:cubicBezTo>
                  <a:pt x="183" y="9"/>
                  <a:pt x="183" y="10"/>
                  <a:pt x="184" y="12"/>
                </a:cubicBezTo>
                <a:cubicBezTo>
                  <a:pt x="205" y="66"/>
                  <a:pt x="205" y="66"/>
                  <a:pt x="205" y="66"/>
                </a:cubicBezTo>
                <a:cubicBezTo>
                  <a:pt x="206" y="69"/>
                  <a:pt x="210" y="71"/>
                  <a:pt x="213" y="70"/>
                </a:cubicBezTo>
                <a:cubicBezTo>
                  <a:pt x="221" y="66"/>
                  <a:pt x="221" y="66"/>
                  <a:pt x="221" y="66"/>
                </a:cubicBezTo>
                <a:cubicBezTo>
                  <a:pt x="223" y="66"/>
                  <a:pt x="224" y="64"/>
                  <a:pt x="225" y="63"/>
                </a:cubicBezTo>
                <a:cubicBezTo>
                  <a:pt x="225" y="62"/>
                  <a:pt x="225" y="60"/>
                  <a:pt x="225" y="59"/>
                </a:cubicBezTo>
                <a:cubicBezTo>
                  <a:pt x="203" y="4"/>
                  <a:pt x="203" y="4"/>
                  <a:pt x="203" y="4"/>
                </a:cubicBezTo>
                <a:cubicBezTo>
                  <a:pt x="202" y="2"/>
                  <a:pt x="200" y="0"/>
                  <a:pt x="198" y="0"/>
                </a:cubicBezTo>
                <a:close/>
                <a:moveTo>
                  <a:pt x="0" y="75"/>
                </a:moveTo>
                <a:cubicBezTo>
                  <a:pt x="0" y="77"/>
                  <a:pt x="1" y="78"/>
                  <a:pt x="2" y="79"/>
                </a:cubicBezTo>
                <a:cubicBezTo>
                  <a:pt x="3" y="81"/>
                  <a:pt x="4" y="81"/>
                  <a:pt x="6" y="81"/>
                </a:cubicBezTo>
                <a:cubicBezTo>
                  <a:pt x="15" y="82"/>
                  <a:pt x="15" y="82"/>
                  <a:pt x="15" y="82"/>
                </a:cubicBezTo>
                <a:cubicBezTo>
                  <a:pt x="18" y="82"/>
                  <a:pt x="21" y="80"/>
                  <a:pt x="21" y="77"/>
                </a:cubicBezTo>
                <a:cubicBezTo>
                  <a:pt x="26" y="15"/>
                  <a:pt x="26" y="15"/>
                  <a:pt x="26" y="15"/>
                </a:cubicBezTo>
                <a:cubicBezTo>
                  <a:pt x="26" y="14"/>
                  <a:pt x="25" y="12"/>
                  <a:pt x="24" y="11"/>
                </a:cubicBezTo>
                <a:cubicBezTo>
                  <a:pt x="23" y="10"/>
                  <a:pt x="22" y="9"/>
                  <a:pt x="20" y="9"/>
                </a:cubicBezTo>
                <a:cubicBezTo>
                  <a:pt x="11" y="8"/>
                  <a:pt x="11" y="8"/>
                  <a:pt x="11" y="8"/>
                </a:cubicBezTo>
                <a:cubicBezTo>
                  <a:pt x="11" y="8"/>
                  <a:pt x="11" y="8"/>
                  <a:pt x="11" y="8"/>
                </a:cubicBezTo>
                <a:cubicBezTo>
                  <a:pt x="8" y="8"/>
                  <a:pt x="5" y="11"/>
                  <a:pt x="5" y="14"/>
                </a:cubicBezTo>
                <a:lnTo>
                  <a:pt x="0" y="75"/>
                </a:lnTo>
                <a:close/>
                <a:moveTo>
                  <a:pt x="93" y="130"/>
                </a:moveTo>
                <a:cubicBezTo>
                  <a:pt x="92" y="128"/>
                  <a:pt x="91" y="126"/>
                  <a:pt x="89" y="125"/>
                </a:cubicBezTo>
                <a:cubicBezTo>
                  <a:pt x="85" y="121"/>
                  <a:pt x="81" y="122"/>
                  <a:pt x="78" y="126"/>
                </a:cubicBezTo>
                <a:cubicBezTo>
                  <a:pt x="73" y="131"/>
                  <a:pt x="73" y="131"/>
                  <a:pt x="73" y="131"/>
                </a:cubicBezTo>
                <a:cubicBezTo>
                  <a:pt x="73" y="132"/>
                  <a:pt x="73" y="132"/>
                  <a:pt x="73" y="132"/>
                </a:cubicBezTo>
                <a:cubicBezTo>
                  <a:pt x="69" y="136"/>
                  <a:pt x="69" y="136"/>
                  <a:pt x="69" y="136"/>
                </a:cubicBezTo>
                <a:cubicBezTo>
                  <a:pt x="64" y="142"/>
                  <a:pt x="69" y="147"/>
                  <a:pt x="71" y="148"/>
                </a:cubicBezTo>
                <a:cubicBezTo>
                  <a:pt x="72" y="150"/>
                  <a:pt x="74" y="151"/>
                  <a:pt x="76" y="151"/>
                </a:cubicBezTo>
                <a:cubicBezTo>
                  <a:pt x="78" y="151"/>
                  <a:pt x="80" y="149"/>
                  <a:pt x="82" y="147"/>
                </a:cubicBezTo>
                <a:cubicBezTo>
                  <a:pt x="88" y="139"/>
                  <a:pt x="88" y="139"/>
                  <a:pt x="88" y="139"/>
                </a:cubicBezTo>
                <a:cubicBezTo>
                  <a:pt x="88" y="139"/>
                  <a:pt x="88" y="139"/>
                  <a:pt x="88" y="139"/>
                </a:cubicBezTo>
                <a:cubicBezTo>
                  <a:pt x="90" y="137"/>
                  <a:pt x="90" y="137"/>
                  <a:pt x="90" y="137"/>
                </a:cubicBezTo>
                <a:cubicBezTo>
                  <a:pt x="92" y="134"/>
                  <a:pt x="93" y="132"/>
                  <a:pt x="93" y="130"/>
                </a:cubicBezTo>
                <a:close/>
                <a:moveTo>
                  <a:pt x="49" y="126"/>
                </a:moveTo>
                <a:cubicBezTo>
                  <a:pt x="46" y="130"/>
                  <a:pt x="46" y="133"/>
                  <a:pt x="51" y="137"/>
                </a:cubicBezTo>
                <a:cubicBezTo>
                  <a:pt x="55" y="141"/>
                  <a:pt x="59" y="140"/>
                  <a:pt x="63" y="136"/>
                </a:cubicBezTo>
                <a:cubicBezTo>
                  <a:pt x="73" y="123"/>
                  <a:pt x="73" y="123"/>
                  <a:pt x="73" y="123"/>
                </a:cubicBezTo>
                <a:cubicBezTo>
                  <a:pt x="78" y="117"/>
                  <a:pt x="74" y="112"/>
                  <a:pt x="72" y="111"/>
                </a:cubicBezTo>
                <a:cubicBezTo>
                  <a:pt x="68" y="108"/>
                  <a:pt x="64" y="108"/>
                  <a:pt x="61" y="113"/>
                </a:cubicBezTo>
                <a:cubicBezTo>
                  <a:pt x="55" y="120"/>
                  <a:pt x="55" y="120"/>
                  <a:pt x="55" y="120"/>
                </a:cubicBezTo>
                <a:cubicBezTo>
                  <a:pt x="55" y="120"/>
                  <a:pt x="55" y="120"/>
                  <a:pt x="55" y="120"/>
                </a:cubicBezTo>
                <a:cubicBezTo>
                  <a:pt x="54" y="120"/>
                  <a:pt x="54" y="120"/>
                  <a:pt x="54" y="120"/>
                </a:cubicBezTo>
                <a:lnTo>
                  <a:pt x="49" y="126"/>
                </a:lnTo>
                <a:close/>
                <a:moveTo>
                  <a:pt x="33" y="111"/>
                </a:moveTo>
                <a:cubicBezTo>
                  <a:pt x="31" y="113"/>
                  <a:pt x="31" y="115"/>
                  <a:pt x="31" y="118"/>
                </a:cubicBezTo>
                <a:cubicBezTo>
                  <a:pt x="32" y="120"/>
                  <a:pt x="33" y="121"/>
                  <a:pt x="35" y="123"/>
                </a:cubicBezTo>
                <a:cubicBezTo>
                  <a:pt x="39" y="126"/>
                  <a:pt x="43" y="126"/>
                  <a:pt x="46" y="121"/>
                </a:cubicBezTo>
                <a:cubicBezTo>
                  <a:pt x="58" y="108"/>
                  <a:pt x="58" y="108"/>
                  <a:pt x="58" y="108"/>
                </a:cubicBezTo>
                <a:cubicBezTo>
                  <a:pt x="60" y="105"/>
                  <a:pt x="60" y="103"/>
                  <a:pt x="60" y="101"/>
                </a:cubicBezTo>
                <a:cubicBezTo>
                  <a:pt x="60" y="99"/>
                  <a:pt x="58" y="97"/>
                  <a:pt x="56" y="96"/>
                </a:cubicBezTo>
                <a:cubicBezTo>
                  <a:pt x="53" y="92"/>
                  <a:pt x="49" y="93"/>
                  <a:pt x="45" y="97"/>
                </a:cubicBezTo>
                <a:cubicBezTo>
                  <a:pt x="39" y="104"/>
                  <a:pt x="39" y="104"/>
                  <a:pt x="39" y="104"/>
                </a:cubicBezTo>
                <a:cubicBezTo>
                  <a:pt x="39" y="104"/>
                  <a:pt x="39" y="104"/>
                  <a:pt x="39" y="104"/>
                </a:cubicBezTo>
                <a:cubicBezTo>
                  <a:pt x="39" y="105"/>
                  <a:pt x="39" y="105"/>
                  <a:pt x="39" y="105"/>
                </a:cubicBezTo>
                <a:lnTo>
                  <a:pt x="33" y="111"/>
                </a:lnTo>
                <a:close/>
                <a:moveTo>
                  <a:pt x="31" y="106"/>
                </a:moveTo>
                <a:cubicBezTo>
                  <a:pt x="42" y="92"/>
                  <a:pt x="42" y="92"/>
                  <a:pt x="42" y="92"/>
                </a:cubicBezTo>
                <a:cubicBezTo>
                  <a:pt x="47" y="86"/>
                  <a:pt x="43" y="81"/>
                  <a:pt x="41" y="80"/>
                </a:cubicBezTo>
                <a:cubicBezTo>
                  <a:pt x="37" y="77"/>
                  <a:pt x="33" y="77"/>
                  <a:pt x="30" y="82"/>
                </a:cubicBezTo>
                <a:cubicBezTo>
                  <a:pt x="26" y="86"/>
                  <a:pt x="26" y="86"/>
                  <a:pt x="26" y="86"/>
                </a:cubicBezTo>
                <a:cubicBezTo>
                  <a:pt x="26" y="87"/>
                  <a:pt x="26" y="87"/>
                  <a:pt x="26" y="87"/>
                </a:cubicBezTo>
                <a:cubicBezTo>
                  <a:pt x="25" y="87"/>
                  <a:pt x="25" y="87"/>
                  <a:pt x="25" y="87"/>
                </a:cubicBezTo>
                <a:cubicBezTo>
                  <a:pt x="20" y="93"/>
                  <a:pt x="20" y="93"/>
                  <a:pt x="20" y="93"/>
                </a:cubicBezTo>
                <a:cubicBezTo>
                  <a:pt x="18" y="96"/>
                  <a:pt x="17" y="98"/>
                  <a:pt x="17" y="100"/>
                </a:cubicBezTo>
                <a:cubicBezTo>
                  <a:pt x="17" y="102"/>
                  <a:pt x="19" y="104"/>
                  <a:pt x="20" y="105"/>
                </a:cubicBezTo>
                <a:cubicBezTo>
                  <a:pt x="22" y="106"/>
                  <a:pt x="24" y="108"/>
                  <a:pt x="26" y="108"/>
                </a:cubicBezTo>
                <a:cubicBezTo>
                  <a:pt x="28" y="108"/>
                  <a:pt x="29" y="107"/>
                  <a:pt x="31" y="106"/>
                </a:cubicBezTo>
                <a:close/>
                <a:moveTo>
                  <a:pt x="171" y="94"/>
                </a:moveTo>
                <a:cubicBezTo>
                  <a:pt x="173" y="91"/>
                  <a:pt x="175" y="86"/>
                  <a:pt x="170" y="82"/>
                </a:cubicBezTo>
                <a:cubicBezTo>
                  <a:pt x="165" y="78"/>
                  <a:pt x="165" y="78"/>
                  <a:pt x="165" y="78"/>
                </a:cubicBezTo>
                <a:cubicBezTo>
                  <a:pt x="144" y="60"/>
                  <a:pt x="119" y="39"/>
                  <a:pt x="114" y="35"/>
                </a:cubicBezTo>
                <a:cubicBezTo>
                  <a:pt x="111" y="36"/>
                  <a:pt x="104" y="38"/>
                  <a:pt x="98" y="40"/>
                </a:cubicBezTo>
                <a:cubicBezTo>
                  <a:pt x="98" y="40"/>
                  <a:pt x="98" y="40"/>
                  <a:pt x="98" y="40"/>
                </a:cubicBezTo>
                <a:cubicBezTo>
                  <a:pt x="98" y="40"/>
                  <a:pt x="89" y="42"/>
                  <a:pt x="82" y="42"/>
                </a:cubicBezTo>
                <a:cubicBezTo>
                  <a:pt x="77" y="42"/>
                  <a:pt x="74" y="42"/>
                  <a:pt x="71" y="40"/>
                </a:cubicBezTo>
                <a:cubicBezTo>
                  <a:pt x="67" y="37"/>
                  <a:pt x="66" y="33"/>
                  <a:pt x="66" y="31"/>
                </a:cubicBezTo>
                <a:cubicBezTo>
                  <a:pt x="67" y="27"/>
                  <a:pt x="71" y="23"/>
                  <a:pt x="74" y="21"/>
                </a:cubicBezTo>
                <a:cubicBezTo>
                  <a:pt x="31" y="15"/>
                  <a:pt x="31" y="15"/>
                  <a:pt x="31" y="15"/>
                </a:cubicBezTo>
                <a:cubicBezTo>
                  <a:pt x="26" y="77"/>
                  <a:pt x="26" y="77"/>
                  <a:pt x="26" y="77"/>
                </a:cubicBezTo>
                <a:cubicBezTo>
                  <a:pt x="30" y="73"/>
                  <a:pt x="33" y="73"/>
                  <a:pt x="36" y="73"/>
                </a:cubicBezTo>
                <a:cubicBezTo>
                  <a:pt x="39" y="73"/>
                  <a:pt x="42" y="74"/>
                  <a:pt x="44" y="76"/>
                </a:cubicBezTo>
                <a:cubicBezTo>
                  <a:pt x="48" y="79"/>
                  <a:pt x="50" y="84"/>
                  <a:pt x="50" y="88"/>
                </a:cubicBezTo>
                <a:cubicBezTo>
                  <a:pt x="53" y="88"/>
                  <a:pt x="57" y="89"/>
                  <a:pt x="60" y="91"/>
                </a:cubicBezTo>
                <a:cubicBezTo>
                  <a:pt x="64" y="95"/>
                  <a:pt x="66" y="99"/>
                  <a:pt x="65" y="104"/>
                </a:cubicBezTo>
                <a:cubicBezTo>
                  <a:pt x="69" y="103"/>
                  <a:pt x="72" y="104"/>
                  <a:pt x="75" y="107"/>
                </a:cubicBezTo>
                <a:cubicBezTo>
                  <a:pt x="79" y="110"/>
                  <a:pt x="81" y="114"/>
                  <a:pt x="81" y="118"/>
                </a:cubicBezTo>
                <a:cubicBezTo>
                  <a:pt x="85" y="117"/>
                  <a:pt x="89" y="118"/>
                  <a:pt x="92" y="120"/>
                </a:cubicBezTo>
                <a:cubicBezTo>
                  <a:pt x="97" y="125"/>
                  <a:pt x="99" y="130"/>
                  <a:pt x="97" y="135"/>
                </a:cubicBezTo>
                <a:cubicBezTo>
                  <a:pt x="101" y="138"/>
                  <a:pt x="101" y="138"/>
                  <a:pt x="101" y="138"/>
                </a:cubicBezTo>
                <a:cubicBezTo>
                  <a:pt x="101" y="139"/>
                  <a:pt x="101" y="139"/>
                  <a:pt x="102" y="139"/>
                </a:cubicBezTo>
                <a:cubicBezTo>
                  <a:pt x="102" y="139"/>
                  <a:pt x="102" y="139"/>
                  <a:pt x="102" y="139"/>
                </a:cubicBezTo>
                <a:cubicBezTo>
                  <a:pt x="103" y="140"/>
                  <a:pt x="105" y="141"/>
                  <a:pt x="106" y="141"/>
                </a:cubicBezTo>
                <a:cubicBezTo>
                  <a:pt x="109" y="141"/>
                  <a:pt x="111" y="139"/>
                  <a:pt x="112" y="138"/>
                </a:cubicBezTo>
                <a:cubicBezTo>
                  <a:pt x="115" y="134"/>
                  <a:pt x="116" y="132"/>
                  <a:pt x="113" y="129"/>
                </a:cubicBezTo>
                <a:cubicBezTo>
                  <a:pt x="113" y="128"/>
                  <a:pt x="113" y="128"/>
                  <a:pt x="113" y="128"/>
                </a:cubicBezTo>
                <a:cubicBezTo>
                  <a:pt x="94" y="112"/>
                  <a:pt x="94" y="112"/>
                  <a:pt x="94" y="112"/>
                </a:cubicBezTo>
                <a:cubicBezTo>
                  <a:pt x="93" y="112"/>
                  <a:pt x="93" y="111"/>
                  <a:pt x="93" y="110"/>
                </a:cubicBezTo>
                <a:cubicBezTo>
                  <a:pt x="93" y="109"/>
                  <a:pt x="93" y="109"/>
                  <a:pt x="93" y="108"/>
                </a:cubicBezTo>
                <a:cubicBezTo>
                  <a:pt x="94" y="107"/>
                  <a:pt x="96" y="106"/>
                  <a:pt x="98" y="108"/>
                </a:cubicBezTo>
                <a:cubicBezTo>
                  <a:pt x="123" y="129"/>
                  <a:pt x="123" y="129"/>
                  <a:pt x="123" y="129"/>
                </a:cubicBezTo>
                <a:cubicBezTo>
                  <a:pt x="124" y="129"/>
                  <a:pt x="125" y="130"/>
                  <a:pt x="127" y="130"/>
                </a:cubicBezTo>
                <a:cubicBezTo>
                  <a:pt x="129" y="130"/>
                  <a:pt x="132" y="129"/>
                  <a:pt x="134" y="126"/>
                </a:cubicBezTo>
                <a:cubicBezTo>
                  <a:pt x="135" y="124"/>
                  <a:pt x="136" y="122"/>
                  <a:pt x="136" y="120"/>
                </a:cubicBezTo>
                <a:cubicBezTo>
                  <a:pt x="135" y="118"/>
                  <a:pt x="134" y="116"/>
                  <a:pt x="132" y="114"/>
                </a:cubicBezTo>
                <a:cubicBezTo>
                  <a:pt x="129" y="112"/>
                  <a:pt x="129" y="112"/>
                  <a:pt x="129" y="112"/>
                </a:cubicBezTo>
                <a:cubicBezTo>
                  <a:pt x="129" y="112"/>
                  <a:pt x="129" y="112"/>
                  <a:pt x="129" y="112"/>
                </a:cubicBezTo>
                <a:cubicBezTo>
                  <a:pt x="115" y="101"/>
                  <a:pt x="115" y="101"/>
                  <a:pt x="115" y="101"/>
                </a:cubicBezTo>
                <a:cubicBezTo>
                  <a:pt x="115" y="100"/>
                  <a:pt x="114" y="99"/>
                  <a:pt x="114" y="98"/>
                </a:cubicBezTo>
                <a:cubicBezTo>
                  <a:pt x="114" y="98"/>
                  <a:pt x="114" y="97"/>
                  <a:pt x="115" y="96"/>
                </a:cubicBezTo>
                <a:cubicBezTo>
                  <a:pt x="116" y="95"/>
                  <a:pt x="118" y="95"/>
                  <a:pt x="119" y="96"/>
                </a:cubicBezTo>
                <a:cubicBezTo>
                  <a:pt x="142" y="114"/>
                  <a:pt x="142" y="114"/>
                  <a:pt x="142" y="114"/>
                </a:cubicBezTo>
                <a:cubicBezTo>
                  <a:pt x="143" y="116"/>
                  <a:pt x="145" y="116"/>
                  <a:pt x="147" y="116"/>
                </a:cubicBezTo>
                <a:cubicBezTo>
                  <a:pt x="150" y="116"/>
                  <a:pt x="153" y="115"/>
                  <a:pt x="155" y="112"/>
                </a:cubicBezTo>
                <a:cubicBezTo>
                  <a:pt x="156" y="110"/>
                  <a:pt x="157" y="108"/>
                  <a:pt x="157" y="106"/>
                </a:cubicBezTo>
                <a:cubicBezTo>
                  <a:pt x="157" y="104"/>
                  <a:pt x="156" y="102"/>
                  <a:pt x="153" y="100"/>
                </a:cubicBezTo>
                <a:cubicBezTo>
                  <a:pt x="147" y="95"/>
                  <a:pt x="147" y="95"/>
                  <a:pt x="147" y="95"/>
                </a:cubicBezTo>
                <a:cubicBezTo>
                  <a:pt x="147" y="95"/>
                  <a:pt x="147" y="95"/>
                  <a:pt x="147" y="95"/>
                </a:cubicBezTo>
                <a:cubicBezTo>
                  <a:pt x="135" y="85"/>
                  <a:pt x="135" y="85"/>
                  <a:pt x="135" y="85"/>
                </a:cubicBezTo>
                <a:cubicBezTo>
                  <a:pt x="133" y="84"/>
                  <a:pt x="133" y="82"/>
                  <a:pt x="134" y="81"/>
                </a:cubicBezTo>
                <a:cubicBezTo>
                  <a:pt x="135" y="79"/>
                  <a:pt x="137" y="79"/>
                  <a:pt x="139" y="80"/>
                </a:cubicBezTo>
                <a:cubicBezTo>
                  <a:pt x="158" y="96"/>
                  <a:pt x="158" y="96"/>
                  <a:pt x="158" y="96"/>
                </a:cubicBezTo>
                <a:cubicBezTo>
                  <a:pt x="162" y="99"/>
                  <a:pt x="167" y="98"/>
                  <a:pt x="171" y="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32"/>
          <p:cNvSpPr/>
          <p:nvPr/>
        </p:nvSpPr>
        <p:spPr>
          <a:xfrm>
            <a:off x="10291762" y="3071812"/>
            <a:ext cx="801687" cy="666750"/>
          </a:xfrm>
          <a:custGeom>
            <a:avLst/>
            <a:gdLst/>
            <a:ahLst/>
            <a:cxnLst/>
            <a:rect l="l" t="t" r="r" b="b"/>
            <a:pathLst>
              <a:path w="195" h="162" extrusionOk="0">
                <a:moveTo>
                  <a:pt x="26" y="132"/>
                </a:moveTo>
                <a:cubicBezTo>
                  <a:pt x="26" y="88"/>
                  <a:pt x="26" y="88"/>
                  <a:pt x="26" y="88"/>
                </a:cubicBezTo>
                <a:cubicBezTo>
                  <a:pt x="26" y="85"/>
                  <a:pt x="29" y="82"/>
                  <a:pt x="33" y="82"/>
                </a:cubicBezTo>
                <a:cubicBezTo>
                  <a:pt x="44" y="82"/>
                  <a:pt x="44" y="82"/>
                  <a:pt x="44" y="82"/>
                </a:cubicBezTo>
                <a:cubicBezTo>
                  <a:pt x="47" y="82"/>
                  <a:pt x="50" y="85"/>
                  <a:pt x="50" y="88"/>
                </a:cubicBezTo>
                <a:cubicBezTo>
                  <a:pt x="50" y="132"/>
                  <a:pt x="50" y="132"/>
                  <a:pt x="50" y="132"/>
                </a:cubicBezTo>
                <a:cubicBezTo>
                  <a:pt x="50" y="136"/>
                  <a:pt x="47" y="139"/>
                  <a:pt x="44" y="139"/>
                </a:cubicBezTo>
                <a:cubicBezTo>
                  <a:pt x="33" y="139"/>
                  <a:pt x="33" y="139"/>
                  <a:pt x="33" y="139"/>
                </a:cubicBezTo>
                <a:cubicBezTo>
                  <a:pt x="29" y="139"/>
                  <a:pt x="26" y="136"/>
                  <a:pt x="26" y="132"/>
                </a:cubicBezTo>
                <a:close/>
                <a:moveTo>
                  <a:pt x="72" y="66"/>
                </a:moveTo>
                <a:cubicBezTo>
                  <a:pt x="68" y="66"/>
                  <a:pt x="65" y="69"/>
                  <a:pt x="65" y="73"/>
                </a:cubicBezTo>
                <a:cubicBezTo>
                  <a:pt x="65" y="132"/>
                  <a:pt x="65" y="132"/>
                  <a:pt x="65" y="132"/>
                </a:cubicBezTo>
                <a:cubicBezTo>
                  <a:pt x="65" y="136"/>
                  <a:pt x="68" y="139"/>
                  <a:pt x="72" y="139"/>
                </a:cubicBezTo>
                <a:cubicBezTo>
                  <a:pt x="82" y="139"/>
                  <a:pt x="82" y="139"/>
                  <a:pt x="82" y="139"/>
                </a:cubicBezTo>
                <a:cubicBezTo>
                  <a:pt x="86" y="139"/>
                  <a:pt x="89" y="136"/>
                  <a:pt x="89" y="132"/>
                </a:cubicBezTo>
                <a:cubicBezTo>
                  <a:pt x="89" y="73"/>
                  <a:pt x="89" y="73"/>
                  <a:pt x="89" y="73"/>
                </a:cubicBezTo>
                <a:cubicBezTo>
                  <a:pt x="89" y="69"/>
                  <a:pt x="86" y="66"/>
                  <a:pt x="82" y="66"/>
                </a:cubicBezTo>
                <a:lnTo>
                  <a:pt x="72" y="66"/>
                </a:lnTo>
                <a:close/>
                <a:moveTo>
                  <a:pt x="111" y="53"/>
                </a:moveTo>
                <a:cubicBezTo>
                  <a:pt x="107" y="53"/>
                  <a:pt x="104" y="56"/>
                  <a:pt x="104" y="59"/>
                </a:cubicBezTo>
                <a:cubicBezTo>
                  <a:pt x="104" y="132"/>
                  <a:pt x="104" y="132"/>
                  <a:pt x="104" y="132"/>
                </a:cubicBezTo>
                <a:cubicBezTo>
                  <a:pt x="104" y="136"/>
                  <a:pt x="107" y="139"/>
                  <a:pt x="111" y="139"/>
                </a:cubicBezTo>
                <a:cubicBezTo>
                  <a:pt x="121" y="139"/>
                  <a:pt x="121" y="139"/>
                  <a:pt x="121" y="139"/>
                </a:cubicBezTo>
                <a:cubicBezTo>
                  <a:pt x="125" y="139"/>
                  <a:pt x="128" y="136"/>
                  <a:pt x="128" y="132"/>
                </a:cubicBezTo>
                <a:cubicBezTo>
                  <a:pt x="128" y="59"/>
                  <a:pt x="128" y="59"/>
                  <a:pt x="128" y="59"/>
                </a:cubicBezTo>
                <a:cubicBezTo>
                  <a:pt x="128" y="56"/>
                  <a:pt x="125" y="53"/>
                  <a:pt x="121" y="53"/>
                </a:cubicBezTo>
                <a:lnTo>
                  <a:pt x="111" y="53"/>
                </a:lnTo>
                <a:close/>
                <a:moveTo>
                  <a:pt x="150" y="39"/>
                </a:moveTo>
                <a:cubicBezTo>
                  <a:pt x="146" y="39"/>
                  <a:pt x="143" y="42"/>
                  <a:pt x="143" y="46"/>
                </a:cubicBezTo>
                <a:cubicBezTo>
                  <a:pt x="143" y="132"/>
                  <a:pt x="143" y="132"/>
                  <a:pt x="143" y="132"/>
                </a:cubicBezTo>
                <a:cubicBezTo>
                  <a:pt x="143" y="136"/>
                  <a:pt x="146" y="139"/>
                  <a:pt x="150" y="139"/>
                </a:cubicBezTo>
                <a:cubicBezTo>
                  <a:pt x="160" y="139"/>
                  <a:pt x="160" y="139"/>
                  <a:pt x="160" y="139"/>
                </a:cubicBezTo>
                <a:cubicBezTo>
                  <a:pt x="164" y="139"/>
                  <a:pt x="167" y="136"/>
                  <a:pt x="167" y="132"/>
                </a:cubicBezTo>
                <a:cubicBezTo>
                  <a:pt x="167" y="46"/>
                  <a:pt x="167" y="46"/>
                  <a:pt x="167" y="46"/>
                </a:cubicBezTo>
                <a:cubicBezTo>
                  <a:pt x="167" y="42"/>
                  <a:pt x="164" y="39"/>
                  <a:pt x="160" y="39"/>
                </a:cubicBezTo>
                <a:lnTo>
                  <a:pt x="150" y="39"/>
                </a:lnTo>
                <a:close/>
                <a:moveTo>
                  <a:pt x="29" y="65"/>
                </a:moveTo>
                <a:cubicBezTo>
                  <a:pt x="71" y="57"/>
                  <a:pt x="110" y="42"/>
                  <a:pt x="145" y="21"/>
                </a:cubicBezTo>
                <a:cubicBezTo>
                  <a:pt x="148" y="28"/>
                  <a:pt x="148" y="28"/>
                  <a:pt x="148" y="28"/>
                </a:cubicBezTo>
                <a:cubicBezTo>
                  <a:pt x="160" y="8"/>
                  <a:pt x="160" y="8"/>
                  <a:pt x="160" y="8"/>
                </a:cubicBezTo>
                <a:cubicBezTo>
                  <a:pt x="137" y="7"/>
                  <a:pt x="137" y="7"/>
                  <a:pt x="137" y="7"/>
                </a:cubicBezTo>
                <a:cubicBezTo>
                  <a:pt x="141" y="14"/>
                  <a:pt x="141" y="14"/>
                  <a:pt x="141" y="14"/>
                </a:cubicBezTo>
                <a:cubicBezTo>
                  <a:pt x="107" y="34"/>
                  <a:pt x="69" y="49"/>
                  <a:pt x="28" y="56"/>
                </a:cubicBezTo>
                <a:lnTo>
                  <a:pt x="29" y="65"/>
                </a:lnTo>
                <a:close/>
                <a:moveTo>
                  <a:pt x="195" y="151"/>
                </a:moveTo>
                <a:cubicBezTo>
                  <a:pt x="175" y="140"/>
                  <a:pt x="175" y="140"/>
                  <a:pt x="175" y="140"/>
                </a:cubicBezTo>
                <a:cubicBezTo>
                  <a:pt x="175" y="147"/>
                  <a:pt x="175" y="147"/>
                  <a:pt x="175" y="147"/>
                </a:cubicBezTo>
                <a:cubicBezTo>
                  <a:pt x="16" y="147"/>
                  <a:pt x="16" y="147"/>
                  <a:pt x="16" y="147"/>
                </a:cubicBezTo>
                <a:cubicBezTo>
                  <a:pt x="16" y="20"/>
                  <a:pt x="16" y="20"/>
                  <a:pt x="16" y="20"/>
                </a:cubicBezTo>
                <a:cubicBezTo>
                  <a:pt x="23" y="20"/>
                  <a:pt x="23" y="20"/>
                  <a:pt x="23" y="20"/>
                </a:cubicBezTo>
                <a:cubicBezTo>
                  <a:pt x="12" y="0"/>
                  <a:pt x="12" y="0"/>
                  <a:pt x="12" y="0"/>
                </a:cubicBezTo>
                <a:cubicBezTo>
                  <a:pt x="0" y="20"/>
                  <a:pt x="0" y="20"/>
                  <a:pt x="0" y="20"/>
                </a:cubicBezTo>
                <a:cubicBezTo>
                  <a:pt x="7" y="20"/>
                  <a:pt x="7" y="20"/>
                  <a:pt x="7" y="20"/>
                </a:cubicBezTo>
                <a:cubicBezTo>
                  <a:pt x="7" y="147"/>
                  <a:pt x="7" y="147"/>
                  <a:pt x="7" y="147"/>
                </a:cubicBezTo>
                <a:cubicBezTo>
                  <a:pt x="7" y="151"/>
                  <a:pt x="7" y="151"/>
                  <a:pt x="7" y="151"/>
                </a:cubicBezTo>
                <a:cubicBezTo>
                  <a:pt x="7" y="155"/>
                  <a:pt x="7" y="155"/>
                  <a:pt x="7" y="155"/>
                </a:cubicBezTo>
                <a:cubicBezTo>
                  <a:pt x="175" y="155"/>
                  <a:pt x="175" y="155"/>
                  <a:pt x="175" y="155"/>
                </a:cubicBezTo>
                <a:cubicBezTo>
                  <a:pt x="175" y="162"/>
                  <a:pt x="175" y="162"/>
                  <a:pt x="175" y="162"/>
                </a:cubicBezTo>
                <a:lnTo>
                  <a:pt x="195" y="15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32"/>
          <p:cNvSpPr/>
          <p:nvPr/>
        </p:nvSpPr>
        <p:spPr>
          <a:xfrm>
            <a:off x="8502650" y="3092450"/>
            <a:ext cx="682625" cy="614362"/>
          </a:xfrm>
          <a:custGeom>
            <a:avLst/>
            <a:gdLst/>
            <a:ahLst/>
            <a:cxnLst/>
            <a:rect l="l" t="t" r="r" b="b"/>
            <a:pathLst>
              <a:path w="166" h="149" extrusionOk="0">
                <a:moveTo>
                  <a:pt x="113" y="20"/>
                </a:moveTo>
                <a:cubicBezTo>
                  <a:pt x="103" y="20"/>
                  <a:pt x="103" y="20"/>
                  <a:pt x="103" y="20"/>
                </a:cubicBezTo>
                <a:cubicBezTo>
                  <a:pt x="102" y="14"/>
                  <a:pt x="98" y="9"/>
                  <a:pt x="92" y="9"/>
                </a:cubicBezTo>
                <a:cubicBezTo>
                  <a:pt x="74" y="9"/>
                  <a:pt x="74" y="9"/>
                  <a:pt x="74" y="9"/>
                </a:cubicBezTo>
                <a:cubicBezTo>
                  <a:pt x="68" y="9"/>
                  <a:pt x="64" y="14"/>
                  <a:pt x="63" y="20"/>
                </a:cubicBezTo>
                <a:cubicBezTo>
                  <a:pt x="53" y="20"/>
                  <a:pt x="53" y="20"/>
                  <a:pt x="53" y="20"/>
                </a:cubicBezTo>
                <a:cubicBezTo>
                  <a:pt x="53" y="9"/>
                  <a:pt x="61" y="0"/>
                  <a:pt x="71" y="0"/>
                </a:cubicBezTo>
                <a:cubicBezTo>
                  <a:pt x="95" y="0"/>
                  <a:pt x="95" y="0"/>
                  <a:pt x="95" y="0"/>
                </a:cubicBezTo>
                <a:cubicBezTo>
                  <a:pt x="105" y="0"/>
                  <a:pt x="113" y="9"/>
                  <a:pt x="113" y="20"/>
                </a:cubicBezTo>
                <a:close/>
                <a:moveTo>
                  <a:pt x="25" y="83"/>
                </a:moveTo>
                <a:cubicBezTo>
                  <a:pt x="67" y="83"/>
                  <a:pt x="67" y="83"/>
                  <a:pt x="67" y="83"/>
                </a:cubicBezTo>
                <a:cubicBezTo>
                  <a:pt x="67" y="77"/>
                  <a:pt x="67" y="77"/>
                  <a:pt x="67" y="77"/>
                </a:cubicBezTo>
                <a:cubicBezTo>
                  <a:pt x="67" y="73"/>
                  <a:pt x="70" y="69"/>
                  <a:pt x="75" y="69"/>
                </a:cubicBezTo>
                <a:cubicBezTo>
                  <a:pt x="91" y="69"/>
                  <a:pt x="91" y="69"/>
                  <a:pt x="91" y="69"/>
                </a:cubicBezTo>
                <a:cubicBezTo>
                  <a:pt x="95" y="69"/>
                  <a:pt x="99" y="73"/>
                  <a:pt x="99" y="77"/>
                </a:cubicBezTo>
                <a:cubicBezTo>
                  <a:pt x="99" y="83"/>
                  <a:pt x="99" y="83"/>
                  <a:pt x="99" y="83"/>
                </a:cubicBezTo>
                <a:cubicBezTo>
                  <a:pt x="141" y="83"/>
                  <a:pt x="141" y="83"/>
                  <a:pt x="141" y="83"/>
                </a:cubicBezTo>
                <a:cubicBezTo>
                  <a:pt x="154" y="83"/>
                  <a:pt x="164" y="73"/>
                  <a:pt x="166" y="59"/>
                </a:cubicBezTo>
                <a:cubicBezTo>
                  <a:pt x="166" y="46"/>
                  <a:pt x="166" y="46"/>
                  <a:pt x="166" y="46"/>
                </a:cubicBezTo>
                <a:cubicBezTo>
                  <a:pt x="166" y="34"/>
                  <a:pt x="157" y="24"/>
                  <a:pt x="147" y="24"/>
                </a:cubicBezTo>
                <a:cubicBezTo>
                  <a:pt x="137" y="24"/>
                  <a:pt x="137" y="24"/>
                  <a:pt x="137" y="24"/>
                </a:cubicBezTo>
                <a:cubicBezTo>
                  <a:pt x="133" y="24"/>
                  <a:pt x="133" y="24"/>
                  <a:pt x="133" y="24"/>
                </a:cubicBezTo>
                <a:cubicBezTo>
                  <a:pt x="126" y="24"/>
                  <a:pt x="126" y="24"/>
                  <a:pt x="126" y="24"/>
                </a:cubicBezTo>
                <a:cubicBezTo>
                  <a:pt x="119" y="24"/>
                  <a:pt x="119" y="24"/>
                  <a:pt x="119" y="24"/>
                </a:cubicBezTo>
                <a:cubicBezTo>
                  <a:pt x="114" y="24"/>
                  <a:pt x="114" y="24"/>
                  <a:pt x="114" y="24"/>
                </a:cubicBezTo>
                <a:cubicBezTo>
                  <a:pt x="102" y="24"/>
                  <a:pt x="102" y="24"/>
                  <a:pt x="102" y="24"/>
                </a:cubicBezTo>
                <a:cubicBezTo>
                  <a:pt x="64" y="24"/>
                  <a:pt x="64" y="24"/>
                  <a:pt x="64" y="24"/>
                </a:cubicBezTo>
                <a:cubicBezTo>
                  <a:pt x="52" y="24"/>
                  <a:pt x="52" y="24"/>
                  <a:pt x="52" y="24"/>
                </a:cubicBezTo>
                <a:cubicBezTo>
                  <a:pt x="39" y="24"/>
                  <a:pt x="39" y="24"/>
                  <a:pt x="39" y="24"/>
                </a:cubicBezTo>
                <a:cubicBezTo>
                  <a:pt x="32" y="24"/>
                  <a:pt x="32" y="24"/>
                  <a:pt x="32" y="24"/>
                </a:cubicBezTo>
                <a:cubicBezTo>
                  <a:pt x="26" y="24"/>
                  <a:pt x="26" y="24"/>
                  <a:pt x="26" y="24"/>
                </a:cubicBezTo>
                <a:cubicBezTo>
                  <a:pt x="19" y="24"/>
                  <a:pt x="19" y="24"/>
                  <a:pt x="19" y="24"/>
                </a:cubicBezTo>
                <a:cubicBezTo>
                  <a:pt x="9" y="24"/>
                  <a:pt x="0" y="34"/>
                  <a:pt x="0" y="46"/>
                </a:cubicBezTo>
                <a:cubicBezTo>
                  <a:pt x="0" y="59"/>
                  <a:pt x="0" y="59"/>
                  <a:pt x="0" y="59"/>
                </a:cubicBezTo>
                <a:cubicBezTo>
                  <a:pt x="2" y="73"/>
                  <a:pt x="12" y="83"/>
                  <a:pt x="25" y="83"/>
                </a:cubicBezTo>
                <a:close/>
                <a:moveTo>
                  <a:pt x="141" y="90"/>
                </a:moveTo>
                <a:cubicBezTo>
                  <a:pt x="99" y="90"/>
                  <a:pt x="99" y="90"/>
                  <a:pt x="99" y="90"/>
                </a:cubicBezTo>
                <a:cubicBezTo>
                  <a:pt x="99" y="96"/>
                  <a:pt x="99" y="96"/>
                  <a:pt x="99" y="96"/>
                </a:cubicBezTo>
                <a:cubicBezTo>
                  <a:pt x="99" y="101"/>
                  <a:pt x="95" y="104"/>
                  <a:pt x="91" y="104"/>
                </a:cubicBezTo>
                <a:cubicBezTo>
                  <a:pt x="75" y="104"/>
                  <a:pt x="75" y="104"/>
                  <a:pt x="75" y="104"/>
                </a:cubicBezTo>
                <a:cubicBezTo>
                  <a:pt x="70" y="104"/>
                  <a:pt x="67" y="101"/>
                  <a:pt x="67" y="96"/>
                </a:cubicBezTo>
                <a:cubicBezTo>
                  <a:pt x="67" y="90"/>
                  <a:pt x="67" y="90"/>
                  <a:pt x="67" y="90"/>
                </a:cubicBezTo>
                <a:cubicBezTo>
                  <a:pt x="25" y="90"/>
                  <a:pt x="25" y="90"/>
                  <a:pt x="25" y="90"/>
                </a:cubicBezTo>
                <a:cubicBezTo>
                  <a:pt x="15" y="90"/>
                  <a:pt x="5" y="84"/>
                  <a:pt x="0" y="75"/>
                </a:cubicBezTo>
                <a:cubicBezTo>
                  <a:pt x="0" y="127"/>
                  <a:pt x="0" y="127"/>
                  <a:pt x="0" y="127"/>
                </a:cubicBezTo>
                <a:cubicBezTo>
                  <a:pt x="0" y="139"/>
                  <a:pt x="9" y="149"/>
                  <a:pt x="19" y="149"/>
                </a:cubicBezTo>
                <a:cubicBezTo>
                  <a:pt x="26" y="149"/>
                  <a:pt x="26" y="149"/>
                  <a:pt x="26" y="149"/>
                </a:cubicBezTo>
                <a:cubicBezTo>
                  <a:pt x="32" y="149"/>
                  <a:pt x="32" y="149"/>
                  <a:pt x="32" y="149"/>
                </a:cubicBezTo>
                <a:cubicBezTo>
                  <a:pt x="39" y="149"/>
                  <a:pt x="39" y="149"/>
                  <a:pt x="39" y="149"/>
                </a:cubicBezTo>
                <a:cubicBezTo>
                  <a:pt x="126" y="149"/>
                  <a:pt x="126" y="149"/>
                  <a:pt x="126" y="149"/>
                </a:cubicBezTo>
                <a:cubicBezTo>
                  <a:pt x="133" y="149"/>
                  <a:pt x="133" y="149"/>
                  <a:pt x="133" y="149"/>
                </a:cubicBezTo>
                <a:cubicBezTo>
                  <a:pt x="137" y="149"/>
                  <a:pt x="137" y="149"/>
                  <a:pt x="137" y="149"/>
                </a:cubicBezTo>
                <a:cubicBezTo>
                  <a:pt x="147" y="149"/>
                  <a:pt x="147" y="149"/>
                  <a:pt x="147" y="149"/>
                </a:cubicBezTo>
                <a:cubicBezTo>
                  <a:pt x="157" y="149"/>
                  <a:pt x="166" y="139"/>
                  <a:pt x="166" y="127"/>
                </a:cubicBezTo>
                <a:cubicBezTo>
                  <a:pt x="166" y="75"/>
                  <a:pt x="166" y="75"/>
                  <a:pt x="166" y="75"/>
                </a:cubicBezTo>
                <a:cubicBezTo>
                  <a:pt x="161" y="84"/>
                  <a:pt x="151" y="90"/>
                  <a:pt x="141" y="90"/>
                </a:cubicBezTo>
                <a:close/>
                <a:moveTo>
                  <a:pt x="91" y="75"/>
                </a:moveTo>
                <a:cubicBezTo>
                  <a:pt x="75" y="75"/>
                  <a:pt x="75" y="75"/>
                  <a:pt x="75" y="75"/>
                </a:cubicBezTo>
                <a:cubicBezTo>
                  <a:pt x="74" y="75"/>
                  <a:pt x="72" y="76"/>
                  <a:pt x="72" y="78"/>
                </a:cubicBezTo>
                <a:cubicBezTo>
                  <a:pt x="72" y="82"/>
                  <a:pt x="72" y="82"/>
                  <a:pt x="72" y="82"/>
                </a:cubicBezTo>
                <a:cubicBezTo>
                  <a:pt x="72" y="84"/>
                  <a:pt x="72" y="84"/>
                  <a:pt x="72" y="84"/>
                </a:cubicBezTo>
                <a:cubicBezTo>
                  <a:pt x="72" y="89"/>
                  <a:pt x="72" y="89"/>
                  <a:pt x="72" y="89"/>
                </a:cubicBezTo>
                <a:cubicBezTo>
                  <a:pt x="72" y="91"/>
                  <a:pt x="72" y="91"/>
                  <a:pt x="72" y="91"/>
                </a:cubicBezTo>
                <a:cubicBezTo>
                  <a:pt x="72" y="95"/>
                  <a:pt x="72" y="95"/>
                  <a:pt x="72" y="95"/>
                </a:cubicBezTo>
                <a:cubicBezTo>
                  <a:pt x="72" y="97"/>
                  <a:pt x="74" y="98"/>
                  <a:pt x="75" y="98"/>
                </a:cubicBezTo>
                <a:cubicBezTo>
                  <a:pt x="91" y="98"/>
                  <a:pt x="91" y="98"/>
                  <a:pt x="91" y="98"/>
                </a:cubicBezTo>
                <a:cubicBezTo>
                  <a:pt x="92" y="98"/>
                  <a:pt x="93" y="97"/>
                  <a:pt x="93" y="95"/>
                </a:cubicBezTo>
                <a:cubicBezTo>
                  <a:pt x="93" y="91"/>
                  <a:pt x="93" y="91"/>
                  <a:pt x="93" y="91"/>
                </a:cubicBezTo>
                <a:cubicBezTo>
                  <a:pt x="93" y="89"/>
                  <a:pt x="93" y="89"/>
                  <a:pt x="93" y="89"/>
                </a:cubicBezTo>
                <a:cubicBezTo>
                  <a:pt x="93" y="84"/>
                  <a:pt x="93" y="84"/>
                  <a:pt x="93" y="84"/>
                </a:cubicBezTo>
                <a:cubicBezTo>
                  <a:pt x="93" y="82"/>
                  <a:pt x="93" y="82"/>
                  <a:pt x="93" y="82"/>
                </a:cubicBezTo>
                <a:cubicBezTo>
                  <a:pt x="93" y="78"/>
                  <a:pt x="93" y="78"/>
                  <a:pt x="93" y="78"/>
                </a:cubicBezTo>
                <a:cubicBezTo>
                  <a:pt x="93" y="76"/>
                  <a:pt x="92" y="75"/>
                  <a:pt x="91" y="7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32"/>
          <p:cNvSpPr txBox="1"/>
          <p:nvPr/>
        </p:nvSpPr>
        <p:spPr>
          <a:xfrm>
            <a:off x="5472112" y="93503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00" name="Google Shape;800;p32"/>
          <p:cNvSpPr txBox="1"/>
          <p:nvPr/>
        </p:nvSpPr>
        <p:spPr>
          <a:xfrm>
            <a:off x="9501187" y="933450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01" name="Google Shape;801;p32"/>
          <p:cNvSpPr txBox="1"/>
          <p:nvPr/>
        </p:nvSpPr>
        <p:spPr>
          <a:xfrm>
            <a:off x="1447800" y="543718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02" name="Google Shape;802;p32"/>
          <p:cNvSpPr txBox="1"/>
          <p:nvPr/>
        </p:nvSpPr>
        <p:spPr>
          <a:xfrm>
            <a:off x="5472112" y="5449887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03" name="Google Shape;803;p32"/>
          <p:cNvSpPr txBox="1"/>
          <p:nvPr/>
        </p:nvSpPr>
        <p:spPr>
          <a:xfrm>
            <a:off x="9501187" y="5448300"/>
            <a:ext cx="1692275" cy="64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"/>
              <a:buNone/>
            </a:pPr>
            <a:r>
              <a:rPr lang="en-US" sz="12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33"/>
          <p:cNvSpPr txBox="1"/>
          <p:nvPr/>
        </p:nvSpPr>
        <p:spPr>
          <a:xfrm>
            <a:off x="1695450" y="2527300"/>
            <a:ext cx="1487487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None/>
            </a:pPr>
            <a:r>
              <a:rPr lang="en-US" sz="13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09" name="Google Shape;809;p33"/>
          <p:cNvSpPr/>
          <p:nvPr/>
        </p:nvSpPr>
        <p:spPr>
          <a:xfrm>
            <a:off x="4175125" y="4065587"/>
            <a:ext cx="612775" cy="1487487"/>
          </a:xfrm>
          <a:custGeom>
            <a:avLst/>
            <a:gdLst/>
            <a:ahLst/>
            <a:cxnLst/>
            <a:rect l="l" t="t" r="r" b="b"/>
            <a:pathLst>
              <a:path w="161" h="390" extrusionOk="0">
                <a:moveTo>
                  <a:pt x="0" y="346"/>
                </a:moveTo>
                <a:cubicBezTo>
                  <a:pt x="0" y="44"/>
                  <a:pt x="0" y="44"/>
                  <a:pt x="0" y="44"/>
                </a:cubicBezTo>
                <a:cubicBezTo>
                  <a:pt x="0" y="20"/>
                  <a:pt x="20" y="0"/>
                  <a:pt x="44" y="0"/>
                </a:cubicBezTo>
                <a:cubicBezTo>
                  <a:pt x="117" y="0"/>
                  <a:pt x="117" y="0"/>
                  <a:pt x="117" y="0"/>
                </a:cubicBezTo>
                <a:cubicBezTo>
                  <a:pt x="142" y="0"/>
                  <a:pt x="161" y="20"/>
                  <a:pt x="161" y="44"/>
                </a:cubicBezTo>
                <a:cubicBezTo>
                  <a:pt x="161" y="346"/>
                  <a:pt x="161" y="346"/>
                  <a:pt x="161" y="346"/>
                </a:cubicBezTo>
                <a:cubicBezTo>
                  <a:pt x="161" y="370"/>
                  <a:pt x="142" y="390"/>
                  <a:pt x="117" y="390"/>
                </a:cubicBezTo>
                <a:cubicBezTo>
                  <a:pt x="44" y="390"/>
                  <a:pt x="44" y="390"/>
                  <a:pt x="44" y="390"/>
                </a:cubicBezTo>
                <a:cubicBezTo>
                  <a:pt x="20" y="390"/>
                  <a:pt x="0" y="370"/>
                  <a:pt x="0" y="346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33"/>
          <p:cNvSpPr/>
          <p:nvPr/>
        </p:nvSpPr>
        <p:spPr>
          <a:xfrm>
            <a:off x="5192712" y="3657600"/>
            <a:ext cx="617537" cy="1895475"/>
          </a:xfrm>
          <a:custGeom>
            <a:avLst/>
            <a:gdLst/>
            <a:ahLst/>
            <a:cxnLst/>
            <a:rect l="l" t="t" r="r" b="b"/>
            <a:pathLst>
              <a:path w="162" h="497" extrusionOk="0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453"/>
                  <a:pt x="0" y="453"/>
                  <a:pt x="0" y="453"/>
                </a:cubicBezTo>
                <a:cubicBezTo>
                  <a:pt x="0" y="477"/>
                  <a:pt x="20" y="497"/>
                  <a:pt x="44" y="497"/>
                </a:cubicBezTo>
                <a:cubicBezTo>
                  <a:pt x="118" y="497"/>
                  <a:pt x="118" y="497"/>
                  <a:pt x="118" y="497"/>
                </a:cubicBezTo>
                <a:cubicBezTo>
                  <a:pt x="142" y="497"/>
                  <a:pt x="162" y="477"/>
                  <a:pt x="162" y="453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162" y="20"/>
                  <a:pt x="142" y="0"/>
                  <a:pt x="118" y="0"/>
                </a:cubicBezTo>
                <a:lnTo>
                  <a:pt x="44" y="0"/>
                </a:ln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6210300" y="3305175"/>
            <a:ext cx="617537" cy="2247900"/>
          </a:xfrm>
          <a:custGeom>
            <a:avLst/>
            <a:gdLst/>
            <a:ahLst/>
            <a:cxnLst/>
            <a:rect l="l" t="t" r="r" b="b"/>
            <a:pathLst>
              <a:path w="162" h="589" extrusionOk="0">
                <a:moveTo>
                  <a:pt x="44" y="0"/>
                </a:moveTo>
                <a:cubicBezTo>
                  <a:pt x="20" y="0"/>
                  <a:pt x="0" y="20"/>
                  <a:pt x="0" y="44"/>
                </a:cubicBezTo>
                <a:cubicBezTo>
                  <a:pt x="0" y="545"/>
                  <a:pt x="0" y="545"/>
                  <a:pt x="0" y="545"/>
                </a:cubicBezTo>
                <a:cubicBezTo>
                  <a:pt x="0" y="569"/>
                  <a:pt x="20" y="589"/>
                  <a:pt x="44" y="589"/>
                </a:cubicBezTo>
                <a:cubicBezTo>
                  <a:pt x="118" y="589"/>
                  <a:pt x="118" y="589"/>
                  <a:pt x="118" y="589"/>
                </a:cubicBezTo>
                <a:cubicBezTo>
                  <a:pt x="142" y="589"/>
                  <a:pt x="162" y="569"/>
                  <a:pt x="162" y="545"/>
                </a:cubicBezTo>
                <a:cubicBezTo>
                  <a:pt x="162" y="44"/>
                  <a:pt x="162" y="44"/>
                  <a:pt x="162" y="44"/>
                </a:cubicBezTo>
                <a:cubicBezTo>
                  <a:pt x="162" y="20"/>
                  <a:pt x="142" y="0"/>
                  <a:pt x="118" y="0"/>
                </a:cubicBezTo>
                <a:lnTo>
                  <a:pt x="44" y="0"/>
                </a:lnTo>
                <a:close/>
              </a:path>
            </a:pathLst>
          </a:cu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7232650" y="2947987"/>
            <a:ext cx="614362" cy="2605087"/>
          </a:xfrm>
          <a:custGeom>
            <a:avLst/>
            <a:gdLst/>
            <a:ahLst/>
            <a:cxnLst/>
            <a:rect l="l" t="t" r="r" b="b"/>
            <a:pathLst>
              <a:path w="161" h="683" extrusionOk="0">
                <a:moveTo>
                  <a:pt x="44" y="0"/>
                </a:moveTo>
                <a:cubicBezTo>
                  <a:pt x="20" y="0"/>
                  <a:pt x="0" y="19"/>
                  <a:pt x="0" y="44"/>
                </a:cubicBezTo>
                <a:cubicBezTo>
                  <a:pt x="0" y="639"/>
                  <a:pt x="0" y="639"/>
                  <a:pt x="0" y="639"/>
                </a:cubicBezTo>
                <a:cubicBezTo>
                  <a:pt x="0" y="663"/>
                  <a:pt x="20" y="683"/>
                  <a:pt x="44" y="683"/>
                </a:cubicBezTo>
                <a:cubicBezTo>
                  <a:pt x="118" y="683"/>
                  <a:pt x="118" y="683"/>
                  <a:pt x="118" y="683"/>
                </a:cubicBezTo>
                <a:cubicBezTo>
                  <a:pt x="142" y="683"/>
                  <a:pt x="161" y="663"/>
                  <a:pt x="161" y="639"/>
                </a:cubicBezTo>
                <a:cubicBezTo>
                  <a:pt x="161" y="44"/>
                  <a:pt x="161" y="44"/>
                  <a:pt x="161" y="44"/>
                </a:cubicBezTo>
                <a:cubicBezTo>
                  <a:pt x="161" y="19"/>
                  <a:pt x="142" y="0"/>
                  <a:pt x="118" y="0"/>
                </a:cubicBezTo>
                <a:lnTo>
                  <a:pt x="44" y="0"/>
                </a:lnTo>
                <a:close/>
              </a:path>
            </a:pathLst>
          </a:custGeom>
          <a:solidFill>
            <a:srgbClr val="FFC85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33"/>
          <p:cNvSpPr/>
          <p:nvPr/>
        </p:nvSpPr>
        <p:spPr>
          <a:xfrm>
            <a:off x="4216400" y="2238375"/>
            <a:ext cx="3465512" cy="1514475"/>
          </a:xfrm>
          <a:custGeom>
            <a:avLst/>
            <a:gdLst/>
            <a:ahLst/>
            <a:cxnLst/>
            <a:rect l="l" t="t" r="r" b="b"/>
            <a:pathLst>
              <a:path w="909" h="397" extrusionOk="0">
                <a:moveTo>
                  <a:pt x="9" y="397"/>
                </a:moveTo>
                <a:cubicBezTo>
                  <a:pt x="295" y="344"/>
                  <a:pt x="562" y="242"/>
                  <a:pt x="803" y="98"/>
                </a:cubicBezTo>
                <a:cubicBezTo>
                  <a:pt x="825" y="140"/>
                  <a:pt x="825" y="140"/>
                  <a:pt x="825" y="140"/>
                </a:cubicBezTo>
                <a:cubicBezTo>
                  <a:pt x="909" y="7"/>
                  <a:pt x="909" y="7"/>
                  <a:pt x="909" y="7"/>
                </a:cubicBezTo>
                <a:cubicBezTo>
                  <a:pt x="751" y="0"/>
                  <a:pt x="751" y="0"/>
                  <a:pt x="751" y="0"/>
                </a:cubicBezTo>
                <a:cubicBezTo>
                  <a:pt x="775" y="46"/>
                  <a:pt x="775" y="46"/>
                  <a:pt x="775" y="46"/>
                </a:cubicBezTo>
                <a:cubicBezTo>
                  <a:pt x="540" y="186"/>
                  <a:pt x="278" y="287"/>
                  <a:pt x="0" y="338"/>
                </a:cubicBezTo>
                <a:lnTo>
                  <a:pt x="9" y="397"/>
                </a:lnTo>
                <a:close/>
              </a:path>
            </a:pathLst>
          </a:custGeom>
          <a:solidFill>
            <a:srgbClr val="444444"/>
          </a:solidFill>
          <a:ln w="133350" cap="flat" cmpd="sng">
            <a:solidFill>
              <a:srgbClr val="FFFFFF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33"/>
          <p:cNvSpPr/>
          <p:nvPr/>
        </p:nvSpPr>
        <p:spPr>
          <a:xfrm>
            <a:off x="3587750" y="1806575"/>
            <a:ext cx="5097462" cy="4268787"/>
          </a:xfrm>
          <a:custGeom>
            <a:avLst/>
            <a:gdLst/>
            <a:ahLst/>
            <a:cxnLst/>
            <a:rect l="l" t="t" r="r" b="b"/>
            <a:pathLst>
              <a:path w="3211" h="2689" extrusionOk="0">
                <a:moveTo>
                  <a:pt x="3211" y="2502"/>
                </a:moveTo>
                <a:lnTo>
                  <a:pt x="2884" y="2312"/>
                </a:lnTo>
                <a:lnTo>
                  <a:pt x="2884" y="2430"/>
                </a:lnTo>
                <a:lnTo>
                  <a:pt x="262" y="2430"/>
                </a:lnTo>
                <a:lnTo>
                  <a:pt x="262" y="332"/>
                </a:lnTo>
                <a:lnTo>
                  <a:pt x="382" y="332"/>
                </a:lnTo>
                <a:lnTo>
                  <a:pt x="192" y="0"/>
                </a:lnTo>
                <a:lnTo>
                  <a:pt x="0" y="332"/>
                </a:lnTo>
                <a:lnTo>
                  <a:pt x="120" y="332"/>
                </a:lnTo>
                <a:lnTo>
                  <a:pt x="120" y="2430"/>
                </a:lnTo>
                <a:lnTo>
                  <a:pt x="120" y="2502"/>
                </a:lnTo>
                <a:lnTo>
                  <a:pt x="120" y="2572"/>
                </a:lnTo>
                <a:lnTo>
                  <a:pt x="2884" y="2572"/>
                </a:lnTo>
                <a:lnTo>
                  <a:pt x="2884" y="2689"/>
                </a:lnTo>
                <a:lnTo>
                  <a:pt x="3211" y="2502"/>
                </a:lnTo>
                <a:close/>
              </a:path>
            </a:pathLst>
          </a:custGeom>
          <a:solidFill>
            <a:srgbClr val="444444"/>
          </a:solidFill>
          <a:ln w="133350" cap="flat" cmpd="sng">
            <a:solidFill>
              <a:srgbClr val="FFFFFF"/>
            </a:solidFill>
            <a:prstDash val="solid"/>
            <a:miter lim="524288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33"/>
          <p:cNvSpPr txBox="1"/>
          <p:nvPr/>
        </p:nvSpPr>
        <p:spPr>
          <a:xfrm rot="-5400000">
            <a:off x="3935412" y="4452937"/>
            <a:ext cx="1281112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SemiBold"/>
              <a:buNone/>
            </a:pPr>
            <a:r>
              <a:rPr lang="en-US" sz="2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PASO 1</a:t>
            </a:r>
            <a:endParaRPr/>
          </a:p>
        </p:txBody>
      </p:sp>
      <p:sp>
        <p:nvSpPr>
          <p:cNvPr id="816" name="Google Shape;816;p33"/>
          <p:cNvSpPr txBox="1"/>
          <p:nvPr/>
        </p:nvSpPr>
        <p:spPr>
          <a:xfrm rot="-5400000">
            <a:off x="4948237" y="4452937"/>
            <a:ext cx="1281112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SemiBold"/>
              <a:buNone/>
            </a:pPr>
            <a:r>
              <a:rPr lang="en-US" sz="2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2 PASO</a:t>
            </a:r>
            <a:endParaRPr/>
          </a:p>
        </p:txBody>
      </p:sp>
      <p:sp>
        <p:nvSpPr>
          <p:cNvPr id="817" name="Google Shape;817;p33"/>
          <p:cNvSpPr txBox="1"/>
          <p:nvPr/>
        </p:nvSpPr>
        <p:spPr>
          <a:xfrm rot="-5400000">
            <a:off x="5980112" y="4454525"/>
            <a:ext cx="1281112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SemiBold"/>
              <a:buNone/>
            </a:pPr>
            <a:r>
              <a:rPr lang="en-US" sz="2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3 PASO</a:t>
            </a:r>
            <a:endParaRPr/>
          </a:p>
        </p:txBody>
      </p:sp>
      <p:sp>
        <p:nvSpPr>
          <p:cNvPr id="818" name="Google Shape;818;p33"/>
          <p:cNvSpPr txBox="1"/>
          <p:nvPr/>
        </p:nvSpPr>
        <p:spPr>
          <a:xfrm rot="-5400000">
            <a:off x="6989762" y="4452937"/>
            <a:ext cx="1281112" cy="5635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 SemiBold"/>
              <a:buNone/>
            </a:pPr>
            <a:r>
              <a:rPr lang="en-US" sz="2600" b="1" i="0" u="none">
                <a:solidFill>
                  <a:srgbClr val="FFFFF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PASO 4</a:t>
            </a:r>
            <a:endParaRPr/>
          </a:p>
        </p:txBody>
      </p:sp>
      <p:sp>
        <p:nvSpPr>
          <p:cNvPr id="819" name="Google Shape;819;p33"/>
          <p:cNvSpPr txBox="1"/>
          <p:nvPr/>
        </p:nvSpPr>
        <p:spPr>
          <a:xfrm>
            <a:off x="457200" y="354012"/>
            <a:ext cx="11500338" cy="1108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53535"/>
              </a:buClr>
              <a:buSzPts val="7200"/>
              <a:buFont typeface="Montserrat"/>
              <a:buNone/>
            </a:pPr>
            <a:r>
              <a:rPr lang="es-EC" sz="7200" dirty="0">
                <a:solidFill>
                  <a:srgbClr val="353535"/>
                </a:solidFill>
                <a:latin typeface="Montserrat"/>
                <a:sym typeface="Montserrat"/>
              </a:rPr>
              <a:t>G</a:t>
            </a:r>
            <a:r>
              <a:rPr lang="en-US" sz="7200" dirty="0">
                <a:solidFill>
                  <a:srgbClr val="353535"/>
                </a:solidFill>
                <a:latin typeface="Montserrat"/>
                <a:sym typeface="Montserrat"/>
              </a:rPr>
              <a:t>RÁFICO DE PROGRESO</a:t>
            </a:r>
            <a:endParaRPr dirty="0"/>
          </a:p>
        </p:txBody>
      </p:sp>
      <p:sp>
        <p:nvSpPr>
          <p:cNvPr id="820" name="Google Shape;820;p33"/>
          <p:cNvSpPr/>
          <p:nvPr/>
        </p:nvSpPr>
        <p:spPr>
          <a:xfrm>
            <a:off x="457200" y="2276475"/>
            <a:ext cx="1060450" cy="1060450"/>
          </a:xfrm>
          <a:prstGeom prst="ellipse">
            <a:avLst/>
          </a:pr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33"/>
          <p:cNvSpPr/>
          <p:nvPr/>
        </p:nvSpPr>
        <p:spPr>
          <a:xfrm>
            <a:off x="10717212" y="2241550"/>
            <a:ext cx="1063625" cy="1060450"/>
          </a:xfrm>
          <a:prstGeom prst="ellipse">
            <a:avLst/>
          </a:pr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33"/>
          <p:cNvSpPr/>
          <p:nvPr/>
        </p:nvSpPr>
        <p:spPr>
          <a:xfrm>
            <a:off x="10717212" y="4859337"/>
            <a:ext cx="1063625" cy="1063625"/>
          </a:xfrm>
          <a:prstGeom prst="ellipse">
            <a:avLst/>
          </a:prstGeom>
          <a:solidFill>
            <a:srgbClr val="FFC85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33"/>
          <p:cNvSpPr/>
          <p:nvPr/>
        </p:nvSpPr>
        <p:spPr>
          <a:xfrm>
            <a:off x="457200" y="4846637"/>
            <a:ext cx="1060450" cy="1062037"/>
          </a:xfrm>
          <a:prstGeom prst="ellipse">
            <a:avLst/>
          </a:pr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33"/>
          <p:cNvSpPr txBox="1"/>
          <p:nvPr/>
        </p:nvSpPr>
        <p:spPr>
          <a:xfrm>
            <a:off x="1773237" y="1841255"/>
            <a:ext cx="1795463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500"/>
              <a:buFont typeface="Open Sans SemiBold"/>
              <a:buNone/>
            </a:pPr>
            <a:r>
              <a:rPr lang="en-US" sz="2500" b="1" i="0" u="none" dirty="0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PUESTA EN MARCHA</a:t>
            </a:r>
            <a:endParaRPr dirty="0"/>
          </a:p>
        </p:txBody>
      </p:sp>
      <p:sp>
        <p:nvSpPr>
          <p:cNvPr id="825" name="Google Shape;825;p33"/>
          <p:cNvSpPr txBox="1"/>
          <p:nvPr/>
        </p:nvSpPr>
        <p:spPr>
          <a:xfrm>
            <a:off x="8916987" y="2170112"/>
            <a:ext cx="1762125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2500"/>
              <a:buFont typeface="Open Sans SemiBold"/>
              <a:buNone/>
            </a:pPr>
            <a:r>
              <a:rPr lang="en-US" sz="2500" b="1" i="0" u="none">
                <a:solidFill>
                  <a:srgbClr val="FF91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NEGOCIO</a:t>
            </a:r>
            <a:endParaRPr/>
          </a:p>
        </p:txBody>
      </p:sp>
      <p:sp>
        <p:nvSpPr>
          <p:cNvPr id="826" name="Google Shape;826;p33"/>
          <p:cNvSpPr txBox="1"/>
          <p:nvPr/>
        </p:nvSpPr>
        <p:spPr>
          <a:xfrm>
            <a:off x="9074150" y="4745037"/>
            <a:ext cx="1601787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854"/>
              </a:buClr>
              <a:buSzPts val="2500"/>
              <a:buFont typeface="Open Sans SemiBold"/>
              <a:buNone/>
            </a:pPr>
            <a:r>
              <a:rPr lang="en-US" sz="2500" b="1" i="0" u="none">
                <a:solidFill>
                  <a:srgbClr val="FFC854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ÉXITO</a:t>
            </a:r>
            <a:endParaRPr/>
          </a:p>
        </p:txBody>
      </p:sp>
      <p:sp>
        <p:nvSpPr>
          <p:cNvPr id="827" name="Google Shape;827;p33"/>
          <p:cNvSpPr txBox="1"/>
          <p:nvPr/>
        </p:nvSpPr>
        <p:spPr>
          <a:xfrm>
            <a:off x="1792287" y="4729162"/>
            <a:ext cx="954087" cy="544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500"/>
              <a:buFont typeface="Open Sans SemiBold"/>
              <a:buNone/>
            </a:pPr>
            <a:r>
              <a:rPr lang="en-US" sz="2500" b="1" i="0" u="none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</a:t>
            </a:r>
            <a:endParaRPr/>
          </a:p>
        </p:txBody>
      </p:sp>
      <p:sp>
        <p:nvSpPr>
          <p:cNvPr id="828" name="Google Shape;828;p33"/>
          <p:cNvSpPr/>
          <p:nvPr/>
        </p:nvSpPr>
        <p:spPr>
          <a:xfrm>
            <a:off x="682625" y="2505075"/>
            <a:ext cx="604837" cy="601662"/>
          </a:xfrm>
          <a:custGeom>
            <a:avLst/>
            <a:gdLst/>
            <a:ahLst/>
            <a:cxnLst/>
            <a:rect l="l" t="t" r="r" b="b"/>
            <a:pathLst>
              <a:path w="159" h="158" extrusionOk="0">
                <a:moveTo>
                  <a:pt x="87" y="158"/>
                </a:moveTo>
                <a:cubicBezTo>
                  <a:pt x="72" y="158"/>
                  <a:pt x="72" y="158"/>
                  <a:pt x="72" y="158"/>
                </a:cubicBezTo>
                <a:cubicBezTo>
                  <a:pt x="69" y="158"/>
                  <a:pt x="66" y="156"/>
                  <a:pt x="65" y="152"/>
                </a:cubicBezTo>
                <a:cubicBezTo>
                  <a:pt x="63" y="137"/>
                  <a:pt x="63" y="137"/>
                  <a:pt x="63" y="137"/>
                </a:cubicBezTo>
                <a:cubicBezTo>
                  <a:pt x="63" y="136"/>
                  <a:pt x="62" y="136"/>
                  <a:pt x="62" y="136"/>
                </a:cubicBezTo>
                <a:cubicBezTo>
                  <a:pt x="58" y="135"/>
                  <a:pt x="55" y="133"/>
                  <a:pt x="53" y="132"/>
                </a:cubicBezTo>
                <a:cubicBezTo>
                  <a:pt x="52" y="132"/>
                  <a:pt x="51" y="132"/>
                  <a:pt x="51" y="132"/>
                </a:cubicBezTo>
                <a:cubicBezTo>
                  <a:pt x="38" y="141"/>
                  <a:pt x="38" y="141"/>
                  <a:pt x="38" y="141"/>
                </a:cubicBezTo>
                <a:cubicBezTo>
                  <a:pt x="35" y="143"/>
                  <a:pt x="31" y="143"/>
                  <a:pt x="29" y="141"/>
                </a:cubicBezTo>
                <a:cubicBezTo>
                  <a:pt x="18" y="130"/>
                  <a:pt x="18" y="130"/>
                  <a:pt x="18" y="130"/>
                </a:cubicBezTo>
                <a:cubicBezTo>
                  <a:pt x="16" y="127"/>
                  <a:pt x="16" y="123"/>
                  <a:pt x="18" y="121"/>
                </a:cubicBezTo>
                <a:cubicBezTo>
                  <a:pt x="27" y="108"/>
                  <a:pt x="27" y="108"/>
                  <a:pt x="27" y="108"/>
                </a:cubicBezTo>
                <a:cubicBezTo>
                  <a:pt x="27" y="108"/>
                  <a:pt x="27" y="107"/>
                  <a:pt x="27" y="106"/>
                </a:cubicBezTo>
                <a:cubicBezTo>
                  <a:pt x="25" y="103"/>
                  <a:pt x="24" y="100"/>
                  <a:pt x="23" y="97"/>
                </a:cubicBezTo>
                <a:cubicBezTo>
                  <a:pt x="23" y="97"/>
                  <a:pt x="22" y="96"/>
                  <a:pt x="22" y="96"/>
                </a:cubicBezTo>
                <a:cubicBezTo>
                  <a:pt x="6" y="94"/>
                  <a:pt x="6" y="94"/>
                  <a:pt x="6" y="94"/>
                </a:cubicBezTo>
                <a:cubicBezTo>
                  <a:pt x="3" y="93"/>
                  <a:pt x="0" y="90"/>
                  <a:pt x="0" y="87"/>
                </a:cubicBezTo>
                <a:cubicBezTo>
                  <a:pt x="0" y="71"/>
                  <a:pt x="0" y="71"/>
                  <a:pt x="0" y="71"/>
                </a:cubicBezTo>
                <a:cubicBezTo>
                  <a:pt x="0" y="68"/>
                  <a:pt x="3" y="65"/>
                  <a:pt x="6" y="65"/>
                </a:cubicBezTo>
                <a:cubicBezTo>
                  <a:pt x="22" y="62"/>
                  <a:pt x="22" y="62"/>
                  <a:pt x="22" y="62"/>
                </a:cubicBezTo>
                <a:cubicBezTo>
                  <a:pt x="22" y="62"/>
                  <a:pt x="23" y="62"/>
                  <a:pt x="23" y="61"/>
                </a:cubicBezTo>
                <a:cubicBezTo>
                  <a:pt x="24" y="58"/>
                  <a:pt x="25" y="55"/>
                  <a:pt x="27" y="52"/>
                </a:cubicBezTo>
                <a:cubicBezTo>
                  <a:pt x="27" y="51"/>
                  <a:pt x="27" y="51"/>
                  <a:pt x="27" y="50"/>
                </a:cubicBezTo>
                <a:cubicBezTo>
                  <a:pt x="18" y="37"/>
                  <a:pt x="18" y="37"/>
                  <a:pt x="18" y="37"/>
                </a:cubicBezTo>
                <a:cubicBezTo>
                  <a:pt x="16" y="35"/>
                  <a:pt x="16" y="31"/>
                  <a:pt x="18" y="29"/>
                </a:cubicBezTo>
                <a:cubicBezTo>
                  <a:pt x="29" y="18"/>
                  <a:pt x="29" y="18"/>
                  <a:pt x="29" y="18"/>
                </a:cubicBezTo>
                <a:cubicBezTo>
                  <a:pt x="31" y="15"/>
                  <a:pt x="35" y="15"/>
                  <a:pt x="38" y="17"/>
                </a:cubicBezTo>
                <a:cubicBezTo>
                  <a:pt x="51" y="26"/>
                  <a:pt x="51" y="26"/>
                  <a:pt x="51" y="26"/>
                </a:cubicBezTo>
                <a:cubicBezTo>
                  <a:pt x="51" y="27"/>
                  <a:pt x="52" y="27"/>
                  <a:pt x="53" y="26"/>
                </a:cubicBezTo>
                <a:cubicBezTo>
                  <a:pt x="55" y="25"/>
                  <a:pt x="58" y="24"/>
                  <a:pt x="62" y="23"/>
                </a:cubicBezTo>
                <a:cubicBezTo>
                  <a:pt x="62" y="22"/>
                  <a:pt x="63" y="22"/>
                  <a:pt x="63" y="21"/>
                </a:cubicBezTo>
                <a:cubicBezTo>
                  <a:pt x="65" y="6"/>
                  <a:pt x="65" y="6"/>
                  <a:pt x="65" y="6"/>
                </a:cubicBezTo>
                <a:cubicBezTo>
                  <a:pt x="66" y="2"/>
                  <a:pt x="69" y="0"/>
                  <a:pt x="72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91" y="0"/>
                  <a:pt x="94" y="2"/>
                  <a:pt x="94" y="6"/>
                </a:cubicBezTo>
                <a:cubicBezTo>
                  <a:pt x="97" y="21"/>
                  <a:pt x="97" y="21"/>
                  <a:pt x="97" y="21"/>
                </a:cubicBezTo>
                <a:cubicBezTo>
                  <a:pt x="97" y="22"/>
                  <a:pt x="97" y="22"/>
                  <a:pt x="98" y="23"/>
                </a:cubicBezTo>
                <a:cubicBezTo>
                  <a:pt x="101" y="24"/>
                  <a:pt x="104" y="25"/>
                  <a:pt x="107" y="26"/>
                </a:cubicBezTo>
                <a:cubicBezTo>
                  <a:pt x="107" y="27"/>
                  <a:pt x="108" y="27"/>
                  <a:pt x="109" y="26"/>
                </a:cubicBezTo>
                <a:cubicBezTo>
                  <a:pt x="121" y="17"/>
                  <a:pt x="121" y="17"/>
                  <a:pt x="121" y="17"/>
                </a:cubicBezTo>
                <a:cubicBezTo>
                  <a:pt x="124" y="15"/>
                  <a:pt x="128" y="15"/>
                  <a:pt x="130" y="18"/>
                </a:cubicBezTo>
                <a:cubicBezTo>
                  <a:pt x="141" y="29"/>
                  <a:pt x="141" y="29"/>
                  <a:pt x="141" y="29"/>
                </a:cubicBezTo>
                <a:cubicBezTo>
                  <a:pt x="143" y="31"/>
                  <a:pt x="144" y="35"/>
                  <a:pt x="142" y="37"/>
                </a:cubicBezTo>
                <a:cubicBezTo>
                  <a:pt x="133" y="50"/>
                  <a:pt x="133" y="50"/>
                  <a:pt x="133" y="50"/>
                </a:cubicBezTo>
                <a:cubicBezTo>
                  <a:pt x="132" y="51"/>
                  <a:pt x="132" y="51"/>
                  <a:pt x="132" y="52"/>
                </a:cubicBezTo>
                <a:cubicBezTo>
                  <a:pt x="134" y="55"/>
                  <a:pt x="135" y="58"/>
                  <a:pt x="136" y="61"/>
                </a:cubicBezTo>
                <a:cubicBezTo>
                  <a:pt x="136" y="62"/>
                  <a:pt x="137" y="62"/>
                  <a:pt x="138" y="62"/>
                </a:cubicBezTo>
                <a:cubicBezTo>
                  <a:pt x="153" y="65"/>
                  <a:pt x="153" y="65"/>
                  <a:pt x="153" y="65"/>
                </a:cubicBezTo>
                <a:cubicBezTo>
                  <a:pt x="153" y="65"/>
                  <a:pt x="153" y="65"/>
                  <a:pt x="153" y="65"/>
                </a:cubicBezTo>
                <a:cubicBezTo>
                  <a:pt x="156" y="65"/>
                  <a:pt x="159" y="68"/>
                  <a:pt x="159" y="71"/>
                </a:cubicBezTo>
                <a:cubicBezTo>
                  <a:pt x="159" y="87"/>
                  <a:pt x="159" y="87"/>
                  <a:pt x="159" y="87"/>
                </a:cubicBezTo>
                <a:cubicBezTo>
                  <a:pt x="159" y="90"/>
                  <a:pt x="156" y="93"/>
                  <a:pt x="153" y="94"/>
                </a:cubicBezTo>
                <a:cubicBezTo>
                  <a:pt x="138" y="96"/>
                  <a:pt x="138" y="96"/>
                  <a:pt x="138" y="96"/>
                </a:cubicBezTo>
                <a:cubicBezTo>
                  <a:pt x="137" y="96"/>
                  <a:pt x="136" y="97"/>
                  <a:pt x="136" y="97"/>
                </a:cubicBezTo>
                <a:cubicBezTo>
                  <a:pt x="135" y="100"/>
                  <a:pt x="134" y="103"/>
                  <a:pt x="132" y="106"/>
                </a:cubicBezTo>
                <a:cubicBezTo>
                  <a:pt x="132" y="107"/>
                  <a:pt x="132" y="108"/>
                  <a:pt x="133" y="108"/>
                </a:cubicBezTo>
                <a:cubicBezTo>
                  <a:pt x="142" y="121"/>
                  <a:pt x="142" y="121"/>
                  <a:pt x="142" y="121"/>
                </a:cubicBezTo>
                <a:cubicBezTo>
                  <a:pt x="144" y="123"/>
                  <a:pt x="143" y="127"/>
                  <a:pt x="141" y="130"/>
                </a:cubicBezTo>
                <a:cubicBezTo>
                  <a:pt x="130" y="141"/>
                  <a:pt x="130" y="141"/>
                  <a:pt x="130" y="141"/>
                </a:cubicBezTo>
                <a:cubicBezTo>
                  <a:pt x="128" y="143"/>
                  <a:pt x="124" y="143"/>
                  <a:pt x="121" y="141"/>
                </a:cubicBezTo>
                <a:cubicBezTo>
                  <a:pt x="109" y="132"/>
                  <a:pt x="109" y="132"/>
                  <a:pt x="109" y="132"/>
                </a:cubicBezTo>
                <a:cubicBezTo>
                  <a:pt x="108" y="132"/>
                  <a:pt x="107" y="132"/>
                  <a:pt x="107" y="132"/>
                </a:cubicBezTo>
                <a:cubicBezTo>
                  <a:pt x="104" y="133"/>
                  <a:pt x="101" y="135"/>
                  <a:pt x="98" y="136"/>
                </a:cubicBezTo>
                <a:cubicBezTo>
                  <a:pt x="97" y="136"/>
                  <a:pt x="97" y="136"/>
                  <a:pt x="97" y="137"/>
                </a:cubicBezTo>
                <a:cubicBezTo>
                  <a:pt x="94" y="152"/>
                  <a:pt x="94" y="152"/>
                  <a:pt x="94" y="152"/>
                </a:cubicBezTo>
                <a:cubicBezTo>
                  <a:pt x="94" y="156"/>
                  <a:pt x="91" y="158"/>
                  <a:pt x="87" y="158"/>
                </a:cubicBezTo>
                <a:close/>
                <a:moveTo>
                  <a:pt x="72" y="151"/>
                </a:moveTo>
                <a:cubicBezTo>
                  <a:pt x="87" y="151"/>
                  <a:pt x="87" y="151"/>
                  <a:pt x="87" y="151"/>
                </a:cubicBezTo>
                <a:cubicBezTo>
                  <a:pt x="89" y="136"/>
                  <a:pt x="89" y="136"/>
                  <a:pt x="89" y="136"/>
                </a:cubicBezTo>
                <a:cubicBezTo>
                  <a:pt x="90" y="133"/>
                  <a:pt x="92" y="130"/>
                  <a:pt x="96" y="129"/>
                </a:cubicBezTo>
                <a:cubicBezTo>
                  <a:pt x="98" y="128"/>
                  <a:pt x="101" y="127"/>
                  <a:pt x="103" y="125"/>
                </a:cubicBezTo>
                <a:cubicBezTo>
                  <a:pt x="107" y="124"/>
                  <a:pt x="110" y="124"/>
                  <a:pt x="113" y="126"/>
                </a:cubicBezTo>
                <a:cubicBezTo>
                  <a:pt x="125" y="135"/>
                  <a:pt x="125" y="135"/>
                  <a:pt x="125" y="135"/>
                </a:cubicBezTo>
                <a:cubicBezTo>
                  <a:pt x="136" y="125"/>
                  <a:pt x="136" y="125"/>
                  <a:pt x="136" y="125"/>
                </a:cubicBezTo>
                <a:cubicBezTo>
                  <a:pt x="127" y="112"/>
                  <a:pt x="127" y="112"/>
                  <a:pt x="127" y="112"/>
                </a:cubicBezTo>
                <a:cubicBezTo>
                  <a:pt x="125" y="110"/>
                  <a:pt x="124" y="106"/>
                  <a:pt x="126" y="103"/>
                </a:cubicBezTo>
                <a:cubicBezTo>
                  <a:pt x="127" y="100"/>
                  <a:pt x="128" y="98"/>
                  <a:pt x="129" y="95"/>
                </a:cubicBezTo>
                <a:cubicBezTo>
                  <a:pt x="130" y="92"/>
                  <a:pt x="133" y="89"/>
                  <a:pt x="136" y="89"/>
                </a:cubicBezTo>
                <a:cubicBezTo>
                  <a:pt x="152" y="86"/>
                  <a:pt x="152" y="86"/>
                  <a:pt x="152" y="86"/>
                </a:cubicBezTo>
                <a:cubicBezTo>
                  <a:pt x="152" y="72"/>
                  <a:pt x="152" y="72"/>
                  <a:pt x="152" y="72"/>
                </a:cubicBezTo>
                <a:cubicBezTo>
                  <a:pt x="136" y="69"/>
                  <a:pt x="136" y="69"/>
                  <a:pt x="136" y="69"/>
                </a:cubicBezTo>
                <a:cubicBezTo>
                  <a:pt x="133" y="69"/>
                  <a:pt x="130" y="66"/>
                  <a:pt x="129" y="63"/>
                </a:cubicBezTo>
                <a:cubicBezTo>
                  <a:pt x="128" y="60"/>
                  <a:pt x="127" y="58"/>
                  <a:pt x="126" y="55"/>
                </a:cubicBezTo>
                <a:cubicBezTo>
                  <a:pt x="124" y="52"/>
                  <a:pt x="125" y="49"/>
                  <a:pt x="127" y="46"/>
                </a:cubicBezTo>
                <a:cubicBezTo>
                  <a:pt x="136" y="33"/>
                  <a:pt x="136" y="33"/>
                  <a:pt x="136" y="33"/>
                </a:cubicBezTo>
                <a:cubicBezTo>
                  <a:pt x="125" y="23"/>
                  <a:pt x="125" y="23"/>
                  <a:pt x="125" y="23"/>
                </a:cubicBezTo>
                <a:cubicBezTo>
                  <a:pt x="113" y="32"/>
                  <a:pt x="113" y="32"/>
                  <a:pt x="113" y="32"/>
                </a:cubicBezTo>
                <a:cubicBezTo>
                  <a:pt x="110" y="34"/>
                  <a:pt x="107" y="34"/>
                  <a:pt x="103" y="33"/>
                </a:cubicBezTo>
                <a:cubicBezTo>
                  <a:pt x="101" y="31"/>
                  <a:pt x="98" y="30"/>
                  <a:pt x="96" y="29"/>
                </a:cubicBezTo>
                <a:cubicBezTo>
                  <a:pt x="92" y="28"/>
                  <a:pt x="90" y="26"/>
                  <a:pt x="89" y="22"/>
                </a:cubicBezTo>
                <a:cubicBezTo>
                  <a:pt x="87" y="7"/>
                  <a:pt x="87" y="7"/>
                  <a:pt x="87" y="7"/>
                </a:cubicBezTo>
                <a:cubicBezTo>
                  <a:pt x="72" y="7"/>
                  <a:pt x="72" y="7"/>
                  <a:pt x="72" y="7"/>
                </a:cubicBezTo>
                <a:cubicBezTo>
                  <a:pt x="70" y="22"/>
                  <a:pt x="70" y="22"/>
                  <a:pt x="70" y="22"/>
                </a:cubicBezTo>
                <a:cubicBezTo>
                  <a:pt x="69" y="26"/>
                  <a:pt x="67" y="28"/>
                  <a:pt x="64" y="29"/>
                </a:cubicBezTo>
                <a:cubicBezTo>
                  <a:pt x="61" y="30"/>
                  <a:pt x="58" y="31"/>
                  <a:pt x="56" y="33"/>
                </a:cubicBezTo>
                <a:cubicBezTo>
                  <a:pt x="53" y="34"/>
                  <a:pt x="49" y="34"/>
                  <a:pt x="46" y="32"/>
                </a:cubicBezTo>
                <a:cubicBezTo>
                  <a:pt x="34" y="23"/>
                  <a:pt x="34" y="23"/>
                  <a:pt x="34" y="23"/>
                </a:cubicBezTo>
                <a:cubicBezTo>
                  <a:pt x="24" y="33"/>
                  <a:pt x="24" y="33"/>
                  <a:pt x="24" y="33"/>
                </a:cubicBezTo>
                <a:cubicBezTo>
                  <a:pt x="33" y="46"/>
                  <a:pt x="33" y="46"/>
                  <a:pt x="33" y="46"/>
                </a:cubicBezTo>
                <a:cubicBezTo>
                  <a:pt x="35" y="49"/>
                  <a:pt x="35" y="52"/>
                  <a:pt x="33" y="55"/>
                </a:cubicBezTo>
                <a:cubicBezTo>
                  <a:pt x="32" y="58"/>
                  <a:pt x="31" y="60"/>
                  <a:pt x="30" y="63"/>
                </a:cubicBezTo>
                <a:cubicBezTo>
                  <a:pt x="29" y="66"/>
                  <a:pt x="26" y="69"/>
                  <a:pt x="23" y="69"/>
                </a:cubicBezTo>
                <a:cubicBezTo>
                  <a:pt x="8" y="72"/>
                  <a:pt x="8" y="72"/>
                  <a:pt x="8" y="72"/>
                </a:cubicBezTo>
                <a:cubicBezTo>
                  <a:pt x="8" y="86"/>
                  <a:pt x="8" y="86"/>
                  <a:pt x="8" y="86"/>
                </a:cubicBezTo>
                <a:cubicBezTo>
                  <a:pt x="23" y="89"/>
                  <a:pt x="23" y="89"/>
                  <a:pt x="23" y="89"/>
                </a:cubicBezTo>
                <a:cubicBezTo>
                  <a:pt x="26" y="89"/>
                  <a:pt x="29" y="92"/>
                  <a:pt x="30" y="95"/>
                </a:cubicBezTo>
                <a:cubicBezTo>
                  <a:pt x="31" y="98"/>
                  <a:pt x="32" y="100"/>
                  <a:pt x="33" y="103"/>
                </a:cubicBezTo>
                <a:cubicBezTo>
                  <a:pt x="35" y="106"/>
                  <a:pt x="35" y="110"/>
                  <a:pt x="33" y="112"/>
                </a:cubicBezTo>
                <a:cubicBezTo>
                  <a:pt x="24" y="125"/>
                  <a:pt x="24" y="125"/>
                  <a:pt x="24" y="125"/>
                </a:cubicBezTo>
                <a:cubicBezTo>
                  <a:pt x="34" y="135"/>
                  <a:pt x="34" y="135"/>
                  <a:pt x="34" y="135"/>
                </a:cubicBezTo>
                <a:cubicBezTo>
                  <a:pt x="46" y="126"/>
                  <a:pt x="46" y="126"/>
                  <a:pt x="46" y="126"/>
                </a:cubicBezTo>
                <a:cubicBezTo>
                  <a:pt x="49" y="124"/>
                  <a:pt x="53" y="124"/>
                  <a:pt x="56" y="125"/>
                </a:cubicBezTo>
                <a:cubicBezTo>
                  <a:pt x="58" y="127"/>
                  <a:pt x="61" y="128"/>
                  <a:pt x="64" y="129"/>
                </a:cubicBezTo>
                <a:cubicBezTo>
                  <a:pt x="67" y="130"/>
                  <a:pt x="69" y="133"/>
                  <a:pt x="70" y="136"/>
                </a:cubicBezTo>
                <a:lnTo>
                  <a:pt x="72" y="151"/>
                </a:lnTo>
                <a:close/>
                <a:moveTo>
                  <a:pt x="23" y="125"/>
                </a:moveTo>
                <a:cubicBezTo>
                  <a:pt x="23" y="125"/>
                  <a:pt x="23" y="125"/>
                  <a:pt x="23" y="125"/>
                </a:cubicBezTo>
                <a:close/>
                <a:moveTo>
                  <a:pt x="136" y="124"/>
                </a:moveTo>
                <a:cubicBezTo>
                  <a:pt x="136" y="124"/>
                  <a:pt x="136" y="124"/>
                  <a:pt x="136" y="125"/>
                </a:cubicBezTo>
                <a:lnTo>
                  <a:pt x="136" y="124"/>
                </a:lnTo>
                <a:close/>
                <a:moveTo>
                  <a:pt x="152" y="87"/>
                </a:moveTo>
                <a:cubicBezTo>
                  <a:pt x="152" y="87"/>
                  <a:pt x="152" y="87"/>
                  <a:pt x="152" y="87"/>
                </a:cubicBezTo>
                <a:close/>
                <a:moveTo>
                  <a:pt x="8" y="87"/>
                </a:moveTo>
                <a:cubicBezTo>
                  <a:pt x="8" y="87"/>
                  <a:pt x="8" y="87"/>
                  <a:pt x="8" y="87"/>
                </a:cubicBezTo>
                <a:close/>
                <a:moveTo>
                  <a:pt x="152" y="86"/>
                </a:moveTo>
                <a:cubicBezTo>
                  <a:pt x="152" y="86"/>
                  <a:pt x="152" y="86"/>
                  <a:pt x="152" y="86"/>
                </a:cubicBezTo>
                <a:close/>
                <a:moveTo>
                  <a:pt x="7" y="86"/>
                </a:moveTo>
                <a:cubicBezTo>
                  <a:pt x="7" y="86"/>
                  <a:pt x="7" y="86"/>
                  <a:pt x="7" y="86"/>
                </a:cubicBezTo>
                <a:cubicBezTo>
                  <a:pt x="7" y="86"/>
                  <a:pt x="7" y="86"/>
                  <a:pt x="7" y="86"/>
                </a:cubicBezTo>
                <a:close/>
                <a:moveTo>
                  <a:pt x="126" y="23"/>
                </a:moveTo>
                <a:cubicBezTo>
                  <a:pt x="126" y="23"/>
                  <a:pt x="126" y="23"/>
                  <a:pt x="126" y="23"/>
                </a:cubicBezTo>
                <a:cubicBezTo>
                  <a:pt x="126" y="23"/>
                  <a:pt x="126" y="23"/>
                  <a:pt x="126" y="23"/>
                </a:cubicBezTo>
                <a:close/>
                <a:moveTo>
                  <a:pt x="125" y="23"/>
                </a:moveTo>
                <a:cubicBezTo>
                  <a:pt x="125" y="23"/>
                  <a:pt x="125" y="23"/>
                  <a:pt x="125" y="23"/>
                </a:cubicBezTo>
                <a:close/>
                <a:moveTo>
                  <a:pt x="80" y="111"/>
                </a:moveTo>
                <a:cubicBezTo>
                  <a:pt x="71" y="111"/>
                  <a:pt x="63" y="107"/>
                  <a:pt x="57" y="101"/>
                </a:cubicBezTo>
                <a:cubicBezTo>
                  <a:pt x="50" y="94"/>
                  <a:pt x="47" y="83"/>
                  <a:pt x="49" y="72"/>
                </a:cubicBezTo>
                <a:cubicBezTo>
                  <a:pt x="52" y="60"/>
                  <a:pt x="61" y="51"/>
                  <a:pt x="73" y="48"/>
                </a:cubicBezTo>
                <a:cubicBezTo>
                  <a:pt x="83" y="46"/>
                  <a:pt x="94" y="49"/>
                  <a:pt x="102" y="57"/>
                </a:cubicBezTo>
                <a:cubicBezTo>
                  <a:pt x="110" y="64"/>
                  <a:pt x="113" y="75"/>
                  <a:pt x="110" y="86"/>
                </a:cubicBezTo>
                <a:cubicBezTo>
                  <a:pt x="108" y="98"/>
                  <a:pt x="99" y="107"/>
                  <a:pt x="87" y="110"/>
                </a:cubicBezTo>
                <a:cubicBezTo>
                  <a:pt x="85" y="110"/>
                  <a:pt x="82" y="111"/>
                  <a:pt x="80" y="111"/>
                </a:cubicBezTo>
                <a:close/>
                <a:moveTo>
                  <a:pt x="80" y="55"/>
                </a:moveTo>
                <a:cubicBezTo>
                  <a:pt x="78" y="55"/>
                  <a:pt x="76" y="55"/>
                  <a:pt x="74" y="55"/>
                </a:cubicBezTo>
                <a:cubicBezTo>
                  <a:pt x="65" y="57"/>
                  <a:pt x="58" y="65"/>
                  <a:pt x="56" y="73"/>
                </a:cubicBezTo>
                <a:cubicBezTo>
                  <a:pt x="54" y="82"/>
                  <a:pt x="57" y="90"/>
                  <a:pt x="63" y="96"/>
                </a:cubicBezTo>
                <a:cubicBezTo>
                  <a:pt x="68" y="102"/>
                  <a:pt x="77" y="105"/>
                  <a:pt x="85" y="103"/>
                </a:cubicBezTo>
                <a:cubicBezTo>
                  <a:pt x="85" y="103"/>
                  <a:pt x="85" y="103"/>
                  <a:pt x="85" y="103"/>
                </a:cubicBezTo>
                <a:cubicBezTo>
                  <a:pt x="94" y="101"/>
                  <a:pt x="101" y="93"/>
                  <a:pt x="103" y="85"/>
                </a:cubicBezTo>
                <a:cubicBezTo>
                  <a:pt x="105" y="76"/>
                  <a:pt x="103" y="68"/>
                  <a:pt x="97" y="62"/>
                </a:cubicBezTo>
                <a:cubicBezTo>
                  <a:pt x="92" y="57"/>
                  <a:pt x="86" y="55"/>
                  <a:pt x="80" y="5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33"/>
          <p:cNvSpPr/>
          <p:nvPr/>
        </p:nvSpPr>
        <p:spPr>
          <a:xfrm>
            <a:off x="10798175" y="2519362"/>
            <a:ext cx="898525" cy="454025"/>
          </a:xfrm>
          <a:custGeom>
            <a:avLst/>
            <a:gdLst/>
            <a:ahLst/>
            <a:cxnLst/>
            <a:rect l="l" t="t" r="r" b="b"/>
            <a:pathLst>
              <a:path w="236" h="119" extrusionOk="0">
                <a:moveTo>
                  <a:pt x="121" y="119"/>
                </a:moveTo>
                <a:cubicBezTo>
                  <a:pt x="107" y="119"/>
                  <a:pt x="96" y="118"/>
                  <a:pt x="84" y="116"/>
                </a:cubicBezTo>
                <a:cubicBezTo>
                  <a:pt x="81" y="115"/>
                  <a:pt x="77" y="114"/>
                  <a:pt x="74" y="112"/>
                </a:cubicBezTo>
                <a:cubicBezTo>
                  <a:pt x="67" y="109"/>
                  <a:pt x="65" y="105"/>
                  <a:pt x="65" y="102"/>
                </a:cubicBezTo>
                <a:cubicBezTo>
                  <a:pt x="64" y="97"/>
                  <a:pt x="66" y="93"/>
                  <a:pt x="69" y="90"/>
                </a:cubicBezTo>
                <a:cubicBezTo>
                  <a:pt x="74" y="85"/>
                  <a:pt x="81" y="80"/>
                  <a:pt x="90" y="76"/>
                </a:cubicBezTo>
                <a:cubicBezTo>
                  <a:pt x="93" y="75"/>
                  <a:pt x="95" y="74"/>
                  <a:pt x="98" y="73"/>
                </a:cubicBezTo>
                <a:cubicBezTo>
                  <a:pt x="100" y="72"/>
                  <a:pt x="100" y="72"/>
                  <a:pt x="100" y="72"/>
                </a:cubicBezTo>
                <a:cubicBezTo>
                  <a:pt x="102" y="71"/>
                  <a:pt x="104" y="70"/>
                  <a:pt x="104" y="68"/>
                </a:cubicBezTo>
                <a:cubicBezTo>
                  <a:pt x="104" y="66"/>
                  <a:pt x="104" y="65"/>
                  <a:pt x="102" y="64"/>
                </a:cubicBezTo>
                <a:cubicBezTo>
                  <a:pt x="93" y="54"/>
                  <a:pt x="88" y="42"/>
                  <a:pt x="89" y="28"/>
                </a:cubicBezTo>
                <a:cubicBezTo>
                  <a:pt x="90" y="14"/>
                  <a:pt x="97" y="5"/>
                  <a:pt x="112" y="1"/>
                </a:cubicBezTo>
                <a:cubicBezTo>
                  <a:pt x="115" y="0"/>
                  <a:pt x="118" y="0"/>
                  <a:pt x="121" y="0"/>
                </a:cubicBezTo>
                <a:cubicBezTo>
                  <a:pt x="124" y="0"/>
                  <a:pt x="127" y="0"/>
                  <a:pt x="129" y="1"/>
                </a:cubicBezTo>
                <a:cubicBezTo>
                  <a:pt x="144" y="5"/>
                  <a:pt x="152" y="14"/>
                  <a:pt x="153" y="28"/>
                </a:cubicBezTo>
                <a:cubicBezTo>
                  <a:pt x="153" y="42"/>
                  <a:pt x="149" y="54"/>
                  <a:pt x="139" y="64"/>
                </a:cubicBezTo>
                <a:cubicBezTo>
                  <a:pt x="138" y="65"/>
                  <a:pt x="137" y="66"/>
                  <a:pt x="138" y="68"/>
                </a:cubicBezTo>
                <a:cubicBezTo>
                  <a:pt x="138" y="70"/>
                  <a:pt x="139" y="71"/>
                  <a:pt x="141" y="72"/>
                </a:cubicBezTo>
                <a:cubicBezTo>
                  <a:pt x="143" y="73"/>
                  <a:pt x="143" y="73"/>
                  <a:pt x="143" y="73"/>
                </a:cubicBezTo>
                <a:cubicBezTo>
                  <a:pt x="146" y="74"/>
                  <a:pt x="149" y="75"/>
                  <a:pt x="152" y="76"/>
                </a:cubicBezTo>
                <a:cubicBezTo>
                  <a:pt x="161" y="80"/>
                  <a:pt x="167" y="84"/>
                  <a:pt x="173" y="90"/>
                </a:cubicBezTo>
                <a:cubicBezTo>
                  <a:pt x="175" y="93"/>
                  <a:pt x="177" y="97"/>
                  <a:pt x="176" y="102"/>
                </a:cubicBezTo>
                <a:cubicBezTo>
                  <a:pt x="175" y="106"/>
                  <a:pt x="172" y="110"/>
                  <a:pt x="168" y="112"/>
                </a:cubicBezTo>
                <a:cubicBezTo>
                  <a:pt x="168" y="112"/>
                  <a:pt x="168" y="112"/>
                  <a:pt x="168" y="112"/>
                </a:cubicBezTo>
                <a:cubicBezTo>
                  <a:pt x="164" y="114"/>
                  <a:pt x="161" y="115"/>
                  <a:pt x="157" y="116"/>
                </a:cubicBezTo>
                <a:cubicBezTo>
                  <a:pt x="146" y="118"/>
                  <a:pt x="135" y="119"/>
                  <a:pt x="121" y="119"/>
                </a:cubicBezTo>
                <a:close/>
                <a:moveTo>
                  <a:pt x="121" y="6"/>
                </a:moveTo>
                <a:cubicBezTo>
                  <a:pt x="118" y="6"/>
                  <a:pt x="116" y="7"/>
                  <a:pt x="114" y="7"/>
                </a:cubicBezTo>
                <a:cubicBezTo>
                  <a:pt x="102" y="10"/>
                  <a:pt x="96" y="17"/>
                  <a:pt x="96" y="28"/>
                </a:cubicBezTo>
                <a:cubicBezTo>
                  <a:pt x="95" y="41"/>
                  <a:pt x="99" y="51"/>
                  <a:pt x="107" y="59"/>
                </a:cubicBezTo>
                <a:cubicBezTo>
                  <a:pt x="110" y="62"/>
                  <a:pt x="111" y="66"/>
                  <a:pt x="110" y="69"/>
                </a:cubicBezTo>
                <a:cubicBezTo>
                  <a:pt x="110" y="73"/>
                  <a:pt x="107" y="76"/>
                  <a:pt x="103" y="78"/>
                </a:cubicBezTo>
                <a:cubicBezTo>
                  <a:pt x="101" y="79"/>
                  <a:pt x="101" y="79"/>
                  <a:pt x="101" y="79"/>
                </a:cubicBezTo>
                <a:cubicBezTo>
                  <a:pt x="98" y="80"/>
                  <a:pt x="95" y="81"/>
                  <a:pt x="93" y="82"/>
                </a:cubicBezTo>
                <a:cubicBezTo>
                  <a:pt x="84" y="86"/>
                  <a:pt x="78" y="90"/>
                  <a:pt x="74" y="94"/>
                </a:cubicBezTo>
                <a:cubicBezTo>
                  <a:pt x="72" y="96"/>
                  <a:pt x="71" y="98"/>
                  <a:pt x="71" y="100"/>
                </a:cubicBezTo>
                <a:cubicBezTo>
                  <a:pt x="72" y="103"/>
                  <a:pt x="74" y="105"/>
                  <a:pt x="77" y="106"/>
                </a:cubicBezTo>
                <a:cubicBezTo>
                  <a:pt x="80" y="108"/>
                  <a:pt x="83" y="109"/>
                  <a:pt x="86" y="109"/>
                </a:cubicBezTo>
                <a:cubicBezTo>
                  <a:pt x="97" y="112"/>
                  <a:pt x="108" y="112"/>
                  <a:pt x="121" y="113"/>
                </a:cubicBezTo>
                <a:cubicBezTo>
                  <a:pt x="134" y="112"/>
                  <a:pt x="145" y="112"/>
                  <a:pt x="156" y="109"/>
                </a:cubicBezTo>
                <a:cubicBezTo>
                  <a:pt x="159" y="109"/>
                  <a:pt x="162" y="108"/>
                  <a:pt x="165" y="106"/>
                </a:cubicBezTo>
                <a:cubicBezTo>
                  <a:pt x="168" y="105"/>
                  <a:pt x="169" y="103"/>
                  <a:pt x="170" y="101"/>
                </a:cubicBezTo>
                <a:cubicBezTo>
                  <a:pt x="170" y="98"/>
                  <a:pt x="169" y="96"/>
                  <a:pt x="168" y="94"/>
                </a:cubicBezTo>
                <a:cubicBezTo>
                  <a:pt x="163" y="90"/>
                  <a:pt x="157" y="86"/>
                  <a:pt x="149" y="82"/>
                </a:cubicBezTo>
                <a:cubicBezTo>
                  <a:pt x="146" y="81"/>
                  <a:pt x="144" y="80"/>
                  <a:pt x="141" y="79"/>
                </a:cubicBezTo>
                <a:cubicBezTo>
                  <a:pt x="139" y="78"/>
                  <a:pt x="139" y="78"/>
                  <a:pt x="139" y="78"/>
                </a:cubicBezTo>
                <a:cubicBezTo>
                  <a:pt x="135" y="76"/>
                  <a:pt x="132" y="73"/>
                  <a:pt x="131" y="69"/>
                </a:cubicBezTo>
                <a:cubicBezTo>
                  <a:pt x="130" y="66"/>
                  <a:pt x="132" y="62"/>
                  <a:pt x="135" y="59"/>
                </a:cubicBezTo>
                <a:cubicBezTo>
                  <a:pt x="143" y="51"/>
                  <a:pt x="147" y="41"/>
                  <a:pt x="146" y="28"/>
                </a:cubicBezTo>
                <a:cubicBezTo>
                  <a:pt x="146" y="17"/>
                  <a:pt x="140" y="10"/>
                  <a:pt x="128" y="7"/>
                </a:cubicBezTo>
                <a:cubicBezTo>
                  <a:pt x="125" y="7"/>
                  <a:pt x="123" y="6"/>
                  <a:pt x="121" y="6"/>
                </a:cubicBezTo>
                <a:close/>
                <a:moveTo>
                  <a:pt x="166" y="109"/>
                </a:moveTo>
                <a:cubicBezTo>
                  <a:pt x="166" y="109"/>
                  <a:pt x="166" y="109"/>
                  <a:pt x="166" y="109"/>
                </a:cubicBezTo>
                <a:close/>
                <a:moveTo>
                  <a:pt x="196" y="119"/>
                </a:moveTo>
                <a:cubicBezTo>
                  <a:pt x="194" y="119"/>
                  <a:pt x="194" y="119"/>
                  <a:pt x="194" y="119"/>
                </a:cubicBezTo>
                <a:cubicBezTo>
                  <a:pt x="188" y="119"/>
                  <a:pt x="186" y="119"/>
                  <a:pt x="179" y="118"/>
                </a:cubicBezTo>
                <a:cubicBezTo>
                  <a:pt x="177" y="118"/>
                  <a:pt x="176" y="116"/>
                  <a:pt x="176" y="115"/>
                </a:cubicBezTo>
                <a:cubicBezTo>
                  <a:pt x="176" y="113"/>
                  <a:pt x="178" y="111"/>
                  <a:pt x="180" y="112"/>
                </a:cubicBezTo>
                <a:cubicBezTo>
                  <a:pt x="186" y="112"/>
                  <a:pt x="188" y="112"/>
                  <a:pt x="194" y="113"/>
                </a:cubicBezTo>
                <a:cubicBezTo>
                  <a:pt x="196" y="113"/>
                  <a:pt x="196" y="113"/>
                  <a:pt x="196" y="113"/>
                </a:cubicBezTo>
                <a:cubicBezTo>
                  <a:pt x="205" y="112"/>
                  <a:pt x="213" y="112"/>
                  <a:pt x="220" y="110"/>
                </a:cubicBezTo>
                <a:cubicBezTo>
                  <a:pt x="223" y="110"/>
                  <a:pt x="225" y="109"/>
                  <a:pt x="226" y="108"/>
                </a:cubicBezTo>
                <a:cubicBezTo>
                  <a:pt x="228" y="108"/>
                  <a:pt x="229" y="106"/>
                  <a:pt x="229" y="105"/>
                </a:cubicBezTo>
                <a:cubicBezTo>
                  <a:pt x="230" y="104"/>
                  <a:pt x="229" y="102"/>
                  <a:pt x="228" y="102"/>
                </a:cubicBezTo>
                <a:cubicBezTo>
                  <a:pt x="225" y="98"/>
                  <a:pt x="221" y="96"/>
                  <a:pt x="215" y="93"/>
                </a:cubicBezTo>
                <a:cubicBezTo>
                  <a:pt x="214" y="92"/>
                  <a:pt x="212" y="92"/>
                  <a:pt x="210" y="91"/>
                </a:cubicBezTo>
                <a:cubicBezTo>
                  <a:pt x="209" y="90"/>
                  <a:pt x="209" y="90"/>
                  <a:pt x="209" y="90"/>
                </a:cubicBezTo>
                <a:cubicBezTo>
                  <a:pt x="205" y="89"/>
                  <a:pt x="203" y="87"/>
                  <a:pt x="202" y="84"/>
                </a:cubicBezTo>
                <a:cubicBezTo>
                  <a:pt x="202" y="81"/>
                  <a:pt x="203" y="78"/>
                  <a:pt x="205" y="76"/>
                </a:cubicBezTo>
                <a:cubicBezTo>
                  <a:pt x="211" y="70"/>
                  <a:pt x="213" y="63"/>
                  <a:pt x="213" y="55"/>
                </a:cubicBezTo>
                <a:cubicBezTo>
                  <a:pt x="213" y="47"/>
                  <a:pt x="209" y="43"/>
                  <a:pt x="201" y="41"/>
                </a:cubicBezTo>
                <a:cubicBezTo>
                  <a:pt x="199" y="41"/>
                  <a:pt x="198" y="41"/>
                  <a:pt x="196" y="41"/>
                </a:cubicBezTo>
                <a:cubicBezTo>
                  <a:pt x="195" y="41"/>
                  <a:pt x="193" y="41"/>
                  <a:pt x="192" y="41"/>
                </a:cubicBezTo>
                <a:cubicBezTo>
                  <a:pt x="184" y="43"/>
                  <a:pt x="180" y="47"/>
                  <a:pt x="180" y="55"/>
                </a:cubicBezTo>
                <a:cubicBezTo>
                  <a:pt x="179" y="63"/>
                  <a:pt x="182" y="70"/>
                  <a:pt x="187" y="76"/>
                </a:cubicBezTo>
                <a:cubicBezTo>
                  <a:pt x="190" y="78"/>
                  <a:pt x="191" y="81"/>
                  <a:pt x="190" y="84"/>
                </a:cubicBezTo>
                <a:cubicBezTo>
                  <a:pt x="190" y="87"/>
                  <a:pt x="188" y="89"/>
                  <a:pt x="185" y="90"/>
                </a:cubicBezTo>
                <a:cubicBezTo>
                  <a:pt x="185" y="90"/>
                  <a:pt x="185" y="90"/>
                  <a:pt x="185" y="90"/>
                </a:cubicBezTo>
                <a:cubicBezTo>
                  <a:pt x="183" y="91"/>
                  <a:pt x="181" y="90"/>
                  <a:pt x="180" y="88"/>
                </a:cubicBezTo>
                <a:cubicBezTo>
                  <a:pt x="180" y="86"/>
                  <a:pt x="181" y="85"/>
                  <a:pt x="182" y="84"/>
                </a:cubicBezTo>
                <a:cubicBezTo>
                  <a:pt x="183" y="84"/>
                  <a:pt x="183" y="84"/>
                  <a:pt x="183" y="84"/>
                </a:cubicBezTo>
                <a:cubicBezTo>
                  <a:pt x="183" y="83"/>
                  <a:pt x="184" y="83"/>
                  <a:pt x="184" y="83"/>
                </a:cubicBezTo>
                <a:cubicBezTo>
                  <a:pt x="184" y="82"/>
                  <a:pt x="184" y="81"/>
                  <a:pt x="183" y="80"/>
                </a:cubicBezTo>
                <a:cubicBezTo>
                  <a:pt x="176" y="73"/>
                  <a:pt x="173" y="65"/>
                  <a:pt x="173" y="54"/>
                </a:cubicBezTo>
                <a:cubicBezTo>
                  <a:pt x="173" y="47"/>
                  <a:pt x="177" y="38"/>
                  <a:pt x="190" y="35"/>
                </a:cubicBezTo>
                <a:cubicBezTo>
                  <a:pt x="192" y="35"/>
                  <a:pt x="194" y="34"/>
                  <a:pt x="196" y="34"/>
                </a:cubicBezTo>
                <a:cubicBezTo>
                  <a:pt x="198" y="34"/>
                  <a:pt x="200" y="35"/>
                  <a:pt x="202" y="35"/>
                </a:cubicBezTo>
                <a:cubicBezTo>
                  <a:pt x="216" y="38"/>
                  <a:pt x="219" y="47"/>
                  <a:pt x="219" y="54"/>
                </a:cubicBezTo>
                <a:cubicBezTo>
                  <a:pt x="220" y="65"/>
                  <a:pt x="216" y="74"/>
                  <a:pt x="210" y="80"/>
                </a:cubicBezTo>
                <a:cubicBezTo>
                  <a:pt x="209" y="81"/>
                  <a:pt x="209" y="81"/>
                  <a:pt x="209" y="82"/>
                </a:cubicBezTo>
                <a:cubicBezTo>
                  <a:pt x="209" y="83"/>
                  <a:pt x="210" y="84"/>
                  <a:pt x="211" y="84"/>
                </a:cubicBezTo>
                <a:cubicBezTo>
                  <a:pt x="212" y="85"/>
                  <a:pt x="212" y="85"/>
                  <a:pt x="212" y="85"/>
                </a:cubicBezTo>
                <a:cubicBezTo>
                  <a:pt x="214" y="86"/>
                  <a:pt x="216" y="86"/>
                  <a:pt x="218" y="87"/>
                </a:cubicBezTo>
                <a:cubicBezTo>
                  <a:pt x="225" y="90"/>
                  <a:pt x="229" y="93"/>
                  <a:pt x="233" y="97"/>
                </a:cubicBezTo>
                <a:cubicBezTo>
                  <a:pt x="235" y="99"/>
                  <a:pt x="236" y="103"/>
                  <a:pt x="236" y="106"/>
                </a:cubicBezTo>
                <a:cubicBezTo>
                  <a:pt x="235" y="110"/>
                  <a:pt x="233" y="113"/>
                  <a:pt x="229" y="114"/>
                </a:cubicBezTo>
                <a:cubicBezTo>
                  <a:pt x="227" y="115"/>
                  <a:pt x="224" y="116"/>
                  <a:pt x="222" y="117"/>
                </a:cubicBezTo>
                <a:cubicBezTo>
                  <a:pt x="214" y="119"/>
                  <a:pt x="206" y="119"/>
                  <a:pt x="196" y="119"/>
                </a:cubicBezTo>
                <a:close/>
                <a:moveTo>
                  <a:pt x="45" y="119"/>
                </a:moveTo>
                <a:cubicBezTo>
                  <a:pt x="34" y="119"/>
                  <a:pt x="25" y="119"/>
                  <a:pt x="17" y="117"/>
                </a:cubicBezTo>
                <a:cubicBezTo>
                  <a:pt x="14" y="116"/>
                  <a:pt x="11" y="115"/>
                  <a:pt x="9" y="114"/>
                </a:cubicBezTo>
                <a:cubicBezTo>
                  <a:pt x="4" y="112"/>
                  <a:pt x="2" y="109"/>
                  <a:pt x="1" y="105"/>
                </a:cubicBezTo>
                <a:cubicBezTo>
                  <a:pt x="0" y="102"/>
                  <a:pt x="2" y="98"/>
                  <a:pt x="4" y="95"/>
                </a:cubicBezTo>
                <a:cubicBezTo>
                  <a:pt x="9" y="91"/>
                  <a:pt x="14" y="88"/>
                  <a:pt x="21" y="84"/>
                </a:cubicBezTo>
                <a:cubicBezTo>
                  <a:pt x="23" y="83"/>
                  <a:pt x="25" y="83"/>
                  <a:pt x="27" y="82"/>
                </a:cubicBezTo>
                <a:cubicBezTo>
                  <a:pt x="29" y="81"/>
                  <a:pt x="29" y="81"/>
                  <a:pt x="29" y="81"/>
                </a:cubicBezTo>
                <a:cubicBezTo>
                  <a:pt x="30" y="81"/>
                  <a:pt x="31" y="80"/>
                  <a:pt x="31" y="79"/>
                </a:cubicBezTo>
                <a:cubicBezTo>
                  <a:pt x="32" y="78"/>
                  <a:pt x="31" y="77"/>
                  <a:pt x="30" y="76"/>
                </a:cubicBezTo>
                <a:cubicBezTo>
                  <a:pt x="23" y="69"/>
                  <a:pt x="19" y="59"/>
                  <a:pt x="20" y="48"/>
                </a:cubicBezTo>
                <a:cubicBezTo>
                  <a:pt x="20" y="40"/>
                  <a:pt x="23" y="30"/>
                  <a:pt x="38" y="27"/>
                </a:cubicBezTo>
                <a:cubicBezTo>
                  <a:pt x="40" y="26"/>
                  <a:pt x="43" y="26"/>
                  <a:pt x="45" y="26"/>
                </a:cubicBezTo>
                <a:cubicBezTo>
                  <a:pt x="47" y="26"/>
                  <a:pt x="49" y="26"/>
                  <a:pt x="52" y="27"/>
                </a:cubicBezTo>
                <a:cubicBezTo>
                  <a:pt x="66" y="30"/>
                  <a:pt x="70" y="40"/>
                  <a:pt x="70" y="48"/>
                </a:cubicBezTo>
                <a:cubicBezTo>
                  <a:pt x="71" y="59"/>
                  <a:pt x="67" y="69"/>
                  <a:pt x="60" y="76"/>
                </a:cubicBezTo>
                <a:cubicBezTo>
                  <a:pt x="59" y="77"/>
                  <a:pt x="58" y="78"/>
                  <a:pt x="59" y="79"/>
                </a:cubicBezTo>
                <a:cubicBezTo>
                  <a:pt x="59" y="80"/>
                  <a:pt x="60" y="81"/>
                  <a:pt x="61" y="81"/>
                </a:cubicBezTo>
                <a:cubicBezTo>
                  <a:pt x="63" y="82"/>
                  <a:pt x="63" y="82"/>
                  <a:pt x="63" y="82"/>
                </a:cubicBezTo>
                <a:cubicBezTo>
                  <a:pt x="64" y="82"/>
                  <a:pt x="65" y="84"/>
                  <a:pt x="64" y="86"/>
                </a:cubicBezTo>
                <a:cubicBezTo>
                  <a:pt x="64" y="88"/>
                  <a:pt x="62" y="89"/>
                  <a:pt x="60" y="88"/>
                </a:cubicBezTo>
                <a:cubicBezTo>
                  <a:pt x="59" y="87"/>
                  <a:pt x="59" y="87"/>
                  <a:pt x="59" y="87"/>
                </a:cubicBezTo>
                <a:cubicBezTo>
                  <a:pt x="55" y="86"/>
                  <a:pt x="53" y="83"/>
                  <a:pt x="52" y="80"/>
                </a:cubicBezTo>
                <a:cubicBezTo>
                  <a:pt x="52" y="77"/>
                  <a:pt x="53" y="74"/>
                  <a:pt x="55" y="72"/>
                </a:cubicBezTo>
                <a:cubicBezTo>
                  <a:pt x="61" y="65"/>
                  <a:pt x="64" y="58"/>
                  <a:pt x="64" y="48"/>
                </a:cubicBezTo>
                <a:cubicBezTo>
                  <a:pt x="63" y="40"/>
                  <a:pt x="59" y="35"/>
                  <a:pt x="50" y="33"/>
                </a:cubicBezTo>
                <a:cubicBezTo>
                  <a:pt x="48" y="33"/>
                  <a:pt x="47" y="32"/>
                  <a:pt x="45" y="32"/>
                </a:cubicBezTo>
                <a:cubicBezTo>
                  <a:pt x="43" y="32"/>
                  <a:pt x="41" y="33"/>
                  <a:pt x="40" y="33"/>
                </a:cubicBezTo>
                <a:cubicBezTo>
                  <a:pt x="31" y="35"/>
                  <a:pt x="27" y="40"/>
                  <a:pt x="26" y="48"/>
                </a:cubicBezTo>
                <a:cubicBezTo>
                  <a:pt x="26" y="58"/>
                  <a:pt x="29" y="65"/>
                  <a:pt x="35" y="72"/>
                </a:cubicBezTo>
                <a:cubicBezTo>
                  <a:pt x="37" y="74"/>
                  <a:pt x="38" y="77"/>
                  <a:pt x="38" y="80"/>
                </a:cubicBezTo>
                <a:cubicBezTo>
                  <a:pt x="37" y="83"/>
                  <a:pt x="35" y="86"/>
                  <a:pt x="31" y="87"/>
                </a:cubicBezTo>
                <a:cubicBezTo>
                  <a:pt x="30" y="88"/>
                  <a:pt x="30" y="88"/>
                  <a:pt x="30" y="88"/>
                </a:cubicBezTo>
                <a:cubicBezTo>
                  <a:pt x="28" y="89"/>
                  <a:pt x="26" y="89"/>
                  <a:pt x="24" y="90"/>
                </a:cubicBezTo>
                <a:cubicBezTo>
                  <a:pt x="17" y="93"/>
                  <a:pt x="13" y="96"/>
                  <a:pt x="9" y="100"/>
                </a:cubicBezTo>
                <a:cubicBezTo>
                  <a:pt x="8" y="101"/>
                  <a:pt x="7" y="103"/>
                  <a:pt x="7" y="104"/>
                </a:cubicBezTo>
                <a:cubicBezTo>
                  <a:pt x="8" y="105"/>
                  <a:pt x="9" y="107"/>
                  <a:pt x="11" y="108"/>
                </a:cubicBezTo>
                <a:cubicBezTo>
                  <a:pt x="13" y="109"/>
                  <a:pt x="16" y="110"/>
                  <a:pt x="18" y="110"/>
                </a:cubicBezTo>
                <a:cubicBezTo>
                  <a:pt x="26" y="112"/>
                  <a:pt x="35" y="112"/>
                  <a:pt x="45" y="113"/>
                </a:cubicBezTo>
                <a:cubicBezTo>
                  <a:pt x="51" y="113"/>
                  <a:pt x="56" y="112"/>
                  <a:pt x="61" y="112"/>
                </a:cubicBezTo>
                <a:cubicBezTo>
                  <a:pt x="63" y="112"/>
                  <a:pt x="64" y="113"/>
                  <a:pt x="64" y="115"/>
                </a:cubicBezTo>
                <a:cubicBezTo>
                  <a:pt x="64" y="117"/>
                  <a:pt x="63" y="118"/>
                  <a:pt x="61" y="118"/>
                </a:cubicBezTo>
                <a:cubicBezTo>
                  <a:pt x="56" y="119"/>
                  <a:pt x="51" y="119"/>
                  <a:pt x="45" y="1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33"/>
          <p:cNvSpPr/>
          <p:nvPr/>
        </p:nvSpPr>
        <p:spPr>
          <a:xfrm>
            <a:off x="10934700" y="5106987"/>
            <a:ext cx="628650" cy="549275"/>
          </a:xfrm>
          <a:custGeom>
            <a:avLst/>
            <a:gdLst/>
            <a:ahLst/>
            <a:cxnLst/>
            <a:rect l="l" t="t" r="r" b="b"/>
            <a:pathLst>
              <a:path w="165" h="144" extrusionOk="0">
                <a:moveTo>
                  <a:pt x="146" y="144"/>
                </a:moveTo>
                <a:cubicBezTo>
                  <a:pt x="19" y="144"/>
                  <a:pt x="19" y="144"/>
                  <a:pt x="19" y="144"/>
                </a:cubicBezTo>
                <a:cubicBezTo>
                  <a:pt x="8" y="144"/>
                  <a:pt x="0" y="135"/>
                  <a:pt x="0" y="125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1"/>
                  <a:pt x="1" y="90"/>
                  <a:pt x="3" y="90"/>
                </a:cubicBezTo>
                <a:cubicBezTo>
                  <a:pt x="5" y="90"/>
                  <a:pt x="7" y="91"/>
                  <a:pt x="7" y="93"/>
                </a:cubicBezTo>
                <a:cubicBezTo>
                  <a:pt x="7" y="125"/>
                  <a:pt x="7" y="125"/>
                  <a:pt x="7" y="125"/>
                </a:cubicBezTo>
                <a:cubicBezTo>
                  <a:pt x="7" y="131"/>
                  <a:pt x="12" y="137"/>
                  <a:pt x="19" y="137"/>
                </a:cubicBezTo>
                <a:cubicBezTo>
                  <a:pt x="146" y="137"/>
                  <a:pt x="146" y="137"/>
                  <a:pt x="146" y="137"/>
                </a:cubicBezTo>
                <a:cubicBezTo>
                  <a:pt x="153" y="137"/>
                  <a:pt x="158" y="131"/>
                  <a:pt x="158" y="125"/>
                </a:cubicBezTo>
                <a:cubicBezTo>
                  <a:pt x="158" y="94"/>
                  <a:pt x="158" y="94"/>
                  <a:pt x="158" y="94"/>
                </a:cubicBezTo>
                <a:cubicBezTo>
                  <a:pt x="158" y="92"/>
                  <a:pt x="160" y="90"/>
                  <a:pt x="162" y="90"/>
                </a:cubicBezTo>
                <a:cubicBezTo>
                  <a:pt x="164" y="90"/>
                  <a:pt x="165" y="92"/>
                  <a:pt x="165" y="94"/>
                </a:cubicBezTo>
                <a:cubicBezTo>
                  <a:pt x="165" y="125"/>
                  <a:pt x="165" y="125"/>
                  <a:pt x="165" y="125"/>
                </a:cubicBezTo>
                <a:cubicBezTo>
                  <a:pt x="165" y="135"/>
                  <a:pt x="157" y="144"/>
                  <a:pt x="146" y="144"/>
                </a:cubicBezTo>
                <a:close/>
                <a:moveTo>
                  <a:pt x="89" y="103"/>
                </a:moveTo>
                <a:cubicBezTo>
                  <a:pt x="76" y="103"/>
                  <a:pt x="76" y="103"/>
                  <a:pt x="76" y="103"/>
                </a:cubicBezTo>
                <a:cubicBezTo>
                  <a:pt x="71" y="103"/>
                  <a:pt x="66" y="98"/>
                  <a:pt x="66" y="93"/>
                </a:cubicBezTo>
                <a:cubicBezTo>
                  <a:pt x="66" y="77"/>
                  <a:pt x="66" y="77"/>
                  <a:pt x="66" y="77"/>
                </a:cubicBezTo>
                <a:cubicBezTo>
                  <a:pt x="66" y="71"/>
                  <a:pt x="71" y="67"/>
                  <a:pt x="76" y="67"/>
                </a:cubicBezTo>
                <a:cubicBezTo>
                  <a:pt x="89" y="67"/>
                  <a:pt x="89" y="67"/>
                  <a:pt x="89" y="67"/>
                </a:cubicBezTo>
                <a:cubicBezTo>
                  <a:pt x="94" y="67"/>
                  <a:pt x="98" y="71"/>
                  <a:pt x="98" y="77"/>
                </a:cubicBezTo>
                <a:cubicBezTo>
                  <a:pt x="98" y="93"/>
                  <a:pt x="98" y="93"/>
                  <a:pt x="98" y="93"/>
                </a:cubicBezTo>
                <a:cubicBezTo>
                  <a:pt x="98" y="98"/>
                  <a:pt x="94" y="103"/>
                  <a:pt x="89" y="103"/>
                </a:cubicBezTo>
                <a:close/>
                <a:moveTo>
                  <a:pt x="76" y="74"/>
                </a:moveTo>
                <a:cubicBezTo>
                  <a:pt x="75" y="74"/>
                  <a:pt x="74" y="75"/>
                  <a:pt x="74" y="77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5"/>
                  <a:pt x="75" y="96"/>
                  <a:pt x="76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90" y="96"/>
                  <a:pt x="91" y="95"/>
                  <a:pt x="91" y="93"/>
                </a:cubicBezTo>
                <a:cubicBezTo>
                  <a:pt x="91" y="77"/>
                  <a:pt x="91" y="77"/>
                  <a:pt x="91" y="77"/>
                </a:cubicBezTo>
                <a:cubicBezTo>
                  <a:pt x="91" y="75"/>
                  <a:pt x="90" y="74"/>
                  <a:pt x="89" y="74"/>
                </a:cubicBezTo>
                <a:lnTo>
                  <a:pt x="76" y="74"/>
                </a:lnTo>
                <a:close/>
                <a:moveTo>
                  <a:pt x="146" y="88"/>
                </a:moveTo>
                <a:cubicBezTo>
                  <a:pt x="109" y="88"/>
                  <a:pt x="109" y="88"/>
                  <a:pt x="109" y="88"/>
                </a:cubicBezTo>
                <a:cubicBezTo>
                  <a:pt x="107" y="88"/>
                  <a:pt x="105" y="87"/>
                  <a:pt x="105" y="85"/>
                </a:cubicBezTo>
                <a:cubicBezTo>
                  <a:pt x="105" y="83"/>
                  <a:pt x="107" y="81"/>
                  <a:pt x="109" y="81"/>
                </a:cubicBezTo>
                <a:cubicBezTo>
                  <a:pt x="146" y="81"/>
                  <a:pt x="146" y="81"/>
                  <a:pt x="146" y="81"/>
                </a:cubicBezTo>
                <a:cubicBezTo>
                  <a:pt x="153" y="81"/>
                  <a:pt x="158" y="76"/>
                  <a:pt x="158" y="69"/>
                </a:cubicBezTo>
                <a:cubicBezTo>
                  <a:pt x="158" y="45"/>
                  <a:pt x="158" y="45"/>
                  <a:pt x="158" y="45"/>
                </a:cubicBezTo>
                <a:cubicBezTo>
                  <a:pt x="158" y="38"/>
                  <a:pt x="153" y="33"/>
                  <a:pt x="146" y="33"/>
                </a:cubicBezTo>
                <a:cubicBezTo>
                  <a:pt x="19" y="33"/>
                  <a:pt x="19" y="33"/>
                  <a:pt x="19" y="33"/>
                </a:cubicBezTo>
                <a:cubicBezTo>
                  <a:pt x="12" y="33"/>
                  <a:pt x="7" y="38"/>
                  <a:pt x="7" y="45"/>
                </a:cubicBezTo>
                <a:cubicBezTo>
                  <a:pt x="7" y="69"/>
                  <a:pt x="7" y="69"/>
                  <a:pt x="7" y="69"/>
                </a:cubicBezTo>
                <a:cubicBezTo>
                  <a:pt x="7" y="76"/>
                  <a:pt x="12" y="81"/>
                  <a:pt x="19" y="81"/>
                </a:cubicBezTo>
                <a:cubicBezTo>
                  <a:pt x="56" y="81"/>
                  <a:pt x="56" y="81"/>
                  <a:pt x="56" y="81"/>
                </a:cubicBezTo>
                <a:cubicBezTo>
                  <a:pt x="58" y="81"/>
                  <a:pt x="60" y="83"/>
                  <a:pt x="60" y="85"/>
                </a:cubicBezTo>
                <a:cubicBezTo>
                  <a:pt x="60" y="87"/>
                  <a:pt x="58" y="88"/>
                  <a:pt x="56" y="88"/>
                </a:cubicBezTo>
                <a:cubicBezTo>
                  <a:pt x="19" y="88"/>
                  <a:pt x="19" y="88"/>
                  <a:pt x="19" y="88"/>
                </a:cubicBezTo>
                <a:cubicBezTo>
                  <a:pt x="8" y="88"/>
                  <a:pt x="0" y="80"/>
                  <a:pt x="0" y="69"/>
                </a:cubicBezTo>
                <a:cubicBezTo>
                  <a:pt x="0" y="45"/>
                  <a:pt x="0" y="45"/>
                  <a:pt x="0" y="45"/>
                </a:cubicBezTo>
                <a:cubicBezTo>
                  <a:pt x="0" y="34"/>
                  <a:pt x="8" y="26"/>
                  <a:pt x="19" y="26"/>
                </a:cubicBezTo>
                <a:cubicBezTo>
                  <a:pt x="146" y="26"/>
                  <a:pt x="146" y="26"/>
                  <a:pt x="146" y="26"/>
                </a:cubicBezTo>
                <a:cubicBezTo>
                  <a:pt x="157" y="26"/>
                  <a:pt x="165" y="34"/>
                  <a:pt x="165" y="45"/>
                </a:cubicBezTo>
                <a:cubicBezTo>
                  <a:pt x="165" y="72"/>
                  <a:pt x="165" y="72"/>
                  <a:pt x="165" y="72"/>
                </a:cubicBezTo>
                <a:cubicBezTo>
                  <a:pt x="165" y="73"/>
                  <a:pt x="165" y="73"/>
                  <a:pt x="165" y="74"/>
                </a:cubicBezTo>
                <a:cubicBezTo>
                  <a:pt x="163" y="82"/>
                  <a:pt x="155" y="88"/>
                  <a:pt x="146" y="88"/>
                </a:cubicBezTo>
                <a:close/>
                <a:moveTo>
                  <a:pt x="110" y="19"/>
                </a:moveTo>
                <a:cubicBezTo>
                  <a:pt x="108" y="19"/>
                  <a:pt x="106" y="18"/>
                  <a:pt x="106" y="16"/>
                </a:cubicBezTo>
                <a:cubicBezTo>
                  <a:pt x="106" y="11"/>
                  <a:pt x="102" y="7"/>
                  <a:pt x="96" y="7"/>
                </a:cubicBezTo>
                <a:cubicBezTo>
                  <a:pt x="69" y="7"/>
                  <a:pt x="69" y="7"/>
                  <a:pt x="69" y="7"/>
                </a:cubicBezTo>
                <a:cubicBezTo>
                  <a:pt x="63" y="7"/>
                  <a:pt x="58" y="11"/>
                  <a:pt x="58" y="16"/>
                </a:cubicBezTo>
                <a:cubicBezTo>
                  <a:pt x="58" y="18"/>
                  <a:pt x="57" y="19"/>
                  <a:pt x="55" y="19"/>
                </a:cubicBezTo>
                <a:cubicBezTo>
                  <a:pt x="53" y="19"/>
                  <a:pt x="51" y="18"/>
                  <a:pt x="51" y="16"/>
                </a:cubicBezTo>
                <a:cubicBezTo>
                  <a:pt x="51" y="7"/>
                  <a:pt x="59" y="0"/>
                  <a:pt x="69" y="0"/>
                </a:cubicBezTo>
                <a:cubicBezTo>
                  <a:pt x="96" y="0"/>
                  <a:pt x="96" y="0"/>
                  <a:pt x="96" y="0"/>
                </a:cubicBezTo>
                <a:cubicBezTo>
                  <a:pt x="106" y="0"/>
                  <a:pt x="113" y="7"/>
                  <a:pt x="113" y="16"/>
                </a:cubicBezTo>
                <a:cubicBezTo>
                  <a:pt x="113" y="18"/>
                  <a:pt x="112" y="19"/>
                  <a:pt x="110" y="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33"/>
          <p:cNvSpPr/>
          <p:nvPr/>
        </p:nvSpPr>
        <p:spPr>
          <a:xfrm>
            <a:off x="669925" y="5006975"/>
            <a:ext cx="630237" cy="736600"/>
          </a:xfrm>
          <a:custGeom>
            <a:avLst/>
            <a:gdLst/>
            <a:ahLst/>
            <a:cxnLst/>
            <a:rect l="l" t="t" r="r" b="b"/>
            <a:pathLst>
              <a:path w="165" h="193" extrusionOk="0">
                <a:moveTo>
                  <a:pt x="95" y="193"/>
                </a:moveTo>
                <a:cubicBezTo>
                  <a:pt x="68" y="193"/>
                  <a:pt x="68" y="193"/>
                  <a:pt x="68" y="193"/>
                </a:cubicBezTo>
                <a:cubicBezTo>
                  <a:pt x="66" y="193"/>
                  <a:pt x="65" y="192"/>
                  <a:pt x="65" y="190"/>
                </a:cubicBezTo>
                <a:cubicBezTo>
                  <a:pt x="65" y="188"/>
                  <a:pt x="66" y="186"/>
                  <a:pt x="68" y="186"/>
                </a:cubicBezTo>
                <a:cubicBezTo>
                  <a:pt x="95" y="186"/>
                  <a:pt x="95" y="186"/>
                  <a:pt x="95" y="186"/>
                </a:cubicBezTo>
                <a:cubicBezTo>
                  <a:pt x="97" y="186"/>
                  <a:pt x="99" y="188"/>
                  <a:pt x="99" y="190"/>
                </a:cubicBezTo>
                <a:cubicBezTo>
                  <a:pt x="99" y="192"/>
                  <a:pt x="97" y="193"/>
                  <a:pt x="95" y="193"/>
                </a:cubicBezTo>
                <a:close/>
                <a:moveTo>
                  <a:pt x="102" y="181"/>
                </a:moveTo>
                <a:cubicBezTo>
                  <a:pt x="61" y="181"/>
                  <a:pt x="61" y="181"/>
                  <a:pt x="61" y="181"/>
                </a:cubicBezTo>
                <a:cubicBezTo>
                  <a:pt x="59" y="181"/>
                  <a:pt x="57" y="179"/>
                  <a:pt x="57" y="177"/>
                </a:cubicBezTo>
                <a:cubicBezTo>
                  <a:pt x="57" y="175"/>
                  <a:pt x="59" y="174"/>
                  <a:pt x="61" y="174"/>
                </a:cubicBezTo>
                <a:cubicBezTo>
                  <a:pt x="102" y="174"/>
                  <a:pt x="102" y="174"/>
                  <a:pt x="102" y="174"/>
                </a:cubicBezTo>
                <a:cubicBezTo>
                  <a:pt x="104" y="174"/>
                  <a:pt x="106" y="175"/>
                  <a:pt x="106" y="177"/>
                </a:cubicBezTo>
                <a:cubicBezTo>
                  <a:pt x="106" y="179"/>
                  <a:pt x="104" y="181"/>
                  <a:pt x="102" y="181"/>
                </a:cubicBezTo>
                <a:close/>
                <a:moveTo>
                  <a:pt x="81" y="167"/>
                </a:moveTo>
                <a:cubicBezTo>
                  <a:pt x="74" y="167"/>
                  <a:pt x="66" y="167"/>
                  <a:pt x="65" y="167"/>
                </a:cubicBezTo>
                <a:cubicBezTo>
                  <a:pt x="65" y="167"/>
                  <a:pt x="65" y="167"/>
                  <a:pt x="65" y="167"/>
                </a:cubicBezTo>
                <a:cubicBezTo>
                  <a:pt x="58" y="167"/>
                  <a:pt x="54" y="165"/>
                  <a:pt x="53" y="158"/>
                </a:cubicBezTo>
                <a:cubicBezTo>
                  <a:pt x="52" y="155"/>
                  <a:pt x="52" y="152"/>
                  <a:pt x="52" y="150"/>
                </a:cubicBezTo>
                <a:cubicBezTo>
                  <a:pt x="52" y="146"/>
                  <a:pt x="52" y="142"/>
                  <a:pt x="50" y="140"/>
                </a:cubicBezTo>
                <a:cubicBezTo>
                  <a:pt x="45" y="130"/>
                  <a:pt x="41" y="122"/>
                  <a:pt x="36" y="112"/>
                </a:cubicBezTo>
                <a:cubicBezTo>
                  <a:pt x="30" y="102"/>
                  <a:pt x="25" y="86"/>
                  <a:pt x="28" y="72"/>
                </a:cubicBezTo>
                <a:cubicBezTo>
                  <a:pt x="33" y="53"/>
                  <a:pt x="53" y="35"/>
                  <a:pt x="81" y="35"/>
                </a:cubicBezTo>
                <a:cubicBezTo>
                  <a:pt x="110" y="35"/>
                  <a:pt x="129" y="53"/>
                  <a:pt x="134" y="72"/>
                </a:cubicBezTo>
                <a:cubicBezTo>
                  <a:pt x="138" y="86"/>
                  <a:pt x="132" y="102"/>
                  <a:pt x="127" y="112"/>
                </a:cubicBezTo>
                <a:cubicBezTo>
                  <a:pt x="121" y="122"/>
                  <a:pt x="117" y="130"/>
                  <a:pt x="112" y="140"/>
                </a:cubicBezTo>
                <a:cubicBezTo>
                  <a:pt x="110" y="142"/>
                  <a:pt x="110" y="146"/>
                  <a:pt x="110" y="150"/>
                </a:cubicBezTo>
                <a:cubicBezTo>
                  <a:pt x="110" y="152"/>
                  <a:pt x="110" y="155"/>
                  <a:pt x="109" y="158"/>
                </a:cubicBezTo>
                <a:cubicBezTo>
                  <a:pt x="108" y="165"/>
                  <a:pt x="104" y="167"/>
                  <a:pt x="97" y="167"/>
                </a:cubicBezTo>
                <a:cubicBezTo>
                  <a:pt x="97" y="167"/>
                  <a:pt x="89" y="167"/>
                  <a:pt x="81" y="167"/>
                </a:cubicBezTo>
                <a:close/>
                <a:moveTo>
                  <a:pt x="65" y="160"/>
                </a:moveTo>
                <a:cubicBezTo>
                  <a:pt x="66" y="160"/>
                  <a:pt x="96" y="160"/>
                  <a:pt x="97" y="160"/>
                </a:cubicBezTo>
                <a:cubicBezTo>
                  <a:pt x="101" y="160"/>
                  <a:pt x="102" y="159"/>
                  <a:pt x="102" y="156"/>
                </a:cubicBezTo>
                <a:cubicBezTo>
                  <a:pt x="103" y="154"/>
                  <a:pt x="103" y="152"/>
                  <a:pt x="103" y="150"/>
                </a:cubicBezTo>
                <a:cubicBezTo>
                  <a:pt x="103" y="145"/>
                  <a:pt x="103" y="140"/>
                  <a:pt x="105" y="136"/>
                </a:cubicBezTo>
                <a:cubicBezTo>
                  <a:pt x="111" y="126"/>
                  <a:pt x="115" y="119"/>
                  <a:pt x="120" y="109"/>
                </a:cubicBezTo>
                <a:cubicBezTo>
                  <a:pt x="124" y="101"/>
                  <a:pt x="130" y="86"/>
                  <a:pt x="127" y="73"/>
                </a:cubicBezTo>
                <a:cubicBezTo>
                  <a:pt x="123" y="58"/>
                  <a:pt x="106" y="42"/>
                  <a:pt x="81" y="42"/>
                </a:cubicBezTo>
                <a:cubicBezTo>
                  <a:pt x="57" y="42"/>
                  <a:pt x="39" y="58"/>
                  <a:pt x="35" y="73"/>
                </a:cubicBezTo>
                <a:cubicBezTo>
                  <a:pt x="32" y="86"/>
                  <a:pt x="38" y="101"/>
                  <a:pt x="42" y="109"/>
                </a:cubicBezTo>
                <a:cubicBezTo>
                  <a:pt x="47" y="119"/>
                  <a:pt x="51" y="126"/>
                  <a:pt x="57" y="136"/>
                </a:cubicBezTo>
                <a:cubicBezTo>
                  <a:pt x="59" y="140"/>
                  <a:pt x="59" y="145"/>
                  <a:pt x="59" y="150"/>
                </a:cubicBezTo>
                <a:cubicBezTo>
                  <a:pt x="59" y="152"/>
                  <a:pt x="60" y="154"/>
                  <a:pt x="60" y="156"/>
                </a:cubicBezTo>
                <a:cubicBezTo>
                  <a:pt x="61" y="159"/>
                  <a:pt x="61" y="160"/>
                  <a:pt x="65" y="160"/>
                </a:cubicBezTo>
                <a:cubicBezTo>
                  <a:pt x="65" y="160"/>
                  <a:pt x="65" y="160"/>
                  <a:pt x="65" y="160"/>
                </a:cubicBezTo>
                <a:close/>
                <a:moveTo>
                  <a:pt x="18" y="89"/>
                </a:moveTo>
                <a:cubicBezTo>
                  <a:pt x="4" y="89"/>
                  <a:pt x="4" y="89"/>
                  <a:pt x="4" y="89"/>
                </a:cubicBezTo>
                <a:cubicBezTo>
                  <a:pt x="2" y="89"/>
                  <a:pt x="0" y="87"/>
                  <a:pt x="0" y="85"/>
                </a:cubicBezTo>
                <a:cubicBezTo>
                  <a:pt x="0" y="83"/>
                  <a:pt x="2" y="82"/>
                  <a:pt x="4" y="82"/>
                </a:cubicBezTo>
                <a:cubicBezTo>
                  <a:pt x="18" y="82"/>
                  <a:pt x="18" y="82"/>
                  <a:pt x="18" y="82"/>
                </a:cubicBezTo>
                <a:cubicBezTo>
                  <a:pt x="20" y="82"/>
                  <a:pt x="21" y="83"/>
                  <a:pt x="21" y="85"/>
                </a:cubicBezTo>
                <a:cubicBezTo>
                  <a:pt x="21" y="87"/>
                  <a:pt x="20" y="89"/>
                  <a:pt x="18" y="89"/>
                </a:cubicBezTo>
                <a:close/>
                <a:moveTo>
                  <a:pt x="162" y="86"/>
                </a:moveTo>
                <a:cubicBezTo>
                  <a:pt x="144" y="86"/>
                  <a:pt x="144" y="86"/>
                  <a:pt x="144" y="86"/>
                </a:cubicBezTo>
                <a:cubicBezTo>
                  <a:pt x="142" y="86"/>
                  <a:pt x="141" y="85"/>
                  <a:pt x="141" y="83"/>
                </a:cubicBezTo>
                <a:cubicBezTo>
                  <a:pt x="141" y="81"/>
                  <a:pt x="142" y="79"/>
                  <a:pt x="144" y="79"/>
                </a:cubicBezTo>
                <a:cubicBezTo>
                  <a:pt x="162" y="79"/>
                  <a:pt x="162" y="79"/>
                  <a:pt x="162" y="79"/>
                </a:cubicBezTo>
                <a:cubicBezTo>
                  <a:pt x="164" y="79"/>
                  <a:pt x="165" y="81"/>
                  <a:pt x="165" y="83"/>
                </a:cubicBezTo>
                <a:cubicBezTo>
                  <a:pt x="165" y="85"/>
                  <a:pt x="164" y="86"/>
                  <a:pt x="162" y="86"/>
                </a:cubicBezTo>
                <a:close/>
                <a:moveTo>
                  <a:pt x="49" y="83"/>
                </a:moveTo>
                <a:cubicBezTo>
                  <a:pt x="48" y="83"/>
                  <a:pt x="48" y="83"/>
                  <a:pt x="48" y="83"/>
                </a:cubicBezTo>
                <a:cubicBezTo>
                  <a:pt x="46" y="83"/>
                  <a:pt x="45" y="81"/>
                  <a:pt x="45" y="79"/>
                </a:cubicBezTo>
                <a:cubicBezTo>
                  <a:pt x="49" y="66"/>
                  <a:pt x="63" y="52"/>
                  <a:pt x="83" y="52"/>
                </a:cubicBezTo>
                <a:cubicBezTo>
                  <a:pt x="83" y="52"/>
                  <a:pt x="83" y="52"/>
                  <a:pt x="83" y="52"/>
                </a:cubicBezTo>
                <a:cubicBezTo>
                  <a:pt x="85" y="52"/>
                  <a:pt x="87" y="54"/>
                  <a:pt x="87" y="56"/>
                </a:cubicBezTo>
                <a:cubicBezTo>
                  <a:pt x="87" y="58"/>
                  <a:pt x="85" y="59"/>
                  <a:pt x="83" y="59"/>
                </a:cubicBezTo>
                <a:cubicBezTo>
                  <a:pt x="66" y="59"/>
                  <a:pt x="55" y="70"/>
                  <a:pt x="52" y="81"/>
                </a:cubicBezTo>
                <a:cubicBezTo>
                  <a:pt x="52" y="82"/>
                  <a:pt x="50" y="83"/>
                  <a:pt x="49" y="83"/>
                </a:cubicBezTo>
                <a:close/>
                <a:moveTo>
                  <a:pt x="127" y="44"/>
                </a:moveTo>
                <a:cubicBezTo>
                  <a:pt x="126" y="44"/>
                  <a:pt x="125" y="43"/>
                  <a:pt x="125" y="43"/>
                </a:cubicBezTo>
                <a:cubicBezTo>
                  <a:pt x="123" y="41"/>
                  <a:pt x="123" y="39"/>
                  <a:pt x="125" y="38"/>
                </a:cubicBezTo>
                <a:cubicBezTo>
                  <a:pt x="137" y="26"/>
                  <a:pt x="137" y="26"/>
                  <a:pt x="137" y="26"/>
                </a:cubicBezTo>
                <a:cubicBezTo>
                  <a:pt x="138" y="24"/>
                  <a:pt x="140" y="24"/>
                  <a:pt x="142" y="26"/>
                </a:cubicBezTo>
                <a:cubicBezTo>
                  <a:pt x="143" y="27"/>
                  <a:pt x="143" y="29"/>
                  <a:pt x="142" y="31"/>
                </a:cubicBezTo>
                <a:cubicBezTo>
                  <a:pt x="130" y="43"/>
                  <a:pt x="130" y="43"/>
                  <a:pt x="130" y="43"/>
                </a:cubicBezTo>
                <a:cubicBezTo>
                  <a:pt x="129" y="43"/>
                  <a:pt x="128" y="44"/>
                  <a:pt x="127" y="44"/>
                </a:cubicBezTo>
                <a:close/>
                <a:moveTo>
                  <a:pt x="36" y="44"/>
                </a:moveTo>
                <a:cubicBezTo>
                  <a:pt x="35" y="44"/>
                  <a:pt x="34" y="43"/>
                  <a:pt x="33" y="43"/>
                </a:cubicBezTo>
                <a:cubicBezTo>
                  <a:pt x="21" y="31"/>
                  <a:pt x="21" y="31"/>
                  <a:pt x="21" y="31"/>
                </a:cubicBezTo>
                <a:cubicBezTo>
                  <a:pt x="20" y="29"/>
                  <a:pt x="20" y="27"/>
                  <a:pt x="21" y="26"/>
                </a:cubicBezTo>
                <a:cubicBezTo>
                  <a:pt x="23" y="24"/>
                  <a:pt x="25" y="24"/>
                  <a:pt x="26" y="25"/>
                </a:cubicBezTo>
                <a:cubicBezTo>
                  <a:pt x="39" y="38"/>
                  <a:pt x="39" y="38"/>
                  <a:pt x="39" y="38"/>
                </a:cubicBezTo>
                <a:cubicBezTo>
                  <a:pt x="40" y="39"/>
                  <a:pt x="40" y="41"/>
                  <a:pt x="39" y="43"/>
                </a:cubicBezTo>
                <a:cubicBezTo>
                  <a:pt x="38" y="43"/>
                  <a:pt x="37" y="44"/>
                  <a:pt x="36" y="44"/>
                </a:cubicBezTo>
                <a:close/>
                <a:moveTo>
                  <a:pt x="81" y="28"/>
                </a:moveTo>
                <a:cubicBezTo>
                  <a:pt x="79" y="28"/>
                  <a:pt x="77" y="26"/>
                  <a:pt x="77" y="24"/>
                </a:cubicBezTo>
                <a:cubicBezTo>
                  <a:pt x="77" y="4"/>
                  <a:pt x="77" y="4"/>
                  <a:pt x="77" y="4"/>
                </a:cubicBezTo>
                <a:cubicBezTo>
                  <a:pt x="77" y="2"/>
                  <a:pt x="79" y="0"/>
                  <a:pt x="81" y="0"/>
                </a:cubicBezTo>
                <a:cubicBezTo>
                  <a:pt x="83" y="0"/>
                  <a:pt x="85" y="2"/>
                  <a:pt x="85" y="4"/>
                </a:cubicBezTo>
                <a:cubicBezTo>
                  <a:pt x="85" y="24"/>
                  <a:pt x="85" y="24"/>
                  <a:pt x="85" y="24"/>
                </a:cubicBezTo>
                <a:cubicBezTo>
                  <a:pt x="85" y="26"/>
                  <a:pt x="83" y="28"/>
                  <a:pt x="81" y="2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33"/>
          <p:cNvSpPr txBox="1"/>
          <p:nvPr/>
        </p:nvSpPr>
        <p:spPr>
          <a:xfrm>
            <a:off x="1695450" y="5106987"/>
            <a:ext cx="1487487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None/>
            </a:pPr>
            <a:r>
              <a:rPr lang="en-US" sz="13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33" name="Google Shape;833;p33"/>
          <p:cNvSpPr txBox="1"/>
          <p:nvPr/>
        </p:nvSpPr>
        <p:spPr>
          <a:xfrm>
            <a:off x="9012237" y="2527300"/>
            <a:ext cx="1487487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None/>
            </a:pPr>
            <a:r>
              <a:rPr lang="en-US" sz="13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  <p:sp>
        <p:nvSpPr>
          <p:cNvPr id="834" name="Google Shape;834;p33"/>
          <p:cNvSpPr txBox="1"/>
          <p:nvPr/>
        </p:nvSpPr>
        <p:spPr>
          <a:xfrm>
            <a:off x="9012237" y="5106987"/>
            <a:ext cx="1487487" cy="892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Open Sans"/>
              <a:buNone/>
            </a:pPr>
            <a:r>
              <a:rPr lang="en-US" sz="13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elit Consetur adipin nnscing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34"/>
          <p:cNvSpPr txBox="1"/>
          <p:nvPr/>
        </p:nvSpPr>
        <p:spPr>
          <a:xfrm>
            <a:off x="9532937" y="2241550"/>
            <a:ext cx="1692275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40" name="Google Shape;840;p34"/>
          <p:cNvSpPr txBox="1"/>
          <p:nvPr/>
        </p:nvSpPr>
        <p:spPr>
          <a:xfrm>
            <a:off x="1095375" y="2206625"/>
            <a:ext cx="1692275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41" name="Google Shape;841;p34"/>
          <p:cNvSpPr txBox="1"/>
          <p:nvPr/>
        </p:nvSpPr>
        <p:spPr>
          <a:xfrm>
            <a:off x="1230923" y="278605"/>
            <a:ext cx="10245969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Montserrat"/>
              <a:buNone/>
            </a:pPr>
            <a:r>
              <a:rPr lang="en-US" sz="6000" b="0" i="0" u="none" dirty="0">
                <a:solidFill>
                  <a:srgbClr val="262626"/>
                </a:solidFill>
                <a:latin typeface="Montserrat"/>
                <a:ea typeface="Montserrat"/>
                <a:cs typeface="Montserrat"/>
                <a:sym typeface="Montserrat"/>
              </a:rPr>
              <a:t>PENSAMIENTO CREATIVO</a:t>
            </a:r>
            <a:endParaRPr dirty="0"/>
          </a:p>
        </p:txBody>
      </p:sp>
      <p:sp>
        <p:nvSpPr>
          <p:cNvPr id="842" name="Google Shape;842;p34"/>
          <p:cNvSpPr txBox="1"/>
          <p:nvPr/>
        </p:nvSpPr>
        <p:spPr>
          <a:xfrm>
            <a:off x="1052512" y="4862512"/>
            <a:ext cx="1692275" cy="739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43" name="Google Shape;843;p34"/>
          <p:cNvSpPr txBox="1"/>
          <p:nvPr/>
        </p:nvSpPr>
        <p:spPr>
          <a:xfrm>
            <a:off x="9532937" y="4905375"/>
            <a:ext cx="1692275" cy="738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44" name="Google Shape;844;p34"/>
          <p:cNvSpPr/>
          <p:nvPr/>
        </p:nvSpPr>
        <p:spPr>
          <a:xfrm>
            <a:off x="4222750" y="4953000"/>
            <a:ext cx="3348037" cy="1570037"/>
          </a:xfrm>
          <a:custGeom>
            <a:avLst/>
            <a:gdLst/>
            <a:ahLst/>
            <a:cxnLst/>
            <a:rect l="l" t="t" r="r" b="b"/>
            <a:pathLst>
              <a:path w="858" h="402" extrusionOk="0">
                <a:moveTo>
                  <a:pt x="1" y="30"/>
                </a:moveTo>
                <a:cubicBezTo>
                  <a:pt x="0" y="45"/>
                  <a:pt x="28" y="69"/>
                  <a:pt x="28" y="84"/>
                </a:cubicBezTo>
                <a:cubicBezTo>
                  <a:pt x="29" y="99"/>
                  <a:pt x="4" y="138"/>
                  <a:pt x="16" y="179"/>
                </a:cubicBezTo>
                <a:cubicBezTo>
                  <a:pt x="35" y="245"/>
                  <a:pt x="258" y="174"/>
                  <a:pt x="275" y="190"/>
                </a:cubicBezTo>
                <a:cubicBezTo>
                  <a:pt x="303" y="215"/>
                  <a:pt x="271" y="289"/>
                  <a:pt x="286" y="314"/>
                </a:cubicBezTo>
                <a:cubicBezTo>
                  <a:pt x="309" y="352"/>
                  <a:pt x="654" y="402"/>
                  <a:pt x="826" y="283"/>
                </a:cubicBezTo>
                <a:cubicBezTo>
                  <a:pt x="858" y="260"/>
                  <a:pt x="819" y="188"/>
                  <a:pt x="841" y="9"/>
                </a:cubicBezTo>
                <a:cubicBezTo>
                  <a:pt x="842" y="4"/>
                  <a:pt x="838" y="0"/>
                  <a:pt x="833" y="0"/>
                </a:cubicBezTo>
                <a:cubicBezTo>
                  <a:pt x="27" y="0"/>
                  <a:pt x="27" y="0"/>
                  <a:pt x="27" y="0"/>
                </a:cubicBezTo>
                <a:cubicBezTo>
                  <a:pt x="24" y="0"/>
                  <a:pt x="21" y="1"/>
                  <a:pt x="19" y="3"/>
                </a:cubicBezTo>
                <a:cubicBezTo>
                  <a:pt x="11" y="12"/>
                  <a:pt x="2" y="23"/>
                  <a:pt x="1" y="30"/>
                </a:cubicBezTo>
                <a:close/>
              </a:path>
            </a:pathLst>
          </a:custGeom>
          <a:solidFill>
            <a:srgbClr val="8C103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34"/>
          <p:cNvSpPr/>
          <p:nvPr/>
        </p:nvSpPr>
        <p:spPr>
          <a:xfrm>
            <a:off x="3836987" y="3754437"/>
            <a:ext cx="4113212" cy="1133475"/>
          </a:xfrm>
          <a:custGeom>
            <a:avLst/>
            <a:gdLst/>
            <a:ahLst/>
            <a:cxnLst/>
            <a:rect l="l" t="t" r="r" b="b"/>
            <a:pathLst>
              <a:path w="1054" h="290" extrusionOk="0">
                <a:moveTo>
                  <a:pt x="2" y="123"/>
                </a:moveTo>
                <a:cubicBezTo>
                  <a:pt x="0" y="164"/>
                  <a:pt x="84" y="181"/>
                  <a:pt x="98" y="209"/>
                </a:cubicBezTo>
                <a:cubicBezTo>
                  <a:pt x="105" y="221"/>
                  <a:pt x="86" y="249"/>
                  <a:pt x="88" y="266"/>
                </a:cubicBezTo>
                <a:cubicBezTo>
                  <a:pt x="89" y="274"/>
                  <a:pt x="102" y="283"/>
                  <a:pt x="114" y="289"/>
                </a:cubicBezTo>
                <a:cubicBezTo>
                  <a:pt x="115" y="290"/>
                  <a:pt x="117" y="290"/>
                  <a:pt x="119" y="290"/>
                </a:cubicBezTo>
                <a:cubicBezTo>
                  <a:pt x="944" y="290"/>
                  <a:pt x="944" y="290"/>
                  <a:pt x="944" y="290"/>
                </a:cubicBezTo>
                <a:cubicBezTo>
                  <a:pt x="944" y="290"/>
                  <a:pt x="944" y="290"/>
                  <a:pt x="944" y="290"/>
                </a:cubicBezTo>
                <a:cubicBezTo>
                  <a:pt x="959" y="184"/>
                  <a:pt x="1006" y="104"/>
                  <a:pt x="1052" y="11"/>
                </a:cubicBezTo>
                <a:cubicBezTo>
                  <a:pt x="1052" y="11"/>
                  <a:pt x="1052" y="11"/>
                  <a:pt x="1052" y="11"/>
                </a:cubicBezTo>
                <a:cubicBezTo>
                  <a:pt x="1054" y="6"/>
                  <a:pt x="1050" y="0"/>
                  <a:pt x="1044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84" y="0"/>
                  <a:pt x="82" y="1"/>
                  <a:pt x="80" y="3"/>
                </a:cubicBezTo>
                <a:cubicBezTo>
                  <a:pt x="44" y="44"/>
                  <a:pt x="4" y="87"/>
                  <a:pt x="2" y="123"/>
                </a:cubicBezTo>
                <a:close/>
              </a:path>
            </a:pathLst>
          </a:custGeom>
          <a:solidFill>
            <a:srgbClr val="E2495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34"/>
          <p:cNvSpPr/>
          <p:nvPr/>
        </p:nvSpPr>
        <p:spPr>
          <a:xfrm>
            <a:off x="4238625" y="2555875"/>
            <a:ext cx="3906837" cy="1131887"/>
          </a:xfrm>
          <a:custGeom>
            <a:avLst/>
            <a:gdLst/>
            <a:ahLst/>
            <a:cxnLst/>
            <a:rect l="l" t="t" r="r" b="b"/>
            <a:pathLst>
              <a:path w="1001" h="290" extrusionOk="0">
                <a:moveTo>
                  <a:pt x="9" y="110"/>
                </a:moveTo>
                <a:cubicBezTo>
                  <a:pt x="3" y="160"/>
                  <a:pt x="35" y="195"/>
                  <a:pt x="32" y="224"/>
                </a:cubicBezTo>
                <a:cubicBezTo>
                  <a:pt x="30" y="240"/>
                  <a:pt x="19" y="258"/>
                  <a:pt x="4" y="277"/>
                </a:cubicBezTo>
                <a:cubicBezTo>
                  <a:pt x="0" y="283"/>
                  <a:pt x="4" y="290"/>
                  <a:pt x="10" y="290"/>
                </a:cubicBezTo>
                <a:cubicBezTo>
                  <a:pt x="954" y="290"/>
                  <a:pt x="954" y="290"/>
                  <a:pt x="954" y="290"/>
                </a:cubicBezTo>
                <a:cubicBezTo>
                  <a:pt x="958" y="290"/>
                  <a:pt x="961" y="288"/>
                  <a:pt x="962" y="285"/>
                </a:cubicBezTo>
                <a:cubicBezTo>
                  <a:pt x="984" y="219"/>
                  <a:pt x="1001" y="110"/>
                  <a:pt x="981" y="6"/>
                </a:cubicBezTo>
                <a:cubicBezTo>
                  <a:pt x="980" y="2"/>
                  <a:pt x="977" y="0"/>
                  <a:pt x="973" y="0"/>
                </a:cubicBezTo>
                <a:cubicBezTo>
                  <a:pt x="39" y="0"/>
                  <a:pt x="39" y="0"/>
                  <a:pt x="39" y="0"/>
                </a:cubicBezTo>
                <a:cubicBezTo>
                  <a:pt x="35" y="0"/>
                  <a:pt x="32" y="2"/>
                  <a:pt x="31" y="5"/>
                </a:cubicBezTo>
                <a:cubicBezTo>
                  <a:pt x="19" y="43"/>
                  <a:pt x="12" y="79"/>
                  <a:pt x="9" y="110"/>
                </a:cubicBezTo>
                <a:close/>
              </a:path>
            </a:pathLst>
          </a:custGeom>
          <a:solidFill>
            <a:srgbClr val="FF912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4398962" y="1228725"/>
            <a:ext cx="3644900" cy="1260475"/>
          </a:xfrm>
          <a:custGeom>
            <a:avLst/>
            <a:gdLst/>
            <a:ahLst/>
            <a:cxnLst/>
            <a:rect l="l" t="t" r="r" b="b"/>
            <a:pathLst>
              <a:path w="934" h="323" extrusionOk="0">
                <a:moveTo>
                  <a:pt x="775" y="115"/>
                </a:moveTo>
                <a:cubicBezTo>
                  <a:pt x="548" y="0"/>
                  <a:pt x="322" y="22"/>
                  <a:pt x="202" y="85"/>
                </a:cubicBezTo>
                <a:cubicBezTo>
                  <a:pt x="94" y="141"/>
                  <a:pt x="34" y="228"/>
                  <a:pt x="2" y="312"/>
                </a:cubicBezTo>
                <a:cubicBezTo>
                  <a:pt x="0" y="317"/>
                  <a:pt x="3" y="323"/>
                  <a:pt x="9" y="323"/>
                </a:cubicBezTo>
                <a:cubicBezTo>
                  <a:pt x="925" y="323"/>
                  <a:pt x="925" y="323"/>
                  <a:pt x="925" y="323"/>
                </a:cubicBezTo>
                <a:cubicBezTo>
                  <a:pt x="930" y="323"/>
                  <a:pt x="934" y="318"/>
                  <a:pt x="932" y="313"/>
                </a:cubicBezTo>
                <a:cubicBezTo>
                  <a:pt x="910" y="233"/>
                  <a:pt x="863" y="159"/>
                  <a:pt x="775" y="115"/>
                </a:cubicBezTo>
                <a:close/>
              </a:path>
            </a:pathLst>
          </a:custGeom>
          <a:solidFill>
            <a:srgbClr val="FFC74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34"/>
          <p:cNvSpPr txBox="1"/>
          <p:nvPr/>
        </p:nvSpPr>
        <p:spPr>
          <a:xfrm>
            <a:off x="9588500" y="1605755"/>
            <a:ext cx="1781908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2500"/>
              <a:buFont typeface="Open Sans SemiBold"/>
              <a:buNone/>
            </a:pPr>
            <a:r>
              <a:rPr lang="en-US" sz="2500" b="1" i="0" u="none" dirty="0">
                <a:solidFill>
                  <a:srgbClr val="FF912B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PUESTA EN MARCHA</a:t>
            </a:r>
            <a:endParaRPr dirty="0"/>
          </a:p>
        </p:txBody>
      </p:sp>
      <p:sp>
        <p:nvSpPr>
          <p:cNvPr id="849" name="Google Shape;849;p34"/>
          <p:cNvSpPr txBox="1"/>
          <p:nvPr/>
        </p:nvSpPr>
        <p:spPr>
          <a:xfrm>
            <a:off x="9588500" y="4516437"/>
            <a:ext cx="1674812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2500"/>
              <a:buFont typeface="Open Sans SemiBold"/>
              <a:buNone/>
            </a:pPr>
            <a:r>
              <a:rPr lang="en-US" sz="2500" b="1" i="0" u="none">
                <a:solidFill>
                  <a:srgbClr val="8C103D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NEGOCIO</a:t>
            </a:r>
            <a:endParaRPr/>
          </a:p>
        </p:txBody>
      </p:sp>
      <p:sp>
        <p:nvSpPr>
          <p:cNvPr id="850" name="Google Shape;850;p34"/>
          <p:cNvSpPr txBox="1"/>
          <p:nvPr/>
        </p:nvSpPr>
        <p:spPr>
          <a:xfrm>
            <a:off x="1960562" y="1876425"/>
            <a:ext cx="906462" cy="519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4F"/>
              </a:buClr>
              <a:buSzPts val="2500"/>
              <a:buFont typeface="Open Sans SemiBold"/>
              <a:buNone/>
            </a:pPr>
            <a:r>
              <a:rPr lang="en-US" sz="2500" b="1" i="0" u="none">
                <a:solidFill>
                  <a:srgbClr val="FFC74F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IDEA</a:t>
            </a:r>
            <a:endParaRPr/>
          </a:p>
        </p:txBody>
      </p:sp>
      <p:sp>
        <p:nvSpPr>
          <p:cNvPr id="851" name="Google Shape;851;p34"/>
          <p:cNvSpPr txBox="1"/>
          <p:nvPr/>
        </p:nvSpPr>
        <p:spPr>
          <a:xfrm>
            <a:off x="1684337" y="4516437"/>
            <a:ext cx="1116013" cy="388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2500"/>
              <a:buFont typeface="Open Sans SemiBold"/>
              <a:buNone/>
            </a:pPr>
            <a:r>
              <a:rPr lang="en-US" sz="2500" b="1" i="0" u="none" dirty="0">
                <a:solidFill>
                  <a:srgbClr val="E24956"/>
                </a:solidFill>
                <a:latin typeface="Open Sans SemiBold"/>
                <a:ea typeface="Open Sans SemiBold"/>
                <a:cs typeface="Open Sans SemiBold"/>
                <a:sym typeface="Open Sans SemiBold"/>
              </a:rPr>
              <a:t>ÉXITO</a:t>
            </a:r>
            <a:endParaRPr dirty="0"/>
          </a:p>
        </p:txBody>
      </p:sp>
      <p:sp>
        <p:nvSpPr>
          <p:cNvPr id="852" name="Google Shape;852;p34"/>
          <p:cNvSpPr txBox="1"/>
          <p:nvPr/>
        </p:nvSpPr>
        <p:spPr>
          <a:xfrm>
            <a:off x="8777287" y="1670050"/>
            <a:ext cx="1541462" cy="192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12B"/>
              </a:buClr>
              <a:buSzPts val="10200"/>
              <a:buFont typeface="Montserrat"/>
              <a:buNone/>
            </a:pPr>
            <a:r>
              <a:rPr lang="en-US" sz="10200" b="0" i="0" u="none">
                <a:solidFill>
                  <a:srgbClr val="FF912B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853" name="Google Shape;853;p34"/>
          <p:cNvSpPr txBox="1"/>
          <p:nvPr/>
        </p:nvSpPr>
        <p:spPr>
          <a:xfrm>
            <a:off x="8804275" y="4305300"/>
            <a:ext cx="1522412" cy="192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C103D"/>
              </a:buClr>
              <a:buSzPts val="10200"/>
              <a:buFont typeface="Montserrat"/>
              <a:buNone/>
            </a:pPr>
            <a:r>
              <a:rPr lang="en-US" sz="10200" b="0" i="0" u="none">
                <a:solidFill>
                  <a:srgbClr val="8C103D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/>
          </a:p>
        </p:txBody>
      </p:sp>
      <p:sp>
        <p:nvSpPr>
          <p:cNvPr id="854" name="Google Shape;854;p34"/>
          <p:cNvSpPr txBox="1"/>
          <p:nvPr/>
        </p:nvSpPr>
        <p:spPr>
          <a:xfrm>
            <a:off x="2803525" y="1646237"/>
            <a:ext cx="1273175" cy="192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74F"/>
              </a:buClr>
              <a:buSzPts val="10200"/>
              <a:buFont typeface="Montserrat"/>
              <a:buNone/>
            </a:pPr>
            <a:r>
              <a:rPr lang="en-US" sz="10200" b="0" i="0" u="none">
                <a:solidFill>
                  <a:srgbClr val="FFC74F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855" name="Google Shape;855;p34"/>
          <p:cNvSpPr txBox="1"/>
          <p:nvPr/>
        </p:nvSpPr>
        <p:spPr>
          <a:xfrm>
            <a:off x="2717800" y="4294187"/>
            <a:ext cx="1530350" cy="192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24956"/>
              </a:buClr>
              <a:buSzPts val="10200"/>
              <a:buFont typeface="Montserrat"/>
              <a:buNone/>
            </a:pPr>
            <a:r>
              <a:rPr lang="en-US" sz="10200" b="0" i="0" u="none">
                <a:solidFill>
                  <a:srgbClr val="E24956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/>
          </a:p>
        </p:txBody>
      </p:sp>
      <p:sp>
        <p:nvSpPr>
          <p:cNvPr id="856" name="Google Shape;856;p34"/>
          <p:cNvSpPr/>
          <p:nvPr/>
        </p:nvSpPr>
        <p:spPr>
          <a:xfrm>
            <a:off x="5795962" y="1481137"/>
            <a:ext cx="722312" cy="868362"/>
          </a:xfrm>
          <a:custGeom>
            <a:avLst/>
            <a:gdLst/>
            <a:ahLst/>
            <a:cxnLst/>
            <a:rect l="l" t="t" r="r" b="b"/>
            <a:pathLst>
              <a:path w="185" h="222" extrusionOk="0">
                <a:moveTo>
                  <a:pt x="124" y="214"/>
                </a:moveTo>
                <a:cubicBezTo>
                  <a:pt x="124" y="218"/>
                  <a:pt x="121" y="222"/>
                  <a:pt x="117" y="222"/>
                </a:cubicBezTo>
                <a:cubicBezTo>
                  <a:pt x="70" y="222"/>
                  <a:pt x="70" y="222"/>
                  <a:pt x="70" y="222"/>
                </a:cubicBezTo>
                <a:cubicBezTo>
                  <a:pt x="66" y="222"/>
                  <a:pt x="62" y="218"/>
                  <a:pt x="62" y="214"/>
                </a:cubicBezTo>
                <a:cubicBezTo>
                  <a:pt x="62" y="214"/>
                  <a:pt x="62" y="214"/>
                  <a:pt x="62" y="214"/>
                </a:cubicBezTo>
                <a:cubicBezTo>
                  <a:pt x="62" y="210"/>
                  <a:pt x="66" y="206"/>
                  <a:pt x="70" y="206"/>
                </a:cubicBezTo>
                <a:cubicBezTo>
                  <a:pt x="117" y="206"/>
                  <a:pt x="117" y="206"/>
                  <a:pt x="117" y="206"/>
                </a:cubicBezTo>
                <a:cubicBezTo>
                  <a:pt x="121" y="206"/>
                  <a:pt x="124" y="210"/>
                  <a:pt x="124" y="214"/>
                </a:cubicBezTo>
                <a:close/>
                <a:moveTo>
                  <a:pt x="124" y="194"/>
                </a:moveTo>
                <a:cubicBezTo>
                  <a:pt x="124" y="190"/>
                  <a:pt x="121" y="186"/>
                  <a:pt x="117" y="186"/>
                </a:cubicBezTo>
                <a:cubicBezTo>
                  <a:pt x="70" y="186"/>
                  <a:pt x="70" y="186"/>
                  <a:pt x="70" y="186"/>
                </a:cubicBezTo>
                <a:cubicBezTo>
                  <a:pt x="66" y="186"/>
                  <a:pt x="62" y="190"/>
                  <a:pt x="62" y="194"/>
                </a:cubicBezTo>
                <a:cubicBezTo>
                  <a:pt x="62" y="194"/>
                  <a:pt x="62" y="194"/>
                  <a:pt x="62" y="194"/>
                </a:cubicBezTo>
                <a:cubicBezTo>
                  <a:pt x="62" y="198"/>
                  <a:pt x="66" y="202"/>
                  <a:pt x="70" y="202"/>
                </a:cubicBezTo>
                <a:cubicBezTo>
                  <a:pt x="117" y="202"/>
                  <a:pt x="117" y="202"/>
                  <a:pt x="117" y="202"/>
                </a:cubicBezTo>
                <a:cubicBezTo>
                  <a:pt x="121" y="202"/>
                  <a:pt x="124" y="198"/>
                  <a:pt x="124" y="194"/>
                </a:cubicBezTo>
                <a:close/>
                <a:moveTo>
                  <a:pt x="101" y="109"/>
                </a:moveTo>
                <a:cubicBezTo>
                  <a:pt x="91" y="109"/>
                  <a:pt x="91" y="109"/>
                  <a:pt x="91" y="109"/>
                </a:cubicBezTo>
                <a:cubicBezTo>
                  <a:pt x="86" y="109"/>
                  <a:pt x="86" y="109"/>
                  <a:pt x="86" y="109"/>
                </a:cubicBezTo>
                <a:cubicBezTo>
                  <a:pt x="86" y="182"/>
                  <a:pt x="86" y="182"/>
                  <a:pt x="86" y="182"/>
                </a:cubicBezTo>
                <a:cubicBezTo>
                  <a:pt x="88" y="182"/>
                  <a:pt x="90" y="182"/>
                  <a:pt x="93" y="182"/>
                </a:cubicBezTo>
                <a:cubicBezTo>
                  <a:pt x="93" y="182"/>
                  <a:pt x="93" y="182"/>
                  <a:pt x="93" y="182"/>
                </a:cubicBezTo>
                <a:cubicBezTo>
                  <a:pt x="93" y="182"/>
                  <a:pt x="93" y="182"/>
                  <a:pt x="93" y="182"/>
                </a:cubicBezTo>
                <a:cubicBezTo>
                  <a:pt x="93" y="182"/>
                  <a:pt x="93" y="182"/>
                  <a:pt x="94" y="182"/>
                </a:cubicBezTo>
                <a:cubicBezTo>
                  <a:pt x="94" y="182"/>
                  <a:pt x="94" y="182"/>
                  <a:pt x="94" y="182"/>
                </a:cubicBezTo>
                <a:cubicBezTo>
                  <a:pt x="96" y="182"/>
                  <a:pt x="98" y="182"/>
                  <a:pt x="101" y="182"/>
                </a:cubicBezTo>
                <a:lnTo>
                  <a:pt x="101" y="109"/>
                </a:lnTo>
                <a:close/>
                <a:moveTo>
                  <a:pt x="67" y="80"/>
                </a:moveTo>
                <a:cubicBezTo>
                  <a:pt x="61" y="80"/>
                  <a:pt x="56" y="85"/>
                  <a:pt x="56" y="91"/>
                </a:cubicBezTo>
                <a:cubicBezTo>
                  <a:pt x="56" y="97"/>
                  <a:pt x="61" y="102"/>
                  <a:pt x="67" y="102"/>
                </a:cubicBezTo>
                <a:cubicBezTo>
                  <a:pt x="79" y="102"/>
                  <a:pt x="79" y="102"/>
                  <a:pt x="79" y="102"/>
                </a:cubicBezTo>
                <a:cubicBezTo>
                  <a:pt x="79" y="91"/>
                  <a:pt x="79" y="91"/>
                  <a:pt x="79" y="91"/>
                </a:cubicBezTo>
                <a:cubicBezTo>
                  <a:pt x="79" y="85"/>
                  <a:pt x="74" y="80"/>
                  <a:pt x="67" y="80"/>
                </a:cubicBezTo>
                <a:close/>
                <a:moveTo>
                  <a:pt x="130" y="91"/>
                </a:moveTo>
                <a:cubicBezTo>
                  <a:pt x="130" y="85"/>
                  <a:pt x="125" y="80"/>
                  <a:pt x="119" y="80"/>
                </a:cubicBezTo>
                <a:cubicBezTo>
                  <a:pt x="113" y="80"/>
                  <a:pt x="108" y="85"/>
                  <a:pt x="108" y="91"/>
                </a:cubicBezTo>
                <a:cubicBezTo>
                  <a:pt x="108" y="102"/>
                  <a:pt x="108" y="102"/>
                  <a:pt x="108" y="102"/>
                </a:cubicBezTo>
                <a:cubicBezTo>
                  <a:pt x="119" y="102"/>
                  <a:pt x="119" y="102"/>
                  <a:pt x="119" y="102"/>
                </a:cubicBezTo>
                <a:cubicBezTo>
                  <a:pt x="125" y="102"/>
                  <a:pt x="130" y="97"/>
                  <a:pt x="130" y="91"/>
                </a:cubicBezTo>
                <a:close/>
                <a:moveTo>
                  <a:pt x="154" y="71"/>
                </a:moveTo>
                <a:cubicBezTo>
                  <a:pt x="149" y="51"/>
                  <a:pt x="126" y="30"/>
                  <a:pt x="93" y="30"/>
                </a:cubicBezTo>
                <a:cubicBezTo>
                  <a:pt x="60" y="30"/>
                  <a:pt x="37" y="51"/>
                  <a:pt x="32" y="71"/>
                </a:cubicBezTo>
                <a:cubicBezTo>
                  <a:pt x="28" y="86"/>
                  <a:pt x="32" y="100"/>
                  <a:pt x="39" y="114"/>
                </a:cubicBezTo>
                <a:cubicBezTo>
                  <a:pt x="45" y="126"/>
                  <a:pt x="52" y="137"/>
                  <a:pt x="58" y="150"/>
                </a:cubicBezTo>
                <a:cubicBezTo>
                  <a:pt x="61" y="157"/>
                  <a:pt x="62" y="166"/>
                  <a:pt x="63" y="174"/>
                </a:cubicBezTo>
                <a:cubicBezTo>
                  <a:pt x="65" y="180"/>
                  <a:pt x="67" y="182"/>
                  <a:pt x="74" y="182"/>
                </a:cubicBezTo>
                <a:cubicBezTo>
                  <a:pt x="76" y="182"/>
                  <a:pt x="77" y="182"/>
                  <a:pt x="79" y="182"/>
                </a:cubicBezTo>
                <a:cubicBezTo>
                  <a:pt x="79" y="109"/>
                  <a:pt x="79" y="109"/>
                  <a:pt x="79" y="109"/>
                </a:cubicBezTo>
                <a:cubicBezTo>
                  <a:pt x="67" y="109"/>
                  <a:pt x="67" y="109"/>
                  <a:pt x="67" y="109"/>
                </a:cubicBezTo>
                <a:cubicBezTo>
                  <a:pt x="63" y="109"/>
                  <a:pt x="58" y="107"/>
                  <a:pt x="55" y="104"/>
                </a:cubicBezTo>
                <a:cubicBezTo>
                  <a:pt x="51" y="101"/>
                  <a:pt x="49" y="96"/>
                  <a:pt x="49" y="91"/>
                </a:cubicBezTo>
                <a:cubicBezTo>
                  <a:pt x="49" y="86"/>
                  <a:pt x="51" y="82"/>
                  <a:pt x="55" y="78"/>
                </a:cubicBezTo>
                <a:cubicBezTo>
                  <a:pt x="58" y="75"/>
                  <a:pt x="63" y="73"/>
                  <a:pt x="67" y="73"/>
                </a:cubicBezTo>
                <a:cubicBezTo>
                  <a:pt x="78" y="73"/>
                  <a:pt x="86" y="81"/>
                  <a:pt x="86" y="91"/>
                </a:cubicBezTo>
                <a:cubicBezTo>
                  <a:pt x="86" y="91"/>
                  <a:pt x="86" y="91"/>
                  <a:pt x="86" y="91"/>
                </a:cubicBezTo>
                <a:cubicBezTo>
                  <a:pt x="86" y="102"/>
                  <a:pt x="86" y="102"/>
                  <a:pt x="86" y="102"/>
                </a:cubicBezTo>
                <a:cubicBezTo>
                  <a:pt x="91" y="102"/>
                  <a:pt x="91" y="102"/>
                  <a:pt x="91" y="102"/>
                </a:cubicBezTo>
                <a:cubicBezTo>
                  <a:pt x="101" y="102"/>
                  <a:pt x="101" y="102"/>
                  <a:pt x="101" y="102"/>
                </a:cubicBezTo>
                <a:cubicBezTo>
                  <a:pt x="101" y="91"/>
                  <a:pt x="101" y="91"/>
                  <a:pt x="101" y="91"/>
                </a:cubicBezTo>
                <a:cubicBezTo>
                  <a:pt x="101" y="91"/>
                  <a:pt x="101" y="91"/>
                  <a:pt x="101" y="91"/>
                </a:cubicBezTo>
                <a:cubicBezTo>
                  <a:pt x="101" y="86"/>
                  <a:pt x="103" y="81"/>
                  <a:pt x="106" y="78"/>
                </a:cubicBezTo>
                <a:cubicBezTo>
                  <a:pt x="109" y="75"/>
                  <a:pt x="114" y="73"/>
                  <a:pt x="119" y="73"/>
                </a:cubicBezTo>
                <a:cubicBezTo>
                  <a:pt x="124" y="73"/>
                  <a:pt x="128" y="75"/>
                  <a:pt x="132" y="78"/>
                </a:cubicBezTo>
                <a:cubicBezTo>
                  <a:pt x="135" y="82"/>
                  <a:pt x="137" y="86"/>
                  <a:pt x="137" y="91"/>
                </a:cubicBezTo>
                <a:cubicBezTo>
                  <a:pt x="137" y="96"/>
                  <a:pt x="135" y="101"/>
                  <a:pt x="132" y="104"/>
                </a:cubicBezTo>
                <a:cubicBezTo>
                  <a:pt x="128" y="107"/>
                  <a:pt x="124" y="109"/>
                  <a:pt x="119" y="109"/>
                </a:cubicBezTo>
                <a:cubicBezTo>
                  <a:pt x="108" y="109"/>
                  <a:pt x="108" y="109"/>
                  <a:pt x="108" y="109"/>
                </a:cubicBezTo>
                <a:cubicBezTo>
                  <a:pt x="108" y="182"/>
                  <a:pt x="108" y="182"/>
                  <a:pt x="108" y="182"/>
                </a:cubicBezTo>
                <a:cubicBezTo>
                  <a:pt x="109" y="182"/>
                  <a:pt x="111" y="182"/>
                  <a:pt x="112" y="182"/>
                </a:cubicBezTo>
                <a:cubicBezTo>
                  <a:pt x="119" y="182"/>
                  <a:pt x="122" y="180"/>
                  <a:pt x="123" y="174"/>
                </a:cubicBezTo>
                <a:cubicBezTo>
                  <a:pt x="125" y="166"/>
                  <a:pt x="126" y="157"/>
                  <a:pt x="129" y="150"/>
                </a:cubicBezTo>
                <a:cubicBezTo>
                  <a:pt x="134" y="137"/>
                  <a:pt x="141" y="126"/>
                  <a:pt x="148" y="114"/>
                </a:cubicBezTo>
                <a:cubicBezTo>
                  <a:pt x="155" y="100"/>
                  <a:pt x="158" y="86"/>
                  <a:pt x="154" y="71"/>
                </a:cubicBezTo>
                <a:close/>
                <a:moveTo>
                  <a:pt x="100" y="7"/>
                </a:moveTo>
                <a:cubicBezTo>
                  <a:pt x="100" y="3"/>
                  <a:pt x="97" y="0"/>
                  <a:pt x="93" y="0"/>
                </a:cubicBezTo>
                <a:cubicBezTo>
                  <a:pt x="93" y="0"/>
                  <a:pt x="93" y="0"/>
                  <a:pt x="93" y="0"/>
                </a:cubicBezTo>
                <a:cubicBezTo>
                  <a:pt x="89" y="0"/>
                  <a:pt x="86" y="3"/>
                  <a:pt x="86" y="7"/>
                </a:cubicBezTo>
                <a:cubicBezTo>
                  <a:pt x="86" y="20"/>
                  <a:pt x="86" y="20"/>
                  <a:pt x="86" y="20"/>
                </a:cubicBezTo>
                <a:cubicBezTo>
                  <a:pt x="86" y="23"/>
                  <a:pt x="89" y="26"/>
                  <a:pt x="93" y="26"/>
                </a:cubicBezTo>
                <a:cubicBezTo>
                  <a:pt x="93" y="26"/>
                  <a:pt x="93" y="26"/>
                  <a:pt x="93" y="26"/>
                </a:cubicBezTo>
                <a:cubicBezTo>
                  <a:pt x="97" y="26"/>
                  <a:pt x="100" y="23"/>
                  <a:pt x="100" y="20"/>
                </a:cubicBezTo>
                <a:lnTo>
                  <a:pt x="100" y="7"/>
                </a:lnTo>
                <a:close/>
                <a:moveTo>
                  <a:pt x="137" y="18"/>
                </a:moveTo>
                <a:cubicBezTo>
                  <a:pt x="139" y="15"/>
                  <a:pt x="138" y="11"/>
                  <a:pt x="135" y="9"/>
                </a:cubicBezTo>
                <a:cubicBezTo>
                  <a:pt x="135" y="9"/>
                  <a:pt x="135" y="9"/>
                  <a:pt x="135" y="9"/>
                </a:cubicBezTo>
                <a:cubicBezTo>
                  <a:pt x="131" y="7"/>
                  <a:pt x="127" y="8"/>
                  <a:pt x="125" y="12"/>
                </a:cubicBezTo>
                <a:cubicBezTo>
                  <a:pt x="120" y="23"/>
                  <a:pt x="120" y="23"/>
                  <a:pt x="120" y="23"/>
                </a:cubicBezTo>
                <a:cubicBezTo>
                  <a:pt x="118" y="26"/>
                  <a:pt x="119" y="30"/>
                  <a:pt x="122" y="32"/>
                </a:cubicBezTo>
                <a:cubicBezTo>
                  <a:pt x="122" y="32"/>
                  <a:pt x="122" y="32"/>
                  <a:pt x="122" y="32"/>
                </a:cubicBezTo>
                <a:cubicBezTo>
                  <a:pt x="126" y="33"/>
                  <a:pt x="130" y="32"/>
                  <a:pt x="131" y="29"/>
                </a:cubicBezTo>
                <a:lnTo>
                  <a:pt x="137" y="18"/>
                </a:lnTo>
                <a:close/>
                <a:moveTo>
                  <a:pt x="165" y="40"/>
                </a:moveTo>
                <a:cubicBezTo>
                  <a:pt x="168" y="37"/>
                  <a:pt x="168" y="33"/>
                  <a:pt x="165" y="30"/>
                </a:cubicBezTo>
                <a:cubicBezTo>
                  <a:pt x="165" y="30"/>
                  <a:pt x="165" y="30"/>
                  <a:pt x="165" y="30"/>
                </a:cubicBezTo>
                <a:cubicBezTo>
                  <a:pt x="163" y="28"/>
                  <a:pt x="159" y="27"/>
                  <a:pt x="156" y="30"/>
                </a:cubicBezTo>
                <a:cubicBezTo>
                  <a:pt x="147" y="38"/>
                  <a:pt x="147" y="38"/>
                  <a:pt x="147" y="38"/>
                </a:cubicBezTo>
                <a:cubicBezTo>
                  <a:pt x="144" y="40"/>
                  <a:pt x="144" y="45"/>
                  <a:pt x="146" y="48"/>
                </a:cubicBezTo>
                <a:cubicBezTo>
                  <a:pt x="146" y="48"/>
                  <a:pt x="146" y="48"/>
                  <a:pt x="146" y="48"/>
                </a:cubicBezTo>
                <a:cubicBezTo>
                  <a:pt x="149" y="50"/>
                  <a:pt x="153" y="51"/>
                  <a:pt x="156" y="48"/>
                </a:cubicBezTo>
                <a:lnTo>
                  <a:pt x="165" y="40"/>
                </a:lnTo>
                <a:close/>
                <a:moveTo>
                  <a:pt x="179" y="73"/>
                </a:moveTo>
                <a:cubicBezTo>
                  <a:pt x="183" y="72"/>
                  <a:pt x="185" y="69"/>
                  <a:pt x="185" y="65"/>
                </a:cubicBezTo>
                <a:cubicBezTo>
                  <a:pt x="185" y="65"/>
                  <a:pt x="185" y="65"/>
                  <a:pt x="185" y="65"/>
                </a:cubicBezTo>
                <a:cubicBezTo>
                  <a:pt x="184" y="61"/>
                  <a:pt x="181" y="59"/>
                  <a:pt x="177" y="60"/>
                </a:cubicBezTo>
                <a:cubicBezTo>
                  <a:pt x="165" y="62"/>
                  <a:pt x="165" y="62"/>
                  <a:pt x="165" y="62"/>
                </a:cubicBezTo>
                <a:cubicBezTo>
                  <a:pt x="161" y="63"/>
                  <a:pt x="159" y="66"/>
                  <a:pt x="159" y="70"/>
                </a:cubicBezTo>
                <a:cubicBezTo>
                  <a:pt x="159" y="70"/>
                  <a:pt x="159" y="70"/>
                  <a:pt x="159" y="70"/>
                </a:cubicBezTo>
                <a:cubicBezTo>
                  <a:pt x="160" y="73"/>
                  <a:pt x="163" y="76"/>
                  <a:pt x="167" y="75"/>
                </a:cubicBezTo>
                <a:lnTo>
                  <a:pt x="179" y="73"/>
                </a:lnTo>
                <a:close/>
                <a:moveTo>
                  <a:pt x="176" y="109"/>
                </a:moveTo>
                <a:cubicBezTo>
                  <a:pt x="180" y="110"/>
                  <a:pt x="184" y="107"/>
                  <a:pt x="184" y="104"/>
                </a:cubicBezTo>
                <a:cubicBezTo>
                  <a:pt x="184" y="104"/>
                  <a:pt x="184" y="104"/>
                  <a:pt x="184" y="104"/>
                </a:cubicBezTo>
                <a:cubicBezTo>
                  <a:pt x="185" y="100"/>
                  <a:pt x="183" y="97"/>
                  <a:pt x="179" y="96"/>
                </a:cubicBezTo>
                <a:cubicBezTo>
                  <a:pt x="167" y="93"/>
                  <a:pt x="167" y="93"/>
                  <a:pt x="167" y="93"/>
                </a:cubicBezTo>
                <a:cubicBezTo>
                  <a:pt x="163" y="93"/>
                  <a:pt x="160" y="95"/>
                  <a:pt x="159" y="99"/>
                </a:cubicBezTo>
                <a:cubicBezTo>
                  <a:pt x="159" y="99"/>
                  <a:pt x="159" y="99"/>
                  <a:pt x="159" y="99"/>
                </a:cubicBezTo>
                <a:cubicBezTo>
                  <a:pt x="158" y="102"/>
                  <a:pt x="161" y="106"/>
                  <a:pt x="164" y="106"/>
                </a:cubicBezTo>
                <a:lnTo>
                  <a:pt x="176" y="109"/>
                </a:lnTo>
                <a:close/>
                <a:moveTo>
                  <a:pt x="54" y="29"/>
                </a:moveTo>
                <a:cubicBezTo>
                  <a:pt x="56" y="32"/>
                  <a:pt x="60" y="33"/>
                  <a:pt x="63" y="32"/>
                </a:cubicBezTo>
                <a:cubicBezTo>
                  <a:pt x="63" y="32"/>
                  <a:pt x="63" y="32"/>
                  <a:pt x="63" y="32"/>
                </a:cubicBezTo>
                <a:cubicBezTo>
                  <a:pt x="67" y="30"/>
                  <a:pt x="68" y="26"/>
                  <a:pt x="66" y="23"/>
                </a:cubicBezTo>
                <a:cubicBezTo>
                  <a:pt x="60" y="12"/>
                  <a:pt x="60" y="12"/>
                  <a:pt x="60" y="12"/>
                </a:cubicBezTo>
                <a:cubicBezTo>
                  <a:pt x="58" y="8"/>
                  <a:pt x="54" y="7"/>
                  <a:pt x="51" y="9"/>
                </a:cubicBezTo>
                <a:cubicBezTo>
                  <a:pt x="51" y="9"/>
                  <a:pt x="51" y="9"/>
                  <a:pt x="51" y="9"/>
                </a:cubicBezTo>
                <a:cubicBezTo>
                  <a:pt x="48" y="11"/>
                  <a:pt x="46" y="15"/>
                  <a:pt x="48" y="18"/>
                </a:cubicBezTo>
                <a:lnTo>
                  <a:pt x="54" y="29"/>
                </a:lnTo>
                <a:close/>
                <a:moveTo>
                  <a:pt x="30" y="48"/>
                </a:moveTo>
                <a:cubicBezTo>
                  <a:pt x="33" y="51"/>
                  <a:pt x="37" y="50"/>
                  <a:pt x="39" y="48"/>
                </a:cubicBezTo>
                <a:cubicBezTo>
                  <a:pt x="39" y="48"/>
                  <a:pt x="39" y="48"/>
                  <a:pt x="39" y="48"/>
                </a:cubicBezTo>
                <a:cubicBezTo>
                  <a:pt x="42" y="45"/>
                  <a:pt x="42" y="40"/>
                  <a:pt x="39" y="38"/>
                </a:cubicBezTo>
                <a:cubicBezTo>
                  <a:pt x="30" y="30"/>
                  <a:pt x="30" y="30"/>
                  <a:pt x="30" y="30"/>
                </a:cubicBezTo>
                <a:cubicBezTo>
                  <a:pt x="27" y="27"/>
                  <a:pt x="23" y="28"/>
                  <a:pt x="20" y="30"/>
                </a:cubicBezTo>
                <a:cubicBezTo>
                  <a:pt x="20" y="30"/>
                  <a:pt x="20" y="30"/>
                  <a:pt x="20" y="30"/>
                </a:cubicBezTo>
                <a:cubicBezTo>
                  <a:pt x="18" y="33"/>
                  <a:pt x="18" y="37"/>
                  <a:pt x="21" y="40"/>
                </a:cubicBezTo>
                <a:lnTo>
                  <a:pt x="30" y="48"/>
                </a:lnTo>
                <a:close/>
                <a:moveTo>
                  <a:pt x="18" y="75"/>
                </a:moveTo>
                <a:cubicBezTo>
                  <a:pt x="22" y="76"/>
                  <a:pt x="26" y="73"/>
                  <a:pt x="26" y="70"/>
                </a:cubicBezTo>
                <a:cubicBezTo>
                  <a:pt x="26" y="70"/>
                  <a:pt x="26" y="70"/>
                  <a:pt x="26" y="70"/>
                </a:cubicBezTo>
                <a:cubicBezTo>
                  <a:pt x="27" y="66"/>
                  <a:pt x="24" y="63"/>
                  <a:pt x="21" y="62"/>
                </a:cubicBezTo>
                <a:cubicBezTo>
                  <a:pt x="9" y="60"/>
                  <a:pt x="9" y="60"/>
                  <a:pt x="9" y="60"/>
                </a:cubicBezTo>
                <a:cubicBezTo>
                  <a:pt x="5" y="59"/>
                  <a:pt x="1" y="61"/>
                  <a:pt x="1" y="65"/>
                </a:cubicBezTo>
                <a:cubicBezTo>
                  <a:pt x="1" y="65"/>
                  <a:pt x="1" y="65"/>
                  <a:pt x="1" y="65"/>
                </a:cubicBezTo>
                <a:cubicBezTo>
                  <a:pt x="0" y="69"/>
                  <a:pt x="2" y="72"/>
                  <a:pt x="6" y="73"/>
                </a:cubicBezTo>
                <a:lnTo>
                  <a:pt x="18" y="75"/>
                </a:lnTo>
                <a:close/>
                <a:moveTo>
                  <a:pt x="21" y="106"/>
                </a:moveTo>
                <a:cubicBezTo>
                  <a:pt x="25" y="106"/>
                  <a:pt x="27" y="102"/>
                  <a:pt x="27" y="99"/>
                </a:cubicBezTo>
                <a:cubicBezTo>
                  <a:pt x="27" y="99"/>
                  <a:pt x="27" y="99"/>
                  <a:pt x="27" y="99"/>
                </a:cubicBezTo>
                <a:cubicBezTo>
                  <a:pt x="26" y="95"/>
                  <a:pt x="22" y="93"/>
                  <a:pt x="19" y="93"/>
                </a:cubicBezTo>
                <a:cubicBezTo>
                  <a:pt x="6" y="96"/>
                  <a:pt x="6" y="96"/>
                  <a:pt x="6" y="96"/>
                </a:cubicBezTo>
                <a:cubicBezTo>
                  <a:pt x="3" y="97"/>
                  <a:pt x="0" y="100"/>
                  <a:pt x="1" y="104"/>
                </a:cubicBezTo>
                <a:cubicBezTo>
                  <a:pt x="1" y="104"/>
                  <a:pt x="1" y="104"/>
                  <a:pt x="1" y="104"/>
                </a:cubicBezTo>
                <a:cubicBezTo>
                  <a:pt x="2" y="107"/>
                  <a:pt x="5" y="110"/>
                  <a:pt x="9" y="109"/>
                </a:cubicBezTo>
                <a:lnTo>
                  <a:pt x="21" y="106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5624512" y="2762250"/>
            <a:ext cx="1123950" cy="754062"/>
          </a:xfrm>
          <a:custGeom>
            <a:avLst/>
            <a:gdLst/>
            <a:ahLst/>
            <a:cxnLst/>
            <a:rect l="l" t="t" r="r" b="b"/>
            <a:pathLst>
              <a:path w="288" h="193" extrusionOk="0">
                <a:moveTo>
                  <a:pt x="229" y="19"/>
                </a:moveTo>
                <a:cubicBezTo>
                  <a:pt x="256" y="86"/>
                  <a:pt x="256" y="86"/>
                  <a:pt x="256" y="86"/>
                </a:cubicBezTo>
                <a:cubicBezTo>
                  <a:pt x="223" y="100"/>
                  <a:pt x="223" y="100"/>
                  <a:pt x="223" y="100"/>
                </a:cubicBezTo>
                <a:cubicBezTo>
                  <a:pt x="205" y="85"/>
                  <a:pt x="151" y="38"/>
                  <a:pt x="146" y="38"/>
                </a:cubicBezTo>
                <a:cubicBezTo>
                  <a:pt x="142" y="38"/>
                  <a:pt x="126" y="44"/>
                  <a:pt x="124" y="44"/>
                </a:cubicBezTo>
                <a:cubicBezTo>
                  <a:pt x="124" y="44"/>
                  <a:pt x="114" y="47"/>
                  <a:pt x="105" y="47"/>
                </a:cubicBezTo>
                <a:cubicBezTo>
                  <a:pt x="100" y="47"/>
                  <a:pt x="97" y="47"/>
                  <a:pt x="95" y="45"/>
                </a:cubicBezTo>
                <a:cubicBezTo>
                  <a:pt x="93" y="44"/>
                  <a:pt x="92" y="42"/>
                  <a:pt x="92" y="41"/>
                </a:cubicBezTo>
                <a:cubicBezTo>
                  <a:pt x="92" y="37"/>
                  <a:pt x="96" y="34"/>
                  <a:pt x="98" y="33"/>
                </a:cubicBezTo>
                <a:cubicBezTo>
                  <a:pt x="112" y="25"/>
                  <a:pt x="150" y="11"/>
                  <a:pt x="154" y="10"/>
                </a:cubicBezTo>
                <a:cubicBezTo>
                  <a:pt x="154" y="10"/>
                  <a:pt x="155" y="10"/>
                  <a:pt x="155" y="10"/>
                </a:cubicBezTo>
                <a:cubicBezTo>
                  <a:pt x="164" y="10"/>
                  <a:pt x="222" y="18"/>
                  <a:pt x="229" y="19"/>
                </a:cubicBezTo>
                <a:close/>
                <a:moveTo>
                  <a:pt x="253" y="0"/>
                </a:moveTo>
                <a:cubicBezTo>
                  <a:pt x="252" y="0"/>
                  <a:pt x="251" y="1"/>
                  <a:pt x="250" y="1"/>
                </a:cubicBezTo>
                <a:cubicBezTo>
                  <a:pt x="239" y="5"/>
                  <a:pt x="239" y="5"/>
                  <a:pt x="239" y="5"/>
                </a:cubicBezTo>
                <a:cubicBezTo>
                  <a:pt x="237" y="6"/>
                  <a:pt x="236" y="7"/>
                  <a:pt x="235" y="9"/>
                </a:cubicBezTo>
                <a:cubicBezTo>
                  <a:pt x="234" y="11"/>
                  <a:pt x="234" y="13"/>
                  <a:pt x="235" y="15"/>
                </a:cubicBezTo>
                <a:cubicBezTo>
                  <a:pt x="263" y="85"/>
                  <a:pt x="263" y="85"/>
                  <a:pt x="263" y="85"/>
                </a:cubicBezTo>
                <a:cubicBezTo>
                  <a:pt x="264" y="89"/>
                  <a:pt x="269" y="91"/>
                  <a:pt x="272" y="89"/>
                </a:cubicBezTo>
                <a:cubicBezTo>
                  <a:pt x="283" y="85"/>
                  <a:pt x="283" y="85"/>
                  <a:pt x="283" y="85"/>
                </a:cubicBezTo>
                <a:cubicBezTo>
                  <a:pt x="285" y="84"/>
                  <a:pt x="287" y="83"/>
                  <a:pt x="287" y="81"/>
                </a:cubicBezTo>
                <a:cubicBezTo>
                  <a:pt x="288" y="79"/>
                  <a:pt x="288" y="77"/>
                  <a:pt x="288" y="75"/>
                </a:cubicBezTo>
                <a:cubicBezTo>
                  <a:pt x="260" y="5"/>
                  <a:pt x="260" y="5"/>
                  <a:pt x="260" y="5"/>
                </a:cubicBezTo>
                <a:cubicBezTo>
                  <a:pt x="259" y="2"/>
                  <a:pt x="256" y="0"/>
                  <a:pt x="253" y="0"/>
                </a:cubicBezTo>
                <a:close/>
                <a:moveTo>
                  <a:pt x="0" y="96"/>
                </a:moveTo>
                <a:cubicBezTo>
                  <a:pt x="0" y="98"/>
                  <a:pt x="1" y="100"/>
                  <a:pt x="2" y="102"/>
                </a:cubicBezTo>
                <a:cubicBezTo>
                  <a:pt x="3" y="103"/>
                  <a:pt x="5" y="104"/>
                  <a:pt x="7" y="104"/>
                </a:cubicBezTo>
                <a:cubicBezTo>
                  <a:pt x="19" y="105"/>
                  <a:pt x="19" y="105"/>
                  <a:pt x="19" y="105"/>
                </a:cubicBezTo>
                <a:cubicBezTo>
                  <a:pt x="23" y="106"/>
                  <a:pt x="27" y="102"/>
                  <a:pt x="27" y="98"/>
                </a:cubicBezTo>
                <a:cubicBezTo>
                  <a:pt x="33" y="20"/>
                  <a:pt x="33" y="20"/>
                  <a:pt x="33" y="20"/>
                </a:cubicBezTo>
                <a:cubicBezTo>
                  <a:pt x="33" y="18"/>
                  <a:pt x="32" y="16"/>
                  <a:pt x="31" y="14"/>
                </a:cubicBezTo>
                <a:cubicBezTo>
                  <a:pt x="30" y="13"/>
                  <a:pt x="28" y="12"/>
                  <a:pt x="26" y="12"/>
                </a:cubicBezTo>
                <a:cubicBezTo>
                  <a:pt x="14" y="11"/>
                  <a:pt x="14" y="11"/>
                  <a:pt x="14" y="11"/>
                </a:cubicBezTo>
                <a:cubicBezTo>
                  <a:pt x="14" y="11"/>
                  <a:pt x="14" y="11"/>
                  <a:pt x="14" y="11"/>
                </a:cubicBezTo>
                <a:cubicBezTo>
                  <a:pt x="10" y="11"/>
                  <a:pt x="7" y="14"/>
                  <a:pt x="6" y="18"/>
                </a:cubicBezTo>
                <a:lnTo>
                  <a:pt x="0" y="96"/>
                </a:lnTo>
                <a:close/>
                <a:moveTo>
                  <a:pt x="119" y="166"/>
                </a:moveTo>
                <a:cubicBezTo>
                  <a:pt x="118" y="164"/>
                  <a:pt x="116" y="162"/>
                  <a:pt x="114" y="160"/>
                </a:cubicBezTo>
                <a:cubicBezTo>
                  <a:pt x="109" y="155"/>
                  <a:pt x="104" y="156"/>
                  <a:pt x="99" y="162"/>
                </a:cubicBezTo>
                <a:cubicBezTo>
                  <a:pt x="94" y="168"/>
                  <a:pt x="94" y="168"/>
                  <a:pt x="94" y="168"/>
                </a:cubicBezTo>
                <a:cubicBezTo>
                  <a:pt x="93" y="169"/>
                  <a:pt x="93" y="169"/>
                  <a:pt x="93" y="169"/>
                </a:cubicBezTo>
                <a:cubicBezTo>
                  <a:pt x="89" y="175"/>
                  <a:pt x="89" y="175"/>
                  <a:pt x="89" y="175"/>
                </a:cubicBezTo>
                <a:cubicBezTo>
                  <a:pt x="82" y="182"/>
                  <a:pt x="89" y="188"/>
                  <a:pt x="91" y="190"/>
                </a:cubicBezTo>
                <a:cubicBezTo>
                  <a:pt x="93" y="192"/>
                  <a:pt x="95" y="193"/>
                  <a:pt x="97" y="193"/>
                </a:cubicBezTo>
                <a:cubicBezTo>
                  <a:pt x="100" y="193"/>
                  <a:pt x="103" y="191"/>
                  <a:pt x="105" y="188"/>
                </a:cubicBezTo>
                <a:cubicBezTo>
                  <a:pt x="113" y="178"/>
                  <a:pt x="113" y="178"/>
                  <a:pt x="113" y="178"/>
                </a:cubicBezTo>
                <a:cubicBezTo>
                  <a:pt x="113" y="178"/>
                  <a:pt x="113" y="178"/>
                  <a:pt x="113" y="178"/>
                </a:cubicBezTo>
                <a:cubicBezTo>
                  <a:pt x="116" y="175"/>
                  <a:pt x="116" y="175"/>
                  <a:pt x="116" y="175"/>
                </a:cubicBezTo>
                <a:cubicBezTo>
                  <a:pt x="118" y="172"/>
                  <a:pt x="119" y="169"/>
                  <a:pt x="119" y="166"/>
                </a:cubicBezTo>
                <a:close/>
                <a:moveTo>
                  <a:pt x="62" y="162"/>
                </a:moveTo>
                <a:cubicBezTo>
                  <a:pt x="59" y="167"/>
                  <a:pt x="60" y="171"/>
                  <a:pt x="66" y="176"/>
                </a:cubicBezTo>
                <a:cubicBezTo>
                  <a:pt x="71" y="180"/>
                  <a:pt x="76" y="179"/>
                  <a:pt x="80" y="174"/>
                </a:cubicBezTo>
                <a:cubicBezTo>
                  <a:pt x="94" y="158"/>
                  <a:pt x="94" y="158"/>
                  <a:pt x="94" y="158"/>
                </a:cubicBezTo>
                <a:cubicBezTo>
                  <a:pt x="100" y="150"/>
                  <a:pt x="94" y="144"/>
                  <a:pt x="92" y="142"/>
                </a:cubicBezTo>
                <a:cubicBezTo>
                  <a:pt x="87" y="138"/>
                  <a:pt x="82" y="139"/>
                  <a:pt x="78" y="144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70" y="153"/>
                  <a:pt x="70" y="153"/>
                  <a:pt x="70" y="153"/>
                </a:cubicBezTo>
                <a:cubicBezTo>
                  <a:pt x="69" y="154"/>
                  <a:pt x="69" y="154"/>
                  <a:pt x="69" y="154"/>
                </a:cubicBezTo>
                <a:lnTo>
                  <a:pt x="62" y="162"/>
                </a:lnTo>
                <a:close/>
                <a:moveTo>
                  <a:pt x="43" y="142"/>
                </a:moveTo>
                <a:cubicBezTo>
                  <a:pt x="40" y="145"/>
                  <a:pt x="40" y="148"/>
                  <a:pt x="40" y="151"/>
                </a:cubicBezTo>
                <a:cubicBezTo>
                  <a:pt x="40" y="153"/>
                  <a:pt x="42" y="156"/>
                  <a:pt x="45" y="158"/>
                </a:cubicBezTo>
                <a:cubicBezTo>
                  <a:pt x="50" y="162"/>
                  <a:pt x="55" y="161"/>
                  <a:pt x="59" y="156"/>
                </a:cubicBezTo>
                <a:cubicBezTo>
                  <a:pt x="74" y="138"/>
                  <a:pt x="74" y="138"/>
                  <a:pt x="74" y="138"/>
                </a:cubicBezTo>
                <a:cubicBezTo>
                  <a:pt x="76" y="135"/>
                  <a:pt x="77" y="132"/>
                  <a:pt x="77" y="129"/>
                </a:cubicBezTo>
                <a:cubicBezTo>
                  <a:pt x="76" y="127"/>
                  <a:pt x="75" y="124"/>
                  <a:pt x="72" y="122"/>
                </a:cubicBezTo>
                <a:cubicBezTo>
                  <a:pt x="67" y="118"/>
                  <a:pt x="62" y="119"/>
                  <a:pt x="58" y="124"/>
                </a:cubicBezTo>
                <a:cubicBezTo>
                  <a:pt x="50" y="133"/>
                  <a:pt x="50" y="133"/>
                  <a:pt x="50" y="133"/>
                </a:cubicBezTo>
                <a:cubicBezTo>
                  <a:pt x="50" y="133"/>
                  <a:pt x="50" y="133"/>
                  <a:pt x="50" y="133"/>
                </a:cubicBezTo>
                <a:cubicBezTo>
                  <a:pt x="49" y="134"/>
                  <a:pt x="49" y="134"/>
                  <a:pt x="49" y="134"/>
                </a:cubicBezTo>
                <a:lnTo>
                  <a:pt x="43" y="142"/>
                </a:lnTo>
                <a:close/>
                <a:moveTo>
                  <a:pt x="39" y="136"/>
                </a:moveTo>
                <a:cubicBezTo>
                  <a:pt x="54" y="118"/>
                  <a:pt x="54" y="118"/>
                  <a:pt x="54" y="118"/>
                </a:cubicBezTo>
                <a:cubicBezTo>
                  <a:pt x="61" y="110"/>
                  <a:pt x="55" y="104"/>
                  <a:pt x="53" y="103"/>
                </a:cubicBezTo>
                <a:cubicBezTo>
                  <a:pt x="47" y="98"/>
                  <a:pt x="42" y="99"/>
                  <a:pt x="38" y="105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3" y="111"/>
                  <a:pt x="33" y="111"/>
                  <a:pt x="33" y="111"/>
                </a:cubicBezTo>
                <a:cubicBezTo>
                  <a:pt x="32" y="112"/>
                  <a:pt x="32" y="112"/>
                  <a:pt x="32" y="112"/>
                </a:cubicBezTo>
                <a:cubicBezTo>
                  <a:pt x="25" y="120"/>
                  <a:pt x="25" y="120"/>
                  <a:pt x="25" y="120"/>
                </a:cubicBezTo>
                <a:cubicBezTo>
                  <a:pt x="23" y="123"/>
                  <a:pt x="22" y="125"/>
                  <a:pt x="22" y="128"/>
                </a:cubicBezTo>
                <a:cubicBezTo>
                  <a:pt x="22" y="131"/>
                  <a:pt x="24" y="133"/>
                  <a:pt x="25" y="134"/>
                </a:cubicBezTo>
                <a:cubicBezTo>
                  <a:pt x="28" y="136"/>
                  <a:pt x="31" y="138"/>
                  <a:pt x="34" y="138"/>
                </a:cubicBezTo>
                <a:cubicBezTo>
                  <a:pt x="36" y="138"/>
                  <a:pt x="38" y="137"/>
                  <a:pt x="39" y="136"/>
                </a:cubicBezTo>
                <a:close/>
                <a:moveTo>
                  <a:pt x="218" y="120"/>
                </a:moveTo>
                <a:cubicBezTo>
                  <a:pt x="222" y="116"/>
                  <a:pt x="224" y="110"/>
                  <a:pt x="217" y="105"/>
                </a:cubicBezTo>
                <a:cubicBezTo>
                  <a:pt x="212" y="100"/>
                  <a:pt x="212" y="100"/>
                  <a:pt x="212" y="100"/>
                </a:cubicBezTo>
                <a:cubicBezTo>
                  <a:pt x="184" y="76"/>
                  <a:pt x="153" y="49"/>
                  <a:pt x="145" y="45"/>
                </a:cubicBezTo>
                <a:cubicBezTo>
                  <a:pt x="142" y="46"/>
                  <a:pt x="133" y="49"/>
                  <a:pt x="126" y="51"/>
                </a:cubicBezTo>
                <a:cubicBezTo>
                  <a:pt x="126" y="51"/>
                  <a:pt x="126" y="51"/>
                  <a:pt x="126" y="51"/>
                </a:cubicBezTo>
                <a:cubicBezTo>
                  <a:pt x="125" y="51"/>
                  <a:pt x="115" y="54"/>
                  <a:pt x="105" y="54"/>
                </a:cubicBezTo>
                <a:cubicBezTo>
                  <a:pt x="99" y="54"/>
                  <a:pt x="95" y="53"/>
                  <a:pt x="91" y="51"/>
                </a:cubicBezTo>
                <a:cubicBezTo>
                  <a:pt x="86" y="48"/>
                  <a:pt x="85" y="43"/>
                  <a:pt x="85" y="40"/>
                </a:cubicBezTo>
                <a:cubicBezTo>
                  <a:pt x="85" y="34"/>
                  <a:pt x="90" y="29"/>
                  <a:pt x="94" y="27"/>
                </a:cubicBezTo>
                <a:cubicBezTo>
                  <a:pt x="40" y="20"/>
                  <a:pt x="40" y="20"/>
                  <a:pt x="40" y="20"/>
                </a:cubicBezTo>
                <a:cubicBezTo>
                  <a:pt x="34" y="99"/>
                  <a:pt x="34" y="99"/>
                  <a:pt x="34" y="99"/>
                </a:cubicBezTo>
                <a:cubicBezTo>
                  <a:pt x="38" y="94"/>
                  <a:pt x="43" y="93"/>
                  <a:pt x="46" y="93"/>
                </a:cubicBezTo>
                <a:cubicBezTo>
                  <a:pt x="50" y="93"/>
                  <a:pt x="53" y="95"/>
                  <a:pt x="57" y="97"/>
                </a:cubicBezTo>
                <a:cubicBezTo>
                  <a:pt x="62" y="102"/>
                  <a:pt x="64" y="107"/>
                  <a:pt x="64" y="113"/>
                </a:cubicBezTo>
                <a:cubicBezTo>
                  <a:pt x="68" y="112"/>
                  <a:pt x="73" y="114"/>
                  <a:pt x="77" y="117"/>
                </a:cubicBezTo>
                <a:cubicBezTo>
                  <a:pt x="82" y="121"/>
                  <a:pt x="84" y="127"/>
                  <a:pt x="84" y="133"/>
                </a:cubicBezTo>
                <a:cubicBezTo>
                  <a:pt x="88" y="132"/>
                  <a:pt x="92" y="134"/>
                  <a:pt x="96" y="137"/>
                </a:cubicBezTo>
                <a:cubicBezTo>
                  <a:pt x="101" y="141"/>
                  <a:pt x="103" y="146"/>
                  <a:pt x="103" y="151"/>
                </a:cubicBezTo>
                <a:cubicBezTo>
                  <a:pt x="109" y="149"/>
                  <a:pt x="114" y="151"/>
                  <a:pt x="118" y="154"/>
                </a:cubicBezTo>
                <a:cubicBezTo>
                  <a:pt x="125" y="159"/>
                  <a:pt x="127" y="167"/>
                  <a:pt x="124" y="173"/>
                </a:cubicBezTo>
                <a:cubicBezTo>
                  <a:pt x="129" y="177"/>
                  <a:pt x="129" y="177"/>
                  <a:pt x="129" y="177"/>
                </a:cubicBezTo>
                <a:cubicBezTo>
                  <a:pt x="129" y="178"/>
                  <a:pt x="130" y="178"/>
                  <a:pt x="130" y="178"/>
                </a:cubicBezTo>
                <a:cubicBezTo>
                  <a:pt x="130" y="178"/>
                  <a:pt x="130" y="178"/>
                  <a:pt x="130" y="178"/>
                </a:cubicBezTo>
                <a:cubicBezTo>
                  <a:pt x="132" y="180"/>
                  <a:pt x="134" y="180"/>
                  <a:pt x="136" y="180"/>
                </a:cubicBezTo>
                <a:cubicBezTo>
                  <a:pt x="140" y="180"/>
                  <a:pt x="142" y="178"/>
                  <a:pt x="144" y="176"/>
                </a:cubicBezTo>
                <a:cubicBezTo>
                  <a:pt x="147" y="172"/>
                  <a:pt x="149" y="169"/>
                  <a:pt x="145" y="165"/>
                </a:cubicBezTo>
                <a:cubicBezTo>
                  <a:pt x="144" y="164"/>
                  <a:pt x="144" y="164"/>
                  <a:pt x="144" y="164"/>
                </a:cubicBezTo>
                <a:cubicBezTo>
                  <a:pt x="120" y="144"/>
                  <a:pt x="120" y="144"/>
                  <a:pt x="120" y="144"/>
                </a:cubicBezTo>
                <a:cubicBezTo>
                  <a:pt x="119" y="143"/>
                  <a:pt x="119" y="142"/>
                  <a:pt x="119" y="141"/>
                </a:cubicBezTo>
                <a:cubicBezTo>
                  <a:pt x="119" y="140"/>
                  <a:pt x="119" y="139"/>
                  <a:pt x="120" y="138"/>
                </a:cubicBezTo>
                <a:cubicBezTo>
                  <a:pt x="121" y="137"/>
                  <a:pt x="124" y="136"/>
                  <a:pt x="125" y="138"/>
                </a:cubicBezTo>
                <a:cubicBezTo>
                  <a:pt x="157" y="165"/>
                  <a:pt x="157" y="165"/>
                  <a:pt x="157" y="165"/>
                </a:cubicBezTo>
                <a:cubicBezTo>
                  <a:pt x="159" y="166"/>
                  <a:pt x="160" y="166"/>
                  <a:pt x="162" y="166"/>
                </a:cubicBezTo>
                <a:cubicBezTo>
                  <a:pt x="166" y="166"/>
                  <a:pt x="169" y="165"/>
                  <a:pt x="171" y="162"/>
                </a:cubicBezTo>
                <a:cubicBezTo>
                  <a:pt x="173" y="159"/>
                  <a:pt x="174" y="157"/>
                  <a:pt x="174" y="154"/>
                </a:cubicBezTo>
                <a:cubicBezTo>
                  <a:pt x="173" y="151"/>
                  <a:pt x="172" y="149"/>
                  <a:pt x="169" y="146"/>
                </a:cubicBezTo>
                <a:cubicBezTo>
                  <a:pt x="165" y="143"/>
                  <a:pt x="165" y="143"/>
                  <a:pt x="165" y="143"/>
                </a:cubicBezTo>
                <a:cubicBezTo>
                  <a:pt x="165" y="143"/>
                  <a:pt x="165" y="143"/>
                  <a:pt x="165" y="143"/>
                </a:cubicBezTo>
                <a:cubicBezTo>
                  <a:pt x="147" y="129"/>
                  <a:pt x="147" y="129"/>
                  <a:pt x="147" y="129"/>
                </a:cubicBezTo>
                <a:cubicBezTo>
                  <a:pt x="147" y="128"/>
                  <a:pt x="146" y="127"/>
                  <a:pt x="146" y="126"/>
                </a:cubicBezTo>
                <a:cubicBezTo>
                  <a:pt x="146" y="125"/>
                  <a:pt x="146" y="124"/>
                  <a:pt x="147" y="123"/>
                </a:cubicBezTo>
                <a:cubicBezTo>
                  <a:pt x="148" y="122"/>
                  <a:pt x="151" y="121"/>
                  <a:pt x="152" y="123"/>
                </a:cubicBezTo>
                <a:cubicBezTo>
                  <a:pt x="182" y="146"/>
                  <a:pt x="182" y="146"/>
                  <a:pt x="182" y="146"/>
                </a:cubicBezTo>
                <a:cubicBezTo>
                  <a:pt x="184" y="148"/>
                  <a:pt x="186" y="149"/>
                  <a:pt x="188" y="149"/>
                </a:cubicBezTo>
                <a:cubicBezTo>
                  <a:pt x="192" y="149"/>
                  <a:pt x="195" y="147"/>
                  <a:pt x="198" y="144"/>
                </a:cubicBezTo>
                <a:cubicBezTo>
                  <a:pt x="200" y="141"/>
                  <a:pt x="201" y="138"/>
                  <a:pt x="201" y="136"/>
                </a:cubicBezTo>
                <a:cubicBezTo>
                  <a:pt x="201" y="133"/>
                  <a:pt x="199" y="131"/>
                  <a:pt x="196" y="128"/>
                </a:cubicBezTo>
                <a:cubicBezTo>
                  <a:pt x="188" y="121"/>
                  <a:pt x="188" y="121"/>
                  <a:pt x="188" y="121"/>
                </a:cubicBezTo>
                <a:cubicBezTo>
                  <a:pt x="188" y="121"/>
                  <a:pt x="188" y="121"/>
                  <a:pt x="188" y="121"/>
                </a:cubicBezTo>
                <a:cubicBezTo>
                  <a:pt x="173" y="109"/>
                  <a:pt x="173" y="109"/>
                  <a:pt x="173" y="109"/>
                </a:cubicBezTo>
                <a:cubicBezTo>
                  <a:pt x="171" y="108"/>
                  <a:pt x="171" y="105"/>
                  <a:pt x="172" y="103"/>
                </a:cubicBezTo>
                <a:cubicBezTo>
                  <a:pt x="173" y="102"/>
                  <a:pt x="176" y="102"/>
                  <a:pt x="177" y="103"/>
                </a:cubicBezTo>
                <a:cubicBezTo>
                  <a:pt x="202" y="123"/>
                  <a:pt x="202" y="123"/>
                  <a:pt x="202" y="123"/>
                </a:cubicBezTo>
                <a:cubicBezTo>
                  <a:pt x="207" y="127"/>
                  <a:pt x="214" y="126"/>
                  <a:pt x="218" y="12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34"/>
          <p:cNvSpPr/>
          <p:nvPr/>
        </p:nvSpPr>
        <p:spPr>
          <a:xfrm>
            <a:off x="5729287" y="5235575"/>
            <a:ext cx="912812" cy="765175"/>
          </a:xfrm>
          <a:custGeom>
            <a:avLst/>
            <a:gdLst/>
            <a:ahLst/>
            <a:cxnLst/>
            <a:rect l="l" t="t" r="r" b="b"/>
            <a:pathLst>
              <a:path w="234" h="196" extrusionOk="0">
                <a:moveTo>
                  <a:pt x="31" y="160"/>
                </a:moveTo>
                <a:cubicBezTo>
                  <a:pt x="31" y="107"/>
                  <a:pt x="31" y="107"/>
                  <a:pt x="31" y="107"/>
                </a:cubicBezTo>
                <a:cubicBezTo>
                  <a:pt x="31" y="103"/>
                  <a:pt x="35" y="99"/>
                  <a:pt x="39" y="99"/>
                </a:cubicBezTo>
                <a:cubicBezTo>
                  <a:pt x="52" y="99"/>
                  <a:pt x="52" y="99"/>
                  <a:pt x="52" y="99"/>
                </a:cubicBezTo>
                <a:cubicBezTo>
                  <a:pt x="56" y="99"/>
                  <a:pt x="59" y="103"/>
                  <a:pt x="59" y="107"/>
                </a:cubicBezTo>
                <a:cubicBezTo>
                  <a:pt x="59" y="160"/>
                  <a:pt x="59" y="160"/>
                  <a:pt x="59" y="160"/>
                </a:cubicBezTo>
                <a:cubicBezTo>
                  <a:pt x="59" y="164"/>
                  <a:pt x="56" y="168"/>
                  <a:pt x="52" y="168"/>
                </a:cubicBezTo>
                <a:cubicBezTo>
                  <a:pt x="39" y="168"/>
                  <a:pt x="39" y="168"/>
                  <a:pt x="39" y="168"/>
                </a:cubicBezTo>
                <a:cubicBezTo>
                  <a:pt x="35" y="168"/>
                  <a:pt x="31" y="164"/>
                  <a:pt x="31" y="160"/>
                </a:cubicBezTo>
                <a:close/>
                <a:moveTo>
                  <a:pt x="86" y="81"/>
                </a:moveTo>
                <a:cubicBezTo>
                  <a:pt x="81" y="81"/>
                  <a:pt x="78" y="84"/>
                  <a:pt x="78" y="88"/>
                </a:cubicBezTo>
                <a:cubicBezTo>
                  <a:pt x="78" y="160"/>
                  <a:pt x="78" y="160"/>
                  <a:pt x="78" y="160"/>
                </a:cubicBezTo>
                <a:cubicBezTo>
                  <a:pt x="78" y="164"/>
                  <a:pt x="81" y="168"/>
                  <a:pt x="86" y="168"/>
                </a:cubicBezTo>
                <a:cubicBezTo>
                  <a:pt x="99" y="168"/>
                  <a:pt x="99" y="168"/>
                  <a:pt x="99" y="168"/>
                </a:cubicBezTo>
                <a:cubicBezTo>
                  <a:pt x="103" y="168"/>
                  <a:pt x="106" y="164"/>
                  <a:pt x="106" y="160"/>
                </a:cubicBezTo>
                <a:cubicBezTo>
                  <a:pt x="106" y="88"/>
                  <a:pt x="106" y="88"/>
                  <a:pt x="106" y="88"/>
                </a:cubicBezTo>
                <a:cubicBezTo>
                  <a:pt x="106" y="84"/>
                  <a:pt x="103" y="81"/>
                  <a:pt x="99" y="81"/>
                </a:cubicBezTo>
                <a:lnTo>
                  <a:pt x="86" y="81"/>
                </a:lnTo>
                <a:close/>
                <a:moveTo>
                  <a:pt x="132" y="65"/>
                </a:moveTo>
                <a:cubicBezTo>
                  <a:pt x="128" y="65"/>
                  <a:pt x="125" y="68"/>
                  <a:pt x="125" y="72"/>
                </a:cubicBezTo>
                <a:cubicBezTo>
                  <a:pt x="125" y="160"/>
                  <a:pt x="125" y="160"/>
                  <a:pt x="125" y="160"/>
                </a:cubicBezTo>
                <a:cubicBezTo>
                  <a:pt x="125" y="164"/>
                  <a:pt x="128" y="168"/>
                  <a:pt x="132" y="168"/>
                </a:cubicBezTo>
                <a:cubicBezTo>
                  <a:pt x="145" y="168"/>
                  <a:pt x="145" y="168"/>
                  <a:pt x="145" y="168"/>
                </a:cubicBezTo>
                <a:cubicBezTo>
                  <a:pt x="150" y="168"/>
                  <a:pt x="153" y="164"/>
                  <a:pt x="153" y="160"/>
                </a:cubicBezTo>
                <a:cubicBezTo>
                  <a:pt x="153" y="72"/>
                  <a:pt x="153" y="72"/>
                  <a:pt x="153" y="72"/>
                </a:cubicBezTo>
                <a:cubicBezTo>
                  <a:pt x="153" y="68"/>
                  <a:pt x="150" y="65"/>
                  <a:pt x="145" y="65"/>
                </a:cubicBezTo>
                <a:lnTo>
                  <a:pt x="132" y="65"/>
                </a:lnTo>
                <a:close/>
                <a:moveTo>
                  <a:pt x="179" y="48"/>
                </a:moveTo>
                <a:cubicBezTo>
                  <a:pt x="175" y="48"/>
                  <a:pt x="172" y="51"/>
                  <a:pt x="172" y="56"/>
                </a:cubicBezTo>
                <a:cubicBezTo>
                  <a:pt x="172" y="160"/>
                  <a:pt x="172" y="160"/>
                  <a:pt x="172" y="160"/>
                </a:cubicBezTo>
                <a:cubicBezTo>
                  <a:pt x="172" y="164"/>
                  <a:pt x="175" y="168"/>
                  <a:pt x="179" y="168"/>
                </a:cubicBezTo>
                <a:cubicBezTo>
                  <a:pt x="192" y="168"/>
                  <a:pt x="192" y="168"/>
                  <a:pt x="192" y="168"/>
                </a:cubicBezTo>
                <a:cubicBezTo>
                  <a:pt x="197" y="168"/>
                  <a:pt x="200" y="164"/>
                  <a:pt x="200" y="160"/>
                </a:cubicBezTo>
                <a:cubicBezTo>
                  <a:pt x="200" y="56"/>
                  <a:pt x="200" y="56"/>
                  <a:pt x="200" y="56"/>
                </a:cubicBezTo>
                <a:cubicBezTo>
                  <a:pt x="200" y="51"/>
                  <a:pt x="197" y="48"/>
                  <a:pt x="192" y="48"/>
                </a:cubicBezTo>
                <a:lnTo>
                  <a:pt x="179" y="48"/>
                </a:lnTo>
                <a:close/>
                <a:moveTo>
                  <a:pt x="35" y="79"/>
                </a:moveTo>
                <a:cubicBezTo>
                  <a:pt x="85" y="70"/>
                  <a:pt x="132" y="52"/>
                  <a:pt x="174" y="27"/>
                </a:cubicBezTo>
                <a:cubicBezTo>
                  <a:pt x="178" y="34"/>
                  <a:pt x="178" y="34"/>
                  <a:pt x="178" y="34"/>
                </a:cubicBezTo>
                <a:cubicBezTo>
                  <a:pt x="192" y="11"/>
                  <a:pt x="192" y="11"/>
                  <a:pt x="192" y="11"/>
                </a:cubicBezTo>
                <a:cubicBezTo>
                  <a:pt x="165" y="9"/>
                  <a:pt x="165" y="9"/>
                  <a:pt x="165" y="9"/>
                </a:cubicBezTo>
                <a:cubicBezTo>
                  <a:pt x="169" y="17"/>
                  <a:pt x="169" y="17"/>
                  <a:pt x="169" y="17"/>
                </a:cubicBezTo>
                <a:cubicBezTo>
                  <a:pt x="128" y="42"/>
                  <a:pt x="82" y="60"/>
                  <a:pt x="33" y="69"/>
                </a:cubicBezTo>
                <a:lnTo>
                  <a:pt x="35" y="79"/>
                </a:lnTo>
                <a:close/>
                <a:moveTo>
                  <a:pt x="234" y="183"/>
                </a:moveTo>
                <a:cubicBezTo>
                  <a:pt x="210" y="169"/>
                  <a:pt x="210" y="169"/>
                  <a:pt x="210" y="169"/>
                </a:cubicBezTo>
                <a:cubicBezTo>
                  <a:pt x="210" y="177"/>
                  <a:pt x="210" y="177"/>
                  <a:pt x="210" y="177"/>
                </a:cubicBezTo>
                <a:cubicBezTo>
                  <a:pt x="19" y="177"/>
                  <a:pt x="19" y="177"/>
                  <a:pt x="19" y="177"/>
                </a:cubicBezTo>
                <a:cubicBezTo>
                  <a:pt x="19" y="24"/>
                  <a:pt x="19" y="24"/>
                  <a:pt x="19" y="24"/>
                </a:cubicBezTo>
                <a:cubicBezTo>
                  <a:pt x="28" y="24"/>
                  <a:pt x="28" y="24"/>
                  <a:pt x="28" y="24"/>
                </a:cubicBezTo>
                <a:cubicBezTo>
                  <a:pt x="14" y="0"/>
                  <a:pt x="14" y="0"/>
                  <a:pt x="14" y="0"/>
                </a:cubicBezTo>
                <a:cubicBezTo>
                  <a:pt x="0" y="24"/>
                  <a:pt x="0" y="24"/>
                  <a:pt x="0" y="24"/>
                </a:cubicBezTo>
                <a:cubicBezTo>
                  <a:pt x="8" y="24"/>
                  <a:pt x="8" y="24"/>
                  <a:pt x="8" y="24"/>
                </a:cubicBezTo>
                <a:cubicBezTo>
                  <a:pt x="8" y="177"/>
                  <a:pt x="8" y="177"/>
                  <a:pt x="8" y="177"/>
                </a:cubicBezTo>
                <a:cubicBezTo>
                  <a:pt x="8" y="183"/>
                  <a:pt x="8" y="183"/>
                  <a:pt x="8" y="183"/>
                </a:cubicBezTo>
                <a:cubicBezTo>
                  <a:pt x="8" y="188"/>
                  <a:pt x="8" y="188"/>
                  <a:pt x="8" y="188"/>
                </a:cubicBezTo>
                <a:cubicBezTo>
                  <a:pt x="210" y="188"/>
                  <a:pt x="210" y="188"/>
                  <a:pt x="210" y="188"/>
                </a:cubicBezTo>
                <a:cubicBezTo>
                  <a:pt x="210" y="196"/>
                  <a:pt x="210" y="196"/>
                  <a:pt x="210" y="196"/>
                </a:cubicBezTo>
                <a:lnTo>
                  <a:pt x="234" y="18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5753100" y="3914775"/>
            <a:ext cx="811212" cy="730250"/>
          </a:xfrm>
          <a:custGeom>
            <a:avLst/>
            <a:gdLst/>
            <a:ahLst/>
            <a:cxnLst/>
            <a:rect l="l" t="t" r="r" b="b"/>
            <a:pathLst>
              <a:path w="208" h="187" extrusionOk="0">
                <a:moveTo>
                  <a:pt x="142" y="25"/>
                </a:moveTo>
                <a:cubicBezTo>
                  <a:pt x="129" y="25"/>
                  <a:pt x="129" y="25"/>
                  <a:pt x="129" y="25"/>
                </a:cubicBezTo>
                <a:cubicBezTo>
                  <a:pt x="128" y="18"/>
                  <a:pt x="123" y="12"/>
                  <a:pt x="116" y="12"/>
                </a:cubicBezTo>
                <a:cubicBezTo>
                  <a:pt x="92" y="12"/>
                  <a:pt x="92" y="12"/>
                  <a:pt x="92" y="12"/>
                </a:cubicBezTo>
                <a:cubicBezTo>
                  <a:pt x="86" y="12"/>
                  <a:pt x="80" y="18"/>
                  <a:pt x="79" y="25"/>
                </a:cubicBezTo>
                <a:cubicBezTo>
                  <a:pt x="67" y="25"/>
                  <a:pt x="67" y="25"/>
                  <a:pt x="67" y="25"/>
                </a:cubicBezTo>
                <a:cubicBezTo>
                  <a:pt x="67" y="11"/>
                  <a:pt x="77" y="0"/>
                  <a:pt x="89" y="0"/>
                </a:cubicBezTo>
                <a:cubicBezTo>
                  <a:pt x="119" y="0"/>
                  <a:pt x="119" y="0"/>
                  <a:pt x="119" y="0"/>
                </a:cubicBezTo>
                <a:cubicBezTo>
                  <a:pt x="131" y="0"/>
                  <a:pt x="141" y="11"/>
                  <a:pt x="142" y="25"/>
                </a:cubicBezTo>
                <a:close/>
                <a:moveTo>
                  <a:pt x="32" y="104"/>
                </a:moveTo>
                <a:cubicBezTo>
                  <a:pt x="84" y="104"/>
                  <a:pt x="84" y="104"/>
                  <a:pt x="84" y="104"/>
                </a:cubicBezTo>
                <a:cubicBezTo>
                  <a:pt x="84" y="97"/>
                  <a:pt x="84" y="97"/>
                  <a:pt x="84" y="97"/>
                </a:cubicBezTo>
                <a:cubicBezTo>
                  <a:pt x="84" y="91"/>
                  <a:pt x="89" y="87"/>
                  <a:pt x="94" y="87"/>
                </a:cubicBezTo>
                <a:cubicBezTo>
                  <a:pt x="114" y="87"/>
                  <a:pt x="114" y="87"/>
                  <a:pt x="114" y="87"/>
                </a:cubicBezTo>
                <a:cubicBezTo>
                  <a:pt x="120" y="87"/>
                  <a:pt x="124" y="91"/>
                  <a:pt x="124" y="97"/>
                </a:cubicBezTo>
                <a:cubicBezTo>
                  <a:pt x="124" y="104"/>
                  <a:pt x="124" y="104"/>
                  <a:pt x="124" y="104"/>
                </a:cubicBezTo>
                <a:cubicBezTo>
                  <a:pt x="177" y="104"/>
                  <a:pt x="177" y="104"/>
                  <a:pt x="177" y="104"/>
                </a:cubicBezTo>
                <a:cubicBezTo>
                  <a:pt x="192" y="104"/>
                  <a:pt x="206" y="91"/>
                  <a:pt x="208" y="75"/>
                </a:cubicBezTo>
                <a:cubicBezTo>
                  <a:pt x="208" y="58"/>
                  <a:pt x="208" y="58"/>
                  <a:pt x="208" y="58"/>
                </a:cubicBezTo>
                <a:cubicBezTo>
                  <a:pt x="208" y="43"/>
                  <a:pt x="197" y="31"/>
                  <a:pt x="184" y="31"/>
                </a:cubicBezTo>
                <a:cubicBezTo>
                  <a:pt x="172" y="31"/>
                  <a:pt x="172" y="31"/>
                  <a:pt x="172" y="31"/>
                </a:cubicBezTo>
                <a:cubicBezTo>
                  <a:pt x="167" y="31"/>
                  <a:pt x="167" y="31"/>
                  <a:pt x="167" y="31"/>
                </a:cubicBezTo>
                <a:cubicBezTo>
                  <a:pt x="158" y="31"/>
                  <a:pt x="158" y="31"/>
                  <a:pt x="158" y="31"/>
                </a:cubicBezTo>
                <a:cubicBezTo>
                  <a:pt x="149" y="31"/>
                  <a:pt x="149" y="31"/>
                  <a:pt x="149" y="31"/>
                </a:cubicBezTo>
                <a:cubicBezTo>
                  <a:pt x="143" y="31"/>
                  <a:pt x="143" y="31"/>
                  <a:pt x="143" y="31"/>
                </a:cubicBezTo>
                <a:cubicBezTo>
                  <a:pt x="128" y="31"/>
                  <a:pt x="128" y="31"/>
                  <a:pt x="128" y="31"/>
                </a:cubicBezTo>
                <a:cubicBezTo>
                  <a:pt x="80" y="31"/>
                  <a:pt x="80" y="31"/>
                  <a:pt x="80" y="31"/>
                </a:cubicBezTo>
                <a:cubicBezTo>
                  <a:pt x="66" y="31"/>
                  <a:pt x="66" y="31"/>
                  <a:pt x="66" y="31"/>
                </a:cubicBezTo>
                <a:cubicBezTo>
                  <a:pt x="49" y="31"/>
                  <a:pt x="49" y="31"/>
                  <a:pt x="49" y="31"/>
                </a:cubicBezTo>
                <a:cubicBezTo>
                  <a:pt x="40" y="31"/>
                  <a:pt x="40" y="31"/>
                  <a:pt x="40" y="31"/>
                </a:cubicBezTo>
                <a:cubicBezTo>
                  <a:pt x="33" y="31"/>
                  <a:pt x="33" y="31"/>
                  <a:pt x="33" y="31"/>
                </a:cubicBezTo>
                <a:cubicBezTo>
                  <a:pt x="24" y="31"/>
                  <a:pt x="24" y="31"/>
                  <a:pt x="24" y="31"/>
                </a:cubicBezTo>
                <a:cubicBezTo>
                  <a:pt x="11" y="31"/>
                  <a:pt x="0" y="43"/>
                  <a:pt x="0" y="58"/>
                </a:cubicBezTo>
                <a:cubicBezTo>
                  <a:pt x="0" y="75"/>
                  <a:pt x="0" y="75"/>
                  <a:pt x="0" y="75"/>
                </a:cubicBezTo>
                <a:cubicBezTo>
                  <a:pt x="3" y="91"/>
                  <a:pt x="16" y="104"/>
                  <a:pt x="32" y="104"/>
                </a:cubicBezTo>
                <a:close/>
                <a:moveTo>
                  <a:pt x="177" y="113"/>
                </a:moveTo>
                <a:cubicBezTo>
                  <a:pt x="124" y="113"/>
                  <a:pt x="124" y="113"/>
                  <a:pt x="124" y="113"/>
                </a:cubicBezTo>
                <a:cubicBezTo>
                  <a:pt x="124" y="120"/>
                  <a:pt x="124" y="120"/>
                  <a:pt x="124" y="120"/>
                </a:cubicBezTo>
                <a:cubicBezTo>
                  <a:pt x="124" y="126"/>
                  <a:pt x="120" y="131"/>
                  <a:pt x="114" y="131"/>
                </a:cubicBezTo>
                <a:cubicBezTo>
                  <a:pt x="94" y="131"/>
                  <a:pt x="94" y="131"/>
                  <a:pt x="94" y="131"/>
                </a:cubicBezTo>
                <a:cubicBezTo>
                  <a:pt x="89" y="131"/>
                  <a:pt x="84" y="126"/>
                  <a:pt x="84" y="120"/>
                </a:cubicBezTo>
                <a:cubicBezTo>
                  <a:pt x="84" y="113"/>
                  <a:pt x="84" y="113"/>
                  <a:pt x="84" y="113"/>
                </a:cubicBezTo>
                <a:cubicBezTo>
                  <a:pt x="32" y="113"/>
                  <a:pt x="32" y="113"/>
                  <a:pt x="32" y="113"/>
                </a:cubicBezTo>
                <a:cubicBezTo>
                  <a:pt x="19" y="113"/>
                  <a:pt x="7" y="106"/>
                  <a:pt x="0" y="95"/>
                </a:cubicBezTo>
                <a:cubicBezTo>
                  <a:pt x="0" y="159"/>
                  <a:pt x="0" y="159"/>
                  <a:pt x="0" y="159"/>
                </a:cubicBezTo>
                <a:cubicBezTo>
                  <a:pt x="0" y="175"/>
                  <a:pt x="11" y="187"/>
                  <a:pt x="24" y="187"/>
                </a:cubicBezTo>
                <a:cubicBezTo>
                  <a:pt x="33" y="187"/>
                  <a:pt x="33" y="187"/>
                  <a:pt x="33" y="187"/>
                </a:cubicBezTo>
                <a:cubicBezTo>
                  <a:pt x="40" y="187"/>
                  <a:pt x="40" y="187"/>
                  <a:pt x="40" y="187"/>
                </a:cubicBezTo>
                <a:cubicBezTo>
                  <a:pt x="49" y="187"/>
                  <a:pt x="49" y="187"/>
                  <a:pt x="49" y="187"/>
                </a:cubicBezTo>
                <a:cubicBezTo>
                  <a:pt x="158" y="187"/>
                  <a:pt x="158" y="187"/>
                  <a:pt x="158" y="187"/>
                </a:cubicBezTo>
                <a:cubicBezTo>
                  <a:pt x="167" y="187"/>
                  <a:pt x="167" y="187"/>
                  <a:pt x="167" y="187"/>
                </a:cubicBezTo>
                <a:cubicBezTo>
                  <a:pt x="172" y="187"/>
                  <a:pt x="172" y="187"/>
                  <a:pt x="172" y="187"/>
                </a:cubicBezTo>
                <a:cubicBezTo>
                  <a:pt x="184" y="187"/>
                  <a:pt x="184" y="187"/>
                  <a:pt x="184" y="187"/>
                </a:cubicBezTo>
                <a:cubicBezTo>
                  <a:pt x="197" y="187"/>
                  <a:pt x="208" y="175"/>
                  <a:pt x="208" y="159"/>
                </a:cubicBezTo>
                <a:cubicBezTo>
                  <a:pt x="208" y="95"/>
                  <a:pt x="208" y="95"/>
                  <a:pt x="208" y="95"/>
                </a:cubicBezTo>
                <a:cubicBezTo>
                  <a:pt x="201" y="106"/>
                  <a:pt x="190" y="113"/>
                  <a:pt x="177" y="113"/>
                </a:cubicBezTo>
                <a:close/>
                <a:moveTo>
                  <a:pt x="114" y="94"/>
                </a:moveTo>
                <a:cubicBezTo>
                  <a:pt x="94" y="94"/>
                  <a:pt x="94" y="94"/>
                  <a:pt x="94" y="94"/>
                </a:cubicBezTo>
                <a:cubicBezTo>
                  <a:pt x="93" y="94"/>
                  <a:pt x="91" y="96"/>
                  <a:pt x="91" y="98"/>
                </a:cubicBezTo>
                <a:cubicBezTo>
                  <a:pt x="91" y="103"/>
                  <a:pt x="91" y="103"/>
                  <a:pt x="91" y="103"/>
                </a:cubicBezTo>
                <a:cubicBezTo>
                  <a:pt x="91" y="106"/>
                  <a:pt x="91" y="106"/>
                  <a:pt x="91" y="106"/>
                </a:cubicBezTo>
                <a:cubicBezTo>
                  <a:pt x="91" y="112"/>
                  <a:pt x="91" y="112"/>
                  <a:pt x="91" y="112"/>
                </a:cubicBezTo>
                <a:cubicBezTo>
                  <a:pt x="91" y="115"/>
                  <a:pt x="91" y="115"/>
                  <a:pt x="91" y="115"/>
                </a:cubicBezTo>
                <a:cubicBezTo>
                  <a:pt x="91" y="120"/>
                  <a:pt x="91" y="120"/>
                  <a:pt x="91" y="120"/>
                </a:cubicBezTo>
                <a:cubicBezTo>
                  <a:pt x="91" y="122"/>
                  <a:pt x="93" y="123"/>
                  <a:pt x="94" y="123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6" y="123"/>
                  <a:pt x="117" y="122"/>
                  <a:pt x="117" y="120"/>
                </a:cubicBezTo>
                <a:cubicBezTo>
                  <a:pt x="117" y="115"/>
                  <a:pt x="117" y="115"/>
                  <a:pt x="117" y="115"/>
                </a:cubicBezTo>
                <a:cubicBezTo>
                  <a:pt x="117" y="112"/>
                  <a:pt x="117" y="112"/>
                  <a:pt x="117" y="112"/>
                </a:cubicBezTo>
                <a:cubicBezTo>
                  <a:pt x="117" y="106"/>
                  <a:pt x="117" y="106"/>
                  <a:pt x="117" y="106"/>
                </a:cubicBezTo>
                <a:cubicBezTo>
                  <a:pt x="117" y="103"/>
                  <a:pt x="117" y="103"/>
                  <a:pt x="117" y="103"/>
                </a:cubicBezTo>
                <a:cubicBezTo>
                  <a:pt x="117" y="98"/>
                  <a:pt x="117" y="98"/>
                  <a:pt x="117" y="98"/>
                </a:cubicBezTo>
                <a:cubicBezTo>
                  <a:pt x="117" y="96"/>
                  <a:pt x="116" y="94"/>
                  <a:pt x="114" y="9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5"/>
          <p:cNvSpPr txBox="1"/>
          <p:nvPr/>
        </p:nvSpPr>
        <p:spPr>
          <a:xfrm>
            <a:off x="9172575" y="1223962"/>
            <a:ext cx="2243137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65" name="Google Shape;865;p35"/>
          <p:cNvSpPr/>
          <p:nvPr/>
        </p:nvSpPr>
        <p:spPr>
          <a:xfrm>
            <a:off x="995362" y="858837"/>
            <a:ext cx="1174750" cy="584200"/>
          </a:xfrm>
          <a:custGeom>
            <a:avLst/>
            <a:gdLst/>
            <a:ahLst/>
            <a:cxnLst/>
            <a:rect l="l" t="t" r="r" b="b"/>
            <a:pathLst>
              <a:path w="740" h="368" extrusionOk="0">
                <a:moveTo>
                  <a:pt x="555" y="93"/>
                </a:moveTo>
                <a:lnTo>
                  <a:pt x="370" y="0"/>
                </a:lnTo>
                <a:lnTo>
                  <a:pt x="185" y="93"/>
                </a:lnTo>
                <a:lnTo>
                  <a:pt x="0" y="185"/>
                </a:lnTo>
                <a:lnTo>
                  <a:pt x="185" y="275"/>
                </a:lnTo>
                <a:lnTo>
                  <a:pt x="370" y="368"/>
                </a:lnTo>
                <a:lnTo>
                  <a:pt x="555" y="275"/>
                </a:lnTo>
                <a:lnTo>
                  <a:pt x="740" y="185"/>
                </a:lnTo>
                <a:lnTo>
                  <a:pt x="555" y="93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35"/>
          <p:cNvSpPr/>
          <p:nvPr/>
        </p:nvSpPr>
        <p:spPr>
          <a:xfrm>
            <a:off x="995362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0" y="0"/>
                </a:moveTo>
                <a:lnTo>
                  <a:pt x="0" y="2628"/>
                </a:lnTo>
                <a:lnTo>
                  <a:pt x="370" y="2813"/>
                </a:lnTo>
                <a:lnTo>
                  <a:pt x="370" y="183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35"/>
          <p:cNvSpPr/>
          <p:nvPr/>
        </p:nvSpPr>
        <p:spPr>
          <a:xfrm>
            <a:off x="1582737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370" y="0"/>
                </a:moveTo>
                <a:lnTo>
                  <a:pt x="0" y="183"/>
                </a:lnTo>
                <a:lnTo>
                  <a:pt x="0" y="2813"/>
                </a:lnTo>
                <a:lnTo>
                  <a:pt x="370" y="2628"/>
                </a:lnTo>
                <a:lnTo>
                  <a:pt x="370" y="0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35"/>
          <p:cNvSpPr/>
          <p:nvPr/>
        </p:nvSpPr>
        <p:spPr>
          <a:xfrm>
            <a:off x="995362" y="4283075"/>
            <a:ext cx="587375" cy="1335087"/>
          </a:xfrm>
          <a:custGeom>
            <a:avLst/>
            <a:gdLst/>
            <a:ahLst/>
            <a:cxnLst/>
            <a:rect l="l" t="t" r="r" b="b"/>
            <a:pathLst>
              <a:path w="370" h="841" extrusionOk="0">
                <a:moveTo>
                  <a:pt x="0" y="0"/>
                </a:moveTo>
                <a:lnTo>
                  <a:pt x="0" y="656"/>
                </a:lnTo>
                <a:lnTo>
                  <a:pt x="370" y="841"/>
                </a:lnTo>
                <a:lnTo>
                  <a:pt x="370" y="183"/>
                </a:lnTo>
                <a:lnTo>
                  <a:pt x="0" y="0"/>
                </a:lnTo>
                <a:close/>
              </a:path>
            </a:pathLst>
          </a:custGeom>
          <a:solidFill>
            <a:srgbClr val="065280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35"/>
          <p:cNvSpPr/>
          <p:nvPr/>
        </p:nvSpPr>
        <p:spPr>
          <a:xfrm>
            <a:off x="1582737" y="4283075"/>
            <a:ext cx="587375" cy="1335087"/>
          </a:xfrm>
          <a:custGeom>
            <a:avLst/>
            <a:gdLst/>
            <a:ahLst/>
            <a:cxnLst/>
            <a:rect l="l" t="t" r="r" b="b"/>
            <a:pathLst>
              <a:path w="370" h="841" extrusionOk="0">
                <a:moveTo>
                  <a:pt x="370" y="0"/>
                </a:moveTo>
                <a:lnTo>
                  <a:pt x="0" y="183"/>
                </a:lnTo>
                <a:lnTo>
                  <a:pt x="0" y="841"/>
                </a:lnTo>
                <a:lnTo>
                  <a:pt x="370" y="656"/>
                </a:lnTo>
                <a:lnTo>
                  <a:pt x="370" y="0"/>
                </a:lnTo>
                <a:close/>
              </a:path>
            </a:pathLst>
          </a:custGeom>
          <a:solidFill>
            <a:srgbClr val="01385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35"/>
          <p:cNvSpPr/>
          <p:nvPr/>
        </p:nvSpPr>
        <p:spPr>
          <a:xfrm>
            <a:off x="2900362" y="858837"/>
            <a:ext cx="1174750" cy="584200"/>
          </a:xfrm>
          <a:custGeom>
            <a:avLst/>
            <a:gdLst/>
            <a:ahLst/>
            <a:cxnLst/>
            <a:rect l="l" t="t" r="r" b="b"/>
            <a:pathLst>
              <a:path w="740" h="368" extrusionOk="0">
                <a:moveTo>
                  <a:pt x="555" y="93"/>
                </a:moveTo>
                <a:lnTo>
                  <a:pt x="370" y="0"/>
                </a:lnTo>
                <a:lnTo>
                  <a:pt x="185" y="93"/>
                </a:lnTo>
                <a:lnTo>
                  <a:pt x="0" y="185"/>
                </a:lnTo>
                <a:lnTo>
                  <a:pt x="185" y="275"/>
                </a:lnTo>
                <a:lnTo>
                  <a:pt x="370" y="368"/>
                </a:lnTo>
                <a:lnTo>
                  <a:pt x="555" y="275"/>
                </a:lnTo>
                <a:lnTo>
                  <a:pt x="740" y="185"/>
                </a:lnTo>
                <a:lnTo>
                  <a:pt x="555" y="93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35"/>
          <p:cNvSpPr/>
          <p:nvPr/>
        </p:nvSpPr>
        <p:spPr>
          <a:xfrm>
            <a:off x="2900362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0" y="0"/>
                </a:moveTo>
                <a:lnTo>
                  <a:pt x="0" y="2628"/>
                </a:lnTo>
                <a:lnTo>
                  <a:pt x="370" y="2813"/>
                </a:lnTo>
                <a:lnTo>
                  <a:pt x="370" y="183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35"/>
          <p:cNvSpPr/>
          <p:nvPr/>
        </p:nvSpPr>
        <p:spPr>
          <a:xfrm>
            <a:off x="3487737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370" y="0"/>
                </a:moveTo>
                <a:lnTo>
                  <a:pt x="0" y="183"/>
                </a:lnTo>
                <a:lnTo>
                  <a:pt x="0" y="2813"/>
                </a:lnTo>
                <a:lnTo>
                  <a:pt x="370" y="2628"/>
                </a:lnTo>
                <a:lnTo>
                  <a:pt x="370" y="0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35"/>
          <p:cNvSpPr/>
          <p:nvPr/>
        </p:nvSpPr>
        <p:spPr>
          <a:xfrm>
            <a:off x="2900362" y="3238500"/>
            <a:ext cx="587375" cy="2379662"/>
          </a:xfrm>
          <a:custGeom>
            <a:avLst/>
            <a:gdLst/>
            <a:ahLst/>
            <a:cxnLst/>
            <a:rect l="l" t="t" r="r" b="b"/>
            <a:pathLst>
              <a:path w="370" h="1499" extrusionOk="0">
                <a:moveTo>
                  <a:pt x="0" y="0"/>
                </a:moveTo>
                <a:lnTo>
                  <a:pt x="0" y="1314"/>
                </a:lnTo>
                <a:lnTo>
                  <a:pt x="370" y="1499"/>
                </a:lnTo>
                <a:lnTo>
                  <a:pt x="370" y="185"/>
                </a:lnTo>
                <a:lnTo>
                  <a:pt x="0" y="0"/>
                </a:lnTo>
                <a:close/>
              </a:path>
            </a:pathLst>
          </a:custGeom>
          <a:solidFill>
            <a:srgbClr val="2985C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35"/>
          <p:cNvSpPr/>
          <p:nvPr/>
        </p:nvSpPr>
        <p:spPr>
          <a:xfrm>
            <a:off x="3487737" y="3238500"/>
            <a:ext cx="587375" cy="2379662"/>
          </a:xfrm>
          <a:custGeom>
            <a:avLst/>
            <a:gdLst/>
            <a:ahLst/>
            <a:cxnLst/>
            <a:rect l="l" t="t" r="r" b="b"/>
            <a:pathLst>
              <a:path w="370" h="1499" extrusionOk="0">
                <a:moveTo>
                  <a:pt x="370" y="0"/>
                </a:moveTo>
                <a:lnTo>
                  <a:pt x="0" y="185"/>
                </a:lnTo>
                <a:lnTo>
                  <a:pt x="0" y="1499"/>
                </a:lnTo>
                <a:lnTo>
                  <a:pt x="370" y="1314"/>
                </a:lnTo>
                <a:lnTo>
                  <a:pt x="370" y="0"/>
                </a:lnTo>
                <a:close/>
              </a:path>
            </a:pathLst>
          </a:custGeom>
          <a:solidFill>
            <a:srgbClr val="1067A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35"/>
          <p:cNvSpPr/>
          <p:nvPr/>
        </p:nvSpPr>
        <p:spPr>
          <a:xfrm>
            <a:off x="4805362" y="858837"/>
            <a:ext cx="1174750" cy="584200"/>
          </a:xfrm>
          <a:custGeom>
            <a:avLst/>
            <a:gdLst/>
            <a:ahLst/>
            <a:cxnLst/>
            <a:rect l="l" t="t" r="r" b="b"/>
            <a:pathLst>
              <a:path w="740" h="368" extrusionOk="0">
                <a:moveTo>
                  <a:pt x="555" y="93"/>
                </a:moveTo>
                <a:lnTo>
                  <a:pt x="370" y="0"/>
                </a:lnTo>
                <a:lnTo>
                  <a:pt x="185" y="93"/>
                </a:lnTo>
                <a:lnTo>
                  <a:pt x="0" y="185"/>
                </a:lnTo>
                <a:lnTo>
                  <a:pt x="185" y="275"/>
                </a:lnTo>
                <a:lnTo>
                  <a:pt x="370" y="368"/>
                </a:lnTo>
                <a:lnTo>
                  <a:pt x="555" y="275"/>
                </a:lnTo>
                <a:lnTo>
                  <a:pt x="740" y="185"/>
                </a:lnTo>
                <a:lnTo>
                  <a:pt x="555" y="93"/>
                </a:lnTo>
                <a:close/>
              </a:path>
            </a:pathLst>
          </a:custGeom>
          <a:solidFill>
            <a:srgbClr val="FAFAF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35"/>
          <p:cNvSpPr/>
          <p:nvPr/>
        </p:nvSpPr>
        <p:spPr>
          <a:xfrm>
            <a:off x="4805362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0" y="0"/>
                </a:moveTo>
                <a:lnTo>
                  <a:pt x="0" y="2628"/>
                </a:lnTo>
                <a:lnTo>
                  <a:pt x="370" y="2813"/>
                </a:lnTo>
                <a:lnTo>
                  <a:pt x="370" y="183"/>
                </a:lnTo>
                <a:lnTo>
                  <a:pt x="0" y="0"/>
                </a:ln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35"/>
          <p:cNvSpPr/>
          <p:nvPr/>
        </p:nvSpPr>
        <p:spPr>
          <a:xfrm>
            <a:off x="5392737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370" y="0"/>
                </a:moveTo>
                <a:lnTo>
                  <a:pt x="0" y="183"/>
                </a:lnTo>
                <a:lnTo>
                  <a:pt x="0" y="2813"/>
                </a:lnTo>
                <a:lnTo>
                  <a:pt x="370" y="2628"/>
                </a:lnTo>
                <a:lnTo>
                  <a:pt x="370" y="0"/>
                </a:lnTo>
                <a:close/>
              </a:path>
            </a:pathLst>
          </a:custGeom>
          <a:solidFill>
            <a:srgbClr val="E8E8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35"/>
          <p:cNvSpPr/>
          <p:nvPr/>
        </p:nvSpPr>
        <p:spPr>
          <a:xfrm>
            <a:off x="4805362" y="2193925"/>
            <a:ext cx="587375" cy="3424237"/>
          </a:xfrm>
          <a:custGeom>
            <a:avLst/>
            <a:gdLst/>
            <a:ahLst/>
            <a:cxnLst/>
            <a:rect l="l" t="t" r="r" b="b"/>
            <a:pathLst>
              <a:path w="370" h="2157" extrusionOk="0">
                <a:moveTo>
                  <a:pt x="0" y="0"/>
                </a:moveTo>
                <a:lnTo>
                  <a:pt x="0" y="1972"/>
                </a:lnTo>
                <a:lnTo>
                  <a:pt x="370" y="2157"/>
                </a:lnTo>
                <a:lnTo>
                  <a:pt x="370" y="185"/>
                </a:lnTo>
                <a:lnTo>
                  <a:pt x="0" y="0"/>
                </a:lnTo>
                <a:close/>
              </a:path>
            </a:pathLst>
          </a:custGeom>
          <a:solidFill>
            <a:srgbClr val="34B2E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35"/>
          <p:cNvSpPr/>
          <p:nvPr/>
        </p:nvSpPr>
        <p:spPr>
          <a:xfrm>
            <a:off x="5392737" y="2193925"/>
            <a:ext cx="587375" cy="3424237"/>
          </a:xfrm>
          <a:custGeom>
            <a:avLst/>
            <a:gdLst/>
            <a:ahLst/>
            <a:cxnLst/>
            <a:rect l="l" t="t" r="r" b="b"/>
            <a:pathLst>
              <a:path w="370" h="2157" extrusionOk="0">
                <a:moveTo>
                  <a:pt x="370" y="0"/>
                </a:moveTo>
                <a:lnTo>
                  <a:pt x="0" y="185"/>
                </a:lnTo>
                <a:lnTo>
                  <a:pt x="0" y="2157"/>
                </a:lnTo>
                <a:lnTo>
                  <a:pt x="370" y="1972"/>
                </a:lnTo>
                <a:lnTo>
                  <a:pt x="370" y="0"/>
                </a:lnTo>
                <a:close/>
              </a:path>
            </a:pathLst>
          </a:custGeom>
          <a:solidFill>
            <a:srgbClr val="2491BB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35"/>
          <p:cNvSpPr/>
          <p:nvPr/>
        </p:nvSpPr>
        <p:spPr>
          <a:xfrm>
            <a:off x="6710362" y="858837"/>
            <a:ext cx="1174750" cy="584200"/>
          </a:xfrm>
          <a:custGeom>
            <a:avLst/>
            <a:gdLst/>
            <a:ahLst/>
            <a:cxnLst/>
            <a:rect l="l" t="t" r="r" b="b"/>
            <a:pathLst>
              <a:path w="740" h="368" extrusionOk="0">
                <a:moveTo>
                  <a:pt x="555" y="93"/>
                </a:moveTo>
                <a:lnTo>
                  <a:pt x="370" y="0"/>
                </a:lnTo>
                <a:lnTo>
                  <a:pt x="185" y="93"/>
                </a:lnTo>
                <a:lnTo>
                  <a:pt x="0" y="185"/>
                </a:lnTo>
                <a:lnTo>
                  <a:pt x="185" y="275"/>
                </a:lnTo>
                <a:lnTo>
                  <a:pt x="370" y="368"/>
                </a:lnTo>
                <a:lnTo>
                  <a:pt x="555" y="275"/>
                </a:lnTo>
                <a:lnTo>
                  <a:pt x="740" y="185"/>
                </a:lnTo>
                <a:lnTo>
                  <a:pt x="555" y="93"/>
                </a:lnTo>
                <a:close/>
              </a:path>
            </a:pathLst>
          </a:custGeom>
          <a:solidFill>
            <a:srgbClr val="7DE0E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35"/>
          <p:cNvSpPr/>
          <p:nvPr/>
        </p:nvSpPr>
        <p:spPr>
          <a:xfrm>
            <a:off x="6710362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0" y="0"/>
                </a:moveTo>
                <a:lnTo>
                  <a:pt x="0" y="2628"/>
                </a:lnTo>
                <a:lnTo>
                  <a:pt x="370" y="2813"/>
                </a:lnTo>
                <a:lnTo>
                  <a:pt x="370" y="183"/>
                </a:lnTo>
                <a:lnTo>
                  <a:pt x="0" y="0"/>
                </a:lnTo>
                <a:close/>
              </a:path>
            </a:pathLst>
          </a:custGeom>
          <a:solidFill>
            <a:srgbClr val="64D1DA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35"/>
          <p:cNvSpPr/>
          <p:nvPr/>
        </p:nvSpPr>
        <p:spPr>
          <a:xfrm>
            <a:off x="7297737" y="1152525"/>
            <a:ext cx="587375" cy="4465637"/>
          </a:xfrm>
          <a:custGeom>
            <a:avLst/>
            <a:gdLst/>
            <a:ahLst/>
            <a:cxnLst/>
            <a:rect l="l" t="t" r="r" b="b"/>
            <a:pathLst>
              <a:path w="370" h="2813" extrusionOk="0">
                <a:moveTo>
                  <a:pt x="370" y="0"/>
                </a:moveTo>
                <a:lnTo>
                  <a:pt x="0" y="183"/>
                </a:lnTo>
                <a:lnTo>
                  <a:pt x="0" y="2813"/>
                </a:lnTo>
                <a:lnTo>
                  <a:pt x="370" y="2628"/>
                </a:lnTo>
                <a:lnTo>
                  <a:pt x="370" y="0"/>
                </a:lnTo>
                <a:close/>
              </a:path>
            </a:pathLst>
          </a:custGeom>
          <a:solidFill>
            <a:srgbClr val="4BABB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35"/>
          <p:cNvSpPr txBox="1"/>
          <p:nvPr/>
        </p:nvSpPr>
        <p:spPr>
          <a:xfrm>
            <a:off x="1150937" y="5762625"/>
            <a:ext cx="1255712" cy="72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900"/>
              <a:buFont typeface="Montserrat"/>
              <a:buNone/>
            </a:pPr>
            <a:r>
              <a:rPr lang="en-US" sz="3900" b="0" i="0" u="non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25%</a:t>
            </a:r>
            <a:endParaRPr/>
          </a:p>
        </p:txBody>
      </p:sp>
      <p:sp>
        <p:nvSpPr>
          <p:cNvPr id="884" name="Google Shape;884;p35"/>
          <p:cNvSpPr txBox="1"/>
          <p:nvPr/>
        </p:nvSpPr>
        <p:spPr>
          <a:xfrm>
            <a:off x="3001962" y="5762625"/>
            <a:ext cx="1304925" cy="72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900"/>
              <a:buFont typeface="Montserrat"/>
              <a:buNone/>
            </a:pPr>
            <a:r>
              <a:rPr lang="en-US" sz="3900" b="0" i="0" u="non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50%</a:t>
            </a:r>
            <a:endParaRPr/>
          </a:p>
        </p:txBody>
      </p:sp>
      <p:sp>
        <p:nvSpPr>
          <p:cNvPr id="885" name="Google Shape;885;p35"/>
          <p:cNvSpPr txBox="1"/>
          <p:nvPr/>
        </p:nvSpPr>
        <p:spPr>
          <a:xfrm>
            <a:off x="4919662" y="5762625"/>
            <a:ext cx="1247775" cy="72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900"/>
              <a:buFont typeface="Montserrat"/>
              <a:buNone/>
            </a:pPr>
            <a:r>
              <a:rPr lang="en-US" sz="3900" b="0" i="0" u="non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75%</a:t>
            </a:r>
            <a:endParaRPr/>
          </a:p>
        </p:txBody>
      </p:sp>
      <p:sp>
        <p:nvSpPr>
          <p:cNvPr id="886" name="Google Shape;886;p35"/>
          <p:cNvSpPr txBox="1"/>
          <p:nvPr/>
        </p:nvSpPr>
        <p:spPr>
          <a:xfrm>
            <a:off x="6677025" y="5762625"/>
            <a:ext cx="1544637" cy="72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900"/>
              <a:buFont typeface="Montserrat"/>
              <a:buNone/>
            </a:pPr>
            <a:r>
              <a:rPr lang="en-US" sz="3900" b="0" i="0" u="none">
                <a:solidFill>
                  <a:srgbClr val="1E1E1E"/>
                </a:solidFill>
                <a:latin typeface="Montserrat"/>
                <a:ea typeface="Montserrat"/>
                <a:cs typeface="Montserrat"/>
                <a:sym typeface="Montserrat"/>
              </a:rPr>
              <a:t>100%</a:t>
            </a:r>
            <a:endParaRPr/>
          </a:p>
        </p:txBody>
      </p:sp>
      <p:sp>
        <p:nvSpPr>
          <p:cNvPr id="887" name="Google Shape;887;p35"/>
          <p:cNvSpPr txBox="1"/>
          <p:nvPr/>
        </p:nvSpPr>
        <p:spPr>
          <a:xfrm>
            <a:off x="10029825" y="773112"/>
            <a:ext cx="1606550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858"/>
              </a:buClr>
              <a:buSzPts val="3200"/>
              <a:buFont typeface="Montserrat"/>
              <a:buNone/>
            </a:pPr>
            <a:r>
              <a:rPr lang="en-US" sz="3200" b="0" i="0" u="none">
                <a:solidFill>
                  <a:srgbClr val="013858"/>
                </a:solidFill>
                <a:latin typeface="Montserrat"/>
                <a:ea typeface="Montserrat"/>
                <a:cs typeface="Montserrat"/>
                <a:sym typeface="Montserrat"/>
              </a:rPr>
              <a:t>PASO 1</a:t>
            </a:r>
            <a:endParaRPr/>
          </a:p>
        </p:txBody>
      </p:sp>
      <p:sp>
        <p:nvSpPr>
          <p:cNvPr id="888" name="Google Shape;888;p35"/>
          <p:cNvSpPr txBox="1"/>
          <p:nvPr/>
        </p:nvSpPr>
        <p:spPr>
          <a:xfrm>
            <a:off x="9932987" y="2271712"/>
            <a:ext cx="1692275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67A2"/>
              </a:buClr>
              <a:buSzPts val="3200"/>
              <a:buFont typeface="Montserrat"/>
              <a:buNone/>
            </a:pPr>
            <a:r>
              <a:rPr lang="en-US" sz="3200" b="0" i="0" u="none" dirty="0">
                <a:solidFill>
                  <a:srgbClr val="1067A2"/>
                </a:solidFill>
                <a:latin typeface="Montserrat"/>
                <a:ea typeface="Montserrat"/>
                <a:cs typeface="Montserrat"/>
                <a:sym typeface="Montserrat"/>
              </a:rPr>
              <a:t>PASO 2</a:t>
            </a:r>
            <a:endParaRPr dirty="0"/>
          </a:p>
        </p:txBody>
      </p:sp>
      <p:sp>
        <p:nvSpPr>
          <p:cNvPr id="889" name="Google Shape;889;p35"/>
          <p:cNvSpPr txBox="1"/>
          <p:nvPr/>
        </p:nvSpPr>
        <p:spPr>
          <a:xfrm>
            <a:off x="9932987" y="3765550"/>
            <a:ext cx="1687512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91BB"/>
              </a:buClr>
              <a:buSzPts val="3200"/>
              <a:buFont typeface="Montserrat"/>
              <a:buNone/>
            </a:pPr>
            <a:r>
              <a:rPr lang="en-US" sz="3200" b="0" i="0" u="none" dirty="0">
                <a:solidFill>
                  <a:srgbClr val="2491BB"/>
                </a:solidFill>
                <a:latin typeface="Montserrat"/>
                <a:ea typeface="Montserrat"/>
                <a:cs typeface="Montserrat"/>
                <a:sym typeface="Montserrat"/>
              </a:rPr>
              <a:t>PASO 3</a:t>
            </a:r>
            <a:endParaRPr dirty="0"/>
          </a:p>
        </p:txBody>
      </p:sp>
      <p:sp>
        <p:nvSpPr>
          <p:cNvPr id="890" name="Google Shape;890;p35"/>
          <p:cNvSpPr txBox="1"/>
          <p:nvPr/>
        </p:nvSpPr>
        <p:spPr>
          <a:xfrm>
            <a:off x="9932987" y="5264150"/>
            <a:ext cx="1684337" cy="611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ABB3"/>
              </a:buClr>
              <a:buSzPts val="3200"/>
              <a:buFont typeface="Montserrat"/>
              <a:buNone/>
            </a:pPr>
            <a:r>
              <a:rPr lang="en-US" sz="3200" b="0" i="0" u="none">
                <a:solidFill>
                  <a:srgbClr val="4BABB3"/>
                </a:solidFill>
                <a:latin typeface="Montserrat"/>
                <a:ea typeface="Montserrat"/>
                <a:cs typeface="Montserrat"/>
                <a:sym typeface="Montserrat"/>
              </a:rPr>
              <a:t>PASO 4</a:t>
            </a:r>
            <a:endParaRPr/>
          </a:p>
        </p:txBody>
      </p:sp>
      <p:sp>
        <p:nvSpPr>
          <p:cNvPr id="891" name="Google Shape;891;p35"/>
          <p:cNvSpPr txBox="1"/>
          <p:nvPr/>
        </p:nvSpPr>
        <p:spPr>
          <a:xfrm>
            <a:off x="9172575" y="2674937"/>
            <a:ext cx="22431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92" name="Google Shape;892;p35"/>
          <p:cNvSpPr txBox="1"/>
          <p:nvPr/>
        </p:nvSpPr>
        <p:spPr>
          <a:xfrm>
            <a:off x="9172575" y="4167187"/>
            <a:ext cx="2243137" cy="522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  <p:sp>
        <p:nvSpPr>
          <p:cNvPr id="893" name="Google Shape;893;p35"/>
          <p:cNvSpPr txBox="1"/>
          <p:nvPr/>
        </p:nvSpPr>
        <p:spPr>
          <a:xfrm>
            <a:off x="9172575" y="5657850"/>
            <a:ext cx="2243137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None/>
            </a:pPr>
            <a:r>
              <a:rPr lang="en-US" sz="1400" b="0" i="0" u="non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Lorem ipsum dolor sit amet, Consetur adipin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1822</Words>
  <Application>Microsoft Office PowerPoint</Application>
  <PresentationFormat>Panorámica</PresentationFormat>
  <Paragraphs>471</Paragraphs>
  <Slides>32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32</vt:i4>
      </vt:variant>
    </vt:vector>
  </HeadingPairs>
  <TitlesOfParts>
    <vt:vector size="40" baseType="lpstr">
      <vt:lpstr>Calibri</vt:lpstr>
      <vt:lpstr>Open Sans SemiBold</vt:lpstr>
      <vt:lpstr>PT Sans</vt:lpstr>
      <vt:lpstr>Open Sans</vt:lpstr>
      <vt:lpstr>Montserrat</vt:lpstr>
      <vt:lpstr>Arial</vt:lpstr>
      <vt:lpstr>Open Sans SemiBold</vt:lpstr>
      <vt:lpstr>Тема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Didier</dc:creator>
  <cp:lastModifiedBy>Didier Atehortua</cp:lastModifiedBy>
  <cp:revision>6</cp:revision>
  <dcterms:modified xsi:type="dcterms:W3CDTF">2025-10-28T14:58:27Z</dcterms:modified>
</cp:coreProperties>
</file>