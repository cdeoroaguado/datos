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Open Sans Semibold" panose="020B0706030804020204" pitchFamily="34" charset="0"/>
      <p:bold r:id="rId34"/>
      <p:boldItalic r:id="rId35"/>
    </p:embeddedFont>
    <p:embeddedFont>
      <p:font typeface="PT Sans" panose="020B0503020203020204" pitchFamily="34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0B0055-8D12-9C32-54B4-74C7EEF87157}" v="2" dt="2024-06-27T18:17:50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dier Morales" userId="467a5787-1ee5-4a7c-b1e8-115a4d19ad90" providerId="ADAL" clId="{21A0CBAA-9B4C-4FB4-879E-BA1BBEFF67B9}"/>
    <pc:docChg chg="undo custSel modSld">
      <pc:chgData name="Didier Morales" userId="467a5787-1ee5-4a7c-b1e8-115a4d19ad90" providerId="ADAL" clId="{21A0CBAA-9B4C-4FB4-879E-BA1BBEFF67B9}" dt="2023-04-11T18:48:43.716" v="36" actId="1036"/>
      <pc:docMkLst>
        <pc:docMk/>
      </pc:docMkLst>
      <pc:sldChg chg="addSp delSp modSp mod">
        <pc:chgData name="Didier Morales" userId="467a5787-1ee5-4a7c-b1e8-115a4d19ad90" providerId="ADAL" clId="{21A0CBAA-9B4C-4FB4-879E-BA1BBEFF67B9}" dt="2023-04-11T18:48:43.716" v="36" actId="1036"/>
        <pc:sldMkLst>
          <pc:docMk/>
          <pc:sldMk cId="0" sldId="260"/>
        </pc:sldMkLst>
        <pc:spChg chg="add mod">
          <ac:chgData name="Didier Morales" userId="467a5787-1ee5-4a7c-b1e8-115a4d19ad90" providerId="ADAL" clId="{21A0CBAA-9B4C-4FB4-879E-BA1BBEFF67B9}" dt="2023-04-11T18:48:01.286" v="15" actId="1037"/>
          <ac:spMkLst>
            <pc:docMk/>
            <pc:sldMk cId="0" sldId="260"/>
            <ac:spMk id="2" creationId="{88203B78-1960-3253-83DF-B5C0A0A0948E}"/>
          </ac:spMkLst>
        </pc:spChg>
        <pc:spChg chg="add mod">
          <ac:chgData name="Didier Morales" userId="467a5787-1ee5-4a7c-b1e8-115a4d19ad90" providerId="ADAL" clId="{21A0CBAA-9B4C-4FB4-879E-BA1BBEFF67B9}" dt="2023-04-11T18:48:43.716" v="36" actId="1036"/>
          <ac:spMkLst>
            <pc:docMk/>
            <pc:sldMk cId="0" sldId="260"/>
            <ac:spMk id="3" creationId="{B9D0D083-7268-2653-329D-C3F8910A5D4A}"/>
          </ac:spMkLst>
        </pc:spChg>
        <pc:spChg chg="mod">
          <ac:chgData name="Didier Morales" userId="467a5787-1ee5-4a7c-b1e8-115a4d19ad90" providerId="ADAL" clId="{21A0CBAA-9B4C-4FB4-879E-BA1BBEFF67B9}" dt="2023-04-11T18:38:47.862" v="1" actId="1076"/>
          <ac:spMkLst>
            <pc:docMk/>
            <pc:sldMk cId="0" sldId="260"/>
            <ac:spMk id="22533" creationId="{00000000-0000-0000-0000-000000000000}"/>
          </ac:spMkLst>
        </pc:spChg>
        <pc:spChg chg="del mod">
          <ac:chgData name="Didier Morales" userId="467a5787-1ee5-4a7c-b1e8-115a4d19ad90" providerId="ADAL" clId="{21A0CBAA-9B4C-4FB4-879E-BA1BBEFF67B9}" dt="2023-04-11T18:40:40.377" v="7" actId="478"/>
          <ac:spMkLst>
            <pc:docMk/>
            <pc:sldMk cId="0" sldId="260"/>
            <ac:spMk id="22534" creationId="{00000000-0000-0000-0000-000000000000}"/>
          </ac:spMkLst>
        </pc:spChg>
        <pc:spChg chg="del mod">
          <ac:chgData name="Didier Morales" userId="467a5787-1ee5-4a7c-b1e8-115a4d19ad90" providerId="ADAL" clId="{21A0CBAA-9B4C-4FB4-879E-BA1BBEFF67B9}" dt="2023-04-11T18:48:19.994" v="21" actId="478"/>
          <ac:spMkLst>
            <pc:docMk/>
            <pc:sldMk cId="0" sldId="260"/>
            <ac:spMk id="22539" creationId="{00000000-0000-0000-0000-000000000000}"/>
          </ac:spMkLst>
        </pc:spChg>
        <pc:spChg chg="mod">
          <ac:chgData name="Didier Morales" userId="467a5787-1ee5-4a7c-b1e8-115a4d19ad90" providerId="ADAL" clId="{21A0CBAA-9B4C-4FB4-879E-BA1BBEFF67B9}" dt="2023-04-11T18:38:47.862" v="1" actId="1076"/>
          <ac:spMkLst>
            <pc:docMk/>
            <pc:sldMk cId="0" sldId="260"/>
            <ac:spMk id="22554" creationId="{00000000-0000-0000-0000-000000000000}"/>
          </ac:spMkLst>
        </pc:spChg>
      </pc:sldChg>
    </pc:docChg>
  </pc:docChgLst>
  <pc:docChgLst>
    <pc:chgData name="Didier Atehortua" userId="S::didier@dataedu.co::ad6c1b6c-8055-4641-b1c1-438caaecfe4e" providerId="AD" clId="Web-{8E0B0055-8D12-9C32-54B4-74C7EEF87157}"/>
    <pc:docChg chg="modSld">
      <pc:chgData name="Didier Atehortua" userId="S::didier@dataedu.co::ad6c1b6c-8055-4641-b1c1-438caaecfe4e" providerId="AD" clId="Web-{8E0B0055-8D12-9C32-54B4-74C7EEF87157}" dt="2024-06-27T18:17:50.464" v="1" actId="14100"/>
      <pc:docMkLst>
        <pc:docMk/>
      </pc:docMkLst>
      <pc:sldChg chg="modSp">
        <pc:chgData name="Didier Atehortua" userId="S::didier@dataedu.co::ad6c1b6c-8055-4641-b1c1-438caaecfe4e" providerId="AD" clId="Web-{8E0B0055-8D12-9C32-54B4-74C7EEF87157}" dt="2024-06-27T18:17:50.464" v="1" actId="14100"/>
        <pc:sldMkLst>
          <pc:docMk/>
          <pc:sldMk cId="0" sldId="260"/>
        </pc:sldMkLst>
        <pc:spChg chg="mod">
          <ac:chgData name="Didier Atehortua" userId="S::didier@dataedu.co::ad6c1b6c-8055-4641-b1c1-438caaecfe4e" providerId="AD" clId="Web-{8E0B0055-8D12-9C32-54B4-74C7EEF87157}" dt="2024-06-27T18:17:50.464" v="1" actId="14100"/>
          <ac:spMkLst>
            <pc:docMk/>
            <pc:sldMk cId="0" sldId="260"/>
            <ac:spMk id="2" creationId="{88203B78-1960-3253-83DF-B5C0A0A094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Google Shape;81;p1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294;p2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1" name="Google Shape;295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322;p3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9" name="Google Shape;323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361;p4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Google Shape;362;p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415;p5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Google Shape;416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448;p6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3" name="Google Shape;449;p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484;p7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Google Shape;485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517;p8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Google Shape;518;p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561;p9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Google Shape;562;p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586;p10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Google Shape;587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631;p11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Google Shape;632;p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Google Shape;658;p12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Google Shape;659;p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Google Shape;688;p13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39" name="Google Shape;689;p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Google Shape;733;p14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7" name="Google Shape;734;p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Google Shape;765;p15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5" name="Google Shape;766;p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Google Shape;795;p16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3" name="Google Shape;796;p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Google Shape;860;p17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1" name="Google Shape;861;p1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Google Shape;894;p18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Google Shape;895;p1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Google Shape;922;p19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Google Shape;923;p1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951;p20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5" name="Google Shape;952;p2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Google Shape;995;p21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3" name="Google Shape;996;p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Google Shape;1016;p22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371" name="Google Shape;1017;p2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Google Shape;1045;p23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419" name="Google Shape;1046;p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" name="Google Shape;14;p2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Google Shape;15;p2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Google Shape;16;p2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3D70051-9B8C-4B20-BB6E-47A368572C69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936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" name="Google Shape;20;p3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Google Shape;21;p3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Google Shape;22;p3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3670E8E-124D-4C18-9421-8E9408991904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946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6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" name="Google Shape;26;p4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Google Shape;27;p4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Google Shape;28;p4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5D46893-D742-4D8B-B23D-6108E70ED59A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38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anchor="b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endParaRPr noProof="0">
              <a:sym typeface="Calibri"/>
            </a:endParaRPr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" name="Google Shape;33;p5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Google Shape;34;p5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Google Shape;35;p5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C59E740-DD08-4A42-BE16-6427BCBDAE92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438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anchor="b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" name="Google Shape;40;p6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Google Shape;41;p6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Google Shape;42;p6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040D768-8F18-45A0-828F-0E709F092B18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1507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4;p7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5;p7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46;p7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BCED06E-F683-4447-B2CA-E07BD31039AA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284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49;p8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8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Google Shape;51;p8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909D758-D863-431F-86E2-325D8909F2B3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68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" name="Google Shape;58;p9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Google Shape;59;p9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Google Shape;60;p9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4EE90A9-F267-4571-9EED-D580F7A6DEDB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195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" name="Google Shape;65;p10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Google Shape;66;p10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Google Shape;67;p10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CBA7C75-1588-4818-9AF6-D8C14C8050BF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4674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anchor="b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" name="Google Shape;71;p11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Google Shape;72;p11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Google Shape;73;p11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CDB2AB0-7350-44F4-B3AB-01317DC35083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748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" name="Google Shape;77;p12"/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Google Shape;78;p12"/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Google Shape;79;p12"/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568F119-4E70-4757-808C-20737A9F962C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886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8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29" name="Google Shape;9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Google Shape;10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898989"/>
              </a:buClr>
              <a:buSzPts val="1200"/>
              <a:buFont typeface="Calibri" panose="020F0502020204030204" pitchFamily="34" charset="0"/>
              <a:buNone/>
              <a:defRPr sz="120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599079CE-F572-4B6A-8284-A2BA78D01DFA}" type="slidenum">
              <a:rPr lang="en-US" altLang="en-US"/>
              <a:pPr/>
              <a:t>‹Nº›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84;p13"/>
          <p:cNvSpPr txBox="1">
            <a:spLocks noChangeArrowheads="1"/>
          </p:cNvSpPr>
          <p:nvPr/>
        </p:nvSpPr>
        <p:spPr bwMode="auto">
          <a:xfrm>
            <a:off x="1014413" y="1550988"/>
            <a:ext cx="18669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14339" name="Google Shape;85;p13"/>
          <p:cNvSpPr>
            <a:spLocks/>
          </p:cNvSpPr>
          <p:nvPr/>
        </p:nvSpPr>
        <p:spPr bwMode="auto">
          <a:xfrm>
            <a:off x="9544050" y="3506788"/>
            <a:ext cx="223838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40" name="Google Shape;86;p13"/>
          <p:cNvSpPr>
            <a:spLocks/>
          </p:cNvSpPr>
          <p:nvPr/>
        </p:nvSpPr>
        <p:spPr bwMode="auto">
          <a:xfrm>
            <a:off x="9840913" y="3506788"/>
            <a:ext cx="227012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41" name="Google Shape;87;p13"/>
          <p:cNvSpPr>
            <a:spLocks/>
          </p:cNvSpPr>
          <p:nvPr/>
        </p:nvSpPr>
        <p:spPr bwMode="auto">
          <a:xfrm>
            <a:off x="10142538" y="350678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42" name="Google Shape;88;p13"/>
          <p:cNvSpPr>
            <a:spLocks/>
          </p:cNvSpPr>
          <p:nvPr/>
        </p:nvSpPr>
        <p:spPr bwMode="auto">
          <a:xfrm>
            <a:off x="10439400" y="3506788"/>
            <a:ext cx="225425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43" name="Google Shape;89;p13"/>
          <p:cNvSpPr>
            <a:spLocks/>
          </p:cNvSpPr>
          <p:nvPr/>
        </p:nvSpPr>
        <p:spPr bwMode="auto">
          <a:xfrm>
            <a:off x="10739438" y="350678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44" name="Google Shape;90;p13"/>
          <p:cNvSpPr>
            <a:spLocks/>
          </p:cNvSpPr>
          <p:nvPr/>
        </p:nvSpPr>
        <p:spPr bwMode="auto">
          <a:xfrm>
            <a:off x="9544050" y="3805238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45" name="Google Shape;91;p13"/>
          <p:cNvSpPr>
            <a:spLocks/>
          </p:cNvSpPr>
          <p:nvPr/>
        </p:nvSpPr>
        <p:spPr bwMode="auto">
          <a:xfrm>
            <a:off x="9840913" y="3805238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46" name="Google Shape;92;p13"/>
          <p:cNvSpPr>
            <a:spLocks/>
          </p:cNvSpPr>
          <p:nvPr/>
        </p:nvSpPr>
        <p:spPr bwMode="auto">
          <a:xfrm>
            <a:off x="10142538" y="3805238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47" name="Google Shape;93;p13"/>
          <p:cNvSpPr>
            <a:spLocks/>
          </p:cNvSpPr>
          <p:nvPr/>
        </p:nvSpPr>
        <p:spPr bwMode="auto">
          <a:xfrm>
            <a:off x="10439400" y="3805238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48" name="Google Shape;94;p13"/>
          <p:cNvSpPr>
            <a:spLocks/>
          </p:cNvSpPr>
          <p:nvPr/>
        </p:nvSpPr>
        <p:spPr bwMode="auto">
          <a:xfrm>
            <a:off x="10739438" y="3805238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49" name="Google Shape;95;p13"/>
          <p:cNvSpPr>
            <a:spLocks/>
          </p:cNvSpPr>
          <p:nvPr/>
        </p:nvSpPr>
        <p:spPr bwMode="auto">
          <a:xfrm>
            <a:off x="9544050" y="4105275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50" name="Google Shape;96;p13"/>
          <p:cNvSpPr>
            <a:spLocks/>
          </p:cNvSpPr>
          <p:nvPr/>
        </p:nvSpPr>
        <p:spPr bwMode="auto">
          <a:xfrm>
            <a:off x="9840913" y="4105275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4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4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4"/>
                  <a:pt x="73" y="64"/>
                  <a:pt x="73" y="64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51" name="Google Shape;97;p13"/>
          <p:cNvSpPr>
            <a:spLocks/>
          </p:cNvSpPr>
          <p:nvPr/>
        </p:nvSpPr>
        <p:spPr bwMode="auto">
          <a:xfrm>
            <a:off x="10142538" y="410527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52" name="Google Shape;98;p13"/>
          <p:cNvSpPr>
            <a:spLocks/>
          </p:cNvSpPr>
          <p:nvPr/>
        </p:nvSpPr>
        <p:spPr bwMode="auto">
          <a:xfrm>
            <a:off x="10439400" y="4105275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4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4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4"/>
                  <a:pt x="73" y="64"/>
                  <a:pt x="73" y="64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53" name="Google Shape;99;p13"/>
          <p:cNvSpPr>
            <a:spLocks/>
          </p:cNvSpPr>
          <p:nvPr/>
        </p:nvSpPr>
        <p:spPr bwMode="auto">
          <a:xfrm>
            <a:off x="10739438" y="410527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54" name="Google Shape;100;p13"/>
          <p:cNvSpPr>
            <a:spLocks/>
          </p:cNvSpPr>
          <p:nvPr/>
        </p:nvSpPr>
        <p:spPr bwMode="auto">
          <a:xfrm>
            <a:off x="9544050" y="4402138"/>
            <a:ext cx="223838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55" name="Google Shape;101;p13"/>
          <p:cNvSpPr>
            <a:spLocks/>
          </p:cNvSpPr>
          <p:nvPr/>
        </p:nvSpPr>
        <p:spPr bwMode="auto">
          <a:xfrm>
            <a:off x="9840913" y="4402138"/>
            <a:ext cx="227012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56" name="Google Shape;102;p13"/>
          <p:cNvSpPr>
            <a:spLocks/>
          </p:cNvSpPr>
          <p:nvPr/>
        </p:nvSpPr>
        <p:spPr bwMode="auto">
          <a:xfrm>
            <a:off x="10142538" y="440213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57" name="Google Shape;103;p13"/>
          <p:cNvSpPr>
            <a:spLocks/>
          </p:cNvSpPr>
          <p:nvPr/>
        </p:nvSpPr>
        <p:spPr bwMode="auto">
          <a:xfrm>
            <a:off x="10439400" y="4402138"/>
            <a:ext cx="225425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58" name="Google Shape;104;p13"/>
          <p:cNvSpPr>
            <a:spLocks/>
          </p:cNvSpPr>
          <p:nvPr/>
        </p:nvSpPr>
        <p:spPr bwMode="auto">
          <a:xfrm>
            <a:off x="10739438" y="440213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59" name="Google Shape;105;p13"/>
          <p:cNvSpPr>
            <a:spLocks/>
          </p:cNvSpPr>
          <p:nvPr/>
        </p:nvSpPr>
        <p:spPr bwMode="auto">
          <a:xfrm>
            <a:off x="9544050" y="4699000"/>
            <a:ext cx="223838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60" name="Google Shape;106;p13"/>
          <p:cNvSpPr>
            <a:spLocks/>
          </p:cNvSpPr>
          <p:nvPr/>
        </p:nvSpPr>
        <p:spPr bwMode="auto">
          <a:xfrm>
            <a:off x="9840913" y="4699000"/>
            <a:ext cx="227012" cy="227013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61" name="Google Shape;107;p13"/>
          <p:cNvSpPr>
            <a:spLocks/>
          </p:cNvSpPr>
          <p:nvPr/>
        </p:nvSpPr>
        <p:spPr bwMode="auto">
          <a:xfrm>
            <a:off x="10142538" y="4699000"/>
            <a:ext cx="222250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62" name="Google Shape;108;p13"/>
          <p:cNvSpPr>
            <a:spLocks/>
          </p:cNvSpPr>
          <p:nvPr/>
        </p:nvSpPr>
        <p:spPr bwMode="auto">
          <a:xfrm>
            <a:off x="10439400" y="4699000"/>
            <a:ext cx="225425" cy="227013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63" name="Google Shape;109;p13"/>
          <p:cNvSpPr>
            <a:spLocks/>
          </p:cNvSpPr>
          <p:nvPr/>
        </p:nvSpPr>
        <p:spPr bwMode="auto">
          <a:xfrm>
            <a:off x="10739438" y="4699000"/>
            <a:ext cx="222250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64" name="Google Shape;110;p13"/>
          <p:cNvSpPr>
            <a:spLocks/>
          </p:cNvSpPr>
          <p:nvPr/>
        </p:nvSpPr>
        <p:spPr bwMode="auto">
          <a:xfrm>
            <a:off x="9544050" y="5000625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65" name="Google Shape;111;p13"/>
          <p:cNvSpPr>
            <a:spLocks/>
          </p:cNvSpPr>
          <p:nvPr/>
        </p:nvSpPr>
        <p:spPr bwMode="auto">
          <a:xfrm>
            <a:off x="9840913" y="5000625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66" name="Google Shape;112;p13"/>
          <p:cNvSpPr>
            <a:spLocks/>
          </p:cNvSpPr>
          <p:nvPr/>
        </p:nvSpPr>
        <p:spPr bwMode="auto">
          <a:xfrm>
            <a:off x="10142538" y="500062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67" name="Google Shape;113;p13"/>
          <p:cNvSpPr>
            <a:spLocks/>
          </p:cNvSpPr>
          <p:nvPr/>
        </p:nvSpPr>
        <p:spPr bwMode="auto">
          <a:xfrm>
            <a:off x="10439400" y="5000625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68" name="Google Shape;114;p13"/>
          <p:cNvSpPr>
            <a:spLocks/>
          </p:cNvSpPr>
          <p:nvPr/>
        </p:nvSpPr>
        <p:spPr bwMode="auto">
          <a:xfrm>
            <a:off x="10739438" y="500062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69" name="Google Shape;115;p13"/>
          <p:cNvSpPr>
            <a:spLocks/>
          </p:cNvSpPr>
          <p:nvPr/>
        </p:nvSpPr>
        <p:spPr bwMode="auto">
          <a:xfrm>
            <a:off x="9544050" y="5297488"/>
            <a:ext cx="223838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70" name="Google Shape;116;p13"/>
          <p:cNvSpPr>
            <a:spLocks/>
          </p:cNvSpPr>
          <p:nvPr/>
        </p:nvSpPr>
        <p:spPr bwMode="auto">
          <a:xfrm>
            <a:off x="9840913" y="5297488"/>
            <a:ext cx="227012" cy="225425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71" name="Google Shape;117;p13"/>
          <p:cNvSpPr>
            <a:spLocks/>
          </p:cNvSpPr>
          <p:nvPr/>
        </p:nvSpPr>
        <p:spPr bwMode="auto">
          <a:xfrm>
            <a:off x="10142538" y="5297488"/>
            <a:ext cx="222250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72" name="Google Shape;118;p13"/>
          <p:cNvSpPr>
            <a:spLocks/>
          </p:cNvSpPr>
          <p:nvPr/>
        </p:nvSpPr>
        <p:spPr bwMode="auto">
          <a:xfrm>
            <a:off x="10439400" y="5297488"/>
            <a:ext cx="225425" cy="225425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73" name="Google Shape;119;p13"/>
          <p:cNvSpPr>
            <a:spLocks/>
          </p:cNvSpPr>
          <p:nvPr/>
        </p:nvSpPr>
        <p:spPr bwMode="auto">
          <a:xfrm>
            <a:off x="10739438" y="5297488"/>
            <a:ext cx="222250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74" name="Google Shape;120;p13"/>
          <p:cNvSpPr>
            <a:spLocks/>
          </p:cNvSpPr>
          <p:nvPr/>
        </p:nvSpPr>
        <p:spPr bwMode="auto">
          <a:xfrm>
            <a:off x="9544050" y="5597525"/>
            <a:ext cx="223838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75" name="Google Shape;121;p13"/>
          <p:cNvSpPr>
            <a:spLocks/>
          </p:cNvSpPr>
          <p:nvPr/>
        </p:nvSpPr>
        <p:spPr bwMode="auto">
          <a:xfrm>
            <a:off x="9840913" y="5597525"/>
            <a:ext cx="227012" cy="223838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76" name="Google Shape;122;p13"/>
          <p:cNvSpPr>
            <a:spLocks/>
          </p:cNvSpPr>
          <p:nvPr/>
        </p:nvSpPr>
        <p:spPr bwMode="auto">
          <a:xfrm>
            <a:off x="10142538" y="5597525"/>
            <a:ext cx="222250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77" name="Google Shape;123;p13"/>
          <p:cNvSpPr>
            <a:spLocks/>
          </p:cNvSpPr>
          <p:nvPr/>
        </p:nvSpPr>
        <p:spPr bwMode="auto">
          <a:xfrm>
            <a:off x="10439400" y="5597525"/>
            <a:ext cx="225425" cy="223838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78" name="Google Shape;124;p13"/>
          <p:cNvSpPr>
            <a:spLocks/>
          </p:cNvSpPr>
          <p:nvPr/>
        </p:nvSpPr>
        <p:spPr bwMode="auto">
          <a:xfrm>
            <a:off x="10739438" y="5597525"/>
            <a:ext cx="222250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79" name="Google Shape;125;p13"/>
          <p:cNvSpPr>
            <a:spLocks/>
          </p:cNvSpPr>
          <p:nvPr/>
        </p:nvSpPr>
        <p:spPr bwMode="auto">
          <a:xfrm>
            <a:off x="9544050" y="5894388"/>
            <a:ext cx="223838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80" name="Google Shape;126;p13"/>
          <p:cNvSpPr>
            <a:spLocks/>
          </p:cNvSpPr>
          <p:nvPr/>
        </p:nvSpPr>
        <p:spPr bwMode="auto">
          <a:xfrm>
            <a:off x="9840913" y="5894388"/>
            <a:ext cx="227012" cy="227012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81" name="Google Shape;127;p13"/>
          <p:cNvSpPr>
            <a:spLocks/>
          </p:cNvSpPr>
          <p:nvPr/>
        </p:nvSpPr>
        <p:spPr bwMode="auto">
          <a:xfrm>
            <a:off x="10142538" y="5894388"/>
            <a:ext cx="222250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82" name="Google Shape;128;p13"/>
          <p:cNvSpPr>
            <a:spLocks/>
          </p:cNvSpPr>
          <p:nvPr/>
        </p:nvSpPr>
        <p:spPr bwMode="auto">
          <a:xfrm>
            <a:off x="10439400" y="5894388"/>
            <a:ext cx="225425" cy="227012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83" name="Google Shape;129;p13"/>
          <p:cNvSpPr>
            <a:spLocks/>
          </p:cNvSpPr>
          <p:nvPr/>
        </p:nvSpPr>
        <p:spPr bwMode="auto">
          <a:xfrm>
            <a:off x="10739438" y="5894388"/>
            <a:ext cx="222250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84" name="Google Shape;130;p13"/>
          <p:cNvSpPr>
            <a:spLocks/>
          </p:cNvSpPr>
          <p:nvPr/>
        </p:nvSpPr>
        <p:spPr bwMode="auto">
          <a:xfrm>
            <a:off x="9544050" y="6196013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85" name="Google Shape;131;p13"/>
          <p:cNvSpPr>
            <a:spLocks/>
          </p:cNvSpPr>
          <p:nvPr/>
        </p:nvSpPr>
        <p:spPr bwMode="auto">
          <a:xfrm>
            <a:off x="9840913" y="6196013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86" name="Google Shape;132;p13"/>
          <p:cNvSpPr>
            <a:spLocks/>
          </p:cNvSpPr>
          <p:nvPr/>
        </p:nvSpPr>
        <p:spPr bwMode="auto">
          <a:xfrm>
            <a:off x="10142538" y="6196013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87" name="Google Shape;133;p13"/>
          <p:cNvSpPr>
            <a:spLocks/>
          </p:cNvSpPr>
          <p:nvPr/>
        </p:nvSpPr>
        <p:spPr bwMode="auto">
          <a:xfrm>
            <a:off x="10439400" y="6196013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88" name="Google Shape;134;p13"/>
          <p:cNvSpPr>
            <a:spLocks/>
          </p:cNvSpPr>
          <p:nvPr/>
        </p:nvSpPr>
        <p:spPr bwMode="auto">
          <a:xfrm>
            <a:off x="10739438" y="6196013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89" name="Google Shape;135;p13"/>
          <p:cNvSpPr>
            <a:spLocks/>
          </p:cNvSpPr>
          <p:nvPr/>
        </p:nvSpPr>
        <p:spPr bwMode="auto">
          <a:xfrm>
            <a:off x="6775450" y="3506788"/>
            <a:ext cx="225425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90" name="Google Shape;136;p13"/>
          <p:cNvSpPr>
            <a:spLocks/>
          </p:cNvSpPr>
          <p:nvPr/>
        </p:nvSpPr>
        <p:spPr bwMode="auto">
          <a:xfrm>
            <a:off x="7075488" y="350678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91" name="Google Shape;137;p13"/>
          <p:cNvSpPr>
            <a:spLocks/>
          </p:cNvSpPr>
          <p:nvPr/>
        </p:nvSpPr>
        <p:spPr bwMode="auto">
          <a:xfrm>
            <a:off x="7372350" y="3506788"/>
            <a:ext cx="225425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92" name="Google Shape;138;p13"/>
          <p:cNvSpPr>
            <a:spLocks/>
          </p:cNvSpPr>
          <p:nvPr/>
        </p:nvSpPr>
        <p:spPr bwMode="auto">
          <a:xfrm>
            <a:off x="7672388" y="350678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93" name="Google Shape;139;p13"/>
          <p:cNvSpPr>
            <a:spLocks/>
          </p:cNvSpPr>
          <p:nvPr/>
        </p:nvSpPr>
        <p:spPr bwMode="auto">
          <a:xfrm>
            <a:off x="7969250" y="350678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94" name="Google Shape;140;p13"/>
          <p:cNvSpPr>
            <a:spLocks/>
          </p:cNvSpPr>
          <p:nvPr/>
        </p:nvSpPr>
        <p:spPr bwMode="auto">
          <a:xfrm>
            <a:off x="6775450" y="3805238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95" name="Google Shape;141;p13"/>
          <p:cNvSpPr>
            <a:spLocks/>
          </p:cNvSpPr>
          <p:nvPr/>
        </p:nvSpPr>
        <p:spPr bwMode="auto">
          <a:xfrm>
            <a:off x="7075488" y="3805238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96" name="Google Shape;142;p13"/>
          <p:cNvSpPr>
            <a:spLocks/>
          </p:cNvSpPr>
          <p:nvPr/>
        </p:nvSpPr>
        <p:spPr bwMode="auto">
          <a:xfrm>
            <a:off x="7372350" y="3805238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97" name="Google Shape;143;p13"/>
          <p:cNvSpPr>
            <a:spLocks/>
          </p:cNvSpPr>
          <p:nvPr/>
        </p:nvSpPr>
        <p:spPr bwMode="auto">
          <a:xfrm>
            <a:off x="7672388" y="3805238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98" name="Google Shape;144;p13"/>
          <p:cNvSpPr>
            <a:spLocks/>
          </p:cNvSpPr>
          <p:nvPr/>
        </p:nvSpPr>
        <p:spPr bwMode="auto">
          <a:xfrm>
            <a:off x="7969250" y="3805238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399" name="Google Shape;145;p13"/>
          <p:cNvSpPr>
            <a:spLocks/>
          </p:cNvSpPr>
          <p:nvPr/>
        </p:nvSpPr>
        <p:spPr bwMode="auto">
          <a:xfrm>
            <a:off x="6775450" y="4105275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4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4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4"/>
                  <a:pt x="73" y="64"/>
                  <a:pt x="73" y="64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00" name="Google Shape;146;p13"/>
          <p:cNvSpPr>
            <a:spLocks/>
          </p:cNvSpPr>
          <p:nvPr/>
        </p:nvSpPr>
        <p:spPr bwMode="auto">
          <a:xfrm>
            <a:off x="7075488" y="410527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01" name="Google Shape;147;p13"/>
          <p:cNvSpPr>
            <a:spLocks/>
          </p:cNvSpPr>
          <p:nvPr/>
        </p:nvSpPr>
        <p:spPr bwMode="auto">
          <a:xfrm>
            <a:off x="7372350" y="4105275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4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4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4"/>
                  <a:pt x="73" y="64"/>
                  <a:pt x="73" y="64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02" name="Google Shape;148;p13"/>
          <p:cNvSpPr>
            <a:spLocks/>
          </p:cNvSpPr>
          <p:nvPr/>
        </p:nvSpPr>
        <p:spPr bwMode="auto">
          <a:xfrm>
            <a:off x="7672388" y="410527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03" name="Google Shape;149;p13"/>
          <p:cNvSpPr>
            <a:spLocks/>
          </p:cNvSpPr>
          <p:nvPr/>
        </p:nvSpPr>
        <p:spPr bwMode="auto">
          <a:xfrm>
            <a:off x="7969250" y="410527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04" name="Google Shape;150;p13"/>
          <p:cNvSpPr>
            <a:spLocks/>
          </p:cNvSpPr>
          <p:nvPr/>
        </p:nvSpPr>
        <p:spPr bwMode="auto">
          <a:xfrm>
            <a:off x="6775450" y="4402138"/>
            <a:ext cx="225425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05" name="Google Shape;151;p13"/>
          <p:cNvSpPr>
            <a:spLocks/>
          </p:cNvSpPr>
          <p:nvPr/>
        </p:nvSpPr>
        <p:spPr bwMode="auto">
          <a:xfrm>
            <a:off x="7075488" y="440213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06" name="Google Shape;152;p13"/>
          <p:cNvSpPr>
            <a:spLocks/>
          </p:cNvSpPr>
          <p:nvPr/>
        </p:nvSpPr>
        <p:spPr bwMode="auto">
          <a:xfrm>
            <a:off x="7372350" y="4402138"/>
            <a:ext cx="225425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07" name="Google Shape;153;p13"/>
          <p:cNvSpPr>
            <a:spLocks/>
          </p:cNvSpPr>
          <p:nvPr/>
        </p:nvSpPr>
        <p:spPr bwMode="auto">
          <a:xfrm>
            <a:off x="7672388" y="440213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08" name="Google Shape;154;p13"/>
          <p:cNvSpPr>
            <a:spLocks/>
          </p:cNvSpPr>
          <p:nvPr/>
        </p:nvSpPr>
        <p:spPr bwMode="auto">
          <a:xfrm>
            <a:off x="7969250" y="440213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09" name="Google Shape;155;p13"/>
          <p:cNvSpPr>
            <a:spLocks/>
          </p:cNvSpPr>
          <p:nvPr/>
        </p:nvSpPr>
        <p:spPr bwMode="auto">
          <a:xfrm>
            <a:off x="6775450" y="4699000"/>
            <a:ext cx="225425" cy="227013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10" name="Google Shape;156;p13"/>
          <p:cNvSpPr>
            <a:spLocks/>
          </p:cNvSpPr>
          <p:nvPr/>
        </p:nvSpPr>
        <p:spPr bwMode="auto">
          <a:xfrm>
            <a:off x="7075488" y="4699000"/>
            <a:ext cx="222250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11" name="Google Shape;157;p13"/>
          <p:cNvSpPr>
            <a:spLocks/>
          </p:cNvSpPr>
          <p:nvPr/>
        </p:nvSpPr>
        <p:spPr bwMode="auto">
          <a:xfrm>
            <a:off x="7372350" y="4699000"/>
            <a:ext cx="225425" cy="227013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12" name="Google Shape;158;p13"/>
          <p:cNvSpPr>
            <a:spLocks/>
          </p:cNvSpPr>
          <p:nvPr/>
        </p:nvSpPr>
        <p:spPr bwMode="auto">
          <a:xfrm>
            <a:off x="7672388" y="4699000"/>
            <a:ext cx="222250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13" name="Google Shape;159;p13"/>
          <p:cNvSpPr>
            <a:spLocks/>
          </p:cNvSpPr>
          <p:nvPr/>
        </p:nvSpPr>
        <p:spPr bwMode="auto">
          <a:xfrm>
            <a:off x="7969250" y="4699000"/>
            <a:ext cx="222250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14" name="Google Shape;160;p13"/>
          <p:cNvSpPr>
            <a:spLocks/>
          </p:cNvSpPr>
          <p:nvPr/>
        </p:nvSpPr>
        <p:spPr bwMode="auto">
          <a:xfrm>
            <a:off x="6775450" y="5000625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15" name="Google Shape;161;p13"/>
          <p:cNvSpPr>
            <a:spLocks/>
          </p:cNvSpPr>
          <p:nvPr/>
        </p:nvSpPr>
        <p:spPr bwMode="auto">
          <a:xfrm>
            <a:off x="7075488" y="500062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16" name="Google Shape;162;p13"/>
          <p:cNvSpPr>
            <a:spLocks/>
          </p:cNvSpPr>
          <p:nvPr/>
        </p:nvSpPr>
        <p:spPr bwMode="auto">
          <a:xfrm>
            <a:off x="7372350" y="5000625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17" name="Google Shape;163;p13"/>
          <p:cNvSpPr>
            <a:spLocks/>
          </p:cNvSpPr>
          <p:nvPr/>
        </p:nvSpPr>
        <p:spPr bwMode="auto">
          <a:xfrm>
            <a:off x="7672388" y="500062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18" name="Google Shape;164;p13"/>
          <p:cNvSpPr>
            <a:spLocks/>
          </p:cNvSpPr>
          <p:nvPr/>
        </p:nvSpPr>
        <p:spPr bwMode="auto">
          <a:xfrm>
            <a:off x="7969250" y="500062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19" name="Google Shape;165;p13"/>
          <p:cNvSpPr>
            <a:spLocks/>
          </p:cNvSpPr>
          <p:nvPr/>
        </p:nvSpPr>
        <p:spPr bwMode="auto">
          <a:xfrm>
            <a:off x="6775450" y="5297488"/>
            <a:ext cx="225425" cy="225425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20" name="Google Shape;166;p13"/>
          <p:cNvSpPr>
            <a:spLocks/>
          </p:cNvSpPr>
          <p:nvPr/>
        </p:nvSpPr>
        <p:spPr bwMode="auto">
          <a:xfrm>
            <a:off x="7075488" y="5297488"/>
            <a:ext cx="222250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21" name="Google Shape;167;p13"/>
          <p:cNvSpPr>
            <a:spLocks/>
          </p:cNvSpPr>
          <p:nvPr/>
        </p:nvSpPr>
        <p:spPr bwMode="auto">
          <a:xfrm>
            <a:off x="7372350" y="5297488"/>
            <a:ext cx="225425" cy="225425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22" name="Google Shape;168;p13"/>
          <p:cNvSpPr>
            <a:spLocks/>
          </p:cNvSpPr>
          <p:nvPr/>
        </p:nvSpPr>
        <p:spPr bwMode="auto">
          <a:xfrm>
            <a:off x="7672388" y="5297488"/>
            <a:ext cx="222250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23" name="Google Shape;169;p13"/>
          <p:cNvSpPr>
            <a:spLocks/>
          </p:cNvSpPr>
          <p:nvPr/>
        </p:nvSpPr>
        <p:spPr bwMode="auto">
          <a:xfrm>
            <a:off x="7969250" y="5297488"/>
            <a:ext cx="222250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24" name="Google Shape;170;p13"/>
          <p:cNvSpPr>
            <a:spLocks/>
          </p:cNvSpPr>
          <p:nvPr/>
        </p:nvSpPr>
        <p:spPr bwMode="auto">
          <a:xfrm>
            <a:off x="6775450" y="5597525"/>
            <a:ext cx="225425" cy="223838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25" name="Google Shape;171;p13"/>
          <p:cNvSpPr>
            <a:spLocks/>
          </p:cNvSpPr>
          <p:nvPr/>
        </p:nvSpPr>
        <p:spPr bwMode="auto">
          <a:xfrm>
            <a:off x="7075488" y="5597525"/>
            <a:ext cx="222250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26" name="Google Shape;172;p13"/>
          <p:cNvSpPr>
            <a:spLocks/>
          </p:cNvSpPr>
          <p:nvPr/>
        </p:nvSpPr>
        <p:spPr bwMode="auto">
          <a:xfrm>
            <a:off x="7372350" y="5597525"/>
            <a:ext cx="225425" cy="223838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27" name="Google Shape;173;p13"/>
          <p:cNvSpPr>
            <a:spLocks/>
          </p:cNvSpPr>
          <p:nvPr/>
        </p:nvSpPr>
        <p:spPr bwMode="auto">
          <a:xfrm>
            <a:off x="7672388" y="5597525"/>
            <a:ext cx="222250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28" name="Google Shape;174;p13"/>
          <p:cNvSpPr>
            <a:spLocks/>
          </p:cNvSpPr>
          <p:nvPr/>
        </p:nvSpPr>
        <p:spPr bwMode="auto">
          <a:xfrm>
            <a:off x="7969250" y="5597525"/>
            <a:ext cx="222250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29" name="Google Shape;175;p13"/>
          <p:cNvSpPr>
            <a:spLocks/>
          </p:cNvSpPr>
          <p:nvPr/>
        </p:nvSpPr>
        <p:spPr bwMode="auto">
          <a:xfrm>
            <a:off x="6775450" y="5894388"/>
            <a:ext cx="225425" cy="227012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30" name="Google Shape;176;p13"/>
          <p:cNvSpPr>
            <a:spLocks/>
          </p:cNvSpPr>
          <p:nvPr/>
        </p:nvSpPr>
        <p:spPr bwMode="auto">
          <a:xfrm>
            <a:off x="7075488" y="5894388"/>
            <a:ext cx="222250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31" name="Google Shape;177;p13"/>
          <p:cNvSpPr>
            <a:spLocks/>
          </p:cNvSpPr>
          <p:nvPr/>
        </p:nvSpPr>
        <p:spPr bwMode="auto">
          <a:xfrm>
            <a:off x="7372350" y="5894388"/>
            <a:ext cx="225425" cy="227012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32" name="Google Shape;178;p13"/>
          <p:cNvSpPr>
            <a:spLocks/>
          </p:cNvSpPr>
          <p:nvPr/>
        </p:nvSpPr>
        <p:spPr bwMode="auto">
          <a:xfrm>
            <a:off x="7672388" y="5894388"/>
            <a:ext cx="222250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33" name="Google Shape;179;p13"/>
          <p:cNvSpPr>
            <a:spLocks/>
          </p:cNvSpPr>
          <p:nvPr/>
        </p:nvSpPr>
        <p:spPr bwMode="auto">
          <a:xfrm>
            <a:off x="7969250" y="5894388"/>
            <a:ext cx="222250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34" name="Google Shape;180;p13"/>
          <p:cNvSpPr>
            <a:spLocks/>
          </p:cNvSpPr>
          <p:nvPr/>
        </p:nvSpPr>
        <p:spPr bwMode="auto">
          <a:xfrm>
            <a:off x="6775450" y="6196013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35" name="Google Shape;181;p13"/>
          <p:cNvSpPr>
            <a:spLocks/>
          </p:cNvSpPr>
          <p:nvPr/>
        </p:nvSpPr>
        <p:spPr bwMode="auto">
          <a:xfrm>
            <a:off x="7075488" y="6196013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36" name="Google Shape;182;p13"/>
          <p:cNvSpPr>
            <a:spLocks/>
          </p:cNvSpPr>
          <p:nvPr/>
        </p:nvSpPr>
        <p:spPr bwMode="auto">
          <a:xfrm>
            <a:off x="7372350" y="6196013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37" name="Google Shape;183;p13"/>
          <p:cNvSpPr>
            <a:spLocks/>
          </p:cNvSpPr>
          <p:nvPr/>
        </p:nvSpPr>
        <p:spPr bwMode="auto">
          <a:xfrm>
            <a:off x="7672388" y="6196013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38" name="Google Shape;184;p13"/>
          <p:cNvSpPr>
            <a:spLocks/>
          </p:cNvSpPr>
          <p:nvPr/>
        </p:nvSpPr>
        <p:spPr bwMode="auto">
          <a:xfrm>
            <a:off x="7969250" y="6196013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39" name="Google Shape;185;p13"/>
          <p:cNvSpPr>
            <a:spLocks/>
          </p:cNvSpPr>
          <p:nvPr/>
        </p:nvSpPr>
        <p:spPr bwMode="auto">
          <a:xfrm>
            <a:off x="4008438" y="350678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40" name="Google Shape;186;p13"/>
          <p:cNvSpPr>
            <a:spLocks/>
          </p:cNvSpPr>
          <p:nvPr/>
        </p:nvSpPr>
        <p:spPr bwMode="auto">
          <a:xfrm>
            <a:off x="4305300" y="350678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41" name="Google Shape;187;p13"/>
          <p:cNvSpPr>
            <a:spLocks/>
          </p:cNvSpPr>
          <p:nvPr/>
        </p:nvSpPr>
        <p:spPr bwMode="auto">
          <a:xfrm>
            <a:off x="4605338" y="350678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42" name="Google Shape;188;p13"/>
          <p:cNvSpPr>
            <a:spLocks/>
          </p:cNvSpPr>
          <p:nvPr/>
        </p:nvSpPr>
        <p:spPr bwMode="auto">
          <a:xfrm>
            <a:off x="4902200" y="350678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43" name="Google Shape;189;p13"/>
          <p:cNvSpPr>
            <a:spLocks/>
          </p:cNvSpPr>
          <p:nvPr/>
        </p:nvSpPr>
        <p:spPr bwMode="auto">
          <a:xfrm>
            <a:off x="5199063" y="3506788"/>
            <a:ext cx="227012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44" name="Google Shape;190;p13"/>
          <p:cNvSpPr>
            <a:spLocks/>
          </p:cNvSpPr>
          <p:nvPr/>
        </p:nvSpPr>
        <p:spPr bwMode="auto">
          <a:xfrm>
            <a:off x="4008438" y="3805238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45" name="Google Shape;191;p13"/>
          <p:cNvSpPr>
            <a:spLocks/>
          </p:cNvSpPr>
          <p:nvPr/>
        </p:nvSpPr>
        <p:spPr bwMode="auto">
          <a:xfrm>
            <a:off x="4305300" y="3805238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46" name="Google Shape;192;p13"/>
          <p:cNvSpPr>
            <a:spLocks/>
          </p:cNvSpPr>
          <p:nvPr/>
        </p:nvSpPr>
        <p:spPr bwMode="auto">
          <a:xfrm>
            <a:off x="4605338" y="3805238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47" name="Google Shape;193;p13"/>
          <p:cNvSpPr>
            <a:spLocks/>
          </p:cNvSpPr>
          <p:nvPr/>
        </p:nvSpPr>
        <p:spPr bwMode="auto">
          <a:xfrm>
            <a:off x="4902200" y="3805238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48" name="Google Shape;194;p13"/>
          <p:cNvSpPr>
            <a:spLocks/>
          </p:cNvSpPr>
          <p:nvPr/>
        </p:nvSpPr>
        <p:spPr bwMode="auto">
          <a:xfrm>
            <a:off x="5199063" y="3805238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49" name="Google Shape;195;p13"/>
          <p:cNvSpPr>
            <a:spLocks/>
          </p:cNvSpPr>
          <p:nvPr/>
        </p:nvSpPr>
        <p:spPr bwMode="auto">
          <a:xfrm>
            <a:off x="4008438" y="410527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50" name="Google Shape;196;p13"/>
          <p:cNvSpPr>
            <a:spLocks/>
          </p:cNvSpPr>
          <p:nvPr/>
        </p:nvSpPr>
        <p:spPr bwMode="auto">
          <a:xfrm>
            <a:off x="4305300" y="410527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51" name="Google Shape;197;p13"/>
          <p:cNvSpPr>
            <a:spLocks/>
          </p:cNvSpPr>
          <p:nvPr/>
        </p:nvSpPr>
        <p:spPr bwMode="auto">
          <a:xfrm>
            <a:off x="4605338" y="410527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52" name="Google Shape;198;p13"/>
          <p:cNvSpPr>
            <a:spLocks/>
          </p:cNvSpPr>
          <p:nvPr/>
        </p:nvSpPr>
        <p:spPr bwMode="auto">
          <a:xfrm>
            <a:off x="4902200" y="410527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53" name="Google Shape;199;p13"/>
          <p:cNvSpPr>
            <a:spLocks/>
          </p:cNvSpPr>
          <p:nvPr/>
        </p:nvSpPr>
        <p:spPr bwMode="auto">
          <a:xfrm>
            <a:off x="5199063" y="4105275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4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4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4"/>
                  <a:pt x="73" y="64"/>
                  <a:pt x="73" y="64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54" name="Google Shape;200;p13"/>
          <p:cNvSpPr>
            <a:spLocks/>
          </p:cNvSpPr>
          <p:nvPr/>
        </p:nvSpPr>
        <p:spPr bwMode="auto">
          <a:xfrm>
            <a:off x="4008438" y="440213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55" name="Google Shape;201;p13"/>
          <p:cNvSpPr>
            <a:spLocks/>
          </p:cNvSpPr>
          <p:nvPr/>
        </p:nvSpPr>
        <p:spPr bwMode="auto">
          <a:xfrm>
            <a:off x="4305300" y="440213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56" name="Google Shape;202;p13"/>
          <p:cNvSpPr>
            <a:spLocks/>
          </p:cNvSpPr>
          <p:nvPr/>
        </p:nvSpPr>
        <p:spPr bwMode="auto">
          <a:xfrm>
            <a:off x="4605338" y="440213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57" name="Google Shape;203;p13"/>
          <p:cNvSpPr>
            <a:spLocks/>
          </p:cNvSpPr>
          <p:nvPr/>
        </p:nvSpPr>
        <p:spPr bwMode="auto">
          <a:xfrm>
            <a:off x="4902200" y="440213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58" name="Google Shape;204;p13"/>
          <p:cNvSpPr>
            <a:spLocks/>
          </p:cNvSpPr>
          <p:nvPr/>
        </p:nvSpPr>
        <p:spPr bwMode="auto">
          <a:xfrm>
            <a:off x="5199063" y="4402138"/>
            <a:ext cx="227012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59" name="Google Shape;205;p13"/>
          <p:cNvSpPr>
            <a:spLocks/>
          </p:cNvSpPr>
          <p:nvPr/>
        </p:nvSpPr>
        <p:spPr bwMode="auto">
          <a:xfrm>
            <a:off x="4008438" y="4699000"/>
            <a:ext cx="222250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60" name="Google Shape;206;p13"/>
          <p:cNvSpPr>
            <a:spLocks/>
          </p:cNvSpPr>
          <p:nvPr/>
        </p:nvSpPr>
        <p:spPr bwMode="auto">
          <a:xfrm>
            <a:off x="4305300" y="4699000"/>
            <a:ext cx="222250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61" name="Google Shape;207;p13"/>
          <p:cNvSpPr>
            <a:spLocks/>
          </p:cNvSpPr>
          <p:nvPr/>
        </p:nvSpPr>
        <p:spPr bwMode="auto">
          <a:xfrm>
            <a:off x="4605338" y="4699000"/>
            <a:ext cx="222250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62" name="Google Shape;208;p13"/>
          <p:cNvSpPr>
            <a:spLocks/>
          </p:cNvSpPr>
          <p:nvPr/>
        </p:nvSpPr>
        <p:spPr bwMode="auto">
          <a:xfrm>
            <a:off x="4902200" y="4699000"/>
            <a:ext cx="222250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63" name="Google Shape;209;p13"/>
          <p:cNvSpPr>
            <a:spLocks/>
          </p:cNvSpPr>
          <p:nvPr/>
        </p:nvSpPr>
        <p:spPr bwMode="auto">
          <a:xfrm>
            <a:off x="5199063" y="4699000"/>
            <a:ext cx="227012" cy="227013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64" name="Google Shape;210;p13"/>
          <p:cNvSpPr>
            <a:spLocks/>
          </p:cNvSpPr>
          <p:nvPr/>
        </p:nvSpPr>
        <p:spPr bwMode="auto">
          <a:xfrm>
            <a:off x="4008438" y="500062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65" name="Google Shape;211;p13"/>
          <p:cNvSpPr>
            <a:spLocks/>
          </p:cNvSpPr>
          <p:nvPr/>
        </p:nvSpPr>
        <p:spPr bwMode="auto">
          <a:xfrm>
            <a:off x="4305300" y="500062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66" name="Google Shape;212;p13"/>
          <p:cNvSpPr>
            <a:spLocks/>
          </p:cNvSpPr>
          <p:nvPr/>
        </p:nvSpPr>
        <p:spPr bwMode="auto">
          <a:xfrm>
            <a:off x="4605338" y="500062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67" name="Google Shape;213;p13"/>
          <p:cNvSpPr>
            <a:spLocks/>
          </p:cNvSpPr>
          <p:nvPr/>
        </p:nvSpPr>
        <p:spPr bwMode="auto">
          <a:xfrm>
            <a:off x="4902200" y="500062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68" name="Google Shape;214;p13"/>
          <p:cNvSpPr>
            <a:spLocks/>
          </p:cNvSpPr>
          <p:nvPr/>
        </p:nvSpPr>
        <p:spPr bwMode="auto">
          <a:xfrm>
            <a:off x="5199063" y="5000625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69" name="Google Shape;215;p13"/>
          <p:cNvSpPr>
            <a:spLocks/>
          </p:cNvSpPr>
          <p:nvPr/>
        </p:nvSpPr>
        <p:spPr bwMode="auto">
          <a:xfrm>
            <a:off x="4008438" y="5297488"/>
            <a:ext cx="222250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70" name="Google Shape;216;p13"/>
          <p:cNvSpPr>
            <a:spLocks/>
          </p:cNvSpPr>
          <p:nvPr/>
        </p:nvSpPr>
        <p:spPr bwMode="auto">
          <a:xfrm>
            <a:off x="4305300" y="5297488"/>
            <a:ext cx="222250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71" name="Google Shape;217;p13"/>
          <p:cNvSpPr>
            <a:spLocks/>
          </p:cNvSpPr>
          <p:nvPr/>
        </p:nvSpPr>
        <p:spPr bwMode="auto">
          <a:xfrm>
            <a:off x="4605338" y="5297488"/>
            <a:ext cx="222250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72" name="Google Shape;218;p13"/>
          <p:cNvSpPr>
            <a:spLocks/>
          </p:cNvSpPr>
          <p:nvPr/>
        </p:nvSpPr>
        <p:spPr bwMode="auto">
          <a:xfrm>
            <a:off x="4902200" y="5297488"/>
            <a:ext cx="222250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73" name="Google Shape;219;p13"/>
          <p:cNvSpPr>
            <a:spLocks/>
          </p:cNvSpPr>
          <p:nvPr/>
        </p:nvSpPr>
        <p:spPr bwMode="auto">
          <a:xfrm>
            <a:off x="5199063" y="5297488"/>
            <a:ext cx="227012" cy="225425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74" name="Google Shape;220;p13"/>
          <p:cNvSpPr>
            <a:spLocks/>
          </p:cNvSpPr>
          <p:nvPr/>
        </p:nvSpPr>
        <p:spPr bwMode="auto">
          <a:xfrm>
            <a:off x="4008438" y="5597525"/>
            <a:ext cx="222250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75" name="Google Shape;221;p13"/>
          <p:cNvSpPr>
            <a:spLocks/>
          </p:cNvSpPr>
          <p:nvPr/>
        </p:nvSpPr>
        <p:spPr bwMode="auto">
          <a:xfrm>
            <a:off x="4305300" y="5597525"/>
            <a:ext cx="222250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76" name="Google Shape;222;p13"/>
          <p:cNvSpPr>
            <a:spLocks/>
          </p:cNvSpPr>
          <p:nvPr/>
        </p:nvSpPr>
        <p:spPr bwMode="auto">
          <a:xfrm>
            <a:off x="4605338" y="5597525"/>
            <a:ext cx="222250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77" name="Google Shape;223;p13"/>
          <p:cNvSpPr>
            <a:spLocks/>
          </p:cNvSpPr>
          <p:nvPr/>
        </p:nvSpPr>
        <p:spPr bwMode="auto">
          <a:xfrm>
            <a:off x="4902200" y="5597525"/>
            <a:ext cx="222250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78" name="Google Shape;224;p13"/>
          <p:cNvSpPr>
            <a:spLocks/>
          </p:cNvSpPr>
          <p:nvPr/>
        </p:nvSpPr>
        <p:spPr bwMode="auto">
          <a:xfrm>
            <a:off x="5199063" y="5597525"/>
            <a:ext cx="227012" cy="223838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79" name="Google Shape;225;p13"/>
          <p:cNvSpPr>
            <a:spLocks/>
          </p:cNvSpPr>
          <p:nvPr/>
        </p:nvSpPr>
        <p:spPr bwMode="auto">
          <a:xfrm>
            <a:off x="4008438" y="5894388"/>
            <a:ext cx="222250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80" name="Google Shape;226;p13"/>
          <p:cNvSpPr>
            <a:spLocks/>
          </p:cNvSpPr>
          <p:nvPr/>
        </p:nvSpPr>
        <p:spPr bwMode="auto">
          <a:xfrm>
            <a:off x="4305300" y="5894388"/>
            <a:ext cx="222250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81" name="Google Shape;227;p13"/>
          <p:cNvSpPr>
            <a:spLocks/>
          </p:cNvSpPr>
          <p:nvPr/>
        </p:nvSpPr>
        <p:spPr bwMode="auto">
          <a:xfrm>
            <a:off x="4605338" y="5894388"/>
            <a:ext cx="222250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82" name="Google Shape;228;p13"/>
          <p:cNvSpPr>
            <a:spLocks/>
          </p:cNvSpPr>
          <p:nvPr/>
        </p:nvSpPr>
        <p:spPr bwMode="auto">
          <a:xfrm>
            <a:off x="4902200" y="5894388"/>
            <a:ext cx="222250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83" name="Google Shape;229;p13"/>
          <p:cNvSpPr>
            <a:spLocks/>
          </p:cNvSpPr>
          <p:nvPr/>
        </p:nvSpPr>
        <p:spPr bwMode="auto">
          <a:xfrm>
            <a:off x="5199063" y="5894388"/>
            <a:ext cx="227012" cy="227012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84" name="Google Shape;230;p13"/>
          <p:cNvSpPr>
            <a:spLocks/>
          </p:cNvSpPr>
          <p:nvPr/>
        </p:nvSpPr>
        <p:spPr bwMode="auto">
          <a:xfrm>
            <a:off x="4008438" y="6196013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85" name="Google Shape;231;p13"/>
          <p:cNvSpPr>
            <a:spLocks/>
          </p:cNvSpPr>
          <p:nvPr/>
        </p:nvSpPr>
        <p:spPr bwMode="auto">
          <a:xfrm>
            <a:off x="4305300" y="6196013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86" name="Google Shape;232;p13"/>
          <p:cNvSpPr>
            <a:spLocks/>
          </p:cNvSpPr>
          <p:nvPr/>
        </p:nvSpPr>
        <p:spPr bwMode="auto">
          <a:xfrm>
            <a:off x="4605338" y="6196013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87" name="Google Shape;233;p13"/>
          <p:cNvSpPr>
            <a:spLocks/>
          </p:cNvSpPr>
          <p:nvPr/>
        </p:nvSpPr>
        <p:spPr bwMode="auto">
          <a:xfrm>
            <a:off x="4902200" y="6196013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88" name="Google Shape;234;p13"/>
          <p:cNvSpPr>
            <a:spLocks/>
          </p:cNvSpPr>
          <p:nvPr/>
        </p:nvSpPr>
        <p:spPr bwMode="auto">
          <a:xfrm>
            <a:off x="5199063" y="6196013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89" name="Google Shape;235;p13"/>
          <p:cNvSpPr>
            <a:spLocks/>
          </p:cNvSpPr>
          <p:nvPr/>
        </p:nvSpPr>
        <p:spPr bwMode="auto">
          <a:xfrm>
            <a:off x="1238250" y="350678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90" name="Google Shape;236;p13"/>
          <p:cNvSpPr>
            <a:spLocks/>
          </p:cNvSpPr>
          <p:nvPr/>
        </p:nvSpPr>
        <p:spPr bwMode="auto">
          <a:xfrm>
            <a:off x="1535113" y="3506788"/>
            <a:ext cx="225425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91" name="Google Shape;237;p13"/>
          <p:cNvSpPr>
            <a:spLocks/>
          </p:cNvSpPr>
          <p:nvPr/>
        </p:nvSpPr>
        <p:spPr bwMode="auto">
          <a:xfrm>
            <a:off x="1835150" y="3506788"/>
            <a:ext cx="223838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92" name="Google Shape;238;p13"/>
          <p:cNvSpPr>
            <a:spLocks/>
          </p:cNvSpPr>
          <p:nvPr/>
        </p:nvSpPr>
        <p:spPr bwMode="auto">
          <a:xfrm>
            <a:off x="2132013" y="3506788"/>
            <a:ext cx="227012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93" name="Google Shape;239;p13"/>
          <p:cNvSpPr>
            <a:spLocks/>
          </p:cNvSpPr>
          <p:nvPr/>
        </p:nvSpPr>
        <p:spPr bwMode="auto">
          <a:xfrm>
            <a:off x="2432050" y="3506788"/>
            <a:ext cx="223838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94" name="Google Shape;240;p13"/>
          <p:cNvSpPr>
            <a:spLocks/>
          </p:cNvSpPr>
          <p:nvPr/>
        </p:nvSpPr>
        <p:spPr bwMode="auto">
          <a:xfrm>
            <a:off x="1238250" y="3805238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95" name="Google Shape;241;p13"/>
          <p:cNvSpPr>
            <a:spLocks/>
          </p:cNvSpPr>
          <p:nvPr/>
        </p:nvSpPr>
        <p:spPr bwMode="auto">
          <a:xfrm>
            <a:off x="1535113" y="3805238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96" name="Google Shape;242;p13"/>
          <p:cNvSpPr>
            <a:spLocks/>
          </p:cNvSpPr>
          <p:nvPr/>
        </p:nvSpPr>
        <p:spPr bwMode="auto">
          <a:xfrm>
            <a:off x="1835150" y="3805238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97" name="Google Shape;243;p13"/>
          <p:cNvSpPr>
            <a:spLocks/>
          </p:cNvSpPr>
          <p:nvPr/>
        </p:nvSpPr>
        <p:spPr bwMode="auto">
          <a:xfrm>
            <a:off x="2132013" y="3805238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98" name="Google Shape;244;p13"/>
          <p:cNvSpPr>
            <a:spLocks/>
          </p:cNvSpPr>
          <p:nvPr/>
        </p:nvSpPr>
        <p:spPr bwMode="auto">
          <a:xfrm>
            <a:off x="2432050" y="3805238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499" name="Google Shape;245;p13"/>
          <p:cNvSpPr>
            <a:spLocks/>
          </p:cNvSpPr>
          <p:nvPr/>
        </p:nvSpPr>
        <p:spPr bwMode="auto">
          <a:xfrm>
            <a:off x="1238250" y="410527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00" name="Google Shape;246;p13"/>
          <p:cNvSpPr>
            <a:spLocks/>
          </p:cNvSpPr>
          <p:nvPr/>
        </p:nvSpPr>
        <p:spPr bwMode="auto">
          <a:xfrm>
            <a:off x="1535113" y="4105275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4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4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4"/>
                  <a:pt x="73" y="64"/>
                  <a:pt x="73" y="64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01" name="Google Shape;247;p13"/>
          <p:cNvSpPr>
            <a:spLocks/>
          </p:cNvSpPr>
          <p:nvPr/>
        </p:nvSpPr>
        <p:spPr bwMode="auto">
          <a:xfrm>
            <a:off x="1835150" y="4105275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02" name="Google Shape;248;p13"/>
          <p:cNvSpPr>
            <a:spLocks/>
          </p:cNvSpPr>
          <p:nvPr/>
        </p:nvSpPr>
        <p:spPr bwMode="auto">
          <a:xfrm>
            <a:off x="2132013" y="4105275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4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4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4"/>
                  <a:pt x="73" y="64"/>
                  <a:pt x="73" y="64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03" name="Google Shape;249;p13"/>
          <p:cNvSpPr>
            <a:spLocks/>
          </p:cNvSpPr>
          <p:nvPr/>
        </p:nvSpPr>
        <p:spPr bwMode="auto">
          <a:xfrm>
            <a:off x="2432050" y="4105275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4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4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4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04" name="Google Shape;250;p13"/>
          <p:cNvSpPr>
            <a:spLocks/>
          </p:cNvSpPr>
          <p:nvPr/>
        </p:nvSpPr>
        <p:spPr bwMode="auto">
          <a:xfrm>
            <a:off x="1238250" y="4402138"/>
            <a:ext cx="222250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05" name="Google Shape;251;p13"/>
          <p:cNvSpPr>
            <a:spLocks/>
          </p:cNvSpPr>
          <p:nvPr/>
        </p:nvSpPr>
        <p:spPr bwMode="auto">
          <a:xfrm>
            <a:off x="1535113" y="4402138"/>
            <a:ext cx="225425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06" name="Google Shape;252;p13"/>
          <p:cNvSpPr>
            <a:spLocks/>
          </p:cNvSpPr>
          <p:nvPr/>
        </p:nvSpPr>
        <p:spPr bwMode="auto">
          <a:xfrm>
            <a:off x="1835150" y="4402138"/>
            <a:ext cx="223838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07" name="Google Shape;253;p13"/>
          <p:cNvSpPr>
            <a:spLocks/>
          </p:cNvSpPr>
          <p:nvPr/>
        </p:nvSpPr>
        <p:spPr bwMode="auto">
          <a:xfrm>
            <a:off x="2132013" y="4402138"/>
            <a:ext cx="227012" cy="223837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08" name="Google Shape;254;p13"/>
          <p:cNvSpPr>
            <a:spLocks/>
          </p:cNvSpPr>
          <p:nvPr/>
        </p:nvSpPr>
        <p:spPr bwMode="auto">
          <a:xfrm>
            <a:off x="2432050" y="4402138"/>
            <a:ext cx="223838" cy="223837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09" name="Google Shape;255;p13"/>
          <p:cNvSpPr>
            <a:spLocks/>
          </p:cNvSpPr>
          <p:nvPr/>
        </p:nvSpPr>
        <p:spPr bwMode="auto">
          <a:xfrm>
            <a:off x="1238250" y="4699000"/>
            <a:ext cx="222250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10" name="Google Shape;256;p13"/>
          <p:cNvSpPr>
            <a:spLocks/>
          </p:cNvSpPr>
          <p:nvPr/>
        </p:nvSpPr>
        <p:spPr bwMode="auto">
          <a:xfrm>
            <a:off x="1535113" y="4699000"/>
            <a:ext cx="225425" cy="227013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11" name="Google Shape;257;p13"/>
          <p:cNvSpPr>
            <a:spLocks/>
          </p:cNvSpPr>
          <p:nvPr/>
        </p:nvSpPr>
        <p:spPr bwMode="auto">
          <a:xfrm>
            <a:off x="1835150" y="4699000"/>
            <a:ext cx="223838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12" name="Google Shape;258;p13"/>
          <p:cNvSpPr>
            <a:spLocks/>
          </p:cNvSpPr>
          <p:nvPr/>
        </p:nvSpPr>
        <p:spPr bwMode="auto">
          <a:xfrm>
            <a:off x="2132013" y="4699000"/>
            <a:ext cx="227012" cy="227013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13" name="Google Shape;259;p13"/>
          <p:cNvSpPr>
            <a:spLocks/>
          </p:cNvSpPr>
          <p:nvPr/>
        </p:nvSpPr>
        <p:spPr bwMode="auto">
          <a:xfrm>
            <a:off x="2432050" y="4699000"/>
            <a:ext cx="223838" cy="227013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14" name="Google Shape;260;p13"/>
          <p:cNvSpPr>
            <a:spLocks/>
          </p:cNvSpPr>
          <p:nvPr/>
        </p:nvSpPr>
        <p:spPr bwMode="auto">
          <a:xfrm>
            <a:off x="1238250" y="5000625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15" name="Google Shape;261;p13"/>
          <p:cNvSpPr>
            <a:spLocks/>
          </p:cNvSpPr>
          <p:nvPr/>
        </p:nvSpPr>
        <p:spPr bwMode="auto">
          <a:xfrm>
            <a:off x="1535113" y="5000625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16" name="Google Shape;262;p13"/>
          <p:cNvSpPr>
            <a:spLocks/>
          </p:cNvSpPr>
          <p:nvPr/>
        </p:nvSpPr>
        <p:spPr bwMode="auto">
          <a:xfrm>
            <a:off x="1835150" y="5000625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17" name="Google Shape;263;p13"/>
          <p:cNvSpPr>
            <a:spLocks/>
          </p:cNvSpPr>
          <p:nvPr/>
        </p:nvSpPr>
        <p:spPr bwMode="auto">
          <a:xfrm>
            <a:off x="2132013" y="5000625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18" name="Google Shape;264;p13"/>
          <p:cNvSpPr>
            <a:spLocks/>
          </p:cNvSpPr>
          <p:nvPr/>
        </p:nvSpPr>
        <p:spPr bwMode="auto">
          <a:xfrm>
            <a:off x="2432050" y="5000625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19" name="Google Shape;265;p13"/>
          <p:cNvSpPr>
            <a:spLocks/>
          </p:cNvSpPr>
          <p:nvPr/>
        </p:nvSpPr>
        <p:spPr bwMode="auto">
          <a:xfrm>
            <a:off x="1238250" y="5297488"/>
            <a:ext cx="222250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20" name="Google Shape;266;p13"/>
          <p:cNvSpPr>
            <a:spLocks/>
          </p:cNvSpPr>
          <p:nvPr/>
        </p:nvSpPr>
        <p:spPr bwMode="auto">
          <a:xfrm>
            <a:off x="1535113" y="5297488"/>
            <a:ext cx="225425" cy="225425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21" name="Google Shape;267;p13"/>
          <p:cNvSpPr>
            <a:spLocks/>
          </p:cNvSpPr>
          <p:nvPr/>
        </p:nvSpPr>
        <p:spPr bwMode="auto">
          <a:xfrm>
            <a:off x="1835150" y="5297488"/>
            <a:ext cx="223838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22" name="Google Shape;268;p13"/>
          <p:cNvSpPr>
            <a:spLocks/>
          </p:cNvSpPr>
          <p:nvPr/>
        </p:nvSpPr>
        <p:spPr bwMode="auto">
          <a:xfrm>
            <a:off x="2132013" y="5297488"/>
            <a:ext cx="227012" cy="225425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23" name="Google Shape;269;p13"/>
          <p:cNvSpPr>
            <a:spLocks/>
          </p:cNvSpPr>
          <p:nvPr/>
        </p:nvSpPr>
        <p:spPr bwMode="auto">
          <a:xfrm>
            <a:off x="2432050" y="5297488"/>
            <a:ext cx="223838" cy="225425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24" name="Google Shape;270;p13"/>
          <p:cNvSpPr>
            <a:spLocks/>
          </p:cNvSpPr>
          <p:nvPr/>
        </p:nvSpPr>
        <p:spPr bwMode="auto">
          <a:xfrm>
            <a:off x="1238250" y="5597525"/>
            <a:ext cx="222250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25" name="Google Shape;271;p13"/>
          <p:cNvSpPr>
            <a:spLocks/>
          </p:cNvSpPr>
          <p:nvPr/>
        </p:nvSpPr>
        <p:spPr bwMode="auto">
          <a:xfrm>
            <a:off x="1535113" y="5597525"/>
            <a:ext cx="225425" cy="223838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26" name="Google Shape;272;p13"/>
          <p:cNvSpPr>
            <a:spLocks/>
          </p:cNvSpPr>
          <p:nvPr/>
        </p:nvSpPr>
        <p:spPr bwMode="auto">
          <a:xfrm>
            <a:off x="1835150" y="5597525"/>
            <a:ext cx="223838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27" name="Google Shape;273;p13"/>
          <p:cNvSpPr>
            <a:spLocks/>
          </p:cNvSpPr>
          <p:nvPr/>
        </p:nvSpPr>
        <p:spPr bwMode="auto">
          <a:xfrm>
            <a:off x="2132013" y="5597525"/>
            <a:ext cx="227012" cy="223838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28" name="Google Shape;274;p13"/>
          <p:cNvSpPr>
            <a:spLocks/>
          </p:cNvSpPr>
          <p:nvPr/>
        </p:nvSpPr>
        <p:spPr bwMode="auto">
          <a:xfrm>
            <a:off x="2432050" y="5597525"/>
            <a:ext cx="223838" cy="223838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E6E8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29" name="Google Shape;275;p13"/>
          <p:cNvSpPr>
            <a:spLocks/>
          </p:cNvSpPr>
          <p:nvPr/>
        </p:nvSpPr>
        <p:spPr bwMode="auto">
          <a:xfrm>
            <a:off x="1238250" y="5894388"/>
            <a:ext cx="222250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30" name="Google Shape;276;p13"/>
          <p:cNvSpPr>
            <a:spLocks/>
          </p:cNvSpPr>
          <p:nvPr/>
        </p:nvSpPr>
        <p:spPr bwMode="auto">
          <a:xfrm>
            <a:off x="1535113" y="5894388"/>
            <a:ext cx="225425" cy="227012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31" name="Google Shape;277;p13"/>
          <p:cNvSpPr>
            <a:spLocks/>
          </p:cNvSpPr>
          <p:nvPr/>
        </p:nvSpPr>
        <p:spPr bwMode="auto">
          <a:xfrm>
            <a:off x="1835150" y="5894388"/>
            <a:ext cx="223838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32" name="Google Shape;278;p13"/>
          <p:cNvSpPr>
            <a:spLocks/>
          </p:cNvSpPr>
          <p:nvPr/>
        </p:nvSpPr>
        <p:spPr bwMode="auto">
          <a:xfrm>
            <a:off x="2132013" y="5894388"/>
            <a:ext cx="227012" cy="227012"/>
          </a:xfrm>
          <a:custGeom>
            <a:avLst/>
            <a:gdLst>
              <a:gd name="T0" fmla="*/ 65 w 73"/>
              <a:gd name="T1" fmla="*/ 73 h 73"/>
              <a:gd name="T2" fmla="*/ 8 w 73"/>
              <a:gd name="T3" fmla="*/ 73 h 73"/>
              <a:gd name="T4" fmla="*/ 0 w 73"/>
              <a:gd name="T5" fmla="*/ 65 h 73"/>
              <a:gd name="T6" fmla="*/ 0 w 73"/>
              <a:gd name="T7" fmla="*/ 8 h 73"/>
              <a:gd name="T8" fmla="*/ 8 w 73"/>
              <a:gd name="T9" fmla="*/ 0 h 73"/>
              <a:gd name="T10" fmla="*/ 65 w 73"/>
              <a:gd name="T11" fmla="*/ 0 h 73"/>
              <a:gd name="T12" fmla="*/ 73 w 73"/>
              <a:gd name="T13" fmla="*/ 8 h 73"/>
              <a:gd name="T14" fmla="*/ 73 w 73"/>
              <a:gd name="T15" fmla="*/ 65 h 73"/>
              <a:gd name="T16" fmla="*/ 65 w 73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3" extrusionOk="0">
                <a:moveTo>
                  <a:pt x="65" y="73"/>
                </a:moveTo>
                <a:cubicBezTo>
                  <a:pt x="8" y="73"/>
                  <a:pt x="8" y="73"/>
                  <a:pt x="8" y="73"/>
                </a:cubicBezTo>
                <a:cubicBezTo>
                  <a:pt x="4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4"/>
                  <a:pt x="73" y="8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3"/>
                  <a:pt x="65" y="73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33" name="Google Shape;279;p13"/>
          <p:cNvSpPr>
            <a:spLocks/>
          </p:cNvSpPr>
          <p:nvPr/>
        </p:nvSpPr>
        <p:spPr bwMode="auto">
          <a:xfrm>
            <a:off x="2432050" y="5894388"/>
            <a:ext cx="223838" cy="227012"/>
          </a:xfrm>
          <a:custGeom>
            <a:avLst/>
            <a:gdLst>
              <a:gd name="T0" fmla="*/ 65 w 72"/>
              <a:gd name="T1" fmla="*/ 73 h 73"/>
              <a:gd name="T2" fmla="*/ 7 w 72"/>
              <a:gd name="T3" fmla="*/ 73 h 73"/>
              <a:gd name="T4" fmla="*/ 0 w 72"/>
              <a:gd name="T5" fmla="*/ 65 h 73"/>
              <a:gd name="T6" fmla="*/ 0 w 72"/>
              <a:gd name="T7" fmla="*/ 8 h 73"/>
              <a:gd name="T8" fmla="*/ 7 w 72"/>
              <a:gd name="T9" fmla="*/ 0 h 73"/>
              <a:gd name="T10" fmla="*/ 65 w 72"/>
              <a:gd name="T11" fmla="*/ 0 h 73"/>
              <a:gd name="T12" fmla="*/ 72 w 72"/>
              <a:gd name="T13" fmla="*/ 8 h 73"/>
              <a:gd name="T14" fmla="*/ 72 w 72"/>
              <a:gd name="T15" fmla="*/ 65 h 73"/>
              <a:gd name="T16" fmla="*/ 65 w 72"/>
              <a:gd name="T17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3" extrusionOk="0">
                <a:moveTo>
                  <a:pt x="65" y="73"/>
                </a:moveTo>
                <a:cubicBezTo>
                  <a:pt x="7" y="73"/>
                  <a:pt x="7" y="73"/>
                  <a:pt x="7" y="73"/>
                </a:cubicBezTo>
                <a:cubicBezTo>
                  <a:pt x="3" y="73"/>
                  <a:pt x="0" y="69"/>
                  <a:pt x="0" y="65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4"/>
                  <a:pt x="72" y="8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3"/>
                  <a:pt x="65" y="73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34" name="Google Shape;280;p13"/>
          <p:cNvSpPr>
            <a:spLocks/>
          </p:cNvSpPr>
          <p:nvPr/>
        </p:nvSpPr>
        <p:spPr bwMode="auto">
          <a:xfrm>
            <a:off x="1238250" y="6196013"/>
            <a:ext cx="222250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35" name="Google Shape;281;p13"/>
          <p:cNvSpPr>
            <a:spLocks/>
          </p:cNvSpPr>
          <p:nvPr/>
        </p:nvSpPr>
        <p:spPr bwMode="auto">
          <a:xfrm>
            <a:off x="1535113" y="6196013"/>
            <a:ext cx="225425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36" name="Google Shape;282;p13"/>
          <p:cNvSpPr>
            <a:spLocks/>
          </p:cNvSpPr>
          <p:nvPr/>
        </p:nvSpPr>
        <p:spPr bwMode="auto">
          <a:xfrm>
            <a:off x="1835150" y="6196013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37" name="Google Shape;283;p13"/>
          <p:cNvSpPr>
            <a:spLocks/>
          </p:cNvSpPr>
          <p:nvPr/>
        </p:nvSpPr>
        <p:spPr bwMode="auto">
          <a:xfrm>
            <a:off x="2132013" y="6196013"/>
            <a:ext cx="227012" cy="222250"/>
          </a:xfrm>
          <a:custGeom>
            <a:avLst/>
            <a:gdLst>
              <a:gd name="T0" fmla="*/ 65 w 73"/>
              <a:gd name="T1" fmla="*/ 72 h 72"/>
              <a:gd name="T2" fmla="*/ 8 w 73"/>
              <a:gd name="T3" fmla="*/ 72 h 72"/>
              <a:gd name="T4" fmla="*/ 0 w 73"/>
              <a:gd name="T5" fmla="*/ 65 h 72"/>
              <a:gd name="T6" fmla="*/ 0 w 73"/>
              <a:gd name="T7" fmla="*/ 7 h 72"/>
              <a:gd name="T8" fmla="*/ 8 w 73"/>
              <a:gd name="T9" fmla="*/ 0 h 72"/>
              <a:gd name="T10" fmla="*/ 65 w 73"/>
              <a:gd name="T11" fmla="*/ 0 h 72"/>
              <a:gd name="T12" fmla="*/ 73 w 73"/>
              <a:gd name="T13" fmla="*/ 7 h 72"/>
              <a:gd name="T14" fmla="*/ 73 w 73"/>
              <a:gd name="T15" fmla="*/ 65 h 72"/>
              <a:gd name="T16" fmla="*/ 65 w 73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3" h="72" extrusionOk="0">
                <a:moveTo>
                  <a:pt x="65" y="72"/>
                </a:moveTo>
                <a:cubicBezTo>
                  <a:pt x="8" y="72"/>
                  <a:pt x="8" y="72"/>
                  <a:pt x="8" y="72"/>
                </a:cubicBezTo>
                <a:cubicBezTo>
                  <a:pt x="4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3" y="3"/>
                  <a:pt x="73" y="7"/>
                </a:cubicBezTo>
                <a:cubicBezTo>
                  <a:pt x="73" y="65"/>
                  <a:pt x="73" y="65"/>
                  <a:pt x="73" y="65"/>
                </a:cubicBezTo>
                <a:cubicBezTo>
                  <a:pt x="73" y="69"/>
                  <a:pt x="69" y="72"/>
                  <a:pt x="65" y="72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38" name="Google Shape;284;p13"/>
          <p:cNvSpPr>
            <a:spLocks/>
          </p:cNvSpPr>
          <p:nvPr/>
        </p:nvSpPr>
        <p:spPr bwMode="auto">
          <a:xfrm>
            <a:off x="2432050" y="6196013"/>
            <a:ext cx="223838" cy="222250"/>
          </a:xfrm>
          <a:custGeom>
            <a:avLst/>
            <a:gdLst>
              <a:gd name="T0" fmla="*/ 65 w 72"/>
              <a:gd name="T1" fmla="*/ 72 h 72"/>
              <a:gd name="T2" fmla="*/ 7 w 72"/>
              <a:gd name="T3" fmla="*/ 72 h 72"/>
              <a:gd name="T4" fmla="*/ 0 w 72"/>
              <a:gd name="T5" fmla="*/ 65 h 72"/>
              <a:gd name="T6" fmla="*/ 0 w 72"/>
              <a:gd name="T7" fmla="*/ 7 h 72"/>
              <a:gd name="T8" fmla="*/ 7 w 72"/>
              <a:gd name="T9" fmla="*/ 0 h 72"/>
              <a:gd name="T10" fmla="*/ 65 w 72"/>
              <a:gd name="T11" fmla="*/ 0 h 72"/>
              <a:gd name="T12" fmla="*/ 72 w 72"/>
              <a:gd name="T13" fmla="*/ 7 h 72"/>
              <a:gd name="T14" fmla="*/ 72 w 72"/>
              <a:gd name="T15" fmla="*/ 65 h 72"/>
              <a:gd name="T16" fmla="*/ 65 w 72"/>
              <a:gd name="T17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72" extrusionOk="0">
                <a:moveTo>
                  <a:pt x="65" y="72"/>
                </a:moveTo>
                <a:cubicBezTo>
                  <a:pt x="7" y="72"/>
                  <a:pt x="7" y="72"/>
                  <a:pt x="7" y="72"/>
                </a:cubicBezTo>
                <a:cubicBezTo>
                  <a:pt x="3" y="72"/>
                  <a:pt x="0" y="69"/>
                  <a:pt x="0" y="65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9" y="0"/>
                  <a:pt x="72" y="3"/>
                  <a:pt x="72" y="7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69"/>
                  <a:pt x="69" y="72"/>
                  <a:pt x="65" y="72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4539" name="Google Shape;285;p13"/>
          <p:cNvSpPr txBox="1">
            <a:spLocks noChangeArrowheads="1"/>
          </p:cNvSpPr>
          <p:nvPr/>
        </p:nvSpPr>
        <p:spPr bwMode="auto">
          <a:xfrm>
            <a:off x="1408113" y="2352675"/>
            <a:ext cx="131127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4500"/>
              <a:buFont typeface="Montserrat" panose="02000505000000020004" pitchFamily="2" charset="0"/>
              <a:buNone/>
            </a:pPr>
            <a:r>
              <a:rPr lang="en-US" altLang="en-US" sz="4500">
                <a:solidFill>
                  <a:srgbClr val="61605E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20%</a:t>
            </a:r>
            <a:endParaRPr lang="en-US" altLang="en-US"/>
          </a:p>
        </p:txBody>
      </p:sp>
      <p:sp>
        <p:nvSpPr>
          <p:cNvPr id="14540" name="Google Shape;286;p13"/>
          <p:cNvSpPr txBox="1">
            <a:spLocks noChangeArrowheads="1"/>
          </p:cNvSpPr>
          <p:nvPr/>
        </p:nvSpPr>
        <p:spPr bwMode="auto">
          <a:xfrm>
            <a:off x="4152900" y="2352675"/>
            <a:ext cx="127317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4500"/>
              <a:buFont typeface="Montserrat" panose="02000505000000020004" pitchFamily="2" charset="0"/>
              <a:buNone/>
            </a:pPr>
            <a:r>
              <a:rPr lang="en-US" altLang="en-US" sz="4500">
                <a:solidFill>
                  <a:srgbClr val="2F526B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40%</a:t>
            </a:r>
            <a:endParaRPr lang="en-US" altLang="en-US"/>
          </a:p>
        </p:txBody>
      </p:sp>
      <p:sp>
        <p:nvSpPr>
          <p:cNvPr id="14541" name="Google Shape;287;p13"/>
          <p:cNvSpPr txBox="1">
            <a:spLocks noChangeArrowheads="1"/>
          </p:cNvSpPr>
          <p:nvPr/>
        </p:nvSpPr>
        <p:spPr bwMode="auto">
          <a:xfrm>
            <a:off x="6889750" y="2352675"/>
            <a:ext cx="12033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4500"/>
              <a:buFont typeface="Montserrat" panose="02000505000000020004" pitchFamily="2" charset="0"/>
              <a:buNone/>
            </a:pPr>
            <a:r>
              <a:rPr lang="en-US" altLang="en-US" sz="4500">
                <a:solidFill>
                  <a:srgbClr val="23929E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60%</a:t>
            </a:r>
            <a:endParaRPr lang="en-US" altLang="en-US"/>
          </a:p>
        </p:txBody>
      </p:sp>
      <p:sp>
        <p:nvSpPr>
          <p:cNvPr id="14542" name="Google Shape;288;p13"/>
          <p:cNvSpPr txBox="1">
            <a:spLocks noChangeArrowheads="1"/>
          </p:cNvSpPr>
          <p:nvPr/>
        </p:nvSpPr>
        <p:spPr bwMode="auto">
          <a:xfrm>
            <a:off x="9655175" y="2352675"/>
            <a:ext cx="130651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4500"/>
              <a:buFont typeface="Montserrat" panose="02000505000000020004" pitchFamily="2" charset="0"/>
              <a:buNone/>
            </a:pPr>
            <a:r>
              <a:rPr lang="en-US" altLang="en-US" sz="4500">
                <a:solidFill>
                  <a:srgbClr val="FAC344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80%</a:t>
            </a:r>
            <a:endParaRPr lang="en-US" altLang="en-US"/>
          </a:p>
        </p:txBody>
      </p:sp>
      <p:sp>
        <p:nvSpPr>
          <p:cNvPr id="14543" name="Google Shape;289;p13"/>
          <p:cNvSpPr txBox="1">
            <a:spLocks noChangeArrowheads="1"/>
          </p:cNvSpPr>
          <p:nvPr/>
        </p:nvSpPr>
        <p:spPr bwMode="auto">
          <a:xfrm>
            <a:off x="3094892" y="489743"/>
            <a:ext cx="5980051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5600"/>
              <a:buFont typeface="Montserrat" panose="02000505000000020004" pitchFamily="2" charset="0"/>
              <a:buNone/>
            </a:pPr>
            <a:r>
              <a:rPr lang="en-US" altLang="en-US" sz="5600" dirty="0">
                <a:latin typeface="Montserrat" panose="02000505000000020004" pitchFamily="2" charset="0"/>
                <a:sym typeface="Montserrat" panose="02000505000000020004" pitchFamily="2" charset="0"/>
              </a:rPr>
              <a:t>SU TÍTULO AQUÍ</a:t>
            </a:r>
            <a:endParaRPr lang="en-US" altLang="en-US" dirty="0"/>
          </a:p>
        </p:txBody>
      </p:sp>
      <p:sp>
        <p:nvSpPr>
          <p:cNvPr id="14544" name="Google Shape;290;p13"/>
          <p:cNvSpPr txBox="1">
            <a:spLocks noChangeArrowheads="1"/>
          </p:cNvSpPr>
          <p:nvPr/>
        </p:nvSpPr>
        <p:spPr bwMode="auto">
          <a:xfrm>
            <a:off x="3760788" y="1581150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14545" name="Google Shape;291;p13"/>
          <p:cNvSpPr txBox="1">
            <a:spLocks noChangeArrowheads="1"/>
          </p:cNvSpPr>
          <p:nvPr/>
        </p:nvSpPr>
        <p:spPr bwMode="auto">
          <a:xfrm>
            <a:off x="6508750" y="1581150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14546" name="Google Shape;292;p13"/>
          <p:cNvSpPr txBox="1">
            <a:spLocks noChangeArrowheads="1"/>
          </p:cNvSpPr>
          <p:nvPr/>
        </p:nvSpPr>
        <p:spPr bwMode="auto">
          <a:xfrm>
            <a:off x="9320213" y="1582738"/>
            <a:ext cx="18669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297;p14"/>
          <p:cNvSpPr txBox="1">
            <a:spLocks noChangeArrowheads="1"/>
          </p:cNvSpPr>
          <p:nvPr/>
        </p:nvSpPr>
        <p:spPr bwMode="auto">
          <a:xfrm>
            <a:off x="1055688" y="5029200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16387" name="Google Shape;298;p14"/>
          <p:cNvSpPr>
            <a:spLocks/>
          </p:cNvSpPr>
          <p:nvPr/>
        </p:nvSpPr>
        <p:spPr bwMode="auto">
          <a:xfrm>
            <a:off x="784225" y="2001838"/>
            <a:ext cx="2778125" cy="635000"/>
          </a:xfrm>
          <a:custGeom>
            <a:avLst/>
            <a:gdLst>
              <a:gd name="T0" fmla="*/ 674 w 758"/>
              <a:gd name="T1" fmla="*/ 173 h 173"/>
              <a:gd name="T2" fmla="*/ 8 w 758"/>
              <a:gd name="T3" fmla="*/ 173 h 173"/>
              <a:gd name="T4" fmla="*/ 0 w 758"/>
              <a:gd name="T5" fmla="*/ 167 h 173"/>
              <a:gd name="T6" fmla="*/ 0 w 758"/>
              <a:gd name="T7" fmla="*/ 5 h 173"/>
              <a:gd name="T8" fmla="*/ 8 w 758"/>
              <a:gd name="T9" fmla="*/ 0 h 173"/>
              <a:gd name="T10" fmla="*/ 674 w 758"/>
              <a:gd name="T11" fmla="*/ 0 h 173"/>
              <a:gd name="T12" fmla="*/ 680 w 758"/>
              <a:gd name="T13" fmla="*/ 2 h 173"/>
              <a:gd name="T14" fmla="*/ 756 w 758"/>
              <a:gd name="T15" fmla="*/ 83 h 173"/>
              <a:gd name="T16" fmla="*/ 756 w 758"/>
              <a:gd name="T17" fmla="*/ 89 h 173"/>
              <a:gd name="T18" fmla="*/ 680 w 758"/>
              <a:gd name="T19" fmla="*/ 170 h 173"/>
              <a:gd name="T20" fmla="*/ 674 w 758"/>
              <a:gd name="T21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58" h="173" extrusionOk="0">
                <a:moveTo>
                  <a:pt x="674" y="173"/>
                </a:moveTo>
                <a:cubicBezTo>
                  <a:pt x="8" y="173"/>
                  <a:pt x="8" y="173"/>
                  <a:pt x="8" y="173"/>
                </a:cubicBezTo>
                <a:cubicBezTo>
                  <a:pt x="4" y="173"/>
                  <a:pt x="0" y="170"/>
                  <a:pt x="0" y="167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4" y="0"/>
                  <a:pt x="8" y="0"/>
                </a:cubicBezTo>
                <a:cubicBezTo>
                  <a:pt x="674" y="0"/>
                  <a:pt x="674" y="0"/>
                  <a:pt x="674" y="0"/>
                </a:cubicBezTo>
                <a:cubicBezTo>
                  <a:pt x="677" y="0"/>
                  <a:pt x="679" y="1"/>
                  <a:pt x="680" y="2"/>
                </a:cubicBezTo>
                <a:cubicBezTo>
                  <a:pt x="756" y="83"/>
                  <a:pt x="756" y="83"/>
                  <a:pt x="756" y="83"/>
                </a:cubicBezTo>
                <a:cubicBezTo>
                  <a:pt x="758" y="85"/>
                  <a:pt x="758" y="87"/>
                  <a:pt x="756" y="89"/>
                </a:cubicBezTo>
                <a:cubicBezTo>
                  <a:pt x="680" y="170"/>
                  <a:pt x="680" y="170"/>
                  <a:pt x="680" y="170"/>
                </a:cubicBezTo>
                <a:cubicBezTo>
                  <a:pt x="679" y="172"/>
                  <a:pt x="677" y="173"/>
                  <a:pt x="674" y="173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6388" name="Google Shape;299;p14"/>
          <p:cNvSpPr>
            <a:spLocks/>
          </p:cNvSpPr>
          <p:nvPr/>
        </p:nvSpPr>
        <p:spPr bwMode="auto">
          <a:xfrm>
            <a:off x="3419475" y="2001838"/>
            <a:ext cx="2760663" cy="635000"/>
          </a:xfrm>
          <a:custGeom>
            <a:avLst/>
            <a:gdLst>
              <a:gd name="T0" fmla="*/ 669 w 753"/>
              <a:gd name="T1" fmla="*/ 173 h 173"/>
              <a:gd name="T2" fmla="*/ 10 w 753"/>
              <a:gd name="T3" fmla="*/ 173 h 173"/>
              <a:gd name="T4" fmla="*/ 3 w 753"/>
              <a:gd name="T5" fmla="*/ 164 h 173"/>
              <a:gd name="T6" fmla="*/ 73 w 753"/>
              <a:gd name="T7" fmla="*/ 89 h 173"/>
              <a:gd name="T8" fmla="*/ 73 w 753"/>
              <a:gd name="T9" fmla="*/ 83 h 173"/>
              <a:gd name="T10" fmla="*/ 3 w 753"/>
              <a:gd name="T11" fmla="*/ 8 h 173"/>
              <a:gd name="T12" fmla="*/ 10 w 753"/>
              <a:gd name="T13" fmla="*/ 0 h 173"/>
              <a:gd name="T14" fmla="*/ 669 w 753"/>
              <a:gd name="T15" fmla="*/ 0 h 173"/>
              <a:gd name="T16" fmla="*/ 675 w 753"/>
              <a:gd name="T17" fmla="*/ 2 h 173"/>
              <a:gd name="T18" fmla="*/ 751 w 753"/>
              <a:gd name="T19" fmla="*/ 83 h 173"/>
              <a:gd name="T20" fmla="*/ 751 w 753"/>
              <a:gd name="T21" fmla="*/ 89 h 173"/>
              <a:gd name="T22" fmla="*/ 675 w 753"/>
              <a:gd name="T23" fmla="*/ 170 h 173"/>
              <a:gd name="T24" fmla="*/ 669 w 753"/>
              <a:gd name="T2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3" h="173" extrusionOk="0">
                <a:moveTo>
                  <a:pt x="669" y="173"/>
                </a:moveTo>
                <a:cubicBezTo>
                  <a:pt x="10" y="173"/>
                  <a:pt x="10" y="173"/>
                  <a:pt x="10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10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6389" name="Google Shape;300;p14"/>
          <p:cNvSpPr>
            <a:spLocks/>
          </p:cNvSpPr>
          <p:nvPr/>
        </p:nvSpPr>
        <p:spPr bwMode="auto">
          <a:xfrm>
            <a:off x="6037263" y="2001838"/>
            <a:ext cx="2760662" cy="635000"/>
          </a:xfrm>
          <a:custGeom>
            <a:avLst/>
            <a:gdLst>
              <a:gd name="T0" fmla="*/ 669 w 753"/>
              <a:gd name="T1" fmla="*/ 173 h 173"/>
              <a:gd name="T2" fmla="*/ 9 w 753"/>
              <a:gd name="T3" fmla="*/ 173 h 173"/>
              <a:gd name="T4" fmla="*/ 3 w 753"/>
              <a:gd name="T5" fmla="*/ 164 h 173"/>
              <a:gd name="T6" fmla="*/ 73 w 753"/>
              <a:gd name="T7" fmla="*/ 89 h 173"/>
              <a:gd name="T8" fmla="*/ 73 w 753"/>
              <a:gd name="T9" fmla="*/ 83 h 173"/>
              <a:gd name="T10" fmla="*/ 3 w 753"/>
              <a:gd name="T11" fmla="*/ 8 h 173"/>
              <a:gd name="T12" fmla="*/ 9 w 753"/>
              <a:gd name="T13" fmla="*/ 0 h 173"/>
              <a:gd name="T14" fmla="*/ 669 w 753"/>
              <a:gd name="T15" fmla="*/ 0 h 173"/>
              <a:gd name="T16" fmla="*/ 675 w 753"/>
              <a:gd name="T17" fmla="*/ 2 h 173"/>
              <a:gd name="T18" fmla="*/ 751 w 753"/>
              <a:gd name="T19" fmla="*/ 83 h 173"/>
              <a:gd name="T20" fmla="*/ 751 w 753"/>
              <a:gd name="T21" fmla="*/ 89 h 173"/>
              <a:gd name="T22" fmla="*/ 675 w 753"/>
              <a:gd name="T23" fmla="*/ 170 h 173"/>
              <a:gd name="T24" fmla="*/ 669 w 753"/>
              <a:gd name="T2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3" h="173" extrusionOk="0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6390" name="Google Shape;301;p14"/>
          <p:cNvSpPr>
            <a:spLocks/>
          </p:cNvSpPr>
          <p:nvPr/>
        </p:nvSpPr>
        <p:spPr bwMode="auto">
          <a:xfrm>
            <a:off x="8655050" y="2001838"/>
            <a:ext cx="2759075" cy="635000"/>
          </a:xfrm>
          <a:custGeom>
            <a:avLst/>
            <a:gdLst>
              <a:gd name="T0" fmla="*/ 669 w 753"/>
              <a:gd name="T1" fmla="*/ 173 h 173"/>
              <a:gd name="T2" fmla="*/ 9 w 753"/>
              <a:gd name="T3" fmla="*/ 173 h 173"/>
              <a:gd name="T4" fmla="*/ 3 w 753"/>
              <a:gd name="T5" fmla="*/ 164 h 173"/>
              <a:gd name="T6" fmla="*/ 73 w 753"/>
              <a:gd name="T7" fmla="*/ 89 h 173"/>
              <a:gd name="T8" fmla="*/ 73 w 753"/>
              <a:gd name="T9" fmla="*/ 83 h 173"/>
              <a:gd name="T10" fmla="*/ 3 w 753"/>
              <a:gd name="T11" fmla="*/ 8 h 173"/>
              <a:gd name="T12" fmla="*/ 9 w 753"/>
              <a:gd name="T13" fmla="*/ 0 h 173"/>
              <a:gd name="T14" fmla="*/ 669 w 753"/>
              <a:gd name="T15" fmla="*/ 0 h 173"/>
              <a:gd name="T16" fmla="*/ 675 w 753"/>
              <a:gd name="T17" fmla="*/ 2 h 173"/>
              <a:gd name="T18" fmla="*/ 751 w 753"/>
              <a:gd name="T19" fmla="*/ 83 h 173"/>
              <a:gd name="T20" fmla="*/ 751 w 753"/>
              <a:gd name="T21" fmla="*/ 89 h 173"/>
              <a:gd name="T22" fmla="*/ 675 w 753"/>
              <a:gd name="T23" fmla="*/ 170 h 173"/>
              <a:gd name="T24" fmla="*/ 669 w 753"/>
              <a:gd name="T2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3" h="173" extrusionOk="0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6391" name="Google Shape;302;p14"/>
          <p:cNvSpPr txBox="1">
            <a:spLocks noChangeArrowheads="1"/>
          </p:cNvSpPr>
          <p:nvPr/>
        </p:nvSpPr>
        <p:spPr bwMode="auto">
          <a:xfrm>
            <a:off x="1271588" y="904875"/>
            <a:ext cx="15732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5100"/>
              <a:buFont typeface="Open Sans Semibold" panose="020B0706030804020204" pitchFamily="34" charset="0"/>
              <a:buNone/>
            </a:pPr>
            <a:r>
              <a:rPr lang="en-US" altLang="en-US" sz="5100" b="1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1987</a:t>
            </a:r>
            <a:endParaRPr lang="en-US" altLang="en-US"/>
          </a:p>
        </p:txBody>
      </p:sp>
      <p:sp>
        <p:nvSpPr>
          <p:cNvPr id="16392" name="Google Shape;303;p14"/>
          <p:cNvSpPr txBox="1">
            <a:spLocks noChangeArrowheads="1"/>
          </p:cNvSpPr>
          <p:nvPr/>
        </p:nvSpPr>
        <p:spPr bwMode="auto">
          <a:xfrm>
            <a:off x="3910013" y="904875"/>
            <a:ext cx="154305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5100"/>
              <a:buFont typeface="Open Sans Semibold" panose="020B0706030804020204" pitchFamily="34" charset="0"/>
              <a:buNone/>
            </a:pPr>
            <a:r>
              <a:rPr lang="en-US" altLang="en-US" sz="5100" b="1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1998</a:t>
            </a:r>
            <a:endParaRPr lang="en-US" altLang="en-US"/>
          </a:p>
        </p:txBody>
      </p:sp>
      <p:sp>
        <p:nvSpPr>
          <p:cNvPr id="16393" name="Google Shape;304;p14"/>
          <p:cNvSpPr txBox="1">
            <a:spLocks noChangeArrowheads="1"/>
          </p:cNvSpPr>
          <p:nvPr/>
        </p:nvSpPr>
        <p:spPr bwMode="auto">
          <a:xfrm>
            <a:off x="6546850" y="904875"/>
            <a:ext cx="1570038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3B5B4"/>
              </a:buClr>
              <a:buSzPts val="5100"/>
              <a:buFont typeface="Open Sans Semibold" panose="020B0706030804020204" pitchFamily="34" charset="0"/>
              <a:buNone/>
            </a:pPr>
            <a:r>
              <a:rPr lang="en-US" altLang="en-US" sz="5100" b="1">
                <a:solidFill>
                  <a:srgbClr val="B3B5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2005</a:t>
            </a:r>
            <a:endParaRPr lang="en-US" altLang="en-US"/>
          </a:p>
        </p:txBody>
      </p:sp>
      <p:sp>
        <p:nvSpPr>
          <p:cNvPr id="16394" name="Google Shape;305;p14"/>
          <p:cNvSpPr txBox="1">
            <a:spLocks noChangeArrowheads="1"/>
          </p:cNvSpPr>
          <p:nvPr/>
        </p:nvSpPr>
        <p:spPr bwMode="auto">
          <a:xfrm>
            <a:off x="9244013" y="904875"/>
            <a:ext cx="15875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5100"/>
              <a:buFont typeface="Open Sans Semibold" panose="020B0706030804020204" pitchFamily="34" charset="0"/>
              <a:buNone/>
            </a:pPr>
            <a:r>
              <a:rPr lang="en-US" altLang="en-US" sz="5100" b="1">
                <a:solidFill>
                  <a:srgbClr val="2F526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2017</a:t>
            </a:r>
            <a:endParaRPr lang="en-US" altLang="en-US"/>
          </a:p>
        </p:txBody>
      </p:sp>
      <p:sp>
        <p:nvSpPr>
          <p:cNvPr id="16395" name="Google Shape;306;p14"/>
          <p:cNvSpPr>
            <a:spLocks noChangeArrowheads="1"/>
          </p:cNvSpPr>
          <p:nvPr/>
        </p:nvSpPr>
        <p:spPr bwMode="auto">
          <a:xfrm>
            <a:off x="1358900" y="3297238"/>
            <a:ext cx="1136650" cy="1138237"/>
          </a:xfrm>
          <a:prstGeom prst="ellipse">
            <a:avLst/>
          </a:prstGeom>
          <a:noFill/>
          <a:ln w="33325">
            <a:solidFill>
              <a:srgbClr val="23929E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96" name="Google Shape;307;p14"/>
          <p:cNvSpPr>
            <a:spLocks noChangeArrowheads="1"/>
          </p:cNvSpPr>
          <p:nvPr/>
        </p:nvSpPr>
        <p:spPr bwMode="auto">
          <a:xfrm>
            <a:off x="4233863" y="3297238"/>
            <a:ext cx="1135062" cy="1138237"/>
          </a:xfrm>
          <a:prstGeom prst="ellipse">
            <a:avLst/>
          </a:prstGeom>
          <a:noFill/>
          <a:ln w="33325">
            <a:solidFill>
              <a:srgbClr val="61605E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97" name="Google Shape;308;p14"/>
          <p:cNvSpPr>
            <a:spLocks noChangeArrowheads="1"/>
          </p:cNvSpPr>
          <p:nvPr/>
        </p:nvSpPr>
        <p:spPr bwMode="auto">
          <a:xfrm>
            <a:off x="6850063" y="3297238"/>
            <a:ext cx="1136650" cy="1138237"/>
          </a:xfrm>
          <a:prstGeom prst="ellipse">
            <a:avLst/>
          </a:prstGeom>
          <a:noFill/>
          <a:ln w="33325">
            <a:solidFill>
              <a:srgbClr val="B8BAB9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98" name="Google Shape;309;p14"/>
          <p:cNvSpPr>
            <a:spLocks noChangeArrowheads="1"/>
          </p:cNvSpPr>
          <p:nvPr/>
        </p:nvSpPr>
        <p:spPr bwMode="auto">
          <a:xfrm>
            <a:off x="9467850" y="3297238"/>
            <a:ext cx="1136650" cy="1138237"/>
          </a:xfrm>
          <a:prstGeom prst="ellipse">
            <a:avLst/>
          </a:prstGeom>
          <a:noFill/>
          <a:ln w="33325">
            <a:solidFill>
              <a:srgbClr val="2F526B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99" name="Google Shape;310;p14"/>
          <p:cNvSpPr txBox="1">
            <a:spLocks noChangeArrowheads="1"/>
          </p:cNvSpPr>
          <p:nvPr/>
        </p:nvSpPr>
        <p:spPr bwMode="auto">
          <a:xfrm>
            <a:off x="1235075" y="4595813"/>
            <a:ext cx="16097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2300"/>
              <a:buFont typeface="Open Sans Semibold" panose="020B0706030804020204" pitchFamily="34" charset="0"/>
              <a:buNone/>
            </a:pPr>
            <a:r>
              <a:rPr lang="en-US" altLang="en-US" sz="2300" b="1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1</a:t>
            </a:r>
            <a:endParaRPr lang="en-US" altLang="en-US"/>
          </a:p>
        </p:txBody>
      </p:sp>
      <p:sp>
        <p:nvSpPr>
          <p:cNvPr id="16400" name="Google Shape;311;p14"/>
          <p:cNvSpPr txBox="1">
            <a:spLocks noChangeArrowheads="1"/>
          </p:cNvSpPr>
          <p:nvPr/>
        </p:nvSpPr>
        <p:spPr bwMode="auto">
          <a:xfrm>
            <a:off x="4108450" y="4595813"/>
            <a:ext cx="16097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300"/>
              <a:buFont typeface="Open Sans Semibold" panose="020B0706030804020204" pitchFamily="34" charset="0"/>
              <a:buNone/>
            </a:pPr>
            <a:r>
              <a:rPr lang="en-US" altLang="en-US" sz="2300" b="1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OPCION 2</a:t>
            </a:r>
            <a:endParaRPr lang="en-US" altLang="en-US"/>
          </a:p>
        </p:txBody>
      </p:sp>
      <p:sp>
        <p:nvSpPr>
          <p:cNvPr id="16401" name="Google Shape;312;p14"/>
          <p:cNvSpPr txBox="1">
            <a:spLocks noChangeArrowheads="1"/>
          </p:cNvSpPr>
          <p:nvPr/>
        </p:nvSpPr>
        <p:spPr bwMode="auto">
          <a:xfrm>
            <a:off x="6726238" y="4595813"/>
            <a:ext cx="16097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9A9C9B"/>
              </a:buClr>
              <a:buSzPts val="2300"/>
              <a:buFont typeface="Open Sans Semibold" panose="020B0706030804020204" pitchFamily="34" charset="0"/>
              <a:buNone/>
            </a:pPr>
            <a:r>
              <a:rPr lang="en-US" altLang="en-US" sz="2300" b="1">
                <a:solidFill>
                  <a:srgbClr val="9A9C9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3</a:t>
            </a:r>
            <a:endParaRPr lang="en-US" altLang="en-US"/>
          </a:p>
        </p:txBody>
      </p:sp>
      <p:sp>
        <p:nvSpPr>
          <p:cNvPr id="16402" name="Google Shape;313;p14"/>
          <p:cNvSpPr txBox="1">
            <a:spLocks noChangeArrowheads="1"/>
          </p:cNvSpPr>
          <p:nvPr/>
        </p:nvSpPr>
        <p:spPr bwMode="auto">
          <a:xfrm>
            <a:off x="9339263" y="4595813"/>
            <a:ext cx="16097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2300"/>
              <a:buFont typeface="Open Sans Semibold" panose="020B0706030804020204" pitchFamily="34" charset="0"/>
              <a:buNone/>
            </a:pPr>
            <a:r>
              <a:rPr lang="en-US" altLang="en-US" sz="2300" b="1">
                <a:solidFill>
                  <a:srgbClr val="2F526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4</a:t>
            </a:r>
            <a:endParaRPr lang="en-US" altLang="en-US"/>
          </a:p>
        </p:txBody>
      </p:sp>
      <p:sp>
        <p:nvSpPr>
          <p:cNvPr id="16403" name="Google Shape;314;p14"/>
          <p:cNvSpPr>
            <a:spLocks/>
          </p:cNvSpPr>
          <p:nvPr/>
        </p:nvSpPr>
        <p:spPr bwMode="auto">
          <a:xfrm>
            <a:off x="4332288" y="3568700"/>
            <a:ext cx="941387" cy="481013"/>
          </a:xfrm>
          <a:custGeom>
            <a:avLst/>
            <a:gdLst>
              <a:gd name="T0" fmla="*/ 80 w 257"/>
              <a:gd name="T1" fmla="*/ 123 h 131"/>
              <a:gd name="T2" fmla="*/ 97 w 257"/>
              <a:gd name="T3" fmla="*/ 83 h 131"/>
              <a:gd name="T4" fmla="*/ 113 w 257"/>
              <a:gd name="T5" fmla="*/ 75 h 131"/>
              <a:gd name="T6" fmla="*/ 122 w 257"/>
              <a:gd name="T7" fmla="*/ 2 h 131"/>
              <a:gd name="T8" fmla="*/ 166 w 257"/>
              <a:gd name="T9" fmla="*/ 31 h 131"/>
              <a:gd name="T10" fmla="*/ 153 w 257"/>
              <a:gd name="T11" fmla="*/ 79 h 131"/>
              <a:gd name="T12" fmla="*/ 187 w 257"/>
              <a:gd name="T13" fmla="*/ 99 h 131"/>
              <a:gd name="T14" fmla="*/ 182 w 257"/>
              <a:gd name="T15" fmla="*/ 123 h 131"/>
              <a:gd name="T16" fmla="*/ 131 w 257"/>
              <a:gd name="T17" fmla="*/ 7 h 131"/>
              <a:gd name="T18" fmla="*/ 116 w 257"/>
              <a:gd name="T19" fmla="*/ 65 h 131"/>
              <a:gd name="T20" fmla="*/ 109 w 257"/>
              <a:gd name="T21" fmla="*/ 86 h 131"/>
              <a:gd name="T22" fmla="*/ 77 w 257"/>
              <a:gd name="T23" fmla="*/ 110 h 131"/>
              <a:gd name="T24" fmla="*/ 131 w 257"/>
              <a:gd name="T25" fmla="*/ 123 h 131"/>
              <a:gd name="T26" fmla="*/ 184 w 257"/>
              <a:gd name="T27" fmla="*/ 110 h 131"/>
              <a:gd name="T28" fmla="*/ 153 w 257"/>
              <a:gd name="T29" fmla="*/ 86 h 131"/>
              <a:gd name="T30" fmla="*/ 146 w 257"/>
              <a:gd name="T31" fmla="*/ 65 h 131"/>
              <a:gd name="T32" fmla="*/ 131 w 257"/>
              <a:gd name="T33" fmla="*/ 7 h 131"/>
              <a:gd name="T34" fmla="*/ 213 w 257"/>
              <a:gd name="T35" fmla="*/ 131 h 131"/>
              <a:gd name="T36" fmla="*/ 191 w 257"/>
              <a:gd name="T37" fmla="*/ 126 h 131"/>
              <a:gd name="T38" fmla="*/ 213 w 257"/>
              <a:gd name="T39" fmla="*/ 123 h 131"/>
              <a:gd name="T40" fmla="*/ 249 w 257"/>
              <a:gd name="T41" fmla="*/ 115 h 131"/>
              <a:gd name="T42" fmla="*/ 228 w 257"/>
              <a:gd name="T43" fmla="*/ 100 h 131"/>
              <a:gd name="T44" fmla="*/ 223 w 257"/>
              <a:gd name="T45" fmla="*/ 83 h 131"/>
              <a:gd name="T46" fmla="*/ 213 w 257"/>
              <a:gd name="T47" fmla="*/ 45 h 131"/>
              <a:gd name="T48" fmla="*/ 204 w 257"/>
              <a:gd name="T49" fmla="*/ 83 h 131"/>
              <a:gd name="T50" fmla="*/ 201 w 257"/>
              <a:gd name="T51" fmla="*/ 99 h 131"/>
              <a:gd name="T52" fmla="*/ 199 w 257"/>
              <a:gd name="T53" fmla="*/ 92 h 131"/>
              <a:gd name="T54" fmla="*/ 188 w 257"/>
              <a:gd name="T55" fmla="*/ 60 h 131"/>
              <a:gd name="T56" fmla="*/ 220 w 257"/>
              <a:gd name="T57" fmla="*/ 39 h 131"/>
              <a:gd name="T58" fmla="*/ 227 w 257"/>
              <a:gd name="T59" fmla="*/ 90 h 131"/>
              <a:gd name="T60" fmla="*/ 237 w 257"/>
              <a:gd name="T61" fmla="*/ 96 h 131"/>
              <a:gd name="T62" fmla="*/ 249 w 257"/>
              <a:gd name="T63" fmla="*/ 125 h 131"/>
              <a:gd name="T64" fmla="*/ 48 w 257"/>
              <a:gd name="T65" fmla="*/ 131 h 131"/>
              <a:gd name="T66" fmla="*/ 0 w 257"/>
              <a:gd name="T67" fmla="*/ 115 h 131"/>
              <a:gd name="T68" fmla="*/ 29 w 257"/>
              <a:gd name="T69" fmla="*/ 90 h 131"/>
              <a:gd name="T70" fmla="*/ 32 w 257"/>
              <a:gd name="T71" fmla="*/ 84 h 131"/>
              <a:gd name="T72" fmla="*/ 48 w 257"/>
              <a:gd name="T73" fmla="*/ 29 h 131"/>
              <a:gd name="T74" fmla="*/ 64 w 257"/>
              <a:gd name="T75" fmla="*/ 84 h 131"/>
              <a:gd name="T76" fmla="*/ 67 w 257"/>
              <a:gd name="T77" fmla="*/ 90 h 131"/>
              <a:gd name="T78" fmla="*/ 63 w 257"/>
              <a:gd name="T79" fmla="*/ 96 h 131"/>
              <a:gd name="T80" fmla="*/ 69 w 257"/>
              <a:gd name="T81" fmla="*/ 53 h 131"/>
              <a:gd name="T82" fmla="*/ 42 w 257"/>
              <a:gd name="T83" fmla="*/ 37 h 131"/>
              <a:gd name="T84" fmla="*/ 40 w 257"/>
              <a:gd name="T85" fmla="*/ 88 h 131"/>
              <a:gd name="T86" fmla="*/ 25 w 257"/>
              <a:gd name="T87" fmla="*/ 99 h 131"/>
              <a:gd name="T88" fmla="*/ 11 w 257"/>
              <a:gd name="T89" fmla="*/ 118 h 131"/>
              <a:gd name="T90" fmla="*/ 65 w 257"/>
              <a:gd name="T91" fmla="*/ 123 h 131"/>
              <a:gd name="T92" fmla="*/ 48 w 257"/>
              <a:gd name="T93" fmla="*/ 131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57" h="131" extrusionOk="0">
                <a:moveTo>
                  <a:pt x="131" y="131"/>
                </a:moveTo>
                <a:cubicBezTo>
                  <a:pt x="116" y="130"/>
                  <a:pt x="104" y="130"/>
                  <a:pt x="91" y="127"/>
                </a:cubicBezTo>
                <a:cubicBezTo>
                  <a:pt x="87" y="126"/>
                  <a:pt x="83" y="125"/>
                  <a:pt x="80" y="123"/>
                </a:cubicBezTo>
                <a:cubicBezTo>
                  <a:pt x="73" y="120"/>
                  <a:pt x="70" y="115"/>
                  <a:pt x="70" y="111"/>
                </a:cubicBezTo>
                <a:cubicBezTo>
                  <a:pt x="69" y="107"/>
                  <a:pt x="71" y="102"/>
                  <a:pt x="74" y="99"/>
                </a:cubicBezTo>
                <a:cubicBezTo>
                  <a:pt x="80" y="93"/>
                  <a:pt x="87" y="88"/>
                  <a:pt x="97" y="83"/>
                </a:cubicBezTo>
                <a:cubicBezTo>
                  <a:pt x="100" y="82"/>
                  <a:pt x="103" y="81"/>
                  <a:pt x="106" y="80"/>
                </a:cubicBezTo>
                <a:cubicBezTo>
                  <a:pt x="108" y="79"/>
                  <a:pt x="108" y="79"/>
                  <a:pt x="108" y="79"/>
                </a:cubicBezTo>
                <a:cubicBezTo>
                  <a:pt x="111" y="78"/>
                  <a:pt x="112" y="76"/>
                  <a:pt x="113" y="75"/>
                </a:cubicBezTo>
                <a:cubicBezTo>
                  <a:pt x="113" y="73"/>
                  <a:pt x="112" y="71"/>
                  <a:pt x="111" y="70"/>
                </a:cubicBezTo>
                <a:cubicBezTo>
                  <a:pt x="100" y="59"/>
                  <a:pt x="96" y="47"/>
                  <a:pt x="96" y="31"/>
                </a:cubicBezTo>
                <a:cubicBezTo>
                  <a:pt x="97" y="15"/>
                  <a:pt x="105" y="6"/>
                  <a:pt x="122" y="2"/>
                </a:cubicBezTo>
                <a:cubicBezTo>
                  <a:pt x="125" y="1"/>
                  <a:pt x="128" y="0"/>
                  <a:pt x="131" y="0"/>
                </a:cubicBezTo>
                <a:cubicBezTo>
                  <a:pt x="134" y="0"/>
                  <a:pt x="137" y="1"/>
                  <a:pt x="140" y="2"/>
                </a:cubicBezTo>
                <a:cubicBezTo>
                  <a:pt x="156" y="6"/>
                  <a:pt x="165" y="15"/>
                  <a:pt x="166" y="31"/>
                </a:cubicBezTo>
                <a:cubicBezTo>
                  <a:pt x="166" y="47"/>
                  <a:pt x="161" y="60"/>
                  <a:pt x="151" y="70"/>
                </a:cubicBezTo>
                <a:cubicBezTo>
                  <a:pt x="149" y="71"/>
                  <a:pt x="149" y="73"/>
                  <a:pt x="149" y="75"/>
                </a:cubicBezTo>
                <a:cubicBezTo>
                  <a:pt x="150" y="76"/>
                  <a:pt x="151" y="78"/>
                  <a:pt x="153" y="79"/>
                </a:cubicBezTo>
                <a:cubicBezTo>
                  <a:pt x="156" y="80"/>
                  <a:pt x="156" y="80"/>
                  <a:pt x="156" y="80"/>
                </a:cubicBezTo>
                <a:cubicBezTo>
                  <a:pt x="159" y="81"/>
                  <a:pt x="162" y="82"/>
                  <a:pt x="165" y="83"/>
                </a:cubicBezTo>
                <a:cubicBezTo>
                  <a:pt x="175" y="88"/>
                  <a:pt x="182" y="93"/>
                  <a:pt x="187" y="99"/>
                </a:cubicBezTo>
                <a:cubicBezTo>
                  <a:pt x="191" y="102"/>
                  <a:pt x="192" y="107"/>
                  <a:pt x="191" y="112"/>
                </a:cubicBezTo>
                <a:cubicBezTo>
                  <a:pt x="190" y="116"/>
                  <a:pt x="187" y="121"/>
                  <a:pt x="182" y="123"/>
                </a:cubicBezTo>
                <a:cubicBezTo>
                  <a:pt x="182" y="123"/>
                  <a:pt x="182" y="123"/>
                  <a:pt x="182" y="123"/>
                </a:cubicBezTo>
                <a:cubicBezTo>
                  <a:pt x="179" y="125"/>
                  <a:pt x="175" y="126"/>
                  <a:pt x="171" y="127"/>
                </a:cubicBezTo>
                <a:cubicBezTo>
                  <a:pt x="158" y="130"/>
                  <a:pt x="146" y="130"/>
                  <a:pt x="131" y="131"/>
                </a:cubicBezTo>
                <a:close/>
                <a:moveTo>
                  <a:pt x="131" y="7"/>
                </a:moveTo>
                <a:cubicBezTo>
                  <a:pt x="128" y="8"/>
                  <a:pt x="126" y="8"/>
                  <a:pt x="123" y="8"/>
                </a:cubicBezTo>
                <a:cubicBezTo>
                  <a:pt x="110" y="12"/>
                  <a:pt x="104" y="19"/>
                  <a:pt x="103" y="31"/>
                </a:cubicBezTo>
                <a:cubicBezTo>
                  <a:pt x="103" y="45"/>
                  <a:pt x="107" y="56"/>
                  <a:pt x="116" y="65"/>
                </a:cubicBezTo>
                <a:cubicBezTo>
                  <a:pt x="119" y="68"/>
                  <a:pt x="120" y="72"/>
                  <a:pt x="120" y="76"/>
                </a:cubicBezTo>
                <a:cubicBezTo>
                  <a:pt x="119" y="80"/>
                  <a:pt x="116" y="84"/>
                  <a:pt x="111" y="85"/>
                </a:cubicBezTo>
                <a:cubicBezTo>
                  <a:pt x="109" y="86"/>
                  <a:pt x="109" y="86"/>
                  <a:pt x="109" y="86"/>
                </a:cubicBezTo>
                <a:cubicBezTo>
                  <a:pt x="106" y="87"/>
                  <a:pt x="103" y="89"/>
                  <a:pt x="100" y="90"/>
                </a:cubicBezTo>
                <a:cubicBezTo>
                  <a:pt x="91" y="94"/>
                  <a:pt x="85" y="98"/>
                  <a:pt x="79" y="104"/>
                </a:cubicBezTo>
                <a:cubicBezTo>
                  <a:pt x="77" y="106"/>
                  <a:pt x="76" y="108"/>
                  <a:pt x="77" y="110"/>
                </a:cubicBezTo>
                <a:cubicBezTo>
                  <a:pt x="77" y="113"/>
                  <a:pt x="79" y="115"/>
                  <a:pt x="83" y="117"/>
                </a:cubicBezTo>
                <a:cubicBezTo>
                  <a:pt x="86" y="118"/>
                  <a:pt x="89" y="119"/>
                  <a:pt x="93" y="120"/>
                </a:cubicBezTo>
                <a:cubicBezTo>
                  <a:pt x="105" y="123"/>
                  <a:pt x="117" y="123"/>
                  <a:pt x="131" y="123"/>
                </a:cubicBezTo>
                <a:cubicBezTo>
                  <a:pt x="145" y="123"/>
                  <a:pt x="157" y="123"/>
                  <a:pt x="169" y="120"/>
                </a:cubicBezTo>
                <a:cubicBezTo>
                  <a:pt x="173" y="119"/>
                  <a:pt x="176" y="118"/>
                  <a:pt x="179" y="117"/>
                </a:cubicBezTo>
                <a:cubicBezTo>
                  <a:pt x="182" y="115"/>
                  <a:pt x="184" y="113"/>
                  <a:pt x="184" y="110"/>
                </a:cubicBezTo>
                <a:cubicBezTo>
                  <a:pt x="185" y="108"/>
                  <a:pt x="184" y="105"/>
                  <a:pt x="182" y="104"/>
                </a:cubicBezTo>
                <a:cubicBezTo>
                  <a:pt x="177" y="98"/>
                  <a:pt x="171" y="94"/>
                  <a:pt x="162" y="90"/>
                </a:cubicBezTo>
                <a:cubicBezTo>
                  <a:pt x="159" y="89"/>
                  <a:pt x="156" y="87"/>
                  <a:pt x="153" y="86"/>
                </a:cubicBezTo>
                <a:cubicBezTo>
                  <a:pt x="151" y="85"/>
                  <a:pt x="151" y="85"/>
                  <a:pt x="151" y="85"/>
                </a:cubicBezTo>
                <a:cubicBezTo>
                  <a:pt x="146" y="84"/>
                  <a:pt x="143" y="80"/>
                  <a:pt x="142" y="76"/>
                </a:cubicBezTo>
                <a:cubicBezTo>
                  <a:pt x="141" y="72"/>
                  <a:pt x="143" y="68"/>
                  <a:pt x="146" y="65"/>
                </a:cubicBezTo>
                <a:cubicBezTo>
                  <a:pt x="155" y="56"/>
                  <a:pt x="159" y="45"/>
                  <a:pt x="159" y="31"/>
                </a:cubicBezTo>
                <a:cubicBezTo>
                  <a:pt x="158" y="19"/>
                  <a:pt x="152" y="12"/>
                  <a:pt x="139" y="8"/>
                </a:cubicBezTo>
                <a:cubicBezTo>
                  <a:pt x="136" y="8"/>
                  <a:pt x="133" y="8"/>
                  <a:pt x="131" y="7"/>
                </a:cubicBezTo>
                <a:close/>
                <a:moveTo>
                  <a:pt x="180" y="120"/>
                </a:moveTo>
                <a:cubicBezTo>
                  <a:pt x="180" y="120"/>
                  <a:pt x="180" y="120"/>
                  <a:pt x="180" y="120"/>
                </a:cubicBezTo>
                <a:close/>
                <a:moveTo>
                  <a:pt x="213" y="131"/>
                </a:moveTo>
                <a:cubicBezTo>
                  <a:pt x="211" y="131"/>
                  <a:pt x="211" y="131"/>
                  <a:pt x="211" y="131"/>
                </a:cubicBezTo>
                <a:cubicBezTo>
                  <a:pt x="204" y="130"/>
                  <a:pt x="202" y="130"/>
                  <a:pt x="194" y="130"/>
                </a:cubicBezTo>
                <a:cubicBezTo>
                  <a:pt x="192" y="129"/>
                  <a:pt x="191" y="128"/>
                  <a:pt x="191" y="126"/>
                </a:cubicBezTo>
                <a:cubicBezTo>
                  <a:pt x="191" y="124"/>
                  <a:pt x="193" y="122"/>
                  <a:pt x="195" y="122"/>
                </a:cubicBezTo>
                <a:cubicBezTo>
                  <a:pt x="202" y="123"/>
                  <a:pt x="204" y="123"/>
                  <a:pt x="211" y="123"/>
                </a:cubicBezTo>
                <a:cubicBezTo>
                  <a:pt x="213" y="123"/>
                  <a:pt x="213" y="123"/>
                  <a:pt x="213" y="123"/>
                </a:cubicBezTo>
                <a:cubicBezTo>
                  <a:pt x="223" y="123"/>
                  <a:pt x="232" y="123"/>
                  <a:pt x="239" y="121"/>
                </a:cubicBezTo>
                <a:cubicBezTo>
                  <a:pt x="242" y="120"/>
                  <a:pt x="244" y="120"/>
                  <a:pt x="246" y="119"/>
                </a:cubicBezTo>
                <a:cubicBezTo>
                  <a:pt x="248" y="118"/>
                  <a:pt x="249" y="117"/>
                  <a:pt x="249" y="115"/>
                </a:cubicBezTo>
                <a:cubicBezTo>
                  <a:pt x="250" y="114"/>
                  <a:pt x="249" y="112"/>
                  <a:pt x="248" y="111"/>
                </a:cubicBezTo>
                <a:cubicBezTo>
                  <a:pt x="245" y="108"/>
                  <a:pt x="240" y="105"/>
                  <a:pt x="234" y="102"/>
                </a:cubicBezTo>
                <a:cubicBezTo>
                  <a:pt x="232" y="101"/>
                  <a:pt x="230" y="100"/>
                  <a:pt x="228" y="100"/>
                </a:cubicBezTo>
                <a:cubicBezTo>
                  <a:pt x="227" y="99"/>
                  <a:pt x="227" y="99"/>
                  <a:pt x="227" y="99"/>
                </a:cubicBezTo>
                <a:cubicBezTo>
                  <a:pt x="223" y="98"/>
                  <a:pt x="221" y="95"/>
                  <a:pt x="220" y="92"/>
                </a:cubicBezTo>
                <a:cubicBezTo>
                  <a:pt x="219" y="89"/>
                  <a:pt x="220" y="85"/>
                  <a:pt x="223" y="83"/>
                </a:cubicBezTo>
                <a:cubicBezTo>
                  <a:pt x="229" y="77"/>
                  <a:pt x="232" y="70"/>
                  <a:pt x="231" y="60"/>
                </a:cubicBezTo>
                <a:cubicBezTo>
                  <a:pt x="231" y="52"/>
                  <a:pt x="227" y="48"/>
                  <a:pt x="218" y="46"/>
                </a:cubicBezTo>
                <a:cubicBezTo>
                  <a:pt x="217" y="45"/>
                  <a:pt x="215" y="45"/>
                  <a:pt x="213" y="45"/>
                </a:cubicBezTo>
                <a:cubicBezTo>
                  <a:pt x="212" y="45"/>
                  <a:pt x="210" y="45"/>
                  <a:pt x="208" y="46"/>
                </a:cubicBezTo>
                <a:cubicBezTo>
                  <a:pt x="200" y="48"/>
                  <a:pt x="195" y="52"/>
                  <a:pt x="195" y="60"/>
                </a:cubicBezTo>
                <a:cubicBezTo>
                  <a:pt x="195" y="70"/>
                  <a:pt x="198" y="77"/>
                  <a:pt x="204" y="83"/>
                </a:cubicBezTo>
                <a:cubicBezTo>
                  <a:pt x="206" y="86"/>
                  <a:pt x="208" y="89"/>
                  <a:pt x="207" y="92"/>
                </a:cubicBezTo>
                <a:cubicBezTo>
                  <a:pt x="206" y="95"/>
                  <a:pt x="204" y="97"/>
                  <a:pt x="201" y="98"/>
                </a:cubicBezTo>
                <a:cubicBezTo>
                  <a:pt x="201" y="99"/>
                  <a:pt x="201" y="99"/>
                  <a:pt x="201" y="99"/>
                </a:cubicBezTo>
                <a:cubicBezTo>
                  <a:pt x="199" y="99"/>
                  <a:pt x="197" y="99"/>
                  <a:pt x="196" y="97"/>
                </a:cubicBezTo>
                <a:cubicBezTo>
                  <a:pt x="195" y="95"/>
                  <a:pt x="196" y="93"/>
                  <a:pt x="198" y="92"/>
                </a:cubicBezTo>
                <a:cubicBezTo>
                  <a:pt x="199" y="92"/>
                  <a:pt x="199" y="92"/>
                  <a:pt x="199" y="92"/>
                </a:cubicBezTo>
                <a:cubicBezTo>
                  <a:pt x="199" y="92"/>
                  <a:pt x="200" y="91"/>
                  <a:pt x="200" y="91"/>
                </a:cubicBezTo>
                <a:cubicBezTo>
                  <a:pt x="200" y="90"/>
                  <a:pt x="200" y="89"/>
                  <a:pt x="199" y="88"/>
                </a:cubicBezTo>
                <a:cubicBezTo>
                  <a:pt x="191" y="81"/>
                  <a:pt x="188" y="71"/>
                  <a:pt x="188" y="60"/>
                </a:cubicBezTo>
                <a:cubicBezTo>
                  <a:pt x="188" y="52"/>
                  <a:pt x="192" y="42"/>
                  <a:pt x="207" y="39"/>
                </a:cubicBezTo>
                <a:cubicBezTo>
                  <a:pt x="209" y="38"/>
                  <a:pt x="211" y="38"/>
                  <a:pt x="213" y="38"/>
                </a:cubicBezTo>
                <a:cubicBezTo>
                  <a:pt x="216" y="38"/>
                  <a:pt x="218" y="38"/>
                  <a:pt x="220" y="39"/>
                </a:cubicBezTo>
                <a:cubicBezTo>
                  <a:pt x="235" y="42"/>
                  <a:pt x="238" y="52"/>
                  <a:pt x="238" y="60"/>
                </a:cubicBezTo>
                <a:cubicBezTo>
                  <a:pt x="239" y="71"/>
                  <a:pt x="235" y="81"/>
                  <a:pt x="228" y="88"/>
                </a:cubicBezTo>
                <a:cubicBezTo>
                  <a:pt x="227" y="89"/>
                  <a:pt x="227" y="89"/>
                  <a:pt x="227" y="90"/>
                </a:cubicBezTo>
                <a:cubicBezTo>
                  <a:pt x="227" y="91"/>
                  <a:pt x="228" y="92"/>
                  <a:pt x="229" y="93"/>
                </a:cubicBezTo>
                <a:cubicBezTo>
                  <a:pt x="231" y="93"/>
                  <a:pt x="231" y="93"/>
                  <a:pt x="231" y="93"/>
                </a:cubicBezTo>
                <a:cubicBezTo>
                  <a:pt x="233" y="94"/>
                  <a:pt x="235" y="95"/>
                  <a:pt x="237" y="96"/>
                </a:cubicBezTo>
                <a:cubicBezTo>
                  <a:pt x="244" y="99"/>
                  <a:pt x="249" y="102"/>
                  <a:pt x="253" y="106"/>
                </a:cubicBezTo>
                <a:cubicBezTo>
                  <a:pt x="256" y="109"/>
                  <a:pt x="257" y="113"/>
                  <a:pt x="256" y="116"/>
                </a:cubicBezTo>
                <a:cubicBezTo>
                  <a:pt x="256" y="120"/>
                  <a:pt x="253" y="123"/>
                  <a:pt x="249" y="125"/>
                </a:cubicBezTo>
                <a:cubicBezTo>
                  <a:pt x="247" y="126"/>
                  <a:pt x="244" y="127"/>
                  <a:pt x="241" y="128"/>
                </a:cubicBezTo>
                <a:cubicBezTo>
                  <a:pt x="232" y="130"/>
                  <a:pt x="224" y="130"/>
                  <a:pt x="213" y="131"/>
                </a:cubicBezTo>
                <a:close/>
                <a:moveTo>
                  <a:pt x="48" y="131"/>
                </a:moveTo>
                <a:cubicBezTo>
                  <a:pt x="36" y="130"/>
                  <a:pt x="27" y="130"/>
                  <a:pt x="17" y="128"/>
                </a:cubicBezTo>
                <a:cubicBezTo>
                  <a:pt x="14" y="127"/>
                  <a:pt x="11" y="126"/>
                  <a:pt x="8" y="125"/>
                </a:cubicBezTo>
                <a:cubicBezTo>
                  <a:pt x="4" y="122"/>
                  <a:pt x="1" y="119"/>
                  <a:pt x="0" y="115"/>
                </a:cubicBezTo>
                <a:cubicBezTo>
                  <a:pt x="0" y="111"/>
                  <a:pt x="1" y="108"/>
                  <a:pt x="4" y="104"/>
                </a:cubicBezTo>
                <a:cubicBezTo>
                  <a:pt x="8" y="100"/>
                  <a:pt x="14" y="96"/>
                  <a:pt x="22" y="93"/>
                </a:cubicBezTo>
                <a:cubicBezTo>
                  <a:pt x="24" y="92"/>
                  <a:pt x="26" y="91"/>
                  <a:pt x="29" y="90"/>
                </a:cubicBezTo>
                <a:cubicBezTo>
                  <a:pt x="30" y="89"/>
                  <a:pt x="30" y="89"/>
                  <a:pt x="30" y="89"/>
                </a:cubicBezTo>
                <a:cubicBezTo>
                  <a:pt x="32" y="89"/>
                  <a:pt x="33" y="88"/>
                  <a:pt x="33" y="87"/>
                </a:cubicBezTo>
                <a:cubicBezTo>
                  <a:pt x="33" y="85"/>
                  <a:pt x="33" y="84"/>
                  <a:pt x="32" y="84"/>
                </a:cubicBezTo>
                <a:cubicBezTo>
                  <a:pt x="24" y="75"/>
                  <a:pt x="20" y="65"/>
                  <a:pt x="21" y="53"/>
                </a:cubicBezTo>
                <a:cubicBezTo>
                  <a:pt x="21" y="44"/>
                  <a:pt x="25" y="34"/>
                  <a:pt x="41" y="30"/>
                </a:cubicBezTo>
                <a:cubicBezTo>
                  <a:pt x="43" y="29"/>
                  <a:pt x="46" y="29"/>
                  <a:pt x="48" y="29"/>
                </a:cubicBezTo>
                <a:cubicBezTo>
                  <a:pt x="51" y="29"/>
                  <a:pt x="53" y="29"/>
                  <a:pt x="55" y="30"/>
                </a:cubicBezTo>
                <a:cubicBezTo>
                  <a:pt x="72" y="34"/>
                  <a:pt x="75" y="44"/>
                  <a:pt x="76" y="53"/>
                </a:cubicBezTo>
                <a:cubicBezTo>
                  <a:pt x="76" y="65"/>
                  <a:pt x="72" y="76"/>
                  <a:pt x="64" y="84"/>
                </a:cubicBezTo>
                <a:cubicBezTo>
                  <a:pt x="63" y="84"/>
                  <a:pt x="63" y="85"/>
                  <a:pt x="63" y="86"/>
                </a:cubicBezTo>
                <a:cubicBezTo>
                  <a:pt x="63" y="88"/>
                  <a:pt x="64" y="89"/>
                  <a:pt x="66" y="89"/>
                </a:cubicBezTo>
                <a:cubicBezTo>
                  <a:pt x="67" y="90"/>
                  <a:pt x="67" y="90"/>
                  <a:pt x="67" y="90"/>
                </a:cubicBezTo>
                <a:cubicBezTo>
                  <a:pt x="69" y="91"/>
                  <a:pt x="70" y="93"/>
                  <a:pt x="69" y="94"/>
                </a:cubicBezTo>
                <a:cubicBezTo>
                  <a:pt x="69" y="96"/>
                  <a:pt x="67" y="97"/>
                  <a:pt x="65" y="96"/>
                </a:cubicBezTo>
                <a:cubicBezTo>
                  <a:pt x="63" y="96"/>
                  <a:pt x="63" y="96"/>
                  <a:pt x="63" y="96"/>
                </a:cubicBezTo>
                <a:cubicBezTo>
                  <a:pt x="59" y="94"/>
                  <a:pt x="57" y="91"/>
                  <a:pt x="56" y="88"/>
                </a:cubicBezTo>
                <a:cubicBezTo>
                  <a:pt x="55" y="85"/>
                  <a:pt x="56" y="81"/>
                  <a:pt x="59" y="79"/>
                </a:cubicBezTo>
                <a:cubicBezTo>
                  <a:pt x="66" y="72"/>
                  <a:pt x="69" y="64"/>
                  <a:pt x="69" y="53"/>
                </a:cubicBezTo>
                <a:cubicBezTo>
                  <a:pt x="68" y="44"/>
                  <a:pt x="63" y="39"/>
                  <a:pt x="54" y="37"/>
                </a:cubicBezTo>
                <a:cubicBezTo>
                  <a:pt x="52" y="36"/>
                  <a:pt x="50" y="36"/>
                  <a:pt x="48" y="36"/>
                </a:cubicBezTo>
                <a:cubicBezTo>
                  <a:pt x="46" y="36"/>
                  <a:pt x="44" y="36"/>
                  <a:pt x="42" y="37"/>
                </a:cubicBezTo>
                <a:cubicBezTo>
                  <a:pt x="33" y="39"/>
                  <a:pt x="28" y="44"/>
                  <a:pt x="28" y="53"/>
                </a:cubicBezTo>
                <a:cubicBezTo>
                  <a:pt x="27" y="63"/>
                  <a:pt x="30" y="72"/>
                  <a:pt x="37" y="79"/>
                </a:cubicBezTo>
                <a:cubicBezTo>
                  <a:pt x="40" y="81"/>
                  <a:pt x="41" y="85"/>
                  <a:pt x="40" y="88"/>
                </a:cubicBezTo>
                <a:cubicBezTo>
                  <a:pt x="39" y="91"/>
                  <a:pt x="37" y="94"/>
                  <a:pt x="33" y="96"/>
                </a:cubicBezTo>
                <a:cubicBezTo>
                  <a:pt x="31" y="96"/>
                  <a:pt x="31" y="96"/>
                  <a:pt x="31" y="96"/>
                </a:cubicBezTo>
                <a:cubicBezTo>
                  <a:pt x="29" y="97"/>
                  <a:pt x="27" y="98"/>
                  <a:pt x="25" y="99"/>
                </a:cubicBezTo>
                <a:cubicBezTo>
                  <a:pt x="18" y="102"/>
                  <a:pt x="13" y="106"/>
                  <a:pt x="9" y="110"/>
                </a:cubicBezTo>
                <a:cubicBezTo>
                  <a:pt x="8" y="111"/>
                  <a:pt x="7" y="113"/>
                  <a:pt x="7" y="114"/>
                </a:cubicBezTo>
                <a:cubicBezTo>
                  <a:pt x="7" y="116"/>
                  <a:pt x="9" y="117"/>
                  <a:pt x="11" y="118"/>
                </a:cubicBezTo>
                <a:cubicBezTo>
                  <a:pt x="14" y="119"/>
                  <a:pt x="16" y="120"/>
                  <a:pt x="19" y="121"/>
                </a:cubicBezTo>
                <a:cubicBezTo>
                  <a:pt x="28" y="123"/>
                  <a:pt x="37" y="123"/>
                  <a:pt x="48" y="123"/>
                </a:cubicBezTo>
                <a:cubicBezTo>
                  <a:pt x="55" y="123"/>
                  <a:pt x="60" y="123"/>
                  <a:pt x="65" y="123"/>
                </a:cubicBezTo>
                <a:cubicBezTo>
                  <a:pt x="67" y="122"/>
                  <a:pt x="69" y="124"/>
                  <a:pt x="69" y="126"/>
                </a:cubicBezTo>
                <a:cubicBezTo>
                  <a:pt x="69" y="128"/>
                  <a:pt x="68" y="130"/>
                  <a:pt x="66" y="130"/>
                </a:cubicBezTo>
                <a:cubicBezTo>
                  <a:pt x="61" y="130"/>
                  <a:pt x="55" y="130"/>
                  <a:pt x="48" y="131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6404" name="Google Shape;315;p14"/>
          <p:cNvSpPr>
            <a:spLocks/>
          </p:cNvSpPr>
          <p:nvPr/>
        </p:nvSpPr>
        <p:spPr bwMode="auto">
          <a:xfrm>
            <a:off x="7085013" y="3529013"/>
            <a:ext cx="693737" cy="601662"/>
          </a:xfrm>
          <a:custGeom>
            <a:avLst/>
            <a:gdLst>
              <a:gd name="T0" fmla="*/ 22 w 189"/>
              <a:gd name="T1" fmla="*/ 164 h 164"/>
              <a:gd name="T2" fmla="*/ 0 w 189"/>
              <a:gd name="T3" fmla="*/ 106 h 164"/>
              <a:gd name="T4" fmla="*/ 8 w 189"/>
              <a:gd name="T5" fmla="*/ 106 h 164"/>
              <a:gd name="T6" fmla="*/ 22 w 189"/>
              <a:gd name="T7" fmla="*/ 156 h 164"/>
              <a:gd name="T8" fmla="*/ 181 w 189"/>
              <a:gd name="T9" fmla="*/ 142 h 164"/>
              <a:gd name="T10" fmla="*/ 185 w 189"/>
              <a:gd name="T11" fmla="*/ 103 h 164"/>
              <a:gd name="T12" fmla="*/ 189 w 189"/>
              <a:gd name="T13" fmla="*/ 142 h 164"/>
              <a:gd name="T14" fmla="*/ 102 w 189"/>
              <a:gd name="T15" fmla="*/ 118 h 164"/>
              <a:gd name="T16" fmla="*/ 76 w 189"/>
              <a:gd name="T17" fmla="*/ 106 h 164"/>
              <a:gd name="T18" fmla="*/ 87 w 189"/>
              <a:gd name="T19" fmla="*/ 76 h 164"/>
              <a:gd name="T20" fmla="*/ 113 w 189"/>
              <a:gd name="T21" fmla="*/ 88 h 164"/>
              <a:gd name="T22" fmla="*/ 102 w 189"/>
              <a:gd name="T23" fmla="*/ 118 h 164"/>
              <a:gd name="T24" fmla="*/ 85 w 189"/>
              <a:gd name="T25" fmla="*/ 88 h 164"/>
              <a:gd name="T26" fmla="*/ 87 w 189"/>
              <a:gd name="T27" fmla="*/ 109 h 164"/>
              <a:gd name="T28" fmla="*/ 105 w 189"/>
              <a:gd name="T29" fmla="*/ 106 h 164"/>
              <a:gd name="T30" fmla="*/ 102 w 189"/>
              <a:gd name="T31" fmla="*/ 84 h 164"/>
              <a:gd name="T32" fmla="*/ 168 w 189"/>
              <a:gd name="T33" fmla="*/ 101 h 164"/>
              <a:gd name="T34" fmla="*/ 121 w 189"/>
              <a:gd name="T35" fmla="*/ 97 h 164"/>
              <a:gd name="T36" fmla="*/ 168 w 189"/>
              <a:gd name="T37" fmla="*/ 93 h 164"/>
              <a:gd name="T38" fmla="*/ 181 w 189"/>
              <a:gd name="T39" fmla="*/ 51 h 164"/>
              <a:gd name="T40" fmla="*/ 22 w 189"/>
              <a:gd name="T41" fmla="*/ 37 h 164"/>
              <a:gd name="T42" fmla="*/ 8 w 189"/>
              <a:gd name="T43" fmla="*/ 79 h 164"/>
              <a:gd name="T44" fmla="*/ 65 w 189"/>
              <a:gd name="T45" fmla="*/ 93 h 164"/>
              <a:gd name="T46" fmla="*/ 65 w 189"/>
              <a:gd name="T47" fmla="*/ 101 h 164"/>
              <a:gd name="T48" fmla="*/ 0 w 189"/>
              <a:gd name="T49" fmla="*/ 79 h 164"/>
              <a:gd name="T50" fmla="*/ 22 w 189"/>
              <a:gd name="T51" fmla="*/ 29 h 164"/>
              <a:gd name="T52" fmla="*/ 189 w 189"/>
              <a:gd name="T53" fmla="*/ 51 h 164"/>
              <a:gd name="T54" fmla="*/ 189 w 189"/>
              <a:gd name="T55" fmla="*/ 84 h 164"/>
              <a:gd name="T56" fmla="*/ 126 w 189"/>
              <a:gd name="T57" fmla="*/ 22 h 164"/>
              <a:gd name="T58" fmla="*/ 111 w 189"/>
              <a:gd name="T59" fmla="*/ 8 h 164"/>
              <a:gd name="T60" fmla="*/ 68 w 189"/>
              <a:gd name="T61" fmla="*/ 18 h 164"/>
              <a:gd name="T62" fmla="*/ 59 w 189"/>
              <a:gd name="T63" fmla="*/ 18 h 164"/>
              <a:gd name="T64" fmla="*/ 111 w 189"/>
              <a:gd name="T65" fmla="*/ 0 h 164"/>
              <a:gd name="T66" fmla="*/ 126 w 189"/>
              <a:gd name="T67" fmla="*/ 22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9" h="164" extrusionOk="0">
                <a:moveTo>
                  <a:pt x="168" y="164"/>
                </a:moveTo>
                <a:cubicBezTo>
                  <a:pt x="22" y="164"/>
                  <a:pt x="22" y="164"/>
                  <a:pt x="22" y="164"/>
                </a:cubicBezTo>
                <a:cubicBezTo>
                  <a:pt x="10" y="164"/>
                  <a:pt x="0" y="155"/>
                  <a:pt x="0" y="142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104"/>
                  <a:pt x="2" y="102"/>
                  <a:pt x="4" y="102"/>
                </a:cubicBezTo>
                <a:cubicBezTo>
                  <a:pt x="7" y="102"/>
                  <a:pt x="8" y="104"/>
                  <a:pt x="8" y="106"/>
                </a:cubicBezTo>
                <a:cubicBezTo>
                  <a:pt x="8" y="142"/>
                  <a:pt x="8" y="142"/>
                  <a:pt x="8" y="142"/>
                </a:cubicBezTo>
                <a:cubicBezTo>
                  <a:pt x="8" y="150"/>
                  <a:pt x="15" y="156"/>
                  <a:pt x="22" y="156"/>
                </a:cubicBezTo>
                <a:cubicBezTo>
                  <a:pt x="168" y="156"/>
                  <a:pt x="168" y="156"/>
                  <a:pt x="168" y="156"/>
                </a:cubicBezTo>
                <a:cubicBezTo>
                  <a:pt x="175" y="156"/>
                  <a:pt x="181" y="150"/>
                  <a:pt x="181" y="142"/>
                </a:cubicBezTo>
                <a:cubicBezTo>
                  <a:pt x="181" y="107"/>
                  <a:pt x="181" y="107"/>
                  <a:pt x="181" y="107"/>
                </a:cubicBezTo>
                <a:cubicBezTo>
                  <a:pt x="181" y="105"/>
                  <a:pt x="183" y="103"/>
                  <a:pt x="185" y="103"/>
                </a:cubicBezTo>
                <a:cubicBezTo>
                  <a:pt x="188" y="103"/>
                  <a:pt x="189" y="105"/>
                  <a:pt x="189" y="107"/>
                </a:cubicBezTo>
                <a:cubicBezTo>
                  <a:pt x="189" y="142"/>
                  <a:pt x="189" y="142"/>
                  <a:pt x="189" y="142"/>
                </a:cubicBezTo>
                <a:cubicBezTo>
                  <a:pt x="189" y="155"/>
                  <a:pt x="180" y="164"/>
                  <a:pt x="168" y="164"/>
                </a:cubicBezTo>
                <a:close/>
                <a:moveTo>
                  <a:pt x="102" y="118"/>
                </a:moveTo>
                <a:cubicBezTo>
                  <a:pt x="87" y="118"/>
                  <a:pt x="87" y="118"/>
                  <a:pt x="87" y="118"/>
                </a:cubicBezTo>
                <a:cubicBezTo>
                  <a:pt x="81" y="118"/>
                  <a:pt x="76" y="112"/>
                  <a:pt x="76" y="106"/>
                </a:cubicBezTo>
                <a:cubicBezTo>
                  <a:pt x="76" y="88"/>
                  <a:pt x="76" y="88"/>
                  <a:pt x="76" y="88"/>
                </a:cubicBezTo>
                <a:cubicBezTo>
                  <a:pt x="76" y="81"/>
                  <a:pt x="81" y="76"/>
                  <a:pt x="87" y="76"/>
                </a:cubicBezTo>
                <a:cubicBezTo>
                  <a:pt x="102" y="76"/>
                  <a:pt x="102" y="76"/>
                  <a:pt x="102" y="76"/>
                </a:cubicBezTo>
                <a:cubicBezTo>
                  <a:pt x="108" y="76"/>
                  <a:pt x="113" y="81"/>
                  <a:pt x="113" y="88"/>
                </a:cubicBezTo>
                <a:cubicBezTo>
                  <a:pt x="113" y="106"/>
                  <a:pt x="113" y="106"/>
                  <a:pt x="113" y="106"/>
                </a:cubicBezTo>
                <a:cubicBezTo>
                  <a:pt x="113" y="112"/>
                  <a:pt x="108" y="118"/>
                  <a:pt x="102" y="118"/>
                </a:cubicBezTo>
                <a:close/>
                <a:moveTo>
                  <a:pt x="87" y="84"/>
                </a:moveTo>
                <a:cubicBezTo>
                  <a:pt x="86" y="84"/>
                  <a:pt x="85" y="86"/>
                  <a:pt x="85" y="88"/>
                </a:cubicBezTo>
                <a:cubicBezTo>
                  <a:pt x="85" y="106"/>
                  <a:pt x="85" y="106"/>
                  <a:pt x="85" y="106"/>
                </a:cubicBezTo>
                <a:cubicBezTo>
                  <a:pt x="85" y="108"/>
                  <a:pt x="86" y="109"/>
                  <a:pt x="87" y="109"/>
                </a:cubicBezTo>
                <a:cubicBezTo>
                  <a:pt x="102" y="109"/>
                  <a:pt x="102" y="109"/>
                  <a:pt x="102" y="109"/>
                </a:cubicBezTo>
                <a:cubicBezTo>
                  <a:pt x="104" y="109"/>
                  <a:pt x="105" y="108"/>
                  <a:pt x="105" y="106"/>
                </a:cubicBezTo>
                <a:cubicBezTo>
                  <a:pt x="105" y="88"/>
                  <a:pt x="105" y="88"/>
                  <a:pt x="105" y="88"/>
                </a:cubicBezTo>
                <a:cubicBezTo>
                  <a:pt x="105" y="86"/>
                  <a:pt x="104" y="84"/>
                  <a:pt x="102" y="84"/>
                </a:cubicBezTo>
                <a:lnTo>
                  <a:pt x="87" y="84"/>
                </a:lnTo>
                <a:close/>
                <a:moveTo>
                  <a:pt x="168" y="101"/>
                </a:moveTo>
                <a:cubicBezTo>
                  <a:pt x="125" y="101"/>
                  <a:pt x="125" y="101"/>
                  <a:pt x="125" y="101"/>
                </a:cubicBezTo>
                <a:cubicBezTo>
                  <a:pt x="123" y="101"/>
                  <a:pt x="121" y="99"/>
                  <a:pt x="121" y="97"/>
                </a:cubicBezTo>
                <a:cubicBezTo>
                  <a:pt x="121" y="94"/>
                  <a:pt x="123" y="93"/>
                  <a:pt x="125" y="93"/>
                </a:cubicBezTo>
                <a:cubicBezTo>
                  <a:pt x="168" y="93"/>
                  <a:pt x="168" y="93"/>
                  <a:pt x="168" y="93"/>
                </a:cubicBezTo>
                <a:cubicBezTo>
                  <a:pt x="175" y="93"/>
                  <a:pt x="181" y="86"/>
                  <a:pt x="181" y="79"/>
                </a:cubicBezTo>
                <a:cubicBezTo>
                  <a:pt x="181" y="51"/>
                  <a:pt x="181" y="51"/>
                  <a:pt x="181" y="51"/>
                </a:cubicBezTo>
                <a:cubicBezTo>
                  <a:pt x="181" y="43"/>
                  <a:pt x="175" y="37"/>
                  <a:pt x="168" y="37"/>
                </a:cubicBezTo>
                <a:cubicBezTo>
                  <a:pt x="22" y="37"/>
                  <a:pt x="22" y="37"/>
                  <a:pt x="22" y="37"/>
                </a:cubicBezTo>
                <a:cubicBezTo>
                  <a:pt x="15" y="37"/>
                  <a:pt x="8" y="43"/>
                  <a:pt x="8" y="51"/>
                </a:cubicBezTo>
                <a:cubicBezTo>
                  <a:pt x="8" y="79"/>
                  <a:pt x="8" y="79"/>
                  <a:pt x="8" y="79"/>
                </a:cubicBezTo>
                <a:cubicBezTo>
                  <a:pt x="8" y="86"/>
                  <a:pt x="15" y="93"/>
                  <a:pt x="22" y="93"/>
                </a:cubicBezTo>
                <a:cubicBezTo>
                  <a:pt x="65" y="93"/>
                  <a:pt x="65" y="93"/>
                  <a:pt x="65" y="93"/>
                </a:cubicBezTo>
                <a:cubicBezTo>
                  <a:pt x="67" y="93"/>
                  <a:pt x="69" y="94"/>
                  <a:pt x="69" y="97"/>
                </a:cubicBezTo>
                <a:cubicBezTo>
                  <a:pt x="69" y="99"/>
                  <a:pt x="67" y="101"/>
                  <a:pt x="65" y="101"/>
                </a:cubicBezTo>
                <a:cubicBezTo>
                  <a:pt x="22" y="101"/>
                  <a:pt x="22" y="101"/>
                  <a:pt x="22" y="101"/>
                </a:cubicBezTo>
                <a:cubicBezTo>
                  <a:pt x="10" y="101"/>
                  <a:pt x="0" y="91"/>
                  <a:pt x="0" y="7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9"/>
                  <a:pt x="10" y="29"/>
                  <a:pt x="22" y="29"/>
                </a:cubicBezTo>
                <a:cubicBezTo>
                  <a:pt x="168" y="29"/>
                  <a:pt x="168" y="29"/>
                  <a:pt x="168" y="29"/>
                </a:cubicBezTo>
                <a:cubicBezTo>
                  <a:pt x="180" y="29"/>
                  <a:pt x="189" y="39"/>
                  <a:pt x="189" y="51"/>
                </a:cubicBezTo>
                <a:cubicBezTo>
                  <a:pt x="189" y="82"/>
                  <a:pt x="189" y="82"/>
                  <a:pt x="189" y="82"/>
                </a:cubicBezTo>
                <a:cubicBezTo>
                  <a:pt x="189" y="83"/>
                  <a:pt x="189" y="84"/>
                  <a:pt x="189" y="84"/>
                </a:cubicBezTo>
                <a:cubicBezTo>
                  <a:pt x="187" y="94"/>
                  <a:pt x="178" y="101"/>
                  <a:pt x="168" y="101"/>
                </a:cubicBezTo>
                <a:close/>
                <a:moveTo>
                  <a:pt x="126" y="22"/>
                </a:moveTo>
                <a:cubicBezTo>
                  <a:pt x="124" y="22"/>
                  <a:pt x="122" y="20"/>
                  <a:pt x="122" y="18"/>
                </a:cubicBezTo>
                <a:cubicBezTo>
                  <a:pt x="122" y="13"/>
                  <a:pt x="117" y="8"/>
                  <a:pt x="111" y="8"/>
                </a:cubicBezTo>
                <a:cubicBezTo>
                  <a:pt x="79" y="8"/>
                  <a:pt x="79" y="8"/>
                  <a:pt x="79" y="8"/>
                </a:cubicBezTo>
                <a:cubicBezTo>
                  <a:pt x="73" y="8"/>
                  <a:pt x="68" y="13"/>
                  <a:pt x="68" y="18"/>
                </a:cubicBezTo>
                <a:cubicBezTo>
                  <a:pt x="68" y="20"/>
                  <a:pt x="66" y="22"/>
                  <a:pt x="63" y="22"/>
                </a:cubicBezTo>
                <a:cubicBezTo>
                  <a:pt x="61" y="22"/>
                  <a:pt x="59" y="20"/>
                  <a:pt x="59" y="18"/>
                </a:cubicBezTo>
                <a:cubicBezTo>
                  <a:pt x="59" y="8"/>
                  <a:pt x="68" y="0"/>
                  <a:pt x="79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22" y="0"/>
                  <a:pt x="130" y="8"/>
                  <a:pt x="130" y="18"/>
                </a:cubicBezTo>
                <a:cubicBezTo>
                  <a:pt x="130" y="20"/>
                  <a:pt x="129" y="22"/>
                  <a:pt x="126" y="22"/>
                </a:cubicBezTo>
                <a:close/>
              </a:path>
            </a:pathLst>
          </a:custGeom>
          <a:solidFill>
            <a:srgbClr val="B8BAB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6405" name="Google Shape;316;p14"/>
          <p:cNvSpPr>
            <a:spLocks/>
          </p:cNvSpPr>
          <p:nvPr/>
        </p:nvSpPr>
        <p:spPr bwMode="auto">
          <a:xfrm>
            <a:off x="9683750" y="3535363"/>
            <a:ext cx="708025" cy="635000"/>
          </a:xfrm>
          <a:custGeom>
            <a:avLst/>
            <a:gdLst>
              <a:gd name="T0" fmla="*/ 31 w 193"/>
              <a:gd name="T1" fmla="*/ 89 h 173"/>
              <a:gd name="T2" fmla="*/ 42 w 193"/>
              <a:gd name="T3" fmla="*/ 144 h 173"/>
              <a:gd name="T4" fmla="*/ 63 w 193"/>
              <a:gd name="T5" fmla="*/ 133 h 173"/>
              <a:gd name="T6" fmla="*/ 52 w 193"/>
              <a:gd name="T7" fmla="*/ 78 h 173"/>
              <a:gd name="T8" fmla="*/ 55 w 193"/>
              <a:gd name="T9" fmla="*/ 89 h 173"/>
              <a:gd name="T10" fmla="*/ 52 w 193"/>
              <a:gd name="T11" fmla="*/ 136 h 173"/>
              <a:gd name="T12" fmla="*/ 39 w 193"/>
              <a:gd name="T13" fmla="*/ 133 h 173"/>
              <a:gd name="T14" fmla="*/ 42 w 193"/>
              <a:gd name="T15" fmla="*/ 87 h 173"/>
              <a:gd name="T16" fmla="*/ 55 w 193"/>
              <a:gd name="T17" fmla="*/ 89 h 173"/>
              <a:gd name="T18" fmla="*/ 70 w 193"/>
              <a:gd name="T19" fmla="*/ 73 h 173"/>
              <a:gd name="T20" fmla="*/ 81 w 193"/>
              <a:gd name="T21" fmla="*/ 144 h 173"/>
              <a:gd name="T22" fmla="*/ 102 w 193"/>
              <a:gd name="T23" fmla="*/ 133 h 173"/>
              <a:gd name="T24" fmla="*/ 92 w 193"/>
              <a:gd name="T25" fmla="*/ 63 h 173"/>
              <a:gd name="T26" fmla="*/ 94 w 193"/>
              <a:gd name="T27" fmla="*/ 73 h 173"/>
              <a:gd name="T28" fmla="*/ 92 w 193"/>
              <a:gd name="T29" fmla="*/ 136 h 173"/>
              <a:gd name="T30" fmla="*/ 78 w 193"/>
              <a:gd name="T31" fmla="*/ 133 h 173"/>
              <a:gd name="T32" fmla="*/ 81 w 193"/>
              <a:gd name="T33" fmla="*/ 71 h 173"/>
              <a:gd name="T34" fmla="*/ 94 w 193"/>
              <a:gd name="T35" fmla="*/ 73 h 173"/>
              <a:gd name="T36" fmla="*/ 109 w 193"/>
              <a:gd name="T37" fmla="*/ 60 h 173"/>
              <a:gd name="T38" fmla="*/ 120 w 193"/>
              <a:gd name="T39" fmla="*/ 144 h 173"/>
              <a:gd name="T40" fmla="*/ 141 w 193"/>
              <a:gd name="T41" fmla="*/ 133 h 173"/>
              <a:gd name="T42" fmla="*/ 131 w 193"/>
              <a:gd name="T43" fmla="*/ 49 h 173"/>
              <a:gd name="T44" fmla="*/ 133 w 193"/>
              <a:gd name="T45" fmla="*/ 60 h 173"/>
              <a:gd name="T46" fmla="*/ 131 w 193"/>
              <a:gd name="T47" fmla="*/ 136 h 173"/>
              <a:gd name="T48" fmla="*/ 118 w 193"/>
              <a:gd name="T49" fmla="*/ 133 h 173"/>
              <a:gd name="T50" fmla="*/ 120 w 193"/>
              <a:gd name="T51" fmla="*/ 58 h 173"/>
              <a:gd name="T52" fmla="*/ 133 w 193"/>
              <a:gd name="T53" fmla="*/ 60 h 173"/>
              <a:gd name="T54" fmla="*/ 149 w 193"/>
              <a:gd name="T55" fmla="*/ 133 h 173"/>
              <a:gd name="T56" fmla="*/ 170 w 193"/>
              <a:gd name="T57" fmla="*/ 144 h 173"/>
              <a:gd name="T58" fmla="*/ 181 w 193"/>
              <a:gd name="T59" fmla="*/ 46 h 173"/>
              <a:gd name="T60" fmla="*/ 159 w 193"/>
              <a:gd name="T61" fmla="*/ 35 h 173"/>
              <a:gd name="T62" fmla="*/ 172 w 193"/>
              <a:gd name="T63" fmla="*/ 46 h 173"/>
              <a:gd name="T64" fmla="*/ 170 w 193"/>
              <a:gd name="T65" fmla="*/ 136 h 173"/>
              <a:gd name="T66" fmla="*/ 157 w 193"/>
              <a:gd name="T67" fmla="*/ 133 h 173"/>
              <a:gd name="T68" fmla="*/ 159 w 193"/>
              <a:gd name="T69" fmla="*/ 44 h 173"/>
              <a:gd name="T70" fmla="*/ 172 w 193"/>
              <a:gd name="T71" fmla="*/ 46 h 173"/>
              <a:gd name="T72" fmla="*/ 151 w 193"/>
              <a:gd name="T73" fmla="*/ 9 h 173"/>
              <a:gd name="T74" fmla="*/ 155 w 193"/>
              <a:gd name="T75" fmla="*/ 3 h 173"/>
              <a:gd name="T76" fmla="*/ 161 w 193"/>
              <a:gd name="T77" fmla="*/ 16 h 173"/>
              <a:gd name="T78" fmla="*/ 154 w 193"/>
              <a:gd name="T79" fmla="*/ 17 h 173"/>
              <a:gd name="T80" fmla="*/ 37 w 193"/>
              <a:gd name="T81" fmla="*/ 60 h 173"/>
              <a:gd name="T82" fmla="*/ 32 w 193"/>
              <a:gd name="T83" fmla="*/ 57 h 173"/>
              <a:gd name="T84" fmla="*/ 99 w 193"/>
              <a:gd name="T85" fmla="*/ 34 h 173"/>
              <a:gd name="T86" fmla="*/ 186 w 193"/>
              <a:gd name="T87" fmla="*/ 166 h 173"/>
              <a:gd name="T88" fmla="*/ 180 w 193"/>
              <a:gd name="T89" fmla="*/ 163 h 173"/>
              <a:gd name="T90" fmla="*/ 12 w 193"/>
              <a:gd name="T91" fmla="*/ 159 h 173"/>
              <a:gd name="T92" fmla="*/ 0 w 193"/>
              <a:gd name="T93" fmla="*/ 27 h 173"/>
              <a:gd name="T94" fmla="*/ 16 w 193"/>
              <a:gd name="T95" fmla="*/ 13 h 173"/>
              <a:gd name="T96" fmla="*/ 32 w 193"/>
              <a:gd name="T97" fmla="*/ 27 h 173"/>
              <a:gd name="T98" fmla="*/ 20 w 193"/>
              <a:gd name="T99" fmla="*/ 155 h 173"/>
              <a:gd name="T100" fmla="*/ 180 w 193"/>
              <a:gd name="T101" fmla="*/ 145 h 173"/>
              <a:gd name="T102" fmla="*/ 193 w 193"/>
              <a:gd name="T103" fmla="*/ 159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93" h="173" extrusionOk="0">
                <a:moveTo>
                  <a:pt x="42" y="78"/>
                </a:moveTo>
                <a:cubicBezTo>
                  <a:pt x="36" y="78"/>
                  <a:pt x="31" y="83"/>
                  <a:pt x="31" y="89"/>
                </a:cubicBezTo>
                <a:cubicBezTo>
                  <a:pt x="31" y="133"/>
                  <a:pt x="31" y="133"/>
                  <a:pt x="31" y="133"/>
                </a:cubicBezTo>
                <a:cubicBezTo>
                  <a:pt x="31" y="139"/>
                  <a:pt x="36" y="144"/>
                  <a:pt x="42" y="144"/>
                </a:cubicBezTo>
                <a:cubicBezTo>
                  <a:pt x="52" y="144"/>
                  <a:pt x="52" y="144"/>
                  <a:pt x="52" y="144"/>
                </a:cubicBezTo>
                <a:cubicBezTo>
                  <a:pt x="58" y="144"/>
                  <a:pt x="63" y="139"/>
                  <a:pt x="63" y="133"/>
                </a:cubicBezTo>
                <a:cubicBezTo>
                  <a:pt x="63" y="89"/>
                  <a:pt x="63" y="89"/>
                  <a:pt x="63" y="89"/>
                </a:cubicBezTo>
                <a:cubicBezTo>
                  <a:pt x="63" y="83"/>
                  <a:pt x="58" y="78"/>
                  <a:pt x="52" y="78"/>
                </a:cubicBezTo>
                <a:lnTo>
                  <a:pt x="42" y="78"/>
                </a:lnTo>
                <a:close/>
                <a:moveTo>
                  <a:pt x="55" y="89"/>
                </a:moveTo>
                <a:cubicBezTo>
                  <a:pt x="55" y="133"/>
                  <a:pt x="55" y="133"/>
                  <a:pt x="55" y="133"/>
                </a:cubicBezTo>
                <a:cubicBezTo>
                  <a:pt x="55" y="135"/>
                  <a:pt x="54" y="136"/>
                  <a:pt x="52" y="136"/>
                </a:cubicBezTo>
                <a:cubicBezTo>
                  <a:pt x="42" y="136"/>
                  <a:pt x="42" y="136"/>
                  <a:pt x="42" y="136"/>
                </a:cubicBezTo>
                <a:cubicBezTo>
                  <a:pt x="40" y="136"/>
                  <a:pt x="39" y="135"/>
                  <a:pt x="39" y="133"/>
                </a:cubicBezTo>
                <a:cubicBezTo>
                  <a:pt x="39" y="89"/>
                  <a:pt x="39" y="89"/>
                  <a:pt x="39" y="89"/>
                </a:cubicBezTo>
                <a:cubicBezTo>
                  <a:pt x="39" y="88"/>
                  <a:pt x="40" y="87"/>
                  <a:pt x="42" y="87"/>
                </a:cubicBezTo>
                <a:cubicBezTo>
                  <a:pt x="52" y="87"/>
                  <a:pt x="52" y="87"/>
                  <a:pt x="52" y="87"/>
                </a:cubicBezTo>
                <a:cubicBezTo>
                  <a:pt x="54" y="87"/>
                  <a:pt x="55" y="88"/>
                  <a:pt x="55" y="89"/>
                </a:cubicBezTo>
                <a:close/>
                <a:moveTo>
                  <a:pt x="81" y="63"/>
                </a:moveTo>
                <a:cubicBezTo>
                  <a:pt x="75" y="63"/>
                  <a:pt x="70" y="67"/>
                  <a:pt x="70" y="73"/>
                </a:cubicBezTo>
                <a:cubicBezTo>
                  <a:pt x="70" y="133"/>
                  <a:pt x="70" y="133"/>
                  <a:pt x="70" y="133"/>
                </a:cubicBezTo>
                <a:cubicBezTo>
                  <a:pt x="70" y="139"/>
                  <a:pt x="75" y="144"/>
                  <a:pt x="81" y="144"/>
                </a:cubicBezTo>
                <a:cubicBezTo>
                  <a:pt x="92" y="144"/>
                  <a:pt x="92" y="144"/>
                  <a:pt x="92" y="144"/>
                </a:cubicBezTo>
                <a:cubicBezTo>
                  <a:pt x="97" y="144"/>
                  <a:pt x="102" y="139"/>
                  <a:pt x="102" y="133"/>
                </a:cubicBezTo>
                <a:cubicBezTo>
                  <a:pt x="102" y="73"/>
                  <a:pt x="102" y="73"/>
                  <a:pt x="102" y="73"/>
                </a:cubicBezTo>
                <a:cubicBezTo>
                  <a:pt x="102" y="67"/>
                  <a:pt x="97" y="63"/>
                  <a:pt x="92" y="63"/>
                </a:cubicBezTo>
                <a:lnTo>
                  <a:pt x="81" y="63"/>
                </a:lnTo>
                <a:close/>
                <a:moveTo>
                  <a:pt x="94" y="73"/>
                </a:moveTo>
                <a:cubicBezTo>
                  <a:pt x="94" y="133"/>
                  <a:pt x="94" y="133"/>
                  <a:pt x="94" y="133"/>
                </a:cubicBezTo>
                <a:cubicBezTo>
                  <a:pt x="94" y="135"/>
                  <a:pt x="93" y="136"/>
                  <a:pt x="92" y="136"/>
                </a:cubicBezTo>
                <a:cubicBezTo>
                  <a:pt x="81" y="136"/>
                  <a:pt x="81" y="136"/>
                  <a:pt x="81" y="136"/>
                </a:cubicBezTo>
                <a:cubicBezTo>
                  <a:pt x="80" y="136"/>
                  <a:pt x="78" y="135"/>
                  <a:pt x="78" y="133"/>
                </a:cubicBezTo>
                <a:cubicBezTo>
                  <a:pt x="78" y="73"/>
                  <a:pt x="78" y="73"/>
                  <a:pt x="78" y="73"/>
                </a:cubicBezTo>
                <a:cubicBezTo>
                  <a:pt x="78" y="72"/>
                  <a:pt x="80" y="71"/>
                  <a:pt x="81" y="71"/>
                </a:cubicBezTo>
                <a:cubicBezTo>
                  <a:pt x="92" y="71"/>
                  <a:pt x="92" y="71"/>
                  <a:pt x="92" y="71"/>
                </a:cubicBezTo>
                <a:cubicBezTo>
                  <a:pt x="93" y="71"/>
                  <a:pt x="94" y="72"/>
                  <a:pt x="94" y="73"/>
                </a:cubicBezTo>
                <a:close/>
                <a:moveTo>
                  <a:pt x="120" y="49"/>
                </a:moveTo>
                <a:cubicBezTo>
                  <a:pt x="114" y="49"/>
                  <a:pt x="109" y="54"/>
                  <a:pt x="109" y="60"/>
                </a:cubicBezTo>
                <a:cubicBezTo>
                  <a:pt x="109" y="133"/>
                  <a:pt x="109" y="133"/>
                  <a:pt x="109" y="133"/>
                </a:cubicBezTo>
                <a:cubicBezTo>
                  <a:pt x="109" y="139"/>
                  <a:pt x="114" y="144"/>
                  <a:pt x="120" y="144"/>
                </a:cubicBezTo>
                <a:cubicBezTo>
                  <a:pt x="131" y="144"/>
                  <a:pt x="131" y="144"/>
                  <a:pt x="131" y="144"/>
                </a:cubicBezTo>
                <a:cubicBezTo>
                  <a:pt x="137" y="144"/>
                  <a:pt x="141" y="139"/>
                  <a:pt x="141" y="133"/>
                </a:cubicBezTo>
                <a:cubicBezTo>
                  <a:pt x="141" y="60"/>
                  <a:pt x="141" y="60"/>
                  <a:pt x="141" y="60"/>
                </a:cubicBezTo>
                <a:cubicBezTo>
                  <a:pt x="141" y="54"/>
                  <a:pt x="137" y="49"/>
                  <a:pt x="131" y="49"/>
                </a:cubicBezTo>
                <a:lnTo>
                  <a:pt x="120" y="49"/>
                </a:lnTo>
                <a:close/>
                <a:moveTo>
                  <a:pt x="133" y="60"/>
                </a:moveTo>
                <a:cubicBezTo>
                  <a:pt x="133" y="133"/>
                  <a:pt x="133" y="133"/>
                  <a:pt x="133" y="133"/>
                </a:cubicBezTo>
                <a:cubicBezTo>
                  <a:pt x="133" y="135"/>
                  <a:pt x="132" y="136"/>
                  <a:pt x="131" y="136"/>
                </a:cubicBezTo>
                <a:cubicBezTo>
                  <a:pt x="120" y="136"/>
                  <a:pt x="120" y="136"/>
                  <a:pt x="120" y="136"/>
                </a:cubicBezTo>
                <a:cubicBezTo>
                  <a:pt x="119" y="136"/>
                  <a:pt x="118" y="135"/>
                  <a:pt x="118" y="133"/>
                </a:cubicBezTo>
                <a:cubicBezTo>
                  <a:pt x="118" y="60"/>
                  <a:pt x="118" y="60"/>
                  <a:pt x="118" y="60"/>
                </a:cubicBezTo>
                <a:cubicBezTo>
                  <a:pt x="118" y="59"/>
                  <a:pt x="119" y="58"/>
                  <a:pt x="120" y="58"/>
                </a:cubicBezTo>
                <a:cubicBezTo>
                  <a:pt x="131" y="58"/>
                  <a:pt x="131" y="58"/>
                  <a:pt x="131" y="58"/>
                </a:cubicBezTo>
                <a:cubicBezTo>
                  <a:pt x="132" y="58"/>
                  <a:pt x="133" y="59"/>
                  <a:pt x="133" y="60"/>
                </a:cubicBezTo>
                <a:close/>
                <a:moveTo>
                  <a:pt x="149" y="46"/>
                </a:moveTo>
                <a:cubicBezTo>
                  <a:pt x="149" y="133"/>
                  <a:pt x="149" y="133"/>
                  <a:pt x="149" y="133"/>
                </a:cubicBezTo>
                <a:cubicBezTo>
                  <a:pt x="149" y="139"/>
                  <a:pt x="154" y="144"/>
                  <a:pt x="159" y="144"/>
                </a:cubicBezTo>
                <a:cubicBezTo>
                  <a:pt x="170" y="144"/>
                  <a:pt x="170" y="144"/>
                  <a:pt x="170" y="144"/>
                </a:cubicBezTo>
                <a:cubicBezTo>
                  <a:pt x="176" y="144"/>
                  <a:pt x="181" y="139"/>
                  <a:pt x="181" y="133"/>
                </a:cubicBezTo>
                <a:cubicBezTo>
                  <a:pt x="181" y="46"/>
                  <a:pt x="181" y="46"/>
                  <a:pt x="181" y="46"/>
                </a:cubicBezTo>
                <a:cubicBezTo>
                  <a:pt x="181" y="40"/>
                  <a:pt x="176" y="35"/>
                  <a:pt x="170" y="35"/>
                </a:cubicBezTo>
                <a:cubicBezTo>
                  <a:pt x="159" y="35"/>
                  <a:pt x="159" y="35"/>
                  <a:pt x="159" y="35"/>
                </a:cubicBezTo>
                <a:cubicBezTo>
                  <a:pt x="154" y="35"/>
                  <a:pt x="149" y="40"/>
                  <a:pt x="149" y="46"/>
                </a:cubicBezTo>
                <a:close/>
                <a:moveTo>
                  <a:pt x="172" y="46"/>
                </a:moveTo>
                <a:cubicBezTo>
                  <a:pt x="172" y="133"/>
                  <a:pt x="172" y="133"/>
                  <a:pt x="172" y="133"/>
                </a:cubicBezTo>
                <a:cubicBezTo>
                  <a:pt x="172" y="135"/>
                  <a:pt x="171" y="136"/>
                  <a:pt x="170" y="136"/>
                </a:cubicBezTo>
                <a:cubicBezTo>
                  <a:pt x="159" y="136"/>
                  <a:pt x="159" y="136"/>
                  <a:pt x="159" y="136"/>
                </a:cubicBezTo>
                <a:cubicBezTo>
                  <a:pt x="158" y="136"/>
                  <a:pt x="157" y="135"/>
                  <a:pt x="157" y="133"/>
                </a:cubicBezTo>
                <a:cubicBezTo>
                  <a:pt x="157" y="46"/>
                  <a:pt x="157" y="46"/>
                  <a:pt x="157" y="46"/>
                </a:cubicBezTo>
                <a:cubicBezTo>
                  <a:pt x="157" y="45"/>
                  <a:pt x="158" y="44"/>
                  <a:pt x="159" y="44"/>
                </a:cubicBezTo>
                <a:cubicBezTo>
                  <a:pt x="170" y="44"/>
                  <a:pt x="170" y="44"/>
                  <a:pt x="170" y="44"/>
                </a:cubicBezTo>
                <a:cubicBezTo>
                  <a:pt x="171" y="44"/>
                  <a:pt x="172" y="45"/>
                  <a:pt x="172" y="46"/>
                </a:cubicBezTo>
                <a:close/>
                <a:moveTo>
                  <a:pt x="99" y="34"/>
                </a:moveTo>
                <a:cubicBezTo>
                  <a:pt x="125" y="24"/>
                  <a:pt x="150" y="9"/>
                  <a:pt x="151" y="9"/>
                </a:cubicBezTo>
                <a:cubicBezTo>
                  <a:pt x="146" y="0"/>
                  <a:pt x="146" y="0"/>
                  <a:pt x="146" y="0"/>
                </a:cubicBezTo>
                <a:cubicBezTo>
                  <a:pt x="155" y="3"/>
                  <a:pt x="155" y="3"/>
                  <a:pt x="155" y="3"/>
                </a:cubicBezTo>
                <a:cubicBezTo>
                  <a:pt x="164" y="7"/>
                  <a:pt x="164" y="7"/>
                  <a:pt x="164" y="7"/>
                </a:cubicBezTo>
                <a:cubicBezTo>
                  <a:pt x="161" y="16"/>
                  <a:pt x="161" y="16"/>
                  <a:pt x="161" y="16"/>
                </a:cubicBezTo>
                <a:cubicBezTo>
                  <a:pt x="159" y="26"/>
                  <a:pt x="159" y="26"/>
                  <a:pt x="159" y="26"/>
                </a:cubicBezTo>
                <a:cubicBezTo>
                  <a:pt x="154" y="17"/>
                  <a:pt x="154" y="17"/>
                  <a:pt x="154" y="17"/>
                </a:cubicBezTo>
                <a:cubicBezTo>
                  <a:pt x="151" y="19"/>
                  <a:pt x="127" y="33"/>
                  <a:pt x="102" y="42"/>
                </a:cubicBezTo>
                <a:cubicBezTo>
                  <a:pt x="74" y="53"/>
                  <a:pt x="37" y="60"/>
                  <a:pt x="37" y="60"/>
                </a:cubicBezTo>
                <a:cubicBezTo>
                  <a:pt x="37" y="61"/>
                  <a:pt x="37" y="61"/>
                  <a:pt x="36" y="61"/>
                </a:cubicBezTo>
                <a:cubicBezTo>
                  <a:pt x="34" y="61"/>
                  <a:pt x="33" y="59"/>
                  <a:pt x="32" y="57"/>
                </a:cubicBezTo>
                <a:cubicBezTo>
                  <a:pt x="32" y="55"/>
                  <a:pt x="33" y="53"/>
                  <a:pt x="35" y="52"/>
                </a:cubicBezTo>
                <a:cubicBezTo>
                  <a:pt x="36" y="52"/>
                  <a:pt x="71" y="45"/>
                  <a:pt x="99" y="34"/>
                </a:cubicBezTo>
                <a:close/>
                <a:moveTo>
                  <a:pt x="193" y="159"/>
                </a:moveTo>
                <a:cubicBezTo>
                  <a:pt x="186" y="166"/>
                  <a:pt x="186" y="166"/>
                  <a:pt x="186" y="166"/>
                </a:cubicBezTo>
                <a:cubicBezTo>
                  <a:pt x="180" y="173"/>
                  <a:pt x="180" y="173"/>
                  <a:pt x="180" y="173"/>
                </a:cubicBezTo>
                <a:cubicBezTo>
                  <a:pt x="180" y="163"/>
                  <a:pt x="180" y="163"/>
                  <a:pt x="180" y="163"/>
                </a:cubicBezTo>
                <a:cubicBezTo>
                  <a:pt x="16" y="163"/>
                  <a:pt x="16" y="163"/>
                  <a:pt x="16" y="163"/>
                </a:cubicBezTo>
                <a:cubicBezTo>
                  <a:pt x="14" y="163"/>
                  <a:pt x="12" y="161"/>
                  <a:pt x="12" y="159"/>
                </a:cubicBezTo>
                <a:cubicBezTo>
                  <a:pt x="12" y="27"/>
                  <a:pt x="12" y="27"/>
                  <a:pt x="12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8" y="20"/>
                  <a:pt x="8" y="20"/>
                  <a:pt x="8" y="20"/>
                </a:cubicBezTo>
                <a:cubicBezTo>
                  <a:pt x="16" y="13"/>
                  <a:pt x="16" y="13"/>
                  <a:pt x="16" y="13"/>
                </a:cubicBezTo>
                <a:cubicBezTo>
                  <a:pt x="24" y="20"/>
                  <a:pt x="24" y="20"/>
                  <a:pt x="24" y="20"/>
                </a:cubicBezTo>
                <a:cubicBezTo>
                  <a:pt x="32" y="27"/>
                  <a:pt x="32" y="27"/>
                  <a:pt x="32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155"/>
                  <a:pt x="20" y="155"/>
                  <a:pt x="20" y="155"/>
                </a:cubicBezTo>
                <a:cubicBezTo>
                  <a:pt x="180" y="155"/>
                  <a:pt x="180" y="155"/>
                  <a:pt x="180" y="155"/>
                </a:cubicBezTo>
                <a:cubicBezTo>
                  <a:pt x="180" y="145"/>
                  <a:pt x="180" y="145"/>
                  <a:pt x="180" y="145"/>
                </a:cubicBezTo>
                <a:cubicBezTo>
                  <a:pt x="186" y="152"/>
                  <a:pt x="186" y="152"/>
                  <a:pt x="186" y="152"/>
                </a:cubicBezTo>
                <a:lnTo>
                  <a:pt x="193" y="159"/>
                </a:ln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6406" name="Google Shape;317;p14"/>
          <p:cNvSpPr>
            <a:spLocks/>
          </p:cNvSpPr>
          <p:nvPr/>
        </p:nvSpPr>
        <p:spPr bwMode="auto">
          <a:xfrm>
            <a:off x="1582738" y="3448050"/>
            <a:ext cx="688975" cy="811213"/>
          </a:xfrm>
          <a:custGeom>
            <a:avLst/>
            <a:gdLst>
              <a:gd name="T0" fmla="*/ 77 w 188"/>
              <a:gd name="T1" fmla="*/ 221 h 221"/>
              <a:gd name="T2" fmla="*/ 77 w 188"/>
              <a:gd name="T3" fmla="*/ 213 h 221"/>
              <a:gd name="T4" fmla="*/ 112 w 188"/>
              <a:gd name="T5" fmla="*/ 217 h 221"/>
              <a:gd name="T6" fmla="*/ 117 w 188"/>
              <a:gd name="T7" fmla="*/ 207 h 221"/>
              <a:gd name="T8" fmla="*/ 65 w 188"/>
              <a:gd name="T9" fmla="*/ 202 h 221"/>
              <a:gd name="T10" fmla="*/ 117 w 188"/>
              <a:gd name="T11" fmla="*/ 198 h 221"/>
              <a:gd name="T12" fmla="*/ 117 w 188"/>
              <a:gd name="T13" fmla="*/ 207 h 221"/>
              <a:gd name="T14" fmla="*/ 74 w 188"/>
              <a:gd name="T15" fmla="*/ 191 h 221"/>
              <a:gd name="T16" fmla="*/ 60 w 188"/>
              <a:gd name="T17" fmla="*/ 181 h 221"/>
              <a:gd name="T18" fmla="*/ 57 w 188"/>
              <a:gd name="T19" fmla="*/ 160 h 221"/>
              <a:gd name="T20" fmla="*/ 32 w 188"/>
              <a:gd name="T21" fmla="*/ 82 h 221"/>
              <a:gd name="T22" fmla="*/ 152 w 188"/>
              <a:gd name="T23" fmla="*/ 82 h 221"/>
              <a:gd name="T24" fmla="*/ 127 w 188"/>
              <a:gd name="T25" fmla="*/ 160 h 221"/>
              <a:gd name="T26" fmla="*/ 124 w 188"/>
              <a:gd name="T27" fmla="*/ 181 h 221"/>
              <a:gd name="T28" fmla="*/ 92 w 188"/>
              <a:gd name="T29" fmla="*/ 191 h 221"/>
              <a:gd name="T30" fmla="*/ 110 w 188"/>
              <a:gd name="T31" fmla="*/ 183 h 221"/>
              <a:gd name="T32" fmla="*/ 117 w 188"/>
              <a:gd name="T33" fmla="*/ 171 h 221"/>
              <a:gd name="T34" fmla="*/ 137 w 188"/>
              <a:gd name="T35" fmla="*/ 124 h 221"/>
              <a:gd name="T36" fmla="*/ 92 w 188"/>
              <a:gd name="T37" fmla="*/ 48 h 221"/>
              <a:gd name="T38" fmla="*/ 47 w 188"/>
              <a:gd name="T39" fmla="*/ 124 h 221"/>
              <a:gd name="T40" fmla="*/ 67 w 188"/>
              <a:gd name="T41" fmla="*/ 171 h 221"/>
              <a:gd name="T42" fmla="*/ 74 w 188"/>
              <a:gd name="T43" fmla="*/ 183 h 221"/>
              <a:gd name="T44" fmla="*/ 20 w 188"/>
              <a:gd name="T45" fmla="*/ 101 h 221"/>
              <a:gd name="T46" fmla="*/ 0 w 188"/>
              <a:gd name="T47" fmla="*/ 97 h 221"/>
              <a:gd name="T48" fmla="*/ 20 w 188"/>
              <a:gd name="T49" fmla="*/ 93 h 221"/>
              <a:gd name="T50" fmla="*/ 20 w 188"/>
              <a:gd name="T51" fmla="*/ 101 h 221"/>
              <a:gd name="T52" fmla="*/ 164 w 188"/>
              <a:gd name="T53" fmla="*/ 98 h 221"/>
              <a:gd name="T54" fmla="*/ 164 w 188"/>
              <a:gd name="T55" fmla="*/ 90 h 221"/>
              <a:gd name="T56" fmla="*/ 188 w 188"/>
              <a:gd name="T57" fmla="*/ 94 h 221"/>
              <a:gd name="T58" fmla="*/ 55 w 188"/>
              <a:gd name="T59" fmla="*/ 95 h 221"/>
              <a:gd name="T60" fmla="*/ 51 w 188"/>
              <a:gd name="T61" fmla="*/ 90 h 221"/>
              <a:gd name="T62" fmla="*/ 94 w 188"/>
              <a:gd name="T63" fmla="*/ 60 h 221"/>
              <a:gd name="T64" fmla="*/ 94 w 188"/>
              <a:gd name="T65" fmla="*/ 68 h 221"/>
              <a:gd name="T66" fmla="*/ 55 w 188"/>
              <a:gd name="T67" fmla="*/ 95 h 221"/>
              <a:gd name="T68" fmla="*/ 142 w 188"/>
              <a:gd name="T69" fmla="*/ 49 h 221"/>
              <a:gd name="T70" fmla="*/ 156 w 188"/>
              <a:gd name="T71" fmla="*/ 29 h 221"/>
              <a:gd name="T72" fmla="*/ 162 w 188"/>
              <a:gd name="T73" fmla="*/ 35 h 221"/>
              <a:gd name="T74" fmla="*/ 145 w 188"/>
              <a:gd name="T75" fmla="*/ 50 h 221"/>
              <a:gd name="T76" fmla="*/ 38 w 188"/>
              <a:gd name="T77" fmla="*/ 49 h 221"/>
              <a:gd name="T78" fmla="*/ 24 w 188"/>
              <a:gd name="T79" fmla="*/ 29 h 221"/>
              <a:gd name="T80" fmla="*/ 43 w 188"/>
              <a:gd name="T81" fmla="*/ 43 h 221"/>
              <a:gd name="T82" fmla="*/ 40 w 188"/>
              <a:gd name="T83" fmla="*/ 50 h 221"/>
              <a:gd name="T84" fmla="*/ 88 w 188"/>
              <a:gd name="T85" fmla="*/ 27 h 221"/>
              <a:gd name="T86" fmla="*/ 92 w 188"/>
              <a:gd name="T87" fmla="*/ 0 h 221"/>
              <a:gd name="T88" fmla="*/ 96 w 188"/>
              <a:gd name="T89" fmla="*/ 27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88" h="221" extrusionOk="0">
                <a:moveTo>
                  <a:pt x="108" y="221"/>
                </a:moveTo>
                <a:cubicBezTo>
                  <a:pt x="77" y="221"/>
                  <a:pt x="77" y="221"/>
                  <a:pt x="77" y="221"/>
                </a:cubicBezTo>
                <a:cubicBezTo>
                  <a:pt x="75" y="221"/>
                  <a:pt x="73" y="219"/>
                  <a:pt x="73" y="217"/>
                </a:cubicBezTo>
                <a:cubicBezTo>
                  <a:pt x="73" y="214"/>
                  <a:pt x="75" y="213"/>
                  <a:pt x="77" y="213"/>
                </a:cubicBezTo>
                <a:cubicBezTo>
                  <a:pt x="108" y="213"/>
                  <a:pt x="108" y="213"/>
                  <a:pt x="108" y="213"/>
                </a:cubicBezTo>
                <a:cubicBezTo>
                  <a:pt x="110" y="213"/>
                  <a:pt x="112" y="214"/>
                  <a:pt x="112" y="217"/>
                </a:cubicBezTo>
                <a:cubicBezTo>
                  <a:pt x="112" y="219"/>
                  <a:pt x="110" y="221"/>
                  <a:pt x="108" y="221"/>
                </a:cubicBezTo>
                <a:close/>
                <a:moveTo>
                  <a:pt x="117" y="207"/>
                </a:moveTo>
                <a:cubicBezTo>
                  <a:pt x="69" y="207"/>
                  <a:pt x="69" y="207"/>
                  <a:pt x="69" y="207"/>
                </a:cubicBezTo>
                <a:cubicBezTo>
                  <a:pt x="66" y="207"/>
                  <a:pt x="65" y="205"/>
                  <a:pt x="65" y="202"/>
                </a:cubicBezTo>
                <a:cubicBezTo>
                  <a:pt x="65" y="200"/>
                  <a:pt x="66" y="198"/>
                  <a:pt x="69" y="198"/>
                </a:cubicBezTo>
                <a:cubicBezTo>
                  <a:pt x="117" y="198"/>
                  <a:pt x="117" y="198"/>
                  <a:pt x="117" y="198"/>
                </a:cubicBezTo>
                <a:cubicBezTo>
                  <a:pt x="119" y="198"/>
                  <a:pt x="121" y="200"/>
                  <a:pt x="121" y="202"/>
                </a:cubicBezTo>
                <a:cubicBezTo>
                  <a:pt x="121" y="205"/>
                  <a:pt x="119" y="207"/>
                  <a:pt x="117" y="207"/>
                </a:cubicBezTo>
                <a:close/>
                <a:moveTo>
                  <a:pt x="92" y="191"/>
                </a:moveTo>
                <a:cubicBezTo>
                  <a:pt x="84" y="191"/>
                  <a:pt x="75" y="191"/>
                  <a:pt x="74" y="191"/>
                </a:cubicBezTo>
                <a:cubicBezTo>
                  <a:pt x="74" y="191"/>
                  <a:pt x="74" y="191"/>
                  <a:pt x="74" y="191"/>
                </a:cubicBezTo>
                <a:cubicBezTo>
                  <a:pt x="66" y="191"/>
                  <a:pt x="62" y="188"/>
                  <a:pt x="60" y="181"/>
                </a:cubicBezTo>
                <a:cubicBezTo>
                  <a:pt x="59" y="177"/>
                  <a:pt x="59" y="174"/>
                  <a:pt x="59" y="171"/>
                </a:cubicBezTo>
                <a:cubicBezTo>
                  <a:pt x="59" y="167"/>
                  <a:pt x="59" y="163"/>
                  <a:pt x="57" y="160"/>
                </a:cubicBezTo>
                <a:cubicBezTo>
                  <a:pt x="50" y="148"/>
                  <a:pt x="46" y="140"/>
                  <a:pt x="40" y="128"/>
                </a:cubicBezTo>
                <a:cubicBezTo>
                  <a:pt x="34" y="116"/>
                  <a:pt x="27" y="99"/>
                  <a:pt x="32" y="82"/>
                </a:cubicBezTo>
                <a:cubicBezTo>
                  <a:pt x="37" y="61"/>
                  <a:pt x="59" y="39"/>
                  <a:pt x="92" y="39"/>
                </a:cubicBezTo>
                <a:cubicBezTo>
                  <a:pt x="125" y="39"/>
                  <a:pt x="147" y="61"/>
                  <a:pt x="152" y="82"/>
                </a:cubicBezTo>
                <a:cubicBezTo>
                  <a:pt x="157" y="99"/>
                  <a:pt x="150" y="116"/>
                  <a:pt x="144" y="128"/>
                </a:cubicBezTo>
                <a:cubicBezTo>
                  <a:pt x="138" y="140"/>
                  <a:pt x="134" y="148"/>
                  <a:pt x="127" y="160"/>
                </a:cubicBezTo>
                <a:cubicBezTo>
                  <a:pt x="125" y="163"/>
                  <a:pt x="125" y="167"/>
                  <a:pt x="125" y="171"/>
                </a:cubicBezTo>
                <a:cubicBezTo>
                  <a:pt x="125" y="174"/>
                  <a:pt x="125" y="177"/>
                  <a:pt x="124" y="181"/>
                </a:cubicBezTo>
                <a:cubicBezTo>
                  <a:pt x="122" y="188"/>
                  <a:pt x="119" y="191"/>
                  <a:pt x="110" y="191"/>
                </a:cubicBezTo>
                <a:cubicBezTo>
                  <a:pt x="110" y="191"/>
                  <a:pt x="101" y="191"/>
                  <a:pt x="92" y="191"/>
                </a:cubicBezTo>
                <a:close/>
                <a:moveTo>
                  <a:pt x="74" y="183"/>
                </a:moveTo>
                <a:cubicBezTo>
                  <a:pt x="75" y="183"/>
                  <a:pt x="109" y="183"/>
                  <a:pt x="110" y="183"/>
                </a:cubicBezTo>
                <a:cubicBezTo>
                  <a:pt x="115" y="183"/>
                  <a:pt x="115" y="182"/>
                  <a:pt x="116" y="179"/>
                </a:cubicBezTo>
                <a:cubicBezTo>
                  <a:pt x="117" y="176"/>
                  <a:pt x="117" y="174"/>
                  <a:pt x="117" y="171"/>
                </a:cubicBezTo>
                <a:cubicBezTo>
                  <a:pt x="117" y="166"/>
                  <a:pt x="117" y="160"/>
                  <a:pt x="120" y="156"/>
                </a:cubicBezTo>
                <a:cubicBezTo>
                  <a:pt x="126" y="144"/>
                  <a:pt x="131" y="136"/>
                  <a:pt x="137" y="124"/>
                </a:cubicBezTo>
                <a:cubicBezTo>
                  <a:pt x="141" y="115"/>
                  <a:pt x="148" y="99"/>
                  <a:pt x="144" y="84"/>
                </a:cubicBezTo>
                <a:cubicBezTo>
                  <a:pt x="140" y="66"/>
                  <a:pt x="120" y="48"/>
                  <a:pt x="92" y="48"/>
                </a:cubicBezTo>
                <a:cubicBezTo>
                  <a:pt x="64" y="48"/>
                  <a:pt x="44" y="66"/>
                  <a:pt x="40" y="84"/>
                </a:cubicBezTo>
                <a:cubicBezTo>
                  <a:pt x="36" y="99"/>
                  <a:pt x="43" y="115"/>
                  <a:pt x="47" y="124"/>
                </a:cubicBezTo>
                <a:cubicBezTo>
                  <a:pt x="53" y="136"/>
                  <a:pt x="58" y="144"/>
                  <a:pt x="64" y="156"/>
                </a:cubicBezTo>
                <a:cubicBezTo>
                  <a:pt x="67" y="160"/>
                  <a:pt x="67" y="166"/>
                  <a:pt x="67" y="171"/>
                </a:cubicBezTo>
                <a:cubicBezTo>
                  <a:pt x="67" y="174"/>
                  <a:pt x="67" y="176"/>
                  <a:pt x="68" y="179"/>
                </a:cubicBezTo>
                <a:cubicBezTo>
                  <a:pt x="69" y="182"/>
                  <a:pt x="69" y="183"/>
                  <a:pt x="74" y="183"/>
                </a:cubicBezTo>
                <a:cubicBezTo>
                  <a:pt x="74" y="183"/>
                  <a:pt x="74" y="183"/>
                  <a:pt x="74" y="183"/>
                </a:cubicBezTo>
                <a:close/>
                <a:moveTo>
                  <a:pt x="20" y="101"/>
                </a:moveTo>
                <a:cubicBezTo>
                  <a:pt x="4" y="101"/>
                  <a:pt x="4" y="101"/>
                  <a:pt x="4" y="101"/>
                </a:cubicBezTo>
                <a:cubicBezTo>
                  <a:pt x="1" y="101"/>
                  <a:pt x="0" y="100"/>
                  <a:pt x="0" y="97"/>
                </a:cubicBezTo>
                <a:cubicBezTo>
                  <a:pt x="0" y="95"/>
                  <a:pt x="1" y="93"/>
                  <a:pt x="4" y="93"/>
                </a:cubicBezTo>
                <a:cubicBezTo>
                  <a:pt x="20" y="93"/>
                  <a:pt x="20" y="93"/>
                  <a:pt x="20" y="93"/>
                </a:cubicBezTo>
                <a:cubicBezTo>
                  <a:pt x="22" y="93"/>
                  <a:pt x="24" y="95"/>
                  <a:pt x="24" y="97"/>
                </a:cubicBezTo>
                <a:cubicBezTo>
                  <a:pt x="24" y="100"/>
                  <a:pt x="22" y="101"/>
                  <a:pt x="20" y="101"/>
                </a:cubicBezTo>
                <a:close/>
                <a:moveTo>
                  <a:pt x="184" y="98"/>
                </a:moveTo>
                <a:cubicBezTo>
                  <a:pt x="164" y="98"/>
                  <a:pt x="164" y="98"/>
                  <a:pt x="164" y="98"/>
                </a:cubicBezTo>
                <a:cubicBezTo>
                  <a:pt x="162" y="98"/>
                  <a:pt x="160" y="97"/>
                  <a:pt x="160" y="94"/>
                </a:cubicBezTo>
                <a:cubicBezTo>
                  <a:pt x="160" y="92"/>
                  <a:pt x="162" y="90"/>
                  <a:pt x="164" y="90"/>
                </a:cubicBezTo>
                <a:cubicBezTo>
                  <a:pt x="184" y="90"/>
                  <a:pt x="184" y="90"/>
                  <a:pt x="184" y="90"/>
                </a:cubicBezTo>
                <a:cubicBezTo>
                  <a:pt x="186" y="90"/>
                  <a:pt x="188" y="92"/>
                  <a:pt x="188" y="94"/>
                </a:cubicBezTo>
                <a:cubicBezTo>
                  <a:pt x="188" y="97"/>
                  <a:pt x="186" y="98"/>
                  <a:pt x="184" y="98"/>
                </a:cubicBezTo>
                <a:close/>
                <a:moveTo>
                  <a:pt x="55" y="95"/>
                </a:moveTo>
                <a:cubicBezTo>
                  <a:pt x="55" y="95"/>
                  <a:pt x="54" y="95"/>
                  <a:pt x="54" y="95"/>
                </a:cubicBezTo>
                <a:cubicBezTo>
                  <a:pt x="52" y="94"/>
                  <a:pt x="50" y="92"/>
                  <a:pt x="51" y="90"/>
                </a:cubicBezTo>
                <a:cubicBezTo>
                  <a:pt x="55" y="75"/>
                  <a:pt x="71" y="60"/>
                  <a:pt x="94" y="60"/>
                </a:cubicBezTo>
                <a:cubicBezTo>
                  <a:pt x="94" y="60"/>
                  <a:pt x="94" y="60"/>
                  <a:pt x="94" y="60"/>
                </a:cubicBezTo>
                <a:cubicBezTo>
                  <a:pt x="97" y="60"/>
                  <a:pt x="98" y="61"/>
                  <a:pt x="98" y="64"/>
                </a:cubicBezTo>
                <a:cubicBezTo>
                  <a:pt x="98" y="66"/>
                  <a:pt x="97" y="68"/>
                  <a:pt x="94" y="68"/>
                </a:cubicBezTo>
                <a:cubicBezTo>
                  <a:pt x="75" y="68"/>
                  <a:pt x="62" y="80"/>
                  <a:pt x="59" y="92"/>
                </a:cubicBezTo>
                <a:cubicBezTo>
                  <a:pt x="59" y="94"/>
                  <a:pt x="57" y="95"/>
                  <a:pt x="55" y="95"/>
                </a:cubicBezTo>
                <a:close/>
                <a:moveTo>
                  <a:pt x="145" y="50"/>
                </a:moveTo>
                <a:cubicBezTo>
                  <a:pt x="144" y="50"/>
                  <a:pt x="143" y="50"/>
                  <a:pt x="142" y="49"/>
                </a:cubicBezTo>
                <a:cubicBezTo>
                  <a:pt x="140" y="47"/>
                  <a:pt x="140" y="45"/>
                  <a:pt x="142" y="43"/>
                </a:cubicBezTo>
                <a:cubicBezTo>
                  <a:pt x="156" y="29"/>
                  <a:pt x="156" y="29"/>
                  <a:pt x="156" y="29"/>
                </a:cubicBezTo>
                <a:cubicBezTo>
                  <a:pt x="157" y="27"/>
                  <a:pt x="160" y="27"/>
                  <a:pt x="162" y="29"/>
                </a:cubicBezTo>
                <a:cubicBezTo>
                  <a:pt x="163" y="31"/>
                  <a:pt x="163" y="33"/>
                  <a:pt x="162" y="35"/>
                </a:cubicBezTo>
                <a:cubicBezTo>
                  <a:pt x="148" y="49"/>
                  <a:pt x="148" y="49"/>
                  <a:pt x="148" y="49"/>
                </a:cubicBezTo>
                <a:cubicBezTo>
                  <a:pt x="147" y="50"/>
                  <a:pt x="146" y="50"/>
                  <a:pt x="145" y="50"/>
                </a:cubicBezTo>
                <a:close/>
                <a:moveTo>
                  <a:pt x="40" y="50"/>
                </a:moveTo>
                <a:cubicBezTo>
                  <a:pt x="39" y="50"/>
                  <a:pt x="38" y="50"/>
                  <a:pt x="38" y="49"/>
                </a:cubicBezTo>
                <a:cubicBezTo>
                  <a:pt x="24" y="35"/>
                  <a:pt x="24" y="35"/>
                  <a:pt x="24" y="35"/>
                </a:cubicBezTo>
                <a:cubicBezTo>
                  <a:pt x="22" y="33"/>
                  <a:pt x="22" y="31"/>
                  <a:pt x="24" y="29"/>
                </a:cubicBezTo>
                <a:cubicBezTo>
                  <a:pt x="25" y="27"/>
                  <a:pt x="28" y="27"/>
                  <a:pt x="29" y="29"/>
                </a:cubicBezTo>
                <a:cubicBezTo>
                  <a:pt x="43" y="43"/>
                  <a:pt x="43" y="43"/>
                  <a:pt x="43" y="43"/>
                </a:cubicBezTo>
                <a:cubicBezTo>
                  <a:pt x="45" y="45"/>
                  <a:pt x="45" y="47"/>
                  <a:pt x="43" y="49"/>
                </a:cubicBezTo>
                <a:cubicBezTo>
                  <a:pt x="43" y="50"/>
                  <a:pt x="42" y="50"/>
                  <a:pt x="40" y="50"/>
                </a:cubicBezTo>
                <a:close/>
                <a:moveTo>
                  <a:pt x="92" y="32"/>
                </a:moveTo>
                <a:cubicBezTo>
                  <a:pt x="90" y="32"/>
                  <a:pt x="88" y="30"/>
                  <a:pt x="88" y="27"/>
                </a:cubicBezTo>
                <a:cubicBezTo>
                  <a:pt x="88" y="4"/>
                  <a:pt x="88" y="4"/>
                  <a:pt x="88" y="4"/>
                </a:cubicBezTo>
                <a:cubicBezTo>
                  <a:pt x="88" y="2"/>
                  <a:pt x="90" y="0"/>
                  <a:pt x="92" y="0"/>
                </a:cubicBezTo>
                <a:cubicBezTo>
                  <a:pt x="94" y="0"/>
                  <a:pt x="96" y="2"/>
                  <a:pt x="96" y="4"/>
                </a:cubicBezTo>
                <a:cubicBezTo>
                  <a:pt x="96" y="27"/>
                  <a:pt x="96" y="27"/>
                  <a:pt x="96" y="27"/>
                </a:cubicBezTo>
                <a:cubicBezTo>
                  <a:pt x="96" y="30"/>
                  <a:pt x="94" y="32"/>
                  <a:pt x="92" y="3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6407" name="Google Shape;318;p14"/>
          <p:cNvSpPr txBox="1">
            <a:spLocks noChangeArrowheads="1"/>
          </p:cNvSpPr>
          <p:nvPr/>
        </p:nvSpPr>
        <p:spPr bwMode="auto">
          <a:xfrm>
            <a:off x="3910013" y="5029200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16408" name="Google Shape;319;p14"/>
          <p:cNvSpPr txBox="1">
            <a:spLocks noChangeArrowheads="1"/>
          </p:cNvSpPr>
          <p:nvPr/>
        </p:nvSpPr>
        <p:spPr bwMode="auto">
          <a:xfrm>
            <a:off x="6546850" y="5029200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16409" name="Google Shape;320;p14"/>
          <p:cNvSpPr txBox="1">
            <a:spLocks noChangeArrowheads="1"/>
          </p:cNvSpPr>
          <p:nvPr/>
        </p:nvSpPr>
        <p:spPr bwMode="auto">
          <a:xfrm>
            <a:off x="9183688" y="5029200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325;p15"/>
          <p:cNvSpPr txBox="1">
            <a:spLocks noChangeArrowheads="1"/>
          </p:cNvSpPr>
          <p:nvPr/>
        </p:nvSpPr>
        <p:spPr bwMode="auto">
          <a:xfrm>
            <a:off x="1223963" y="2579688"/>
            <a:ext cx="1549400" cy="1697037"/>
          </a:xfrm>
          <a:prstGeom prst="rect">
            <a:avLst/>
          </a:prstGeom>
          <a:solidFill>
            <a:srgbClr val="3093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5" name="Google Shape;326;p15"/>
          <p:cNvSpPr>
            <a:spLocks/>
          </p:cNvSpPr>
          <p:nvPr/>
        </p:nvSpPr>
        <p:spPr bwMode="auto">
          <a:xfrm>
            <a:off x="1223963" y="4276725"/>
            <a:ext cx="1549400" cy="1195388"/>
          </a:xfrm>
          <a:custGeom>
            <a:avLst/>
            <a:gdLst>
              <a:gd name="T0" fmla="*/ 340 w 441"/>
              <a:gd name="T1" fmla="*/ 340 h 340"/>
              <a:gd name="T2" fmla="*/ 395 w 441"/>
              <a:gd name="T3" fmla="*/ 340 h 340"/>
              <a:gd name="T4" fmla="*/ 441 w 441"/>
              <a:gd name="T5" fmla="*/ 295 h 340"/>
              <a:gd name="T6" fmla="*/ 441 w 441"/>
              <a:gd name="T7" fmla="*/ 0 h 340"/>
              <a:gd name="T8" fmla="*/ 0 w 441"/>
              <a:gd name="T9" fmla="*/ 0 h 340"/>
              <a:gd name="T10" fmla="*/ 340 w 441"/>
              <a:gd name="T11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1" h="340" extrusionOk="0">
                <a:moveTo>
                  <a:pt x="340" y="340"/>
                </a:moveTo>
                <a:cubicBezTo>
                  <a:pt x="395" y="340"/>
                  <a:pt x="395" y="340"/>
                  <a:pt x="395" y="340"/>
                </a:cubicBezTo>
                <a:cubicBezTo>
                  <a:pt x="421" y="340"/>
                  <a:pt x="441" y="320"/>
                  <a:pt x="441" y="295"/>
                </a:cubicBezTo>
                <a:cubicBezTo>
                  <a:pt x="441" y="0"/>
                  <a:pt x="441" y="0"/>
                  <a:pt x="44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88"/>
                  <a:pt x="152" y="340"/>
                  <a:pt x="340" y="340"/>
                </a:cubicBezTo>
                <a:close/>
              </a:path>
            </a:pathLst>
          </a:custGeom>
          <a:solidFill>
            <a:srgbClr val="2783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36" name="Google Shape;327;p15"/>
          <p:cNvSpPr>
            <a:spLocks/>
          </p:cNvSpPr>
          <p:nvPr/>
        </p:nvSpPr>
        <p:spPr bwMode="auto">
          <a:xfrm>
            <a:off x="1223963" y="1384300"/>
            <a:ext cx="1549400" cy="1195388"/>
          </a:xfrm>
          <a:custGeom>
            <a:avLst/>
            <a:gdLst>
              <a:gd name="T0" fmla="*/ 101 w 441"/>
              <a:gd name="T1" fmla="*/ 0 h 340"/>
              <a:gd name="T2" fmla="*/ 46 w 441"/>
              <a:gd name="T3" fmla="*/ 0 h 340"/>
              <a:gd name="T4" fmla="*/ 0 w 441"/>
              <a:gd name="T5" fmla="*/ 46 h 340"/>
              <a:gd name="T6" fmla="*/ 0 w 441"/>
              <a:gd name="T7" fmla="*/ 340 h 340"/>
              <a:gd name="T8" fmla="*/ 441 w 441"/>
              <a:gd name="T9" fmla="*/ 340 h 340"/>
              <a:gd name="T10" fmla="*/ 101 w 441"/>
              <a:gd name="T11" fmla="*/ 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1" h="340" extrusionOk="0">
                <a:moveTo>
                  <a:pt x="101" y="0"/>
                </a:moveTo>
                <a:cubicBezTo>
                  <a:pt x="46" y="0"/>
                  <a:pt x="46" y="0"/>
                  <a:pt x="46" y="0"/>
                </a:cubicBezTo>
                <a:cubicBezTo>
                  <a:pt x="20" y="0"/>
                  <a:pt x="0" y="20"/>
                  <a:pt x="0" y="46"/>
                </a:cubicBezTo>
                <a:cubicBezTo>
                  <a:pt x="0" y="340"/>
                  <a:pt x="0" y="340"/>
                  <a:pt x="0" y="340"/>
                </a:cubicBezTo>
                <a:cubicBezTo>
                  <a:pt x="441" y="340"/>
                  <a:pt x="441" y="340"/>
                  <a:pt x="441" y="340"/>
                </a:cubicBezTo>
                <a:cubicBezTo>
                  <a:pt x="441" y="152"/>
                  <a:pt x="289" y="0"/>
                  <a:pt x="101" y="0"/>
                </a:cubicBezTo>
                <a:close/>
              </a:path>
            </a:pathLst>
          </a:custGeom>
          <a:solidFill>
            <a:srgbClr val="449D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37" name="Google Shape;328;p15"/>
          <p:cNvSpPr txBox="1">
            <a:spLocks noChangeArrowheads="1"/>
          </p:cNvSpPr>
          <p:nvPr/>
        </p:nvSpPr>
        <p:spPr bwMode="auto">
          <a:xfrm>
            <a:off x="3271838" y="2579688"/>
            <a:ext cx="1549400" cy="1697037"/>
          </a:xfrm>
          <a:prstGeom prst="rect">
            <a:avLst/>
          </a:prstGeom>
          <a:solidFill>
            <a:srgbClr val="365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8" name="Google Shape;329;p15"/>
          <p:cNvSpPr>
            <a:spLocks/>
          </p:cNvSpPr>
          <p:nvPr/>
        </p:nvSpPr>
        <p:spPr bwMode="auto">
          <a:xfrm>
            <a:off x="3271838" y="4276725"/>
            <a:ext cx="1549400" cy="1195388"/>
          </a:xfrm>
          <a:custGeom>
            <a:avLst/>
            <a:gdLst>
              <a:gd name="T0" fmla="*/ 341 w 441"/>
              <a:gd name="T1" fmla="*/ 340 h 340"/>
              <a:gd name="T2" fmla="*/ 396 w 441"/>
              <a:gd name="T3" fmla="*/ 340 h 340"/>
              <a:gd name="T4" fmla="*/ 441 w 441"/>
              <a:gd name="T5" fmla="*/ 295 h 340"/>
              <a:gd name="T6" fmla="*/ 441 w 441"/>
              <a:gd name="T7" fmla="*/ 0 h 340"/>
              <a:gd name="T8" fmla="*/ 0 w 441"/>
              <a:gd name="T9" fmla="*/ 0 h 340"/>
              <a:gd name="T10" fmla="*/ 341 w 441"/>
              <a:gd name="T11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1" h="340" extrusionOk="0">
                <a:moveTo>
                  <a:pt x="341" y="340"/>
                </a:moveTo>
                <a:cubicBezTo>
                  <a:pt x="396" y="340"/>
                  <a:pt x="396" y="340"/>
                  <a:pt x="396" y="340"/>
                </a:cubicBezTo>
                <a:cubicBezTo>
                  <a:pt x="421" y="340"/>
                  <a:pt x="441" y="320"/>
                  <a:pt x="441" y="295"/>
                </a:cubicBezTo>
                <a:cubicBezTo>
                  <a:pt x="441" y="0"/>
                  <a:pt x="441" y="0"/>
                  <a:pt x="44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88"/>
                  <a:pt x="153" y="340"/>
                  <a:pt x="341" y="340"/>
                </a:cubicBezTo>
                <a:close/>
              </a:path>
            </a:pathLst>
          </a:custGeom>
          <a:solidFill>
            <a:srgbClr val="2B4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39" name="Google Shape;330;p15"/>
          <p:cNvSpPr>
            <a:spLocks/>
          </p:cNvSpPr>
          <p:nvPr/>
        </p:nvSpPr>
        <p:spPr bwMode="auto">
          <a:xfrm>
            <a:off x="3271838" y="1384300"/>
            <a:ext cx="1549400" cy="1195388"/>
          </a:xfrm>
          <a:custGeom>
            <a:avLst/>
            <a:gdLst>
              <a:gd name="T0" fmla="*/ 101 w 441"/>
              <a:gd name="T1" fmla="*/ 0 h 340"/>
              <a:gd name="T2" fmla="*/ 46 w 441"/>
              <a:gd name="T3" fmla="*/ 0 h 340"/>
              <a:gd name="T4" fmla="*/ 0 w 441"/>
              <a:gd name="T5" fmla="*/ 46 h 340"/>
              <a:gd name="T6" fmla="*/ 0 w 441"/>
              <a:gd name="T7" fmla="*/ 340 h 340"/>
              <a:gd name="T8" fmla="*/ 441 w 441"/>
              <a:gd name="T9" fmla="*/ 340 h 340"/>
              <a:gd name="T10" fmla="*/ 101 w 441"/>
              <a:gd name="T11" fmla="*/ 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1" h="340" extrusionOk="0">
                <a:moveTo>
                  <a:pt x="101" y="0"/>
                </a:moveTo>
                <a:cubicBezTo>
                  <a:pt x="46" y="0"/>
                  <a:pt x="46" y="0"/>
                  <a:pt x="46" y="0"/>
                </a:cubicBezTo>
                <a:cubicBezTo>
                  <a:pt x="21" y="0"/>
                  <a:pt x="0" y="20"/>
                  <a:pt x="0" y="46"/>
                </a:cubicBezTo>
                <a:cubicBezTo>
                  <a:pt x="0" y="340"/>
                  <a:pt x="0" y="340"/>
                  <a:pt x="0" y="340"/>
                </a:cubicBezTo>
                <a:cubicBezTo>
                  <a:pt x="441" y="340"/>
                  <a:pt x="441" y="340"/>
                  <a:pt x="441" y="340"/>
                </a:cubicBezTo>
                <a:cubicBezTo>
                  <a:pt x="441" y="152"/>
                  <a:pt x="289" y="0"/>
                  <a:pt x="101" y="0"/>
                </a:cubicBezTo>
                <a:close/>
              </a:path>
            </a:pathLst>
          </a:custGeom>
          <a:solidFill>
            <a:srgbClr val="435F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40" name="Google Shape;331;p15"/>
          <p:cNvSpPr>
            <a:spLocks/>
          </p:cNvSpPr>
          <p:nvPr/>
        </p:nvSpPr>
        <p:spPr bwMode="auto">
          <a:xfrm>
            <a:off x="5319713" y="4276725"/>
            <a:ext cx="1552575" cy="1195388"/>
          </a:xfrm>
          <a:custGeom>
            <a:avLst/>
            <a:gdLst>
              <a:gd name="T0" fmla="*/ 341 w 442"/>
              <a:gd name="T1" fmla="*/ 340 h 340"/>
              <a:gd name="T2" fmla="*/ 396 w 442"/>
              <a:gd name="T3" fmla="*/ 340 h 340"/>
              <a:gd name="T4" fmla="*/ 442 w 442"/>
              <a:gd name="T5" fmla="*/ 295 h 340"/>
              <a:gd name="T6" fmla="*/ 442 w 442"/>
              <a:gd name="T7" fmla="*/ 0 h 340"/>
              <a:gd name="T8" fmla="*/ 0 w 442"/>
              <a:gd name="T9" fmla="*/ 0 h 340"/>
              <a:gd name="T10" fmla="*/ 341 w 442"/>
              <a:gd name="T11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2" h="340" extrusionOk="0">
                <a:moveTo>
                  <a:pt x="341" y="340"/>
                </a:moveTo>
                <a:cubicBezTo>
                  <a:pt x="396" y="340"/>
                  <a:pt x="396" y="340"/>
                  <a:pt x="396" y="340"/>
                </a:cubicBezTo>
                <a:cubicBezTo>
                  <a:pt x="421" y="340"/>
                  <a:pt x="442" y="320"/>
                  <a:pt x="442" y="295"/>
                </a:cubicBezTo>
                <a:cubicBezTo>
                  <a:pt x="442" y="0"/>
                  <a:pt x="442" y="0"/>
                  <a:pt x="4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88"/>
                  <a:pt x="153" y="340"/>
                  <a:pt x="341" y="340"/>
                </a:cubicBezTo>
                <a:close/>
              </a:path>
            </a:pathLst>
          </a:custGeom>
          <a:solidFill>
            <a:srgbClr val="B4B4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41" name="Google Shape;332;p15"/>
          <p:cNvSpPr>
            <a:spLocks/>
          </p:cNvSpPr>
          <p:nvPr/>
        </p:nvSpPr>
        <p:spPr bwMode="auto">
          <a:xfrm>
            <a:off x="5319713" y="1384300"/>
            <a:ext cx="1552575" cy="1195388"/>
          </a:xfrm>
          <a:custGeom>
            <a:avLst/>
            <a:gdLst>
              <a:gd name="T0" fmla="*/ 101 w 442"/>
              <a:gd name="T1" fmla="*/ 0 h 340"/>
              <a:gd name="T2" fmla="*/ 46 w 442"/>
              <a:gd name="T3" fmla="*/ 0 h 340"/>
              <a:gd name="T4" fmla="*/ 0 w 442"/>
              <a:gd name="T5" fmla="*/ 46 h 340"/>
              <a:gd name="T6" fmla="*/ 0 w 442"/>
              <a:gd name="T7" fmla="*/ 340 h 340"/>
              <a:gd name="T8" fmla="*/ 442 w 442"/>
              <a:gd name="T9" fmla="*/ 340 h 340"/>
              <a:gd name="T10" fmla="*/ 101 w 442"/>
              <a:gd name="T11" fmla="*/ 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2" h="340" extrusionOk="0">
                <a:moveTo>
                  <a:pt x="101" y="0"/>
                </a:moveTo>
                <a:cubicBezTo>
                  <a:pt x="46" y="0"/>
                  <a:pt x="46" y="0"/>
                  <a:pt x="46" y="0"/>
                </a:cubicBezTo>
                <a:cubicBezTo>
                  <a:pt x="21" y="0"/>
                  <a:pt x="0" y="20"/>
                  <a:pt x="0" y="46"/>
                </a:cubicBezTo>
                <a:cubicBezTo>
                  <a:pt x="0" y="340"/>
                  <a:pt x="0" y="340"/>
                  <a:pt x="0" y="340"/>
                </a:cubicBezTo>
                <a:cubicBezTo>
                  <a:pt x="442" y="340"/>
                  <a:pt x="442" y="340"/>
                  <a:pt x="442" y="340"/>
                </a:cubicBezTo>
                <a:cubicBezTo>
                  <a:pt x="442" y="152"/>
                  <a:pt x="289" y="0"/>
                  <a:pt x="101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42" name="Google Shape;333;p15"/>
          <p:cNvSpPr txBox="1">
            <a:spLocks noChangeArrowheads="1"/>
          </p:cNvSpPr>
          <p:nvPr/>
        </p:nvSpPr>
        <p:spPr bwMode="auto">
          <a:xfrm>
            <a:off x="5319713" y="2579688"/>
            <a:ext cx="1552575" cy="1697037"/>
          </a:xfrm>
          <a:prstGeom prst="rect">
            <a:avLst/>
          </a:prstGeom>
          <a:solidFill>
            <a:srgbClr val="C5C5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43" name="Google Shape;334;p15"/>
          <p:cNvSpPr>
            <a:spLocks/>
          </p:cNvSpPr>
          <p:nvPr/>
        </p:nvSpPr>
        <p:spPr bwMode="auto">
          <a:xfrm>
            <a:off x="7372350" y="4276725"/>
            <a:ext cx="1549400" cy="1195388"/>
          </a:xfrm>
          <a:custGeom>
            <a:avLst/>
            <a:gdLst>
              <a:gd name="T0" fmla="*/ 340 w 441"/>
              <a:gd name="T1" fmla="*/ 340 h 340"/>
              <a:gd name="T2" fmla="*/ 395 w 441"/>
              <a:gd name="T3" fmla="*/ 340 h 340"/>
              <a:gd name="T4" fmla="*/ 441 w 441"/>
              <a:gd name="T5" fmla="*/ 295 h 340"/>
              <a:gd name="T6" fmla="*/ 441 w 441"/>
              <a:gd name="T7" fmla="*/ 0 h 340"/>
              <a:gd name="T8" fmla="*/ 0 w 441"/>
              <a:gd name="T9" fmla="*/ 0 h 340"/>
              <a:gd name="T10" fmla="*/ 340 w 441"/>
              <a:gd name="T11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1" h="340" extrusionOk="0">
                <a:moveTo>
                  <a:pt x="340" y="340"/>
                </a:moveTo>
                <a:cubicBezTo>
                  <a:pt x="395" y="340"/>
                  <a:pt x="395" y="340"/>
                  <a:pt x="395" y="340"/>
                </a:cubicBezTo>
                <a:cubicBezTo>
                  <a:pt x="420" y="340"/>
                  <a:pt x="441" y="320"/>
                  <a:pt x="441" y="295"/>
                </a:cubicBezTo>
                <a:cubicBezTo>
                  <a:pt x="441" y="0"/>
                  <a:pt x="441" y="0"/>
                  <a:pt x="44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88"/>
                  <a:pt x="152" y="340"/>
                  <a:pt x="340" y="340"/>
                </a:cubicBezTo>
                <a:close/>
              </a:path>
            </a:pathLst>
          </a:custGeom>
          <a:solidFill>
            <a:srgbClr val="D1463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44" name="Google Shape;335;p15"/>
          <p:cNvSpPr txBox="1">
            <a:spLocks noChangeArrowheads="1"/>
          </p:cNvSpPr>
          <p:nvPr/>
        </p:nvSpPr>
        <p:spPr bwMode="auto">
          <a:xfrm>
            <a:off x="7372350" y="2579688"/>
            <a:ext cx="1549400" cy="1697037"/>
          </a:xfrm>
          <a:prstGeom prst="rect">
            <a:avLst/>
          </a:prstGeom>
          <a:solidFill>
            <a:srgbClr val="E252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45" name="Google Shape;336;p15"/>
          <p:cNvSpPr>
            <a:spLocks/>
          </p:cNvSpPr>
          <p:nvPr/>
        </p:nvSpPr>
        <p:spPr bwMode="auto">
          <a:xfrm>
            <a:off x="7372350" y="1384300"/>
            <a:ext cx="1549400" cy="1195388"/>
          </a:xfrm>
          <a:custGeom>
            <a:avLst/>
            <a:gdLst>
              <a:gd name="T0" fmla="*/ 100 w 441"/>
              <a:gd name="T1" fmla="*/ 0 h 340"/>
              <a:gd name="T2" fmla="*/ 45 w 441"/>
              <a:gd name="T3" fmla="*/ 0 h 340"/>
              <a:gd name="T4" fmla="*/ 0 w 441"/>
              <a:gd name="T5" fmla="*/ 46 h 340"/>
              <a:gd name="T6" fmla="*/ 0 w 441"/>
              <a:gd name="T7" fmla="*/ 340 h 340"/>
              <a:gd name="T8" fmla="*/ 441 w 441"/>
              <a:gd name="T9" fmla="*/ 340 h 340"/>
              <a:gd name="T10" fmla="*/ 100 w 441"/>
              <a:gd name="T11" fmla="*/ 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1" h="340" extrusionOk="0">
                <a:moveTo>
                  <a:pt x="100" y="0"/>
                </a:move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0"/>
                  <a:pt x="0" y="46"/>
                </a:cubicBezTo>
                <a:cubicBezTo>
                  <a:pt x="0" y="340"/>
                  <a:pt x="0" y="340"/>
                  <a:pt x="0" y="340"/>
                </a:cubicBezTo>
                <a:cubicBezTo>
                  <a:pt x="441" y="340"/>
                  <a:pt x="441" y="340"/>
                  <a:pt x="441" y="340"/>
                </a:cubicBezTo>
                <a:cubicBezTo>
                  <a:pt x="441" y="152"/>
                  <a:pt x="288" y="0"/>
                  <a:pt x="100" y="0"/>
                </a:cubicBezTo>
                <a:close/>
              </a:path>
            </a:pathLst>
          </a:custGeom>
          <a:solidFill>
            <a:srgbClr val="EB6C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46" name="Google Shape;337;p15"/>
          <p:cNvSpPr>
            <a:spLocks/>
          </p:cNvSpPr>
          <p:nvPr/>
        </p:nvSpPr>
        <p:spPr bwMode="auto">
          <a:xfrm>
            <a:off x="9420225" y="4276725"/>
            <a:ext cx="1549400" cy="1195388"/>
          </a:xfrm>
          <a:custGeom>
            <a:avLst/>
            <a:gdLst>
              <a:gd name="T0" fmla="*/ 340 w 441"/>
              <a:gd name="T1" fmla="*/ 340 h 340"/>
              <a:gd name="T2" fmla="*/ 395 w 441"/>
              <a:gd name="T3" fmla="*/ 340 h 340"/>
              <a:gd name="T4" fmla="*/ 441 w 441"/>
              <a:gd name="T5" fmla="*/ 295 h 340"/>
              <a:gd name="T6" fmla="*/ 441 w 441"/>
              <a:gd name="T7" fmla="*/ 0 h 340"/>
              <a:gd name="T8" fmla="*/ 0 w 441"/>
              <a:gd name="T9" fmla="*/ 0 h 340"/>
              <a:gd name="T10" fmla="*/ 340 w 441"/>
              <a:gd name="T11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1" h="340" extrusionOk="0">
                <a:moveTo>
                  <a:pt x="340" y="340"/>
                </a:moveTo>
                <a:cubicBezTo>
                  <a:pt x="395" y="340"/>
                  <a:pt x="395" y="340"/>
                  <a:pt x="395" y="340"/>
                </a:cubicBezTo>
                <a:cubicBezTo>
                  <a:pt x="421" y="340"/>
                  <a:pt x="441" y="320"/>
                  <a:pt x="441" y="295"/>
                </a:cubicBezTo>
                <a:cubicBezTo>
                  <a:pt x="441" y="0"/>
                  <a:pt x="441" y="0"/>
                  <a:pt x="44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88"/>
                  <a:pt x="152" y="340"/>
                  <a:pt x="340" y="340"/>
                </a:cubicBezTo>
                <a:close/>
              </a:path>
            </a:pathLst>
          </a:custGeom>
          <a:solidFill>
            <a:srgbClr val="E9B9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47" name="Google Shape;338;p15"/>
          <p:cNvSpPr txBox="1">
            <a:spLocks noChangeArrowheads="1"/>
          </p:cNvSpPr>
          <p:nvPr/>
        </p:nvSpPr>
        <p:spPr bwMode="auto">
          <a:xfrm>
            <a:off x="9420225" y="2579688"/>
            <a:ext cx="1549400" cy="1697037"/>
          </a:xfrm>
          <a:prstGeom prst="rect">
            <a:avLst/>
          </a:prstGeom>
          <a:solidFill>
            <a:srgbClr val="FAC9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48" name="Google Shape;339;p15"/>
          <p:cNvSpPr>
            <a:spLocks/>
          </p:cNvSpPr>
          <p:nvPr/>
        </p:nvSpPr>
        <p:spPr bwMode="auto">
          <a:xfrm>
            <a:off x="9420225" y="1384300"/>
            <a:ext cx="1549400" cy="1195388"/>
          </a:xfrm>
          <a:custGeom>
            <a:avLst/>
            <a:gdLst>
              <a:gd name="T0" fmla="*/ 101 w 441"/>
              <a:gd name="T1" fmla="*/ 0 h 340"/>
              <a:gd name="T2" fmla="*/ 46 w 441"/>
              <a:gd name="T3" fmla="*/ 0 h 340"/>
              <a:gd name="T4" fmla="*/ 0 w 441"/>
              <a:gd name="T5" fmla="*/ 46 h 340"/>
              <a:gd name="T6" fmla="*/ 0 w 441"/>
              <a:gd name="T7" fmla="*/ 340 h 340"/>
              <a:gd name="T8" fmla="*/ 441 w 441"/>
              <a:gd name="T9" fmla="*/ 340 h 340"/>
              <a:gd name="T10" fmla="*/ 101 w 441"/>
              <a:gd name="T11" fmla="*/ 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1" h="340" extrusionOk="0">
                <a:moveTo>
                  <a:pt x="101" y="0"/>
                </a:moveTo>
                <a:cubicBezTo>
                  <a:pt x="46" y="0"/>
                  <a:pt x="46" y="0"/>
                  <a:pt x="46" y="0"/>
                </a:cubicBezTo>
                <a:cubicBezTo>
                  <a:pt x="20" y="0"/>
                  <a:pt x="0" y="20"/>
                  <a:pt x="0" y="46"/>
                </a:cubicBezTo>
                <a:cubicBezTo>
                  <a:pt x="0" y="340"/>
                  <a:pt x="0" y="340"/>
                  <a:pt x="0" y="340"/>
                </a:cubicBezTo>
                <a:cubicBezTo>
                  <a:pt x="441" y="340"/>
                  <a:pt x="441" y="340"/>
                  <a:pt x="441" y="340"/>
                </a:cubicBezTo>
                <a:cubicBezTo>
                  <a:pt x="441" y="152"/>
                  <a:pt x="289" y="0"/>
                  <a:pt x="101" y="0"/>
                </a:cubicBezTo>
                <a:close/>
              </a:path>
            </a:pathLst>
          </a:custGeom>
          <a:solidFill>
            <a:srgbClr val="FFD57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49" name="Google Shape;340;p15"/>
          <p:cNvSpPr txBox="1">
            <a:spLocks noChangeArrowheads="1"/>
          </p:cNvSpPr>
          <p:nvPr/>
        </p:nvSpPr>
        <p:spPr bwMode="auto">
          <a:xfrm>
            <a:off x="1577975" y="1736725"/>
            <a:ext cx="1074738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5100"/>
              <a:buFont typeface="Montserrat" panose="02000505000000020004" pitchFamily="2" charset="0"/>
              <a:buNone/>
            </a:pPr>
            <a:r>
              <a:rPr lang="en-US" altLang="en-US" sz="5100">
                <a:solidFill>
                  <a:srgbClr val="FFFFFF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01</a:t>
            </a:r>
            <a:endParaRPr lang="en-US" altLang="en-US"/>
          </a:p>
        </p:txBody>
      </p:sp>
      <p:sp>
        <p:nvSpPr>
          <p:cNvPr id="18450" name="Google Shape;341;p15"/>
          <p:cNvSpPr txBox="1">
            <a:spLocks noChangeArrowheads="1"/>
          </p:cNvSpPr>
          <p:nvPr/>
        </p:nvSpPr>
        <p:spPr bwMode="auto">
          <a:xfrm>
            <a:off x="3538538" y="1736725"/>
            <a:ext cx="1208087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5100"/>
              <a:buFont typeface="Montserrat" panose="02000505000000020004" pitchFamily="2" charset="0"/>
              <a:buNone/>
            </a:pPr>
            <a:r>
              <a:rPr lang="en-US" altLang="en-US" sz="5100">
                <a:solidFill>
                  <a:srgbClr val="FFFFFF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02</a:t>
            </a:r>
            <a:endParaRPr lang="en-US" altLang="en-US"/>
          </a:p>
        </p:txBody>
      </p:sp>
      <p:sp>
        <p:nvSpPr>
          <p:cNvPr id="18451" name="Google Shape;342;p15"/>
          <p:cNvSpPr txBox="1">
            <a:spLocks noChangeArrowheads="1"/>
          </p:cNvSpPr>
          <p:nvPr/>
        </p:nvSpPr>
        <p:spPr bwMode="auto">
          <a:xfrm>
            <a:off x="5626100" y="1736725"/>
            <a:ext cx="1201738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5100"/>
              <a:buFont typeface="Montserrat" panose="02000505000000020004" pitchFamily="2" charset="0"/>
              <a:buNone/>
            </a:pPr>
            <a:r>
              <a:rPr lang="en-US" altLang="en-US" sz="5100">
                <a:solidFill>
                  <a:srgbClr val="FFFFFF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03</a:t>
            </a:r>
            <a:endParaRPr lang="en-US" altLang="en-US"/>
          </a:p>
        </p:txBody>
      </p:sp>
      <p:sp>
        <p:nvSpPr>
          <p:cNvPr id="18452" name="Google Shape;343;p15"/>
          <p:cNvSpPr txBox="1">
            <a:spLocks noChangeArrowheads="1"/>
          </p:cNvSpPr>
          <p:nvPr/>
        </p:nvSpPr>
        <p:spPr bwMode="auto">
          <a:xfrm>
            <a:off x="7670800" y="1736725"/>
            <a:ext cx="1198563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5100"/>
              <a:buFont typeface="Montserrat" panose="02000505000000020004" pitchFamily="2" charset="0"/>
              <a:buNone/>
            </a:pPr>
            <a:r>
              <a:rPr lang="en-US" altLang="en-US" sz="5100">
                <a:solidFill>
                  <a:srgbClr val="FFFFFF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04</a:t>
            </a:r>
            <a:endParaRPr lang="en-US" altLang="en-US"/>
          </a:p>
        </p:txBody>
      </p:sp>
      <p:sp>
        <p:nvSpPr>
          <p:cNvPr id="18453" name="Google Shape;344;p15"/>
          <p:cNvSpPr txBox="1">
            <a:spLocks noChangeArrowheads="1"/>
          </p:cNvSpPr>
          <p:nvPr/>
        </p:nvSpPr>
        <p:spPr bwMode="auto">
          <a:xfrm>
            <a:off x="9704388" y="1736725"/>
            <a:ext cx="1201737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5100"/>
              <a:buFont typeface="Montserrat" panose="02000505000000020004" pitchFamily="2" charset="0"/>
              <a:buNone/>
            </a:pPr>
            <a:r>
              <a:rPr lang="en-US" altLang="en-US" sz="5100">
                <a:solidFill>
                  <a:srgbClr val="FFFFFF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05</a:t>
            </a:r>
            <a:endParaRPr lang="en-US" altLang="en-US"/>
          </a:p>
        </p:txBody>
      </p:sp>
      <p:sp>
        <p:nvSpPr>
          <p:cNvPr id="18454" name="Google Shape;345;p15"/>
          <p:cNvSpPr>
            <a:spLocks/>
          </p:cNvSpPr>
          <p:nvPr/>
        </p:nvSpPr>
        <p:spPr bwMode="auto">
          <a:xfrm>
            <a:off x="1831975" y="4460875"/>
            <a:ext cx="582613" cy="695325"/>
          </a:xfrm>
          <a:custGeom>
            <a:avLst/>
            <a:gdLst>
              <a:gd name="T0" fmla="*/ 62 w 166"/>
              <a:gd name="T1" fmla="*/ 198 h 198"/>
              <a:gd name="T2" fmla="*/ 62 w 166"/>
              <a:gd name="T3" fmla="*/ 184 h 198"/>
              <a:gd name="T4" fmla="*/ 111 w 166"/>
              <a:gd name="T5" fmla="*/ 173 h 198"/>
              <a:gd name="T6" fmla="*/ 55 w 166"/>
              <a:gd name="T7" fmla="*/ 173 h 198"/>
              <a:gd name="T8" fmla="*/ 104 w 166"/>
              <a:gd name="T9" fmla="*/ 180 h 198"/>
              <a:gd name="T10" fmla="*/ 81 w 166"/>
              <a:gd name="T11" fmla="*/ 97 h 198"/>
              <a:gd name="T12" fmla="*/ 83 w 166"/>
              <a:gd name="T13" fmla="*/ 162 h 198"/>
              <a:gd name="T14" fmla="*/ 83 w 166"/>
              <a:gd name="T15" fmla="*/ 162 h 198"/>
              <a:gd name="T16" fmla="*/ 90 w 166"/>
              <a:gd name="T17" fmla="*/ 97 h 198"/>
              <a:gd name="T18" fmla="*/ 60 w 166"/>
              <a:gd name="T19" fmla="*/ 91 h 198"/>
              <a:gd name="T20" fmla="*/ 60 w 166"/>
              <a:gd name="T21" fmla="*/ 71 h 198"/>
              <a:gd name="T22" fmla="*/ 96 w 166"/>
              <a:gd name="T23" fmla="*/ 81 h 198"/>
              <a:gd name="T24" fmla="*/ 116 w 166"/>
              <a:gd name="T25" fmla="*/ 81 h 198"/>
              <a:gd name="T26" fmla="*/ 28 w 166"/>
              <a:gd name="T27" fmla="*/ 63 h 198"/>
              <a:gd name="T28" fmla="*/ 56 w 166"/>
              <a:gd name="T29" fmla="*/ 155 h 198"/>
              <a:gd name="T30" fmla="*/ 70 w 166"/>
              <a:gd name="T31" fmla="*/ 97 h 198"/>
              <a:gd name="T32" fmla="*/ 44 w 166"/>
              <a:gd name="T33" fmla="*/ 81 h 198"/>
              <a:gd name="T34" fmla="*/ 76 w 166"/>
              <a:gd name="T35" fmla="*/ 81 h 198"/>
              <a:gd name="T36" fmla="*/ 81 w 166"/>
              <a:gd name="T37" fmla="*/ 91 h 198"/>
              <a:gd name="T38" fmla="*/ 90 w 166"/>
              <a:gd name="T39" fmla="*/ 81 h 198"/>
              <a:gd name="T40" fmla="*/ 118 w 166"/>
              <a:gd name="T41" fmla="*/ 69 h 198"/>
              <a:gd name="T42" fmla="*/ 106 w 166"/>
              <a:gd name="T43" fmla="*/ 97 h 198"/>
              <a:gd name="T44" fmla="*/ 100 w 166"/>
              <a:gd name="T45" fmla="*/ 162 h 198"/>
              <a:gd name="T46" fmla="*/ 132 w 166"/>
              <a:gd name="T47" fmla="*/ 101 h 198"/>
              <a:gd name="T48" fmla="*/ 83 w 166"/>
              <a:gd name="T49" fmla="*/ 0 h 198"/>
              <a:gd name="T50" fmla="*/ 77 w 166"/>
              <a:gd name="T51" fmla="*/ 17 h 198"/>
              <a:gd name="T52" fmla="*/ 89 w 166"/>
              <a:gd name="T53" fmla="*/ 17 h 198"/>
              <a:gd name="T54" fmla="*/ 120 w 166"/>
              <a:gd name="T55" fmla="*/ 7 h 198"/>
              <a:gd name="T56" fmla="*/ 107 w 166"/>
              <a:gd name="T57" fmla="*/ 20 h 198"/>
              <a:gd name="T58" fmla="*/ 117 w 166"/>
              <a:gd name="T59" fmla="*/ 25 h 198"/>
              <a:gd name="T60" fmla="*/ 148 w 166"/>
              <a:gd name="T61" fmla="*/ 27 h 198"/>
              <a:gd name="T62" fmla="*/ 131 w 166"/>
              <a:gd name="T63" fmla="*/ 33 h 198"/>
              <a:gd name="T64" fmla="*/ 139 w 166"/>
              <a:gd name="T65" fmla="*/ 42 h 198"/>
              <a:gd name="T66" fmla="*/ 165 w 166"/>
              <a:gd name="T67" fmla="*/ 58 h 198"/>
              <a:gd name="T68" fmla="*/ 147 w 166"/>
              <a:gd name="T69" fmla="*/ 55 h 198"/>
              <a:gd name="T70" fmla="*/ 149 w 166"/>
              <a:gd name="T71" fmla="*/ 67 h 198"/>
              <a:gd name="T72" fmla="*/ 164 w 166"/>
              <a:gd name="T73" fmla="*/ 92 h 198"/>
              <a:gd name="T74" fmla="*/ 149 w 166"/>
              <a:gd name="T75" fmla="*/ 83 h 198"/>
              <a:gd name="T76" fmla="*/ 146 w 166"/>
              <a:gd name="T77" fmla="*/ 95 h 198"/>
              <a:gd name="T78" fmla="*/ 56 w 166"/>
              <a:gd name="T79" fmla="*/ 28 h 198"/>
              <a:gd name="T80" fmla="*/ 53 w 166"/>
              <a:gd name="T81" fmla="*/ 10 h 198"/>
              <a:gd name="T82" fmla="*/ 43 w 166"/>
              <a:gd name="T83" fmla="*/ 16 h 198"/>
              <a:gd name="T84" fmla="*/ 35 w 166"/>
              <a:gd name="T85" fmla="*/ 42 h 198"/>
              <a:gd name="T86" fmla="*/ 26 w 166"/>
              <a:gd name="T87" fmla="*/ 26 h 198"/>
              <a:gd name="T88" fmla="*/ 18 w 166"/>
              <a:gd name="T89" fmla="*/ 35 h 198"/>
              <a:gd name="T90" fmla="*/ 23 w 166"/>
              <a:gd name="T91" fmla="*/ 62 h 198"/>
              <a:gd name="T92" fmla="*/ 7 w 166"/>
              <a:gd name="T93" fmla="*/ 53 h 198"/>
              <a:gd name="T94" fmla="*/ 5 w 166"/>
              <a:gd name="T95" fmla="*/ 65 h 198"/>
              <a:gd name="T96" fmla="*/ 23 w 166"/>
              <a:gd name="T97" fmla="*/ 88 h 198"/>
              <a:gd name="T98" fmla="*/ 5 w 166"/>
              <a:gd name="T99" fmla="*/ 85 h 198"/>
              <a:gd name="T100" fmla="*/ 8 w 166"/>
              <a:gd name="T101" fmla="*/ 97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66" h="198" extrusionOk="0">
                <a:moveTo>
                  <a:pt x="111" y="191"/>
                </a:moveTo>
                <a:cubicBezTo>
                  <a:pt x="111" y="195"/>
                  <a:pt x="108" y="198"/>
                  <a:pt x="104" y="198"/>
                </a:cubicBezTo>
                <a:cubicBezTo>
                  <a:pt x="62" y="198"/>
                  <a:pt x="62" y="198"/>
                  <a:pt x="62" y="198"/>
                </a:cubicBezTo>
                <a:cubicBezTo>
                  <a:pt x="58" y="198"/>
                  <a:pt x="55" y="195"/>
                  <a:pt x="55" y="191"/>
                </a:cubicBezTo>
                <a:cubicBezTo>
                  <a:pt x="55" y="191"/>
                  <a:pt x="55" y="191"/>
                  <a:pt x="55" y="191"/>
                </a:cubicBezTo>
                <a:cubicBezTo>
                  <a:pt x="55" y="187"/>
                  <a:pt x="58" y="184"/>
                  <a:pt x="62" y="184"/>
                </a:cubicBezTo>
                <a:cubicBezTo>
                  <a:pt x="104" y="184"/>
                  <a:pt x="104" y="184"/>
                  <a:pt x="104" y="184"/>
                </a:cubicBezTo>
                <a:cubicBezTo>
                  <a:pt x="108" y="184"/>
                  <a:pt x="111" y="187"/>
                  <a:pt x="111" y="191"/>
                </a:cubicBezTo>
                <a:close/>
                <a:moveTo>
                  <a:pt x="111" y="173"/>
                </a:moveTo>
                <a:cubicBezTo>
                  <a:pt x="111" y="169"/>
                  <a:pt x="108" y="166"/>
                  <a:pt x="104" y="166"/>
                </a:cubicBezTo>
                <a:cubicBezTo>
                  <a:pt x="62" y="166"/>
                  <a:pt x="62" y="166"/>
                  <a:pt x="62" y="166"/>
                </a:cubicBezTo>
                <a:cubicBezTo>
                  <a:pt x="58" y="166"/>
                  <a:pt x="55" y="169"/>
                  <a:pt x="55" y="173"/>
                </a:cubicBezTo>
                <a:cubicBezTo>
                  <a:pt x="55" y="173"/>
                  <a:pt x="55" y="173"/>
                  <a:pt x="55" y="173"/>
                </a:cubicBezTo>
                <a:cubicBezTo>
                  <a:pt x="55" y="177"/>
                  <a:pt x="58" y="180"/>
                  <a:pt x="62" y="180"/>
                </a:cubicBezTo>
                <a:cubicBezTo>
                  <a:pt x="104" y="180"/>
                  <a:pt x="104" y="180"/>
                  <a:pt x="104" y="180"/>
                </a:cubicBezTo>
                <a:cubicBezTo>
                  <a:pt x="108" y="180"/>
                  <a:pt x="111" y="177"/>
                  <a:pt x="111" y="173"/>
                </a:cubicBezTo>
                <a:close/>
                <a:moveTo>
                  <a:pt x="90" y="97"/>
                </a:moveTo>
                <a:cubicBezTo>
                  <a:pt x="81" y="97"/>
                  <a:pt x="81" y="97"/>
                  <a:pt x="81" y="97"/>
                </a:cubicBezTo>
                <a:cubicBezTo>
                  <a:pt x="76" y="97"/>
                  <a:pt x="76" y="97"/>
                  <a:pt x="76" y="97"/>
                </a:cubicBezTo>
                <a:cubicBezTo>
                  <a:pt x="76" y="162"/>
                  <a:pt x="76" y="162"/>
                  <a:pt x="76" y="162"/>
                </a:cubicBezTo>
                <a:cubicBezTo>
                  <a:pt x="79" y="162"/>
                  <a:pt x="81" y="162"/>
                  <a:pt x="83" y="162"/>
                </a:cubicBezTo>
                <a:cubicBezTo>
                  <a:pt x="83" y="162"/>
                  <a:pt x="83" y="162"/>
                  <a:pt x="83" y="162"/>
                </a:cubicBezTo>
                <a:cubicBezTo>
                  <a:pt x="83" y="162"/>
                  <a:pt x="83" y="162"/>
                  <a:pt x="83" y="162"/>
                </a:cubicBezTo>
                <a:cubicBezTo>
                  <a:pt x="83" y="162"/>
                  <a:pt x="83" y="162"/>
                  <a:pt x="83" y="162"/>
                </a:cubicBezTo>
                <a:cubicBezTo>
                  <a:pt x="83" y="162"/>
                  <a:pt x="83" y="162"/>
                  <a:pt x="83" y="162"/>
                </a:cubicBezTo>
                <a:cubicBezTo>
                  <a:pt x="85" y="162"/>
                  <a:pt x="87" y="162"/>
                  <a:pt x="90" y="162"/>
                </a:cubicBezTo>
                <a:lnTo>
                  <a:pt x="90" y="97"/>
                </a:lnTo>
                <a:close/>
                <a:moveTo>
                  <a:pt x="60" y="71"/>
                </a:moveTo>
                <a:cubicBezTo>
                  <a:pt x="55" y="71"/>
                  <a:pt x="50" y="75"/>
                  <a:pt x="50" y="81"/>
                </a:cubicBezTo>
                <a:cubicBezTo>
                  <a:pt x="50" y="86"/>
                  <a:pt x="55" y="91"/>
                  <a:pt x="60" y="91"/>
                </a:cubicBezTo>
                <a:cubicBezTo>
                  <a:pt x="70" y="91"/>
                  <a:pt x="70" y="91"/>
                  <a:pt x="70" y="91"/>
                </a:cubicBezTo>
                <a:cubicBezTo>
                  <a:pt x="70" y="81"/>
                  <a:pt x="70" y="81"/>
                  <a:pt x="70" y="81"/>
                </a:cubicBezTo>
                <a:cubicBezTo>
                  <a:pt x="70" y="75"/>
                  <a:pt x="65" y="71"/>
                  <a:pt x="60" y="71"/>
                </a:cubicBezTo>
                <a:close/>
                <a:moveTo>
                  <a:pt x="116" y="81"/>
                </a:moveTo>
                <a:cubicBezTo>
                  <a:pt x="116" y="75"/>
                  <a:pt x="111" y="71"/>
                  <a:pt x="106" y="71"/>
                </a:cubicBezTo>
                <a:cubicBezTo>
                  <a:pt x="101" y="71"/>
                  <a:pt x="96" y="75"/>
                  <a:pt x="96" y="81"/>
                </a:cubicBezTo>
                <a:cubicBezTo>
                  <a:pt x="96" y="91"/>
                  <a:pt x="96" y="91"/>
                  <a:pt x="96" y="91"/>
                </a:cubicBezTo>
                <a:cubicBezTo>
                  <a:pt x="106" y="91"/>
                  <a:pt x="106" y="91"/>
                  <a:pt x="106" y="91"/>
                </a:cubicBezTo>
                <a:cubicBezTo>
                  <a:pt x="111" y="91"/>
                  <a:pt x="116" y="86"/>
                  <a:pt x="116" y="81"/>
                </a:cubicBezTo>
                <a:close/>
                <a:moveTo>
                  <a:pt x="138" y="63"/>
                </a:moveTo>
                <a:cubicBezTo>
                  <a:pt x="133" y="45"/>
                  <a:pt x="112" y="26"/>
                  <a:pt x="83" y="26"/>
                </a:cubicBezTo>
                <a:cubicBezTo>
                  <a:pt x="54" y="26"/>
                  <a:pt x="33" y="45"/>
                  <a:pt x="28" y="63"/>
                </a:cubicBezTo>
                <a:cubicBezTo>
                  <a:pt x="25" y="76"/>
                  <a:pt x="28" y="89"/>
                  <a:pt x="34" y="101"/>
                </a:cubicBezTo>
                <a:cubicBezTo>
                  <a:pt x="40" y="113"/>
                  <a:pt x="46" y="122"/>
                  <a:pt x="51" y="133"/>
                </a:cubicBezTo>
                <a:cubicBezTo>
                  <a:pt x="54" y="139"/>
                  <a:pt x="55" y="148"/>
                  <a:pt x="56" y="155"/>
                </a:cubicBezTo>
                <a:cubicBezTo>
                  <a:pt x="58" y="160"/>
                  <a:pt x="60" y="162"/>
                  <a:pt x="66" y="162"/>
                </a:cubicBezTo>
                <a:cubicBezTo>
                  <a:pt x="67" y="162"/>
                  <a:pt x="69" y="162"/>
                  <a:pt x="70" y="162"/>
                </a:cubicBezTo>
                <a:cubicBezTo>
                  <a:pt x="70" y="97"/>
                  <a:pt x="70" y="97"/>
                  <a:pt x="70" y="97"/>
                </a:cubicBezTo>
                <a:cubicBezTo>
                  <a:pt x="60" y="97"/>
                  <a:pt x="60" y="97"/>
                  <a:pt x="60" y="97"/>
                </a:cubicBezTo>
                <a:cubicBezTo>
                  <a:pt x="56" y="97"/>
                  <a:pt x="52" y="96"/>
                  <a:pt x="48" y="92"/>
                </a:cubicBezTo>
                <a:cubicBezTo>
                  <a:pt x="45" y="89"/>
                  <a:pt x="44" y="85"/>
                  <a:pt x="44" y="81"/>
                </a:cubicBezTo>
                <a:cubicBezTo>
                  <a:pt x="44" y="76"/>
                  <a:pt x="45" y="72"/>
                  <a:pt x="48" y="69"/>
                </a:cubicBezTo>
                <a:cubicBezTo>
                  <a:pt x="52" y="66"/>
                  <a:pt x="56" y="64"/>
                  <a:pt x="60" y="64"/>
                </a:cubicBezTo>
                <a:cubicBezTo>
                  <a:pt x="69" y="64"/>
                  <a:pt x="76" y="72"/>
                  <a:pt x="76" y="81"/>
                </a:cubicBezTo>
                <a:cubicBezTo>
                  <a:pt x="76" y="81"/>
                  <a:pt x="76" y="81"/>
                  <a:pt x="76" y="81"/>
                </a:cubicBezTo>
                <a:cubicBezTo>
                  <a:pt x="76" y="91"/>
                  <a:pt x="76" y="91"/>
                  <a:pt x="76" y="91"/>
                </a:cubicBezTo>
                <a:cubicBezTo>
                  <a:pt x="81" y="91"/>
                  <a:pt x="81" y="91"/>
                  <a:pt x="81" y="91"/>
                </a:cubicBezTo>
                <a:cubicBezTo>
                  <a:pt x="90" y="91"/>
                  <a:pt x="90" y="91"/>
                  <a:pt x="90" y="91"/>
                </a:cubicBezTo>
                <a:cubicBezTo>
                  <a:pt x="90" y="81"/>
                  <a:pt x="90" y="81"/>
                  <a:pt x="90" y="81"/>
                </a:cubicBezTo>
                <a:cubicBezTo>
                  <a:pt x="90" y="81"/>
                  <a:pt x="90" y="81"/>
                  <a:pt x="90" y="81"/>
                </a:cubicBezTo>
                <a:cubicBezTo>
                  <a:pt x="90" y="76"/>
                  <a:pt x="91" y="72"/>
                  <a:pt x="94" y="69"/>
                </a:cubicBezTo>
                <a:cubicBezTo>
                  <a:pt x="97" y="66"/>
                  <a:pt x="102" y="64"/>
                  <a:pt x="106" y="64"/>
                </a:cubicBezTo>
                <a:cubicBezTo>
                  <a:pt x="110" y="64"/>
                  <a:pt x="114" y="66"/>
                  <a:pt x="118" y="69"/>
                </a:cubicBezTo>
                <a:cubicBezTo>
                  <a:pt x="121" y="72"/>
                  <a:pt x="122" y="76"/>
                  <a:pt x="122" y="81"/>
                </a:cubicBezTo>
                <a:cubicBezTo>
                  <a:pt x="122" y="85"/>
                  <a:pt x="121" y="89"/>
                  <a:pt x="118" y="92"/>
                </a:cubicBezTo>
                <a:cubicBezTo>
                  <a:pt x="114" y="96"/>
                  <a:pt x="110" y="97"/>
                  <a:pt x="106" y="97"/>
                </a:cubicBezTo>
                <a:cubicBezTo>
                  <a:pt x="96" y="97"/>
                  <a:pt x="96" y="97"/>
                  <a:pt x="96" y="97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7" y="162"/>
                  <a:pt x="99" y="162"/>
                  <a:pt x="100" y="162"/>
                </a:cubicBezTo>
                <a:cubicBezTo>
                  <a:pt x="106" y="162"/>
                  <a:pt x="108" y="160"/>
                  <a:pt x="110" y="155"/>
                </a:cubicBezTo>
                <a:cubicBezTo>
                  <a:pt x="111" y="148"/>
                  <a:pt x="112" y="139"/>
                  <a:pt x="115" y="133"/>
                </a:cubicBezTo>
                <a:cubicBezTo>
                  <a:pt x="120" y="122"/>
                  <a:pt x="126" y="113"/>
                  <a:pt x="132" y="101"/>
                </a:cubicBezTo>
                <a:cubicBezTo>
                  <a:pt x="138" y="89"/>
                  <a:pt x="141" y="76"/>
                  <a:pt x="138" y="63"/>
                </a:cubicBezTo>
                <a:close/>
                <a:moveTo>
                  <a:pt x="89" y="6"/>
                </a:moveTo>
                <a:cubicBezTo>
                  <a:pt x="89" y="2"/>
                  <a:pt x="86" y="0"/>
                  <a:pt x="83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80" y="0"/>
                  <a:pt x="77" y="2"/>
                  <a:pt x="77" y="6"/>
                </a:cubicBezTo>
                <a:cubicBezTo>
                  <a:pt x="77" y="17"/>
                  <a:pt x="77" y="17"/>
                  <a:pt x="77" y="17"/>
                </a:cubicBezTo>
                <a:cubicBezTo>
                  <a:pt x="77" y="20"/>
                  <a:pt x="80" y="23"/>
                  <a:pt x="83" y="23"/>
                </a:cubicBezTo>
                <a:cubicBezTo>
                  <a:pt x="83" y="23"/>
                  <a:pt x="83" y="23"/>
                  <a:pt x="83" y="23"/>
                </a:cubicBezTo>
                <a:cubicBezTo>
                  <a:pt x="86" y="23"/>
                  <a:pt x="89" y="20"/>
                  <a:pt x="89" y="17"/>
                </a:cubicBezTo>
                <a:lnTo>
                  <a:pt x="89" y="6"/>
                </a:lnTo>
                <a:close/>
                <a:moveTo>
                  <a:pt x="122" y="16"/>
                </a:moveTo>
                <a:cubicBezTo>
                  <a:pt x="124" y="13"/>
                  <a:pt x="123" y="9"/>
                  <a:pt x="120" y="7"/>
                </a:cubicBezTo>
                <a:cubicBezTo>
                  <a:pt x="120" y="7"/>
                  <a:pt x="120" y="7"/>
                  <a:pt x="120" y="7"/>
                </a:cubicBezTo>
                <a:cubicBezTo>
                  <a:pt x="117" y="6"/>
                  <a:pt x="113" y="7"/>
                  <a:pt x="112" y="10"/>
                </a:cubicBezTo>
                <a:cubicBezTo>
                  <a:pt x="107" y="20"/>
                  <a:pt x="107" y="20"/>
                  <a:pt x="107" y="20"/>
                </a:cubicBezTo>
                <a:cubicBezTo>
                  <a:pt x="105" y="23"/>
                  <a:pt x="106" y="26"/>
                  <a:pt x="109" y="28"/>
                </a:cubicBezTo>
                <a:cubicBezTo>
                  <a:pt x="109" y="28"/>
                  <a:pt x="109" y="28"/>
                  <a:pt x="109" y="28"/>
                </a:cubicBezTo>
                <a:cubicBezTo>
                  <a:pt x="112" y="29"/>
                  <a:pt x="116" y="28"/>
                  <a:pt x="117" y="25"/>
                </a:cubicBezTo>
                <a:lnTo>
                  <a:pt x="122" y="16"/>
                </a:lnTo>
                <a:close/>
                <a:moveTo>
                  <a:pt x="147" y="35"/>
                </a:moveTo>
                <a:cubicBezTo>
                  <a:pt x="150" y="33"/>
                  <a:pt x="150" y="29"/>
                  <a:pt x="148" y="27"/>
                </a:cubicBezTo>
                <a:cubicBezTo>
                  <a:pt x="148" y="27"/>
                  <a:pt x="148" y="27"/>
                  <a:pt x="148" y="27"/>
                </a:cubicBezTo>
                <a:cubicBezTo>
                  <a:pt x="145" y="24"/>
                  <a:pt x="142" y="24"/>
                  <a:pt x="139" y="26"/>
                </a:cubicBezTo>
                <a:cubicBezTo>
                  <a:pt x="131" y="33"/>
                  <a:pt x="131" y="33"/>
                  <a:pt x="131" y="33"/>
                </a:cubicBezTo>
                <a:cubicBezTo>
                  <a:pt x="128" y="36"/>
                  <a:pt x="128" y="39"/>
                  <a:pt x="130" y="42"/>
                </a:cubicBezTo>
                <a:cubicBezTo>
                  <a:pt x="130" y="42"/>
                  <a:pt x="130" y="42"/>
                  <a:pt x="130" y="42"/>
                </a:cubicBezTo>
                <a:cubicBezTo>
                  <a:pt x="132" y="44"/>
                  <a:pt x="136" y="45"/>
                  <a:pt x="139" y="42"/>
                </a:cubicBezTo>
                <a:lnTo>
                  <a:pt x="147" y="35"/>
                </a:lnTo>
                <a:close/>
                <a:moveTo>
                  <a:pt x="160" y="65"/>
                </a:moveTo>
                <a:cubicBezTo>
                  <a:pt x="163" y="64"/>
                  <a:pt x="166" y="61"/>
                  <a:pt x="165" y="58"/>
                </a:cubicBezTo>
                <a:cubicBezTo>
                  <a:pt x="165" y="58"/>
                  <a:pt x="165" y="58"/>
                  <a:pt x="165" y="58"/>
                </a:cubicBezTo>
                <a:cubicBezTo>
                  <a:pt x="164" y="54"/>
                  <a:pt x="161" y="52"/>
                  <a:pt x="158" y="53"/>
                </a:cubicBezTo>
                <a:cubicBezTo>
                  <a:pt x="147" y="55"/>
                  <a:pt x="147" y="55"/>
                  <a:pt x="147" y="55"/>
                </a:cubicBezTo>
                <a:cubicBezTo>
                  <a:pt x="144" y="55"/>
                  <a:pt x="142" y="58"/>
                  <a:pt x="142" y="62"/>
                </a:cubicBezTo>
                <a:cubicBezTo>
                  <a:pt x="142" y="62"/>
                  <a:pt x="142" y="62"/>
                  <a:pt x="142" y="62"/>
                </a:cubicBezTo>
                <a:cubicBezTo>
                  <a:pt x="143" y="65"/>
                  <a:pt x="146" y="67"/>
                  <a:pt x="149" y="67"/>
                </a:cubicBezTo>
                <a:lnTo>
                  <a:pt x="160" y="65"/>
                </a:lnTo>
                <a:close/>
                <a:moveTo>
                  <a:pt x="157" y="97"/>
                </a:moveTo>
                <a:cubicBezTo>
                  <a:pt x="161" y="98"/>
                  <a:pt x="164" y="95"/>
                  <a:pt x="164" y="92"/>
                </a:cubicBezTo>
                <a:cubicBezTo>
                  <a:pt x="164" y="92"/>
                  <a:pt x="164" y="92"/>
                  <a:pt x="164" y="92"/>
                </a:cubicBezTo>
                <a:cubicBezTo>
                  <a:pt x="165" y="89"/>
                  <a:pt x="163" y="86"/>
                  <a:pt x="160" y="85"/>
                </a:cubicBezTo>
                <a:cubicBezTo>
                  <a:pt x="149" y="83"/>
                  <a:pt x="149" y="83"/>
                  <a:pt x="149" y="83"/>
                </a:cubicBezTo>
                <a:cubicBezTo>
                  <a:pt x="146" y="82"/>
                  <a:pt x="142" y="84"/>
                  <a:pt x="142" y="88"/>
                </a:cubicBezTo>
                <a:cubicBezTo>
                  <a:pt x="142" y="88"/>
                  <a:pt x="142" y="88"/>
                  <a:pt x="142" y="88"/>
                </a:cubicBezTo>
                <a:cubicBezTo>
                  <a:pt x="141" y="91"/>
                  <a:pt x="143" y="94"/>
                  <a:pt x="146" y="95"/>
                </a:cubicBezTo>
                <a:lnTo>
                  <a:pt x="157" y="97"/>
                </a:lnTo>
                <a:close/>
                <a:moveTo>
                  <a:pt x="48" y="25"/>
                </a:moveTo>
                <a:cubicBezTo>
                  <a:pt x="50" y="28"/>
                  <a:pt x="53" y="29"/>
                  <a:pt x="56" y="28"/>
                </a:cubicBezTo>
                <a:cubicBezTo>
                  <a:pt x="56" y="28"/>
                  <a:pt x="56" y="28"/>
                  <a:pt x="56" y="28"/>
                </a:cubicBezTo>
                <a:cubicBezTo>
                  <a:pt x="59" y="26"/>
                  <a:pt x="60" y="23"/>
                  <a:pt x="59" y="2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7"/>
                  <a:pt x="48" y="6"/>
                  <a:pt x="45" y="7"/>
                </a:cubicBezTo>
                <a:cubicBezTo>
                  <a:pt x="45" y="7"/>
                  <a:pt x="45" y="7"/>
                  <a:pt x="45" y="7"/>
                </a:cubicBezTo>
                <a:cubicBezTo>
                  <a:pt x="42" y="9"/>
                  <a:pt x="41" y="13"/>
                  <a:pt x="43" y="16"/>
                </a:cubicBezTo>
                <a:lnTo>
                  <a:pt x="48" y="25"/>
                </a:lnTo>
                <a:close/>
                <a:moveTo>
                  <a:pt x="26" y="42"/>
                </a:moveTo>
                <a:cubicBezTo>
                  <a:pt x="29" y="45"/>
                  <a:pt x="33" y="44"/>
                  <a:pt x="35" y="42"/>
                </a:cubicBezTo>
                <a:cubicBezTo>
                  <a:pt x="35" y="42"/>
                  <a:pt x="35" y="42"/>
                  <a:pt x="35" y="42"/>
                </a:cubicBezTo>
                <a:cubicBezTo>
                  <a:pt x="37" y="39"/>
                  <a:pt x="37" y="36"/>
                  <a:pt x="34" y="33"/>
                </a:cubicBezTo>
                <a:cubicBezTo>
                  <a:pt x="26" y="26"/>
                  <a:pt x="26" y="26"/>
                  <a:pt x="26" y="26"/>
                </a:cubicBezTo>
                <a:cubicBezTo>
                  <a:pt x="24" y="24"/>
                  <a:pt x="20" y="24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5" y="29"/>
                  <a:pt x="16" y="33"/>
                  <a:pt x="18" y="35"/>
                </a:cubicBezTo>
                <a:lnTo>
                  <a:pt x="26" y="42"/>
                </a:lnTo>
                <a:close/>
                <a:moveTo>
                  <a:pt x="16" y="67"/>
                </a:moveTo>
                <a:cubicBezTo>
                  <a:pt x="19" y="67"/>
                  <a:pt x="22" y="65"/>
                  <a:pt x="23" y="62"/>
                </a:cubicBezTo>
                <a:cubicBezTo>
                  <a:pt x="23" y="62"/>
                  <a:pt x="23" y="62"/>
                  <a:pt x="23" y="62"/>
                </a:cubicBezTo>
                <a:cubicBezTo>
                  <a:pt x="24" y="58"/>
                  <a:pt x="21" y="55"/>
                  <a:pt x="18" y="55"/>
                </a:cubicBezTo>
                <a:cubicBezTo>
                  <a:pt x="7" y="53"/>
                  <a:pt x="7" y="53"/>
                  <a:pt x="7" y="53"/>
                </a:cubicBezTo>
                <a:cubicBezTo>
                  <a:pt x="4" y="52"/>
                  <a:pt x="1" y="54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1"/>
                  <a:pt x="2" y="64"/>
                  <a:pt x="5" y="65"/>
                </a:cubicBezTo>
                <a:lnTo>
                  <a:pt x="16" y="67"/>
                </a:lnTo>
                <a:close/>
                <a:moveTo>
                  <a:pt x="19" y="95"/>
                </a:moveTo>
                <a:cubicBezTo>
                  <a:pt x="22" y="94"/>
                  <a:pt x="24" y="91"/>
                  <a:pt x="23" y="88"/>
                </a:cubicBezTo>
                <a:cubicBezTo>
                  <a:pt x="23" y="88"/>
                  <a:pt x="23" y="88"/>
                  <a:pt x="23" y="88"/>
                </a:cubicBezTo>
                <a:cubicBezTo>
                  <a:pt x="23" y="84"/>
                  <a:pt x="20" y="82"/>
                  <a:pt x="16" y="83"/>
                </a:cubicBezTo>
                <a:cubicBezTo>
                  <a:pt x="5" y="85"/>
                  <a:pt x="5" y="85"/>
                  <a:pt x="5" y="85"/>
                </a:cubicBezTo>
                <a:cubicBezTo>
                  <a:pt x="2" y="86"/>
                  <a:pt x="0" y="89"/>
                  <a:pt x="1" y="92"/>
                </a:cubicBezTo>
                <a:cubicBezTo>
                  <a:pt x="1" y="92"/>
                  <a:pt x="1" y="92"/>
                  <a:pt x="1" y="92"/>
                </a:cubicBezTo>
                <a:cubicBezTo>
                  <a:pt x="1" y="95"/>
                  <a:pt x="5" y="98"/>
                  <a:pt x="8" y="97"/>
                </a:cubicBezTo>
                <a:lnTo>
                  <a:pt x="19" y="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55" name="Google Shape;346;p15"/>
          <p:cNvSpPr>
            <a:spLocks/>
          </p:cNvSpPr>
          <p:nvPr/>
        </p:nvSpPr>
        <p:spPr bwMode="auto">
          <a:xfrm>
            <a:off x="5907088" y="4464050"/>
            <a:ext cx="701675" cy="590550"/>
          </a:xfrm>
          <a:custGeom>
            <a:avLst/>
            <a:gdLst>
              <a:gd name="T0" fmla="*/ 27 w 200"/>
              <a:gd name="T1" fmla="*/ 137 h 168"/>
              <a:gd name="T2" fmla="*/ 27 w 200"/>
              <a:gd name="T3" fmla="*/ 92 h 168"/>
              <a:gd name="T4" fmla="*/ 34 w 200"/>
              <a:gd name="T5" fmla="*/ 85 h 168"/>
              <a:gd name="T6" fmla="*/ 45 w 200"/>
              <a:gd name="T7" fmla="*/ 85 h 168"/>
              <a:gd name="T8" fmla="*/ 51 w 200"/>
              <a:gd name="T9" fmla="*/ 92 h 168"/>
              <a:gd name="T10" fmla="*/ 51 w 200"/>
              <a:gd name="T11" fmla="*/ 137 h 168"/>
              <a:gd name="T12" fmla="*/ 45 w 200"/>
              <a:gd name="T13" fmla="*/ 143 h 168"/>
              <a:gd name="T14" fmla="*/ 34 w 200"/>
              <a:gd name="T15" fmla="*/ 143 h 168"/>
              <a:gd name="T16" fmla="*/ 27 w 200"/>
              <a:gd name="T17" fmla="*/ 137 h 168"/>
              <a:gd name="T18" fmla="*/ 74 w 200"/>
              <a:gd name="T19" fmla="*/ 69 h 168"/>
              <a:gd name="T20" fmla="*/ 67 w 200"/>
              <a:gd name="T21" fmla="*/ 76 h 168"/>
              <a:gd name="T22" fmla="*/ 67 w 200"/>
              <a:gd name="T23" fmla="*/ 137 h 168"/>
              <a:gd name="T24" fmla="*/ 74 w 200"/>
              <a:gd name="T25" fmla="*/ 143 h 168"/>
              <a:gd name="T26" fmla="*/ 85 w 200"/>
              <a:gd name="T27" fmla="*/ 143 h 168"/>
              <a:gd name="T28" fmla="*/ 91 w 200"/>
              <a:gd name="T29" fmla="*/ 137 h 168"/>
              <a:gd name="T30" fmla="*/ 91 w 200"/>
              <a:gd name="T31" fmla="*/ 76 h 168"/>
              <a:gd name="T32" fmla="*/ 85 w 200"/>
              <a:gd name="T33" fmla="*/ 69 h 168"/>
              <a:gd name="T34" fmla="*/ 74 w 200"/>
              <a:gd name="T35" fmla="*/ 69 h 168"/>
              <a:gd name="T36" fmla="*/ 114 w 200"/>
              <a:gd name="T37" fmla="*/ 55 h 168"/>
              <a:gd name="T38" fmla="*/ 107 w 200"/>
              <a:gd name="T39" fmla="*/ 62 h 168"/>
              <a:gd name="T40" fmla="*/ 107 w 200"/>
              <a:gd name="T41" fmla="*/ 137 h 168"/>
              <a:gd name="T42" fmla="*/ 114 w 200"/>
              <a:gd name="T43" fmla="*/ 143 h 168"/>
              <a:gd name="T44" fmla="*/ 125 w 200"/>
              <a:gd name="T45" fmla="*/ 143 h 168"/>
              <a:gd name="T46" fmla="*/ 131 w 200"/>
              <a:gd name="T47" fmla="*/ 137 h 168"/>
              <a:gd name="T48" fmla="*/ 131 w 200"/>
              <a:gd name="T49" fmla="*/ 62 h 168"/>
              <a:gd name="T50" fmla="*/ 125 w 200"/>
              <a:gd name="T51" fmla="*/ 55 h 168"/>
              <a:gd name="T52" fmla="*/ 114 w 200"/>
              <a:gd name="T53" fmla="*/ 55 h 168"/>
              <a:gd name="T54" fmla="*/ 154 w 200"/>
              <a:gd name="T55" fmla="*/ 41 h 168"/>
              <a:gd name="T56" fmla="*/ 147 w 200"/>
              <a:gd name="T57" fmla="*/ 48 h 168"/>
              <a:gd name="T58" fmla="*/ 147 w 200"/>
              <a:gd name="T59" fmla="*/ 137 h 168"/>
              <a:gd name="T60" fmla="*/ 154 w 200"/>
              <a:gd name="T61" fmla="*/ 143 h 168"/>
              <a:gd name="T62" fmla="*/ 165 w 200"/>
              <a:gd name="T63" fmla="*/ 143 h 168"/>
              <a:gd name="T64" fmla="*/ 171 w 200"/>
              <a:gd name="T65" fmla="*/ 137 h 168"/>
              <a:gd name="T66" fmla="*/ 171 w 200"/>
              <a:gd name="T67" fmla="*/ 48 h 168"/>
              <a:gd name="T68" fmla="*/ 165 w 200"/>
              <a:gd name="T69" fmla="*/ 41 h 168"/>
              <a:gd name="T70" fmla="*/ 154 w 200"/>
              <a:gd name="T71" fmla="*/ 41 h 168"/>
              <a:gd name="T72" fmla="*/ 30 w 200"/>
              <a:gd name="T73" fmla="*/ 68 h 168"/>
              <a:gd name="T74" fmla="*/ 149 w 200"/>
              <a:gd name="T75" fmla="*/ 23 h 168"/>
              <a:gd name="T76" fmla="*/ 152 w 200"/>
              <a:gd name="T77" fmla="*/ 29 h 168"/>
              <a:gd name="T78" fmla="*/ 165 w 200"/>
              <a:gd name="T79" fmla="*/ 9 h 168"/>
              <a:gd name="T80" fmla="*/ 141 w 200"/>
              <a:gd name="T81" fmla="*/ 8 h 168"/>
              <a:gd name="T82" fmla="*/ 145 w 200"/>
              <a:gd name="T83" fmla="*/ 15 h 168"/>
              <a:gd name="T84" fmla="*/ 29 w 200"/>
              <a:gd name="T85" fmla="*/ 59 h 168"/>
              <a:gd name="T86" fmla="*/ 30 w 200"/>
              <a:gd name="T87" fmla="*/ 68 h 168"/>
              <a:gd name="T88" fmla="*/ 200 w 200"/>
              <a:gd name="T89" fmla="*/ 156 h 168"/>
              <a:gd name="T90" fmla="*/ 180 w 200"/>
              <a:gd name="T91" fmla="*/ 144 h 168"/>
              <a:gd name="T92" fmla="*/ 180 w 200"/>
              <a:gd name="T93" fmla="*/ 152 h 168"/>
              <a:gd name="T94" fmla="*/ 16 w 200"/>
              <a:gd name="T95" fmla="*/ 152 h 168"/>
              <a:gd name="T96" fmla="*/ 16 w 200"/>
              <a:gd name="T97" fmla="*/ 21 h 168"/>
              <a:gd name="T98" fmla="*/ 24 w 200"/>
              <a:gd name="T99" fmla="*/ 21 h 168"/>
              <a:gd name="T100" fmla="*/ 12 w 200"/>
              <a:gd name="T101" fmla="*/ 0 h 168"/>
              <a:gd name="T102" fmla="*/ 0 w 200"/>
              <a:gd name="T103" fmla="*/ 21 h 168"/>
              <a:gd name="T104" fmla="*/ 7 w 200"/>
              <a:gd name="T105" fmla="*/ 21 h 168"/>
              <a:gd name="T106" fmla="*/ 7 w 200"/>
              <a:gd name="T107" fmla="*/ 152 h 168"/>
              <a:gd name="T108" fmla="*/ 7 w 200"/>
              <a:gd name="T109" fmla="*/ 156 h 168"/>
              <a:gd name="T110" fmla="*/ 7 w 200"/>
              <a:gd name="T111" fmla="*/ 161 h 168"/>
              <a:gd name="T112" fmla="*/ 180 w 200"/>
              <a:gd name="T113" fmla="*/ 161 h 168"/>
              <a:gd name="T114" fmla="*/ 180 w 200"/>
              <a:gd name="T115" fmla="*/ 168 h 168"/>
              <a:gd name="T116" fmla="*/ 200 w 200"/>
              <a:gd name="T117" fmla="*/ 156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00" h="168" extrusionOk="0">
                <a:moveTo>
                  <a:pt x="27" y="137"/>
                </a:moveTo>
                <a:cubicBezTo>
                  <a:pt x="27" y="92"/>
                  <a:pt x="27" y="92"/>
                  <a:pt x="27" y="92"/>
                </a:cubicBezTo>
                <a:cubicBezTo>
                  <a:pt x="27" y="88"/>
                  <a:pt x="30" y="85"/>
                  <a:pt x="34" y="85"/>
                </a:cubicBezTo>
                <a:cubicBezTo>
                  <a:pt x="45" y="85"/>
                  <a:pt x="45" y="85"/>
                  <a:pt x="45" y="85"/>
                </a:cubicBezTo>
                <a:cubicBezTo>
                  <a:pt x="48" y="85"/>
                  <a:pt x="51" y="88"/>
                  <a:pt x="51" y="92"/>
                </a:cubicBezTo>
                <a:cubicBezTo>
                  <a:pt x="51" y="137"/>
                  <a:pt x="51" y="137"/>
                  <a:pt x="51" y="137"/>
                </a:cubicBezTo>
                <a:cubicBezTo>
                  <a:pt x="51" y="141"/>
                  <a:pt x="48" y="143"/>
                  <a:pt x="45" y="143"/>
                </a:cubicBezTo>
                <a:cubicBezTo>
                  <a:pt x="34" y="143"/>
                  <a:pt x="34" y="143"/>
                  <a:pt x="34" y="143"/>
                </a:cubicBezTo>
                <a:cubicBezTo>
                  <a:pt x="30" y="143"/>
                  <a:pt x="27" y="141"/>
                  <a:pt x="27" y="137"/>
                </a:cubicBezTo>
                <a:close/>
                <a:moveTo>
                  <a:pt x="74" y="69"/>
                </a:moveTo>
                <a:cubicBezTo>
                  <a:pt x="70" y="69"/>
                  <a:pt x="67" y="72"/>
                  <a:pt x="67" y="76"/>
                </a:cubicBezTo>
                <a:cubicBezTo>
                  <a:pt x="67" y="137"/>
                  <a:pt x="67" y="137"/>
                  <a:pt x="67" y="137"/>
                </a:cubicBezTo>
                <a:cubicBezTo>
                  <a:pt x="67" y="141"/>
                  <a:pt x="70" y="143"/>
                  <a:pt x="74" y="143"/>
                </a:cubicBezTo>
                <a:cubicBezTo>
                  <a:pt x="85" y="143"/>
                  <a:pt x="85" y="143"/>
                  <a:pt x="85" y="143"/>
                </a:cubicBezTo>
                <a:cubicBezTo>
                  <a:pt x="88" y="143"/>
                  <a:pt x="91" y="141"/>
                  <a:pt x="91" y="137"/>
                </a:cubicBezTo>
                <a:cubicBezTo>
                  <a:pt x="91" y="76"/>
                  <a:pt x="91" y="76"/>
                  <a:pt x="91" y="76"/>
                </a:cubicBezTo>
                <a:cubicBezTo>
                  <a:pt x="91" y="72"/>
                  <a:pt x="88" y="69"/>
                  <a:pt x="85" y="69"/>
                </a:cubicBezTo>
                <a:lnTo>
                  <a:pt x="74" y="69"/>
                </a:lnTo>
                <a:close/>
                <a:moveTo>
                  <a:pt x="114" y="55"/>
                </a:moveTo>
                <a:cubicBezTo>
                  <a:pt x="110" y="55"/>
                  <a:pt x="107" y="58"/>
                  <a:pt x="107" y="62"/>
                </a:cubicBezTo>
                <a:cubicBezTo>
                  <a:pt x="107" y="137"/>
                  <a:pt x="107" y="137"/>
                  <a:pt x="107" y="137"/>
                </a:cubicBezTo>
                <a:cubicBezTo>
                  <a:pt x="107" y="141"/>
                  <a:pt x="110" y="143"/>
                  <a:pt x="114" y="143"/>
                </a:cubicBezTo>
                <a:cubicBezTo>
                  <a:pt x="125" y="143"/>
                  <a:pt x="125" y="143"/>
                  <a:pt x="125" y="143"/>
                </a:cubicBezTo>
                <a:cubicBezTo>
                  <a:pt x="128" y="143"/>
                  <a:pt x="131" y="141"/>
                  <a:pt x="131" y="137"/>
                </a:cubicBezTo>
                <a:cubicBezTo>
                  <a:pt x="131" y="62"/>
                  <a:pt x="131" y="62"/>
                  <a:pt x="131" y="62"/>
                </a:cubicBezTo>
                <a:cubicBezTo>
                  <a:pt x="131" y="58"/>
                  <a:pt x="128" y="55"/>
                  <a:pt x="125" y="55"/>
                </a:cubicBezTo>
                <a:lnTo>
                  <a:pt x="114" y="55"/>
                </a:lnTo>
                <a:close/>
                <a:moveTo>
                  <a:pt x="154" y="41"/>
                </a:moveTo>
                <a:cubicBezTo>
                  <a:pt x="150" y="41"/>
                  <a:pt x="147" y="44"/>
                  <a:pt x="147" y="48"/>
                </a:cubicBezTo>
                <a:cubicBezTo>
                  <a:pt x="147" y="137"/>
                  <a:pt x="147" y="137"/>
                  <a:pt x="147" y="137"/>
                </a:cubicBezTo>
                <a:cubicBezTo>
                  <a:pt x="147" y="141"/>
                  <a:pt x="150" y="143"/>
                  <a:pt x="154" y="143"/>
                </a:cubicBezTo>
                <a:cubicBezTo>
                  <a:pt x="165" y="143"/>
                  <a:pt x="165" y="143"/>
                  <a:pt x="165" y="143"/>
                </a:cubicBezTo>
                <a:cubicBezTo>
                  <a:pt x="168" y="143"/>
                  <a:pt x="171" y="141"/>
                  <a:pt x="171" y="137"/>
                </a:cubicBezTo>
                <a:cubicBezTo>
                  <a:pt x="171" y="48"/>
                  <a:pt x="171" y="48"/>
                  <a:pt x="171" y="48"/>
                </a:cubicBezTo>
                <a:cubicBezTo>
                  <a:pt x="171" y="44"/>
                  <a:pt x="168" y="41"/>
                  <a:pt x="165" y="41"/>
                </a:cubicBezTo>
                <a:lnTo>
                  <a:pt x="154" y="41"/>
                </a:lnTo>
                <a:close/>
                <a:moveTo>
                  <a:pt x="30" y="68"/>
                </a:moveTo>
                <a:cubicBezTo>
                  <a:pt x="73" y="60"/>
                  <a:pt x="113" y="44"/>
                  <a:pt x="149" y="23"/>
                </a:cubicBezTo>
                <a:cubicBezTo>
                  <a:pt x="152" y="29"/>
                  <a:pt x="152" y="29"/>
                  <a:pt x="152" y="29"/>
                </a:cubicBezTo>
                <a:cubicBezTo>
                  <a:pt x="165" y="9"/>
                  <a:pt x="165" y="9"/>
                  <a:pt x="165" y="9"/>
                </a:cubicBezTo>
                <a:cubicBezTo>
                  <a:pt x="141" y="8"/>
                  <a:pt x="141" y="8"/>
                  <a:pt x="141" y="8"/>
                </a:cubicBezTo>
                <a:cubicBezTo>
                  <a:pt x="145" y="15"/>
                  <a:pt x="145" y="15"/>
                  <a:pt x="145" y="15"/>
                </a:cubicBezTo>
                <a:cubicBezTo>
                  <a:pt x="109" y="36"/>
                  <a:pt x="70" y="51"/>
                  <a:pt x="29" y="59"/>
                </a:cubicBezTo>
                <a:lnTo>
                  <a:pt x="30" y="68"/>
                </a:lnTo>
                <a:close/>
                <a:moveTo>
                  <a:pt x="200" y="156"/>
                </a:moveTo>
                <a:cubicBezTo>
                  <a:pt x="180" y="144"/>
                  <a:pt x="180" y="144"/>
                  <a:pt x="180" y="144"/>
                </a:cubicBezTo>
                <a:cubicBezTo>
                  <a:pt x="180" y="152"/>
                  <a:pt x="180" y="152"/>
                  <a:pt x="180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21"/>
                  <a:pt x="16" y="21"/>
                  <a:pt x="16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21"/>
                  <a:pt x="0" y="21"/>
                  <a:pt x="0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152"/>
                  <a:pt x="7" y="152"/>
                  <a:pt x="7" y="152"/>
                </a:cubicBezTo>
                <a:cubicBezTo>
                  <a:pt x="7" y="156"/>
                  <a:pt x="7" y="156"/>
                  <a:pt x="7" y="156"/>
                </a:cubicBezTo>
                <a:cubicBezTo>
                  <a:pt x="7" y="161"/>
                  <a:pt x="7" y="161"/>
                  <a:pt x="7" y="161"/>
                </a:cubicBezTo>
                <a:cubicBezTo>
                  <a:pt x="180" y="161"/>
                  <a:pt x="180" y="161"/>
                  <a:pt x="180" y="161"/>
                </a:cubicBezTo>
                <a:cubicBezTo>
                  <a:pt x="180" y="168"/>
                  <a:pt x="180" y="168"/>
                  <a:pt x="180" y="168"/>
                </a:cubicBezTo>
                <a:lnTo>
                  <a:pt x="20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56" name="Google Shape;347;p15"/>
          <p:cNvSpPr>
            <a:spLocks/>
          </p:cNvSpPr>
          <p:nvPr/>
        </p:nvSpPr>
        <p:spPr bwMode="auto">
          <a:xfrm>
            <a:off x="3871913" y="4478338"/>
            <a:ext cx="630237" cy="565150"/>
          </a:xfrm>
          <a:custGeom>
            <a:avLst/>
            <a:gdLst>
              <a:gd name="T0" fmla="*/ 111 w 179"/>
              <a:gd name="T1" fmla="*/ 22 h 161"/>
              <a:gd name="T2" fmla="*/ 79 w 179"/>
              <a:gd name="T3" fmla="*/ 10 h 161"/>
              <a:gd name="T4" fmla="*/ 57 w 179"/>
              <a:gd name="T5" fmla="*/ 22 h 161"/>
              <a:gd name="T6" fmla="*/ 102 w 179"/>
              <a:gd name="T7" fmla="*/ 0 h 161"/>
              <a:gd name="T8" fmla="*/ 27 w 179"/>
              <a:gd name="T9" fmla="*/ 89 h 161"/>
              <a:gd name="T10" fmla="*/ 72 w 179"/>
              <a:gd name="T11" fmla="*/ 83 h 161"/>
              <a:gd name="T12" fmla="*/ 98 w 179"/>
              <a:gd name="T13" fmla="*/ 74 h 161"/>
              <a:gd name="T14" fmla="*/ 107 w 179"/>
              <a:gd name="T15" fmla="*/ 89 h 161"/>
              <a:gd name="T16" fmla="*/ 179 w 179"/>
              <a:gd name="T17" fmla="*/ 64 h 161"/>
              <a:gd name="T18" fmla="*/ 158 w 179"/>
              <a:gd name="T19" fmla="*/ 26 h 161"/>
              <a:gd name="T20" fmla="*/ 143 w 179"/>
              <a:gd name="T21" fmla="*/ 26 h 161"/>
              <a:gd name="T22" fmla="*/ 128 w 179"/>
              <a:gd name="T23" fmla="*/ 26 h 161"/>
              <a:gd name="T24" fmla="*/ 110 w 179"/>
              <a:gd name="T25" fmla="*/ 26 h 161"/>
              <a:gd name="T26" fmla="*/ 56 w 179"/>
              <a:gd name="T27" fmla="*/ 26 h 161"/>
              <a:gd name="T28" fmla="*/ 34 w 179"/>
              <a:gd name="T29" fmla="*/ 26 h 161"/>
              <a:gd name="T30" fmla="*/ 21 w 179"/>
              <a:gd name="T31" fmla="*/ 26 h 161"/>
              <a:gd name="T32" fmla="*/ 0 w 179"/>
              <a:gd name="T33" fmla="*/ 64 h 161"/>
              <a:gd name="T34" fmla="*/ 152 w 179"/>
              <a:gd name="T35" fmla="*/ 97 h 161"/>
              <a:gd name="T36" fmla="*/ 107 w 179"/>
              <a:gd name="T37" fmla="*/ 103 h 161"/>
              <a:gd name="T38" fmla="*/ 81 w 179"/>
              <a:gd name="T39" fmla="*/ 112 h 161"/>
              <a:gd name="T40" fmla="*/ 72 w 179"/>
              <a:gd name="T41" fmla="*/ 97 h 161"/>
              <a:gd name="T42" fmla="*/ 0 w 179"/>
              <a:gd name="T43" fmla="*/ 81 h 161"/>
              <a:gd name="T44" fmla="*/ 21 w 179"/>
              <a:gd name="T45" fmla="*/ 161 h 161"/>
              <a:gd name="T46" fmla="*/ 34 w 179"/>
              <a:gd name="T47" fmla="*/ 161 h 161"/>
              <a:gd name="T48" fmla="*/ 136 w 179"/>
              <a:gd name="T49" fmla="*/ 161 h 161"/>
              <a:gd name="T50" fmla="*/ 148 w 179"/>
              <a:gd name="T51" fmla="*/ 161 h 161"/>
              <a:gd name="T52" fmla="*/ 179 w 179"/>
              <a:gd name="T53" fmla="*/ 137 h 161"/>
              <a:gd name="T54" fmla="*/ 152 w 179"/>
              <a:gd name="T55" fmla="*/ 97 h 161"/>
              <a:gd name="T56" fmla="*/ 81 w 179"/>
              <a:gd name="T57" fmla="*/ 81 h 161"/>
              <a:gd name="T58" fmla="*/ 78 w 179"/>
              <a:gd name="T59" fmla="*/ 88 h 161"/>
              <a:gd name="T60" fmla="*/ 78 w 179"/>
              <a:gd name="T61" fmla="*/ 96 h 161"/>
              <a:gd name="T62" fmla="*/ 78 w 179"/>
              <a:gd name="T63" fmla="*/ 102 h 161"/>
              <a:gd name="T64" fmla="*/ 98 w 179"/>
              <a:gd name="T65" fmla="*/ 106 h 161"/>
              <a:gd name="T66" fmla="*/ 101 w 179"/>
              <a:gd name="T67" fmla="*/ 98 h 161"/>
              <a:gd name="T68" fmla="*/ 101 w 179"/>
              <a:gd name="T69" fmla="*/ 91 h 161"/>
              <a:gd name="T70" fmla="*/ 101 w 179"/>
              <a:gd name="T71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79" h="161" extrusionOk="0">
                <a:moveTo>
                  <a:pt x="122" y="22"/>
                </a:moveTo>
                <a:cubicBezTo>
                  <a:pt x="111" y="22"/>
                  <a:pt x="111" y="22"/>
                  <a:pt x="111" y="22"/>
                </a:cubicBezTo>
                <a:cubicBezTo>
                  <a:pt x="110" y="15"/>
                  <a:pt x="105" y="10"/>
                  <a:pt x="99" y="10"/>
                </a:cubicBezTo>
                <a:cubicBezTo>
                  <a:pt x="79" y="10"/>
                  <a:pt x="79" y="10"/>
                  <a:pt x="79" y="10"/>
                </a:cubicBezTo>
                <a:cubicBezTo>
                  <a:pt x="74" y="10"/>
                  <a:pt x="69" y="15"/>
                  <a:pt x="68" y="22"/>
                </a:cubicBezTo>
                <a:cubicBezTo>
                  <a:pt x="57" y="22"/>
                  <a:pt x="57" y="22"/>
                  <a:pt x="57" y="22"/>
                </a:cubicBezTo>
                <a:cubicBezTo>
                  <a:pt x="58" y="10"/>
                  <a:pt x="66" y="0"/>
                  <a:pt x="77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13" y="0"/>
                  <a:pt x="121" y="10"/>
                  <a:pt x="122" y="22"/>
                </a:cubicBezTo>
                <a:close/>
                <a:moveTo>
                  <a:pt x="27" y="89"/>
                </a:moveTo>
                <a:cubicBezTo>
                  <a:pt x="72" y="89"/>
                  <a:pt x="72" y="89"/>
                  <a:pt x="72" y="89"/>
                </a:cubicBezTo>
                <a:cubicBezTo>
                  <a:pt x="72" y="83"/>
                  <a:pt x="72" y="83"/>
                  <a:pt x="72" y="83"/>
                </a:cubicBezTo>
                <a:cubicBezTo>
                  <a:pt x="72" y="78"/>
                  <a:pt x="76" y="74"/>
                  <a:pt x="81" y="74"/>
                </a:cubicBezTo>
                <a:cubicBezTo>
                  <a:pt x="98" y="74"/>
                  <a:pt x="98" y="74"/>
                  <a:pt x="98" y="74"/>
                </a:cubicBezTo>
                <a:cubicBezTo>
                  <a:pt x="103" y="74"/>
                  <a:pt x="107" y="78"/>
                  <a:pt x="107" y="83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152" y="89"/>
                  <a:pt x="152" y="89"/>
                  <a:pt x="152" y="89"/>
                </a:cubicBezTo>
                <a:cubicBezTo>
                  <a:pt x="165" y="89"/>
                  <a:pt x="177" y="78"/>
                  <a:pt x="179" y="64"/>
                </a:cubicBezTo>
                <a:cubicBezTo>
                  <a:pt x="179" y="50"/>
                  <a:pt x="179" y="50"/>
                  <a:pt x="179" y="50"/>
                </a:cubicBezTo>
                <a:cubicBezTo>
                  <a:pt x="179" y="37"/>
                  <a:pt x="169" y="26"/>
                  <a:pt x="158" y="26"/>
                </a:cubicBezTo>
                <a:cubicBezTo>
                  <a:pt x="148" y="26"/>
                  <a:pt x="148" y="26"/>
                  <a:pt x="148" y="26"/>
                </a:cubicBezTo>
                <a:cubicBezTo>
                  <a:pt x="143" y="26"/>
                  <a:pt x="143" y="26"/>
                  <a:pt x="143" y="26"/>
                </a:cubicBezTo>
                <a:cubicBezTo>
                  <a:pt x="136" y="26"/>
                  <a:pt x="136" y="26"/>
                  <a:pt x="136" y="26"/>
                </a:cubicBezTo>
                <a:cubicBezTo>
                  <a:pt x="128" y="26"/>
                  <a:pt x="128" y="26"/>
                  <a:pt x="128" y="26"/>
                </a:cubicBezTo>
                <a:cubicBezTo>
                  <a:pt x="123" y="26"/>
                  <a:pt x="123" y="26"/>
                  <a:pt x="123" y="26"/>
                </a:cubicBezTo>
                <a:cubicBezTo>
                  <a:pt x="110" y="26"/>
                  <a:pt x="110" y="26"/>
                  <a:pt x="110" y="26"/>
                </a:cubicBezTo>
                <a:cubicBezTo>
                  <a:pt x="69" y="26"/>
                  <a:pt x="69" y="26"/>
                  <a:pt x="69" y="26"/>
                </a:cubicBezTo>
                <a:cubicBezTo>
                  <a:pt x="56" y="26"/>
                  <a:pt x="56" y="26"/>
                  <a:pt x="56" y="26"/>
                </a:cubicBezTo>
                <a:cubicBezTo>
                  <a:pt x="42" y="26"/>
                  <a:pt x="42" y="26"/>
                  <a:pt x="42" y="26"/>
                </a:cubicBezTo>
                <a:cubicBezTo>
                  <a:pt x="34" y="26"/>
                  <a:pt x="34" y="26"/>
                  <a:pt x="34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9" y="26"/>
                  <a:pt x="0" y="37"/>
                  <a:pt x="0" y="50"/>
                </a:cubicBezTo>
                <a:cubicBezTo>
                  <a:pt x="0" y="64"/>
                  <a:pt x="0" y="64"/>
                  <a:pt x="0" y="64"/>
                </a:cubicBezTo>
                <a:cubicBezTo>
                  <a:pt x="2" y="78"/>
                  <a:pt x="14" y="89"/>
                  <a:pt x="27" y="89"/>
                </a:cubicBezTo>
                <a:close/>
                <a:moveTo>
                  <a:pt x="152" y="97"/>
                </a:moveTo>
                <a:cubicBezTo>
                  <a:pt x="107" y="97"/>
                  <a:pt x="107" y="97"/>
                  <a:pt x="107" y="97"/>
                </a:cubicBezTo>
                <a:cubicBezTo>
                  <a:pt x="107" y="103"/>
                  <a:pt x="107" y="103"/>
                  <a:pt x="107" y="103"/>
                </a:cubicBezTo>
                <a:cubicBezTo>
                  <a:pt x="107" y="108"/>
                  <a:pt x="103" y="112"/>
                  <a:pt x="98" y="112"/>
                </a:cubicBezTo>
                <a:cubicBezTo>
                  <a:pt x="81" y="112"/>
                  <a:pt x="81" y="112"/>
                  <a:pt x="81" y="112"/>
                </a:cubicBezTo>
                <a:cubicBezTo>
                  <a:pt x="76" y="112"/>
                  <a:pt x="72" y="108"/>
                  <a:pt x="72" y="103"/>
                </a:cubicBezTo>
                <a:cubicBezTo>
                  <a:pt x="72" y="97"/>
                  <a:pt x="72" y="97"/>
                  <a:pt x="72" y="97"/>
                </a:cubicBezTo>
                <a:cubicBezTo>
                  <a:pt x="27" y="97"/>
                  <a:pt x="27" y="97"/>
                  <a:pt x="27" y="97"/>
                </a:cubicBezTo>
                <a:cubicBezTo>
                  <a:pt x="16" y="97"/>
                  <a:pt x="6" y="91"/>
                  <a:pt x="0" y="81"/>
                </a:cubicBezTo>
                <a:cubicBezTo>
                  <a:pt x="0" y="137"/>
                  <a:pt x="0" y="137"/>
                  <a:pt x="0" y="137"/>
                </a:cubicBezTo>
                <a:cubicBezTo>
                  <a:pt x="0" y="150"/>
                  <a:pt x="9" y="161"/>
                  <a:pt x="21" y="161"/>
                </a:cubicBezTo>
                <a:cubicBezTo>
                  <a:pt x="28" y="161"/>
                  <a:pt x="28" y="161"/>
                  <a:pt x="28" y="161"/>
                </a:cubicBezTo>
                <a:cubicBezTo>
                  <a:pt x="34" y="161"/>
                  <a:pt x="34" y="161"/>
                  <a:pt x="34" y="161"/>
                </a:cubicBezTo>
                <a:cubicBezTo>
                  <a:pt x="42" y="161"/>
                  <a:pt x="42" y="161"/>
                  <a:pt x="42" y="161"/>
                </a:cubicBezTo>
                <a:cubicBezTo>
                  <a:pt x="136" y="161"/>
                  <a:pt x="136" y="161"/>
                  <a:pt x="136" y="161"/>
                </a:cubicBezTo>
                <a:cubicBezTo>
                  <a:pt x="143" y="161"/>
                  <a:pt x="143" y="161"/>
                  <a:pt x="143" y="161"/>
                </a:cubicBezTo>
                <a:cubicBezTo>
                  <a:pt x="148" y="161"/>
                  <a:pt x="148" y="161"/>
                  <a:pt x="148" y="161"/>
                </a:cubicBezTo>
                <a:cubicBezTo>
                  <a:pt x="158" y="161"/>
                  <a:pt x="158" y="161"/>
                  <a:pt x="158" y="161"/>
                </a:cubicBezTo>
                <a:cubicBezTo>
                  <a:pt x="169" y="161"/>
                  <a:pt x="179" y="150"/>
                  <a:pt x="179" y="137"/>
                </a:cubicBezTo>
                <a:cubicBezTo>
                  <a:pt x="179" y="81"/>
                  <a:pt x="179" y="81"/>
                  <a:pt x="179" y="81"/>
                </a:cubicBezTo>
                <a:cubicBezTo>
                  <a:pt x="173" y="91"/>
                  <a:pt x="163" y="97"/>
                  <a:pt x="152" y="97"/>
                </a:cubicBezTo>
                <a:close/>
                <a:moveTo>
                  <a:pt x="98" y="81"/>
                </a:moveTo>
                <a:cubicBezTo>
                  <a:pt x="81" y="81"/>
                  <a:pt x="81" y="81"/>
                  <a:pt x="81" y="81"/>
                </a:cubicBezTo>
                <a:cubicBezTo>
                  <a:pt x="79" y="81"/>
                  <a:pt x="78" y="82"/>
                  <a:pt x="78" y="84"/>
                </a:cubicBezTo>
                <a:cubicBezTo>
                  <a:pt x="78" y="88"/>
                  <a:pt x="78" y="88"/>
                  <a:pt x="78" y="88"/>
                </a:cubicBezTo>
                <a:cubicBezTo>
                  <a:pt x="78" y="91"/>
                  <a:pt x="78" y="91"/>
                  <a:pt x="78" y="91"/>
                </a:cubicBezTo>
                <a:cubicBezTo>
                  <a:pt x="78" y="96"/>
                  <a:pt x="78" y="96"/>
                  <a:pt x="78" y="96"/>
                </a:cubicBezTo>
                <a:cubicBezTo>
                  <a:pt x="78" y="98"/>
                  <a:pt x="78" y="98"/>
                  <a:pt x="78" y="98"/>
                </a:cubicBezTo>
                <a:cubicBezTo>
                  <a:pt x="78" y="102"/>
                  <a:pt x="78" y="102"/>
                  <a:pt x="78" y="102"/>
                </a:cubicBezTo>
                <a:cubicBezTo>
                  <a:pt x="78" y="104"/>
                  <a:pt x="79" y="106"/>
                  <a:pt x="81" y="106"/>
                </a:cubicBezTo>
                <a:cubicBezTo>
                  <a:pt x="98" y="106"/>
                  <a:pt x="98" y="106"/>
                  <a:pt x="98" y="106"/>
                </a:cubicBezTo>
                <a:cubicBezTo>
                  <a:pt x="99" y="106"/>
                  <a:pt x="101" y="104"/>
                  <a:pt x="101" y="102"/>
                </a:cubicBezTo>
                <a:cubicBezTo>
                  <a:pt x="101" y="98"/>
                  <a:pt x="101" y="98"/>
                  <a:pt x="101" y="9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101" y="91"/>
                  <a:pt x="101" y="91"/>
                  <a:pt x="101" y="91"/>
                </a:cubicBezTo>
                <a:cubicBezTo>
                  <a:pt x="101" y="88"/>
                  <a:pt x="101" y="88"/>
                  <a:pt x="101" y="88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1" y="82"/>
                  <a:pt x="99" y="81"/>
                  <a:pt x="98" y="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57" name="Google Shape;348;p15"/>
          <p:cNvSpPr>
            <a:spLocks/>
          </p:cNvSpPr>
          <p:nvPr/>
        </p:nvSpPr>
        <p:spPr bwMode="auto">
          <a:xfrm>
            <a:off x="10052050" y="4540250"/>
            <a:ext cx="569913" cy="569913"/>
          </a:xfrm>
          <a:custGeom>
            <a:avLst/>
            <a:gdLst>
              <a:gd name="T0" fmla="*/ 76 w 162"/>
              <a:gd name="T1" fmla="*/ 86 h 162"/>
              <a:gd name="T2" fmla="*/ 153 w 162"/>
              <a:gd name="T3" fmla="*/ 86 h 162"/>
              <a:gd name="T4" fmla="*/ 76 w 162"/>
              <a:gd name="T5" fmla="*/ 162 h 162"/>
              <a:gd name="T6" fmla="*/ 0 w 162"/>
              <a:gd name="T7" fmla="*/ 86 h 162"/>
              <a:gd name="T8" fmla="*/ 76 w 162"/>
              <a:gd name="T9" fmla="*/ 9 h 162"/>
              <a:gd name="T10" fmla="*/ 76 w 162"/>
              <a:gd name="T11" fmla="*/ 86 h 162"/>
              <a:gd name="T12" fmla="*/ 85 w 162"/>
              <a:gd name="T13" fmla="*/ 0 h 162"/>
              <a:gd name="T14" fmla="*/ 85 w 162"/>
              <a:gd name="T15" fmla="*/ 76 h 162"/>
              <a:gd name="T16" fmla="*/ 162 w 162"/>
              <a:gd name="T17" fmla="*/ 76 h 162"/>
              <a:gd name="T18" fmla="*/ 85 w 162"/>
              <a:gd name="T19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2" h="162" extrusionOk="0">
                <a:moveTo>
                  <a:pt x="76" y="86"/>
                </a:moveTo>
                <a:cubicBezTo>
                  <a:pt x="153" y="86"/>
                  <a:pt x="153" y="86"/>
                  <a:pt x="153" y="86"/>
                </a:cubicBezTo>
                <a:cubicBezTo>
                  <a:pt x="153" y="128"/>
                  <a:pt x="118" y="162"/>
                  <a:pt x="76" y="162"/>
                </a:cubicBezTo>
                <a:cubicBezTo>
                  <a:pt x="34" y="162"/>
                  <a:pt x="0" y="128"/>
                  <a:pt x="0" y="86"/>
                </a:cubicBezTo>
                <a:cubicBezTo>
                  <a:pt x="0" y="43"/>
                  <a:pt x="34" y="9"/>
                  <a:pt x="76" y="9"/>
                </a:cubicBezTo>
                <a:lnTo>
                  <a:pt x="76" y="86"/>
                </a:lnTo>
                <a:close/>
                <a:moveTo>
                  <a:pt x="85" y="0"/>
                </a:moveTo>
                <a:cubicBezTo>
                  <a:pt x="85" y="76"/>
                  <a:pt x="85" y="76"/>
                  <a:pt x="85" y="76"/>
                </a:cubicBezTo>
                <a:cubicBezTo>
                  <a:pt x="162" y="76"/>
                  <a:pt x="162" y="76"/>
                  <a:pt x="162" y="76"/>
                </a:cubicBezTo>
                <a:cubicBezTo>
                  <a:pt x="162" y="34"/>
                  <a:pt x="128" y="0"/>
                  <a:pt x="8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58" name="Google Shape;349;p15"/>
          <p:cNvSpPr>
            <a:spLocks/>
          </p:cNvSpPr>
          <p:nvPr/>
        </p:nvSpPr>
        <p:spPr bwMode="auto">
          <a:xfrm>
            <a:off x="8024813" y="4487863"/>
            <a:ext cx="468312" cy="679450"/>
          </a:xfrm>
          <a:custGeom>
            <a:avLst/>
            <a:gdLst>
              <a:gd name="T0" fmla="*/ 133 w 133"/>
              <a:gd name="T1" fmla="*/ 128 h 193"/>
              <a:gd name="T2" fmla="*/ 86 w 133"/>
              <a:gd name="T3" fmla="*/ 85 h 193"/>
              <a:gd name="T4" fmla="*/ 63 w 133"/>
              <a:gd name="T5" fmla="*/ 79 h 193"/>
              <a:gd name="T6" fmla="*/ 32 w 133"/>
              <a:gd name="T7" fmla="*/ 63 h 193"/>
              <a:gd name="T8" fmla="*/ 65 w 133"/>
              <a:gd name="T9" fmla="*/ 48 h 193"/>
              <a:gd name="T10" fmla="*/ 99 w 133"/>
              <a:gd name="T11" fmla="*/ 61 h 193"/>
              <a:gd name="T12" fmla="*/ 115 w 133"/>
              <a:gd name="T13" fmla="*/ 60 h 193"/>
              <a:gd name="T14" fmla="*/ 123 w 133"/>
              <a:gd name="T15" fmla="*/ 48 h 193"/>
              <a:gd name="T16" fmla="*/ 80 w 133"/>
              <a:gd name="T17" fmla="*/ 22 h 193"/>
              <a:gd name="T18" fmla="*/ 80 w 133"/>
              <a:gd name="T19" fmla="*/ 7 h 193"/>
              <a:gd name="T20" fmla="*/ 72 w 133"/>
              <a:gd name="T21" fmla="*/ 0 h 193"/>
              <a:gd name="T22" fmla="*/ 61 w 133"/>
              <a:gd name="T23" fmla="*/ 0 h 193"/>
              <a:gd name="T24" fmla="*/ 53 w 133"/>
              <a:gd name="T25" fmla="*/ 7 h 193"/>
              <a:gd name="T26" fmla="*/ 53 w 133"/>
              <a:gd name="T27" fmla="*/ 21 h 193"/>
              <a:gd name="T28" fmla="*/ 0 w 133"/>
              <a:gd name="T29" fmla="*/ 63 h 193"/>
              <a:gd name="T30" fmla="*/ 50 w 133"/>
              <a:gd name="T31" fmla="*/ 105 h 193"/>
              <a:gd name="T32" fmla="*/ 78 w 133"/>
              <a:gd name="T33" fmla="*/ 112 h 193"/>
              <a:gd name="T34" fmla="*/ 101 w 133"/>
              <a:gd name="T35" fmla="*/ 129 h 193"/>
              <a:gd name="T36" fmla="*/ 68 w 133"/>
              <a:gd name="T37" fmla="*/ 144 h 193"/>
              <a:gd name="T38" fmla="*/ 28 w 133"/>
              <a:gd name="T39" fmla="*/ 130 h 193"/>
              <a:gd name="T40" fmla="*/ 10 w 133"/>
              <a:gd name="T41" fmla="*/ 133 h 193"/>
              <a:gd name="T42" fmla="*/ 5 w 133"/>
              <a:gd name="T43" fmla="*/ 145 h 193"/>
              <a:gd name="T44" fmla="*/ 53 w 133"/>
              <a:gd name="T45" fmla="*/ 170 h 193"/>
              <a:gd name="T46" fmla="*/ 53 w 133"/>
              <a:gd name="T47" fmla="*/ 186 h 193"/>
              <a:gd name="T48" fmla="*/ 61 w 133"/>
              <a:gd name="T49" fmla="*/ 193 h 193"/>
              <a:gd name="T50" fmla="*/ 72 w 133"/>
              <a:gd name="T51" fmla="*/ 193 h 193"/>
              <a:gd name="T52" fmla="*/ 80 w 133"/>
              <a:gd name="T53" fmla="*/ 186 h 193"/>
              <a:gd name="T54" fmla="*/ 80 w 133"/>
              <a:gd name="T55" fmla="*/ 171 h 193"/>
              <a:gd name="T56" fmla="*/ 133 w 133"/>
              <a:gd name="T57" fmla="*/ 12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33" h="193" extrusionOk="0">
                <a:moveTo>
                  <a:pt x="133" y="128"/>
                </a:moveTo>
                <a:cubicBezTo>
                  <a:pt x="133" y="108"/>
                  <a:pt x="117" y="92"/>
                  <a:pt x="86" y="85"/>
                </a:cubicBezTo>
                <a:cubicBezTo>
                  <a:pt x="83" y="84"/>
                  <a:pt x="66" y="80"/>
                  <a:pt x="63" y="79"/>
                </a:cubicBezTo>
                <a:cubicBezTo>
                  <a:pt x="39" y="73"/>
                  <a:pt x="32" y="69"/>
                  <a:pt x="32" y="63"/>
                </a:cubicBezTo>
                <a:cubicBezTo>
                  <a:pt x="32" y="56"/>
                  <a:pt x="41" y="48"/>
                  <a:pt x="65" y="48"/>
                </a:cubicBezTo>
                <a:cubicBezTo>
                  <a:pt x="82" y="48"/>
                  <a:pt x="99" y="61"/>
                  <a:pt x="99" y="61"/>
                </a:cubicBezTo>
                <a:cubicBezTo>
                  <a:pt x="106" y="65"/>
                  <a:pt x="110" y="65"/>
                  <a:pt x="115" y="60"/>
                </a:cubicBezTo>
                <a:cubicBezTo>
                  <a:pt x="115" y="60"/>
                  <a:pt x="123" y="54"/>
                  <a:pt x="123" y="48"/>
                </a:cubicBezTo>
                <a:cubicBezTo>
                  <a:pt x="123" y="39"/>
                  <a:pt x="102" y="27"/>
                  <a:pt x="80" y="22"/>
                </a:cubicBezTo>
                <a:cubicBezTo>
                  <a:pt x="80" y="7"/>
                  <a:pt x="80" y="7"/>
                  <a:pt x="80" y="7"/>
                </a:cubicBezTo>
                <a:cubicBezTo>
                  <a:pt x="80" y="3"/>
                  <a:pt x="76" y="0"/>
                  <a:pt x="72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57" y="0"/>
                  <a:pt x="53" y="3"/>
                  <a:pt x="53" y="7"/>
                </a:cubicBezTo>
                <a:cubicBezTo>
                  <a:pt x="53" y="21"/>
                  <a:pt x="53" y="21"/>
                  <a:pt x="53" y="21"/>
                </a:cubicBezTo>
                <a:cubicBezTo>
                  <a:pt x="19" y="25"/>
                  <a:pt x="0" y="42"/>
                  <a:pt x="0" y="63"/>
                </a:cubicBezTo>
                <a:cubicBezTo>
                  <a:pt x="0" y="88"/>
                  <a:pt x="24" y="98"/>
                  <a:pt x="50" y="105"/>
                </a:cubicBezTo>
                <a:cubicBezTo>
                  <a:pt x="54" y="106"/>
                  <a:pt x="74" y="111"/>
                  <a:pt x="78" y="112"/>
                </a:cubicBezTo>
                <a:cubicBezTo>
                  <a:pt x="97" y="117"/>
                  <a:pt x="101" y="124"/>
                  <a:pt x="101" y="129"/>
                </a:cubicBezTo>
                <a:cubicBezTo>
                  <a:pt x="101" y="137"/>
                  <a:pt x="92" y="144"/>
                  <a:pt x="68" y="144"/>
                </a:cubicBezTo>
                <a:cubicBezTo>
                  <a:pt x="51" y="144"/>
                  <a:pt x="28" y="130"/>
                  <a:pt x="28" y="130"/>
                </a:cubicBezTo>
                <a:cubicBezTo>
                  <a:pt x="21" y="126"/>
                  <a:pt x="15" y="127"/>
                  <a:pt x="10" y="133"/>
                </a:cubicBezTo>
                <a:cubicBezTo>
                  <a:pt x="10" y="133"/>
                  <a:pt x="5" y="139"/>
                  <a:pt x="5" y="145"/>
                </a:cubicBezTo>
                <a:cubicBezTo>
                  <a:pt x="5" y="154"/>
                  <a:pt x="30" y="166"/>
                  <a:pt x="53" y="170"/>
                </a:cubicBezTo>
                <a:cubicBezTo>
                  <a:pt x="53" y="186"/>
                  <a:pt x="53" y="186"/>
                  <a:pt x="53" y="186"/>
                </a:cubicBezTo>
                <a:cubicBezTo>
                  <a:pt x="53" y="190"/>
                  <a:pt x="57" y="193"/>
                  <a:pt x="61" y="193"/>
                </a:cubicBezTo>
                <a:cubicBezTo>
                  <a:pt x="72" y="193"/>
                  <a:pt x="72" y="193"/>
                  <a:pt x="72" y="193"/>
                </a:cubicBezTo>
                <a:cubicBezTo>
                  <a:pt x="76" y="193"/>
                  <a:pt x="80" y="190"/>
                  <a:pt x="80" y="186"/>
                </a:cubicBezTo>
                <a:cubicBezTo>
                  <a:pt x="80" y="171"/>
                  <a:pt x="80" y="171"/>
                  <a:pt x="80" y="171"/>
                </a:cubicBezTo>
                <a:cubicBezTo>
                  <a:pt x="116" y="168"/>
                  <a:pt x="133" y="148"/>
                  <a:pt x="133" y="1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18459" name="Google Shape;350;p15"/>
          <p:cNvSpPr txBox="1">
            <a:spLocks noChangeArrowheads="1"/>
          </p:cNvSpPr>
          <p:nvPr/>
        </p:nvSpPr>
        <p:spPr bwMode="auto">
          <a:xfrm>
            <a:off x="9640888" y="2843213"/>
            <a:ext cx="1103312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800"/>
              <a:buFont typeface="Open Sans Semibold" panose="020B0706030804020204" pitchFamily="34" charset="0"/>
              <a:buNone/>
            </a:pPr>
            <a:r>
              <a:rPr lang="en-US" altLang="en-US" sz="1800" b="1">
                <a:solidFill>
                  <a:srgbClr val="FFFFFF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ÉXITO</a:t>
            </a:r>
            <a:endParaRPr lang="en-US" altLang="en-US"/>
          </a:p>
        </p:txBody>
      </p:sp>
      <p:sp>
        <p:nvSpPr>
          <p:cNvPr id="18460" name="Google Shape;351;p15"/>
          <p:cNvSpPr txBox="1">
            <a:spLocks noChangeArrowheads="1"/>
          </p:cNvSpPr>
          <p:nvPr/>
        </p:nvSpPr>
        <p:spPr bwMode="auto">
          <a:xfrm>
            <a:off x="7604125" y="2843213"/>
            <a:ext cx="121285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800"/>
              <a:buFont typeface="Open Sans Semibold" panose="020B0706030804020204" pitchFamily="34" charset="0"/>
              <a:buNone/>
            </a:pPr>
            <a:r>
              <a:rPr lang="en-US" altLang="en-US" sz="1800" b="1">
                <a:solidFill>
                  <a:srgbClr val="FFFFFF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NEGOCIO</a:t>
            </a:r>
            <a:endParaRPr lang="en-US" altLang="en-US"/>
          </a:p>
        </p:txBody>
      </p:sp>
      <p:sp>
        <p:nvSpPr>
          <p:cNvPr id="18461" name="Google Shape;352;p15"/>
          <p:cNvSpPr txBox="1">
            <a:spLocks noChangeArrowheads="1"/>
          </p:cNvSpPr>
          <p:nvPr/>
        </p:nvSpPr>
        <p:spPr bwMode="auto">
          <a:xfrm>
            <a:off x="5485607" y="2655889"/>
            <a:ext cx="1312862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800"/>
              <a:buFont typeface="Open Sans Semibold" panose="020B0706030804020204" pitchFamily="34" charset="0"/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PUESTA EN MARCHA</a:t>
            </a:r>
            <a:endParaRPr lang="en-US" altLang="en-US" dirty="0"/>
          </a:p>
        </p:txBody>
      </p:sp>
      <p:sp>
        <p:nvSpPr>
          <p:cNvPr id="18462" name="Google Shape;353;p15"/>
          <p:cNvSpPr txBox="1">
            <a:spLocks noChangeArrowheads="1"/>
          </p:cNvSpPr>
          <p:nvPr/>
        </p:nvSpPr>
        <p:spPr bwMode="auto">
          <a:xfrm>
            <a:off x="3514724" y="2843213"/>
            <a:ext cx="1208087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800"/>
              <a:buFont typeface="Open Sans Semibold" panose="020B0706030804020204" pitchFamily="34" charset="0"/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PROYECTO</a:t>
            </a:r>
            <a:endParaRPr lang="en-US" altLang="en-US" dirty="0"/>
          </a:p>
        </p:txBody>
      </p:sp>
      <p:sp>
        <p:nvSpPr>
          <p:cNvPr id="18463" name="Google Shape;354;p15"/>
          <p:cNvSpPr txBox="1">
            <a:spLocks noChangeArrowheads="1"/>
          </p:cNvSpPr>
          <p:nvPr/>
        </p:nvSpPr>
        <p:spPr bwMode="auto">
          <a:xfrm>
            <a:off x="1420813" y="2843213"/>
            <a:ext cx="657225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800"/>
              <a:buFont typeface="Open Sans Semibold" panose="020B0706030804020204" pitchFamily="34" charset="0"/>
              <a:buNone/>
            </a:pPr>
            <a:r>
              <a:rPr lang="en-US" altLang="en-US" sz="1800" b="1">
                <a:solidFill>
                  <a:srgbClr val="FFFFFF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IDEA</a:t>
            </a:r>
            <a:endParaRPr lang="en-US" altLang="en-US"/>
          </a:p>
        </p:txBody>
      </p:sp>
      <p:sp>
        <p:nvSpPr>
          <p:cNvPr id="18464" name="Google Shape;355;p15"/>
          <p:cNvSpPr txBox="1">
            <a:spLocks noChangeArrowheads="1"/>
          </p:cNvSpPr>
          <p:nvPr/>
        </p:nvSpPr>
        <p:spPr bwMode="auto">
          <a:xfrm>
            <a:off x="1336675" y="3135313"/>
            <a:ext cx="12319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solidFill>
                  <a:srgbClr val="FFFFFF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Consetur adipin nnscing </a:t>
            </a:r>
            <a:endParaRPr lang="en-US" altLang="en-US"/>
          </a:p>
        </p:txBody>
      </p:sp>
      <p:sp>
        <p:nvSpPr>
          <p:cNvPr id="18465" name="Google Shape;356;p15"/>
          <p:cNvSpPr txBox="1">
            <a:spLocks noChangeArrowheads="1"/>
          </p:cNvSpPr>
          <p:nvPr/>
        </p:nvSpPr>
        <p:spPr bwMode="auto">
          <a:xfrm>
            <a:off x="3424238" y="3160713"/>
            <a:ext cx="12319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solidFill>
                  <a:srgbClr val="FFFFFF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Consetur adipin nnscing </a:t>
            </a:r>
            <a:endParaRPr lang="en-US" altLang="en-US"/>
          </a:p>
        </p:txBody>
      </p:sp>
      <p:sp>
        <p:nvSpPr>
          <p:cNvPr id="18466" name="Google Shape;357;p15"/>
          <p:cNvSpPr txBox="1">
            <a:spLocks noChangeArrowheads="1"/>
          </p:cNvSpPr>
          <p:nvPr/>
        </p:nvSpPr>
        <p:spPr bwMode="auto">
          <a:xfrm>
            <a:off x="5480050" y="3135313"/>
            <a:ext cx="12319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solidFill>
                  <a:srgbClr val="FFFFFF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Consetur adipin nnscing </a:t>
            </a:r>
            <a:endParaRPr lang="en-US" altLang="en-US"/>
          </a:p>
        </p:txBody>
      </p:sp>
      <p:sp>
        <p:nvSpPr>
          <p:cNvPr id="18467" name="Google Shape;358;p15"/>
          <p:cNvSpPr txBox="1">
            <a:spLocks noChangeArrowheads="1"/>
          </p:cNvSpPr>
          <p:nvPr/>
        </p:nvSpPr>
        <p:spPr bwMode="auto">
          <a:xfrm>
            <a:off x="7518400" y="3168650"/>
            <a:ext cx="1231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solidFill>
                  <a:srgbClr val="FFFFFF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Consetur adipin nnscing </a:t>
            </a:r>
            <a:endParaRPr lang="en-US" altLang="en-US"/>
          </a:p>
        </p:txBody>
      </p:sp>
      <p:sp>
        <p:nvSpPr>
          <p:cNvPr id="18468" name="Google Shape;359;p15"/>
          <p:cNvSpPr txBox="1">
            <a:spLocks noChangeArrowheads="1"/>
          </p:cNvSpPr>
          <p:nvPr/>
        </p:nvSpPr>
        <p:spPr bwMode="auto">
          <a:xfrm>
            <a:off x="9551988" y="3160713"/>
            <a:ext cx="12319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solidFill>
                  <a:srgbClr val="FFFFFF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Consetur adipin nnscing 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82" name="Google Shape;364;p16"/>
          <p:cNvCxnSpPr>
            <a:cxnSpLocks noChangeShapeType="1"/>
          </p:cNvCxnSpPr>
          <p:nvPr/>
        </p:nvCxnSpPr>
        <p:spPr bwMode="auto">
          <a:xfrm>
            <a:off x="1743075" y="4710113"/>
            <a:ext cx="9542463" cy="0"/>
          </a:xfrm>
          <a:prstGeom prst="straightConnector1">
            <a:avLst/>
          </a:prstGeom>
          <a:noFill/>
          <a:ln w="25400">
            <a:solidFill>
              <a:srgbClr val="F7F7F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3" name="Google Shape;365;p16"/>
          <p:cNvCxnSpPr>
            <a:cxnSpLocks noChangeShapeType="1"/>
          </p:cNvCxnSpPr>
          <p:nvPr/>
        </p:nvCxnSpPr>
        <p:spPr bwMode="auto">
          <a:xfrm>
            <a:off x="1743075" y="3875088"/>
            <a:ext cx="9542463" cy="0"/>
          </a:xfrm>
          <a:prstGeom prst="straightConnector1">
            <a:avLst/>
          </a:prstGeom>
          <a:noFill/>
          <a:ln w="25400">
            <a:solidFill>
              <a:srgbClr val="F7F7F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4" name="Google Shape;366;p16"/>
          <p:cNvCxnSpPr>
            <a:cxnSpLocks noChangeShapeType="1"/>
          </p:cNvCxnSpPr>
          <p:nvPr/>
        </p:nvCxnSpPr>
        <p:spPr bwMode="auto">
          <a:xfrm>
            <a:off x="1743075" y="3043238"/>
            <a:ext cx="9542463" cy="0"/>
          </a:xfrm>
          <a:prstGeom prst="straightConnector1">
            <a:avLst/>
          </a:prstGeom>
          <a:noFill/>
          <a:ln w="25400">
            <a:solidFill>
              <a:srgbClr val="F7F7F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5" name="Google Shape;367;p16"/>
          <p:cNvCxnSpPr>
            <a:cxnSpLocks noChangeShapeType="1"/>
          </p:cNvCxnSpPr>
          <p:nvPr/>
        </p:nvCxnSpPr>
        <p:spPr bwMode="auto">
          <a:xfrm>
            <a:off x="1743075" y="2212975"/>
            <a:ext cx="9542463" cy="0"/>
          </a:xfrm>
          <a:prstGeom prst="straightConnector1">
            <a:avLst/>
          </a:prstGeom>
          <a:noFill/>
          <a:ln w="25400">
            <a:solidFill>
              <a:srgbClr val="F7F7F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86" name="Google Shape;368;p16"/>
          <p:cNvSpPr>
            <a:spLocks/>
          </p:cNvSpPr>
          <p:nvPr/>
        </p:nvSpPr>
        <p:spPr bwMode="auto">
          <a:xfrm>
            <a:off x="2220913" y="1382713"/>
            <a:ext cx="569912" cy="4157662"/>
          </a:xfrm>
          <a:custGeom>
            <a:avLst/>
            <a:gdLst>
              <a:gd name="T0" fmla="*/ 121 w 134"/>
              <a:gd name="T1" fmla="*/ 976 h 976"/>
              <a:gd name="T2" fmla="*/ 13 w 134"/>
              <a:gd name="T3" fmla="*/ 976 h 976"/>
              <a:gd name="T4" fmla="*/ 0 w 134"/>
              <a:gd name="T5" fmla="*/ 963 h 976"/>
              <a:gd name="T6" fmla="*/ 0 w 134"/>
              <a:gd name="T7" fmla="*/ 13 h 976"/>
              <a:gd name="T8" fmla="*/ 13 w 134"/>
              <a:gd name="T9" fmla="*/ 0 h 976"/>
              <a:gd name="T10" fmla="*/ 121 w 134"/>
              <a:gd name="T11" fmla="*/ 0 h 976"/>
              <a:gd name="T12" fmla="*/ 134 w 134"/>
              <a:gd name="T13" fmla="*/ 13 h 976"/>
              <a:gd name="T14" fmla="*/ 134 w 134"/>
              <a:gd name="T15" fmla="*/ 963 h 976"/>
              <a:gd name="T16" fmla="*/ 121 w 134"/>
              <a:gd name="T17" fmla="*/ 976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4" h="976" extrusionOk="0">
                <a:moveTo>
                  <a:pt x="121" y="976"/>
                </a:moveTo>
                <a:cubicBezTo>
                  <a:pt x="13" y="976"/>
                  <a:pt x="13" y="976"/>
                  <a:pt x="13" y="976"/>
                </a:cubicBezTo>
                <a:cubicBezTo>
                  <a:pt x="6" y="976"/>
                  <a:pt x="0" y="970"/>
                  <a:pt x="0" y="96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6"/>
                  <a:pt x="6" y="0"/>
                  <a:pt x="13" y="0"/>
                </a:cubicBezTo>
                <a:cubicBezTo>
                  <a:pt x="121" y="0"/>
                  <a:pt x="121" y="0"/>
                  <a:pt x="121" y="0"/>
                </a:cubicBezTo>
                <a:cubicBezTo>
                  <a:pt x="128" y="0"/>
                  <a:pt x="134" y="6"/>
                  <a:pt x="134" y="13"/>
                </a:cubicBezTo>
                <a:cubicBezTo>
                  <a:pt x="134" y="963"/>
                  <a:pt x="134" y="963"/>
                  <a:pt x="134" y="963"/>
                </a:cubicBezTo>
                <a:cubicBezTo>
                  <a:pt x="134" y="970"/>
                  <a:pt x="128" y="976"/>
                  <a:pt x="121" y="976"/>
                </a:cubicBezTo>
                <a:close/>
              </a:path>
            </a:pathLst>
          </a:custGeom>
          <a:solidFill>
            <a:srgbClr val="F3F4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0487" name="Google Shape;369;p16"/>
          <p:cNvSpPr>
            <a:spLocks/>
          </p:cNvSpPr>
          <p:nvPr/>
        </p:nvSpPr>
        <p:spPr bwMode="auto">
          <a:xfrm>
            <a:off x="3365500" y="1382713"/>
            <a:ext cx="571500" cy="4157662"/>
          </a:xfrm>
          <a:custGeom>
            <a:avLst/>
            <a:gdLst>
              <a:gd name="T0" fmla="*/ 121 w 134"/>
              <a:gd name="T1" fmla="*/ 976 h 976"/>
              <a:gd name="T2" fmla="*/ 13 w 134"/>
              <a:gd name="T3" fmla="*/ 976 h 976"/>
              <a:gd name="T4" fmla="*/ 0 w 134"/>
              <a:gd name="T5" fmla="*/ 963 h 976"/>
              <a:gd name="T6" fmla="*/ 0 w 134"/>
              <a:gd name="T7" fmla="*/ 13 h 976"/>
              <a:gd name="T8" fmla="*/ 13 w 134"/>
              <a:gd name="T9" fmla="*/ 0 h 976"/>
              <a:gd name="T10" fmla="*/ 121 w 134"/>
              <a:gd name="T11" fmla="*/ 0 h 976"/>
              <a:gd name="T12" fmla="*/ 134 w 134"/>
              <a:gd name="T13" fmla="*/ 13 h 976"/>
              <a:gd name="T14" fmla="*/ 134 w 134"/>
              <a:gd name="T15" fmla="*/ 963 h 976"/>
              <a:gd name="T16" fmla="*/ 121 w 134"/>
              <a:gd name="T17" fmla="*/ 976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4" h="976" extrusionOk="0">
                <a:moveTo>
                  <a:pt x="121" y="976"/>
                </a:moveTo>
                <a:cubicBezTo>
                  <a:pt x="13" y="976"/>
                  <a:pt x="13" y="976"/>
                  <a:pt x="13" y="976"/>
                </a:cubicBezTo>
                <a:cubicBezTo>
                  <a:pt x="6" y="976"/>
                  <a:pt x="0" y="970"/>
                  <a:pt x="0" y="96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6"/>
                  <a:pt x="6" y="0"/>
                  <a:pt x="13" y="0"/>
                </a:cubicBezTo>
                <a:cubicBezTo>
                  <a:pt x="121" y="0"/>
                  <a:pt x="121" y="0"/>
                  <a:pt x="121" y="0"/>
                </a:cubicBezTo>
                <a:cubicBezTo>
                  <a:pt x="128" y="0"/>
                  <a:pt x="134" y="6"/>
                  <a:pt x="134" y="13"/>
                </a:cubicBezTo>
                <a:cubicBezTo>
                  <a:pt x="134" y="963"/>
                  <a:pt x="134" y="963"/>
                  <a:pt x="134" y="963"/>
                </a:cubicBezTo>
                <a:cubicBezTo>
                  <a:pt x="134" y="970"/>
                  <a:pt x="128" y="976"/>
                  <a:pt x="121" y="976"/>
                </a:cubicBezTo>
                <a:close/>
              </a:path>
            </a:pathLst>
          </a:custGeom>
          <a:solidFill>
            <a:srgbClr val="F3F4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0488" name="Google Shape;370;p16"/>
          <p:cNvSpPr>
            <a:spLocks/>
          </p:cNvSpPr>
          <p:nvPr/>
        </p:nvSpPr>
        <p:spPr bwMode="auto">
          <a:xfrm>
            <a:off x="4511675" y="1382713"/>
            <a:ext cx="569913" cy="4157662"/>
          </a:xfrm>
          <a:custGeom>
            <a:avLst/>
            <a:gdLst>
              <a:gd name="T0" fmla="*/ 121 w 134"/>
              <a:gd name="T1" fmla="*/ 976 h 976"/>
              <a:gd name="T2" fmla="*/ 13 w 134"/>
              <a:gd name="T3" fmla="*/ 976 h 976"/>
              <a:gd name="T4" fmla="*/ 0 w 134"/>
              <a:gd name="T5" fmla="*/ 963 h 976"/>
              <a:gd name="T6" fmla="*/ 0 w 134"/>
              <a:gd name="T7" fmla="*/ 13 h 976"/>
              <a:gd name="T8" fmla="*/ 13 w 134"/>
              <a:gd name="T9" fmla="*/ 0 h 976"/>
              <a:gd name="T10" fmla="*/ 121 w 134"/>
              <a:gd name="T11" fmla="*/ 0 h 976"/>
              <a:gd name="T12" fmla="*/ 134 w 134"/>
              <a:gd name="T13" fmla="*/ 13 h 976"/>
              <a:gd name="T14" fmla="*/ 134 w 134"/>
              <a:gd name="T15" fmla="*/ 963 h 976"/>
              <a:gd name="T16" fmla="*/ 121 w 134"/>
              <a:gd name="T17" fmla="*/ 976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4" h="976" extrusionOk="0">
                <a:moveTo>
                  <a:pt x="121" y="976"/>
                </a:moveTo>
                <a:cubicBezTo>
                  <a:pt x="13" y="976"/>
                  <a:pt x="13" y="976"/>
                  <a:pt x="13" y="976"/>
                </a:cubicBezTo>
                <a:cubicBezTo>
                  <a:pt x="6" y="976"/>
                  <a:pt x="0" y="970"/>
                  <a:pt x="0" y="96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6"/>
                  <a:pt x="6" y="0"/>
                  <a:pt x="13" y="0"/>
                </a:cubicBezTo>
                <a:cubicBezTo>
                  <a:pt x="121" y="0"/>
                  <a:pt x="121" y="0"/>
                  <a:pt x="121" y="0"/>
                </a:cubicBezTo>
                <a:cubicBezTo>
                  <a:pt x="128" y="0"/>
                  <a:pt x="134" y="6"/>
                  <a:pt x="134" y="13"/>
                </a:cubicBezTo>
                <a:cubicBezTo>
                  <a:pt x="134" y="963"/>
                  <a:pt x="134" y="963"/>
                  <a:pt x="134" y="963"/>
                </a:cubicBezTo>
                <a:cubicBezTo>
                  <a:pt x="134" y="970"/>
                  <a:pt x="128" y="976"/>
                  <a:pt x="121" y="976"/>
                </a:cubicBezTo>
                <a:close/>
              </a:path>
            </a:pathLst>
          </a:custGeom>
          <a:solidFill>
            <a:srgbClr val="F3F4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0489" name="Google Shape;371;p16"/>
          <p:cNvSpPr>
            <a:spLocks/>
          </p:cNvSpPr>
          <p:nvPr/>
        </p:nvSpPr>
        <p:spPr bwMode="auto">
          <a:xfrm>
            <a:off x="5656263" y="1382713"/>
            <a:ext cx="571500" cy="4157662"/>
          </a:xfrm>
          <a:custGeom>
            <a:avLst/>
            <a:gdLst>
              <a:gd name="T0" fmla="*/ 121 w 134"/>
              <a:gd name="T1" fmla="*/ 976 h 976"/>
              <a:gd name="T2" fmla="*/ 13 w 134"/>
              <a:gd name="T3" fmla="*/ 976 h 976"/>
              <a:gd name="T4" fmla="*/ 0 w 134"/>
              <a:gd name="T5" fmla="*/ 963 h 976"/>
              <a:gd name="T6" fmla="*/ 0 w 134"/>
              <a:gd name="T7" fmla="*/ 13 h 976"/>
              <a:gd name="T8" fmla="*/ 13 w 134"/>
              <a:gd name="T9" fmla="*/ 0 h 976"/>
              <a:gd name="T10" fmla="*/ 121 w 134"/>
              <a:gd name="T11" fmla="*/ 0 h 976"/>
              <a:gd name="T12" fmla="*/ 134 w 134"/>
              <a:gd name="T13" fmla="*/ 13 h 976"/>
              <a:gd name="T14" fmla="*/ 134 w 134"/>
              <a:gd name="T15" fmla="*/ 963 h 976"/>
              <a:gd name="T16" fmla="*/ 121 w 134"/>
              <a:gd name="T17" fmla="*/ 976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4" h="976" extrusionOk="0">
                <a:moveTo>
                  <a:pt x="121" y="976"/>
                </a:moveTo>
                <a:cubicBezTo>
                  <a:pt x="13" y="976"/>
                  <a:pt x="13" y="976"/>
                  <a:pt x="13" y="976"/>
                </a:cubicBezTo>
                <a:cubicBezTo>
                  <a:pt x="6" y="976"/>
                  <a:pt x="0" y="970"/>
                  <a:pt x="0" y="96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6"/>
                  <a:pt x="6" y="0"/>
                  <a:pt x="13" y="0"/>
                </a:cubicBezTo>
                <a:cubicBezTo>
                  <a:pt x="121" y="0"/>
                  <a:pt x="121" y="0"/>
                  <a:pt x="121" y="0"/>
                </a:cubicBezTo>
                <a:cubicBezTo>
                  <a:pt x="128" y="0"/>
                  <a:pt x="134" y="6"/>
                  <a:pt x="134" y="13"/>
                </a:cubicBezTo>
                <a:cubicBezTo>
                  <a:pt x="134" y="963"/>
                  <a:pt x="134" y="963"/>
                  <a:pt x="134" y="963"/>
                </a:cubicBezTo>
                <a:cubicBezTo>
                  <a:pt x="134" y="970"/>
                  <a:pt x="128" y="976"/>
                  <a:pt x="121" y="976"/>
                </a:cubicBezTo>
                <a:close/>
              </a:path>
            </a:pathLst>
          </a:custGeom>
          <a:solidFill>
            <a:srgbClr val="F3F4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0490" name="Google Shape;372;p16"/>
          <p:cNvSpPr>
            <a:spLocks/>
          </p:cNvSpPr>
          <p:nvPr/>
        </p:nvSpPr>
        <p:spPr bwMode="auto">
          <a:xfrm>
            <a:off x="6802438" y="1382713"/>
            <a:ext cx="569912" cy="4157662"/>
          </a:xfrm>
          <a:custGeom>
            <a:avLst/>
            <a:gdLst>
              <a:gd name="T0" fmla="*/ 121 w 134"/>
              <a:gd name="T1" fmla="*/ 976 h 976"/>
              <a:gd name="T2" fmla="*/ 13 w 134"/>
              <a:gd name="T3" fmla="*/ 976 h 976"/>
              <a:gd name="T4" fmla="*/ 0 w 134"/>
              <a:gd name="T5" fmla="*/ 963 h 976"/>
              <a:gd name="T6" fmla="*/ 0 w 134"/>
              <a:gd name="T7" fmla="*/ 13 h 976"/>
              <a:gd name="T8" fmla="*/ 13 w 134"/>
              <a:gd name="T9" fmla="*/ 0 h 976"/>
              <a:gd name="T10" fmla="*/ 121 w 134"/>
              <a:gd name="T11" fmla="*/ 0 h 976"/>
              <a:gd name="T12" fmla="*/ 134 w 134"/>
              <a:gd name="T13" fmla="*/ 13 h 976"/>
              <a:gd name="T14" fmla="*/ 134 w 134"/>
              <a:gd name="T15" fmla="*/ 963 h 976"/>
              <a:gd name="T16" fmla="*/ 121 w 134"/>
              <a:gd name="T17" fmla="*/ 976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4" h="976" extrusionOk="0">
                <a:moveTo>
                  <a:pt x="121" y="976"/>
                </a:moveTo>
                <a:cubicBezTo>
                  <a:pt x="13" y="976"/>
                  <a:pt x="13" y="976"/>
                  <a:pt x="13" y="976"/>
                </a:cubicBezTo>
                <a:cubicBezTo>
                  <a:pt x="6" y="976"/>
                  <a:pt x="0" y="970"/>
                  <a:pt x="0" y="96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6"/>
                  <a:pt x="6" y="0"/>
                  <a:pt x="13" y="0"/>
                </a:cubicBezTo>
                <a:cubicBezTo>
                  <a:pt x="121" y="0"/>
                  <a:pt x="121" y="0"/>
                  <a:pt x="121" y="0"/>
                </a:cubicBezTo>
                <a:cubicBezTo>
                  <a:pt x="128" y="0"/>
                  <a:pt x="134" y="6"/>
                  <a:pt x="134" y="13"/>
                </a:cubicBezTo>
                <a:cubicBezTo>
                  <a:pt x="134" y="963"/>
                  <a:pt x="134" y="963"/>
                  <a:pt x="134" y="963"/>
                </a:cubicBezTo>
                <a:cubicBezTo>
                  <a:pt x="134" y="970"/>
                  <a:pt x="128" y="976"/>
                  <a:pt x="121" y="976"/>
                </a:cubicBezTo>
                <a:close/>
              </a:path>
            </a:pathLst>
          </a:custGeom>
          <a:solidFill>
            <a:srgbClr val="F3F4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0491" name="Google Shape;373;p16"/>
          <p:cNvSpPr>
            <a:spLocks/>
          </p:cNvSpPr>
          <p:nvPr/>
        </p:nvSpPr>
        <p:spPr bwMode="auto">
          <a:xfrm>
            <a:off x="7947025" y="1382713"/>
            <a:ext cx="569913" cy="4157662"/>
          </a:xfrm>
          <a:custGeom>
            <a:avLst/>
            <a:gdLst>
              <a:gd name="T0" fmla="*/ 121 w 134"/>
              <a:gd name="T1" fmla="*/ 976 h 976"/>
              <a:gd name="T2" fmla="*/ 13 w 134"/>
              <a:gd name="T3" fmla="*/ 976 h 976"/>
              <a:gd name="T4" fmla="*/ 0 w 134"/>
              <a:gd name="T5" fmla="*/ 963 h 976"/>
              <a:gd name="T6" fmla="*/ 0 w 134"/>
              <a:gd name="T7" fmla="*/ 13 h 976"/>
              <a:gd name="T8" fmla="*/ 13 w 134"/>
              <a:gd name="T9" fmla="*/ 0 h 976"/>
              <a:gd name="T10" fmla="*/ 121 w 134"/>
              <a:gd name="T11" fmla="*/ 0 h 976"/>
              <a:gd name="T12" fmla="*/ 134 w 134"/>
              <a:gd name="T13" fmla="*/ 13 h 976"/>
              <a:gd name="T14" fmla="*/ 134 w 134"/>
              <a:gd name="T15" fmla="*/ 963 h 976"/>
              <a:gd name="T16" fmla="*/ 121 w 134"/>
              <a:gd name="T17" fmla="*/ 976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4" h="976" extrusionOk="0">
                <a:moveTo>
                  <a:pt x="121" y="976"/>
                </a:moveTo>
                <a:cubicBezTo>
                  <a:pt x="13" y="976"/>
                  <a:pt x="13" y="976"/>
                  <a:pt x="13" y="976"/>
                </a:cubicBezTo>
                <a:cubicBezTo>
                  <a:pt x="6" y="976"/>
                  <a:pt x="0" y="970"/>
                  <a:pt x="0" y="96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6"/>
                  <a:pt x="6" y="0"/>
                  <a:pt x="13" y="0"/>
                </a:cubicBezTo>
                <a:cubicBezTo>
                  <a:pt x="121" y="0"/>
                  <a:pt x="121" y="0"/>
                  <a:pt x="121" y="0"/>
                </a:cubicBezTo>
                <a:cubicBezTo>
                  <a:pt x="128" y="0"/>
                  <a:pt x="134" y="6"/>
                  <a:pt x="134" y="13"/>
                </a:cubicBezTo>
                <a:cubicBezTo>
                  <a:pt x="134" y="963"/>
                  <a:pt x="134" y="963"/>
                  <a:pt x="134" y="963"/>
                </a:cubicBezTo>
                <a:cubicBezTo>
                  <a:pt x="134" y="970"/>
                  <a:pt x="128" y="976"/>
                  <a:pt x="121" y="976"/>
                </a:cubicBezTo>
                <a:close/>
              </a:path>
            </a:pathLst>
          </a:custGeom>
          <a:solidFill>
            <a:srgbClr val="F3F4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0492" name="Google Shape;374;p16"/>
          <p:cNvSpPr>
            <a:spLocks/>
          </p:cNvSpPr>
          <p:nvPr/>
        </p:nvSpPr>
        <p:spPr bwMode="auto">
          <a:xfrm>
            <a:off x="9091613" y="1382713"/>
            <a:ext cx="576262" cy="4157662"/>
          </a:xfrm>
          <a:custGeom>
            <a:avLst/>
            <a:gdLst>
              <a:gd name="T0" fmla="*/ 121 w 135"/>
              <a:gd name="T1" fmla="*/ 976 h 976"/>
              <a:gd name="T2" fmla="*/ 13 w 135"/>
              <a:gd name="T3" fmla="*/ 976 h 976"/>
              <a:gd name="T4" fmla="*/ 0 w 135"/>
              <a:gd name="T5" fmla="*/ 963 h 976"/>
              <a:gd name="T6" fmla="*/ 0 w 135"/>
              <a:gd name="T7" fmla="*/ 13 h 976"/>
              <a:gd name="T8" fmla="*/ 13 w 135"/>
              <a:gd name="T9" fmla="*/ 0 h 976"/>
              <a:gd name="T10" fmla="*/ 121 w 135"/>
              <a:gd name="T11" fmla="*/ 0 h 976"/>
              <a:gd name="T12" fmla="*/ 135 w 135"/>
              <a:gd name="T13" fmla="*/ 13 h 976"/>
              <a:gd name="T14" fmla="*/ 135 w 135"/>
              <a:gd name="T15" fmla="*/ 963 h 976"/>
              <a:gd name="T16" fmla="*/ 121 w 135"/>
              <a:gd name="T17" fmla="*/ 976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" h="976" extrusionOk="0">
                <a:moveTo>
                  <a:pt x="121" y="976"/>
                </a:moveTo>
                <a:cubicBezTo>
                  <a:pt x="13" y="976"/>
                  <a:pt x="13" y="976"/>
                  <a:pt x="13" y="976"/>
                </a:cubicBezTo>
                <a:cubicBezTo>
                  <a:pt x="6" y="976"/>
                  <a:pt x="0" y="970"/>
                  <a:pt x="0" y="96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6"/>
                  <a:pt x="6" y="0"/>
                  <a:pt x="13" y="0"/>
                </a:cubicBezTo>
                <a:cubicBezTo>
                  <a:pt x="121" y="0"/>
                  <a:pt x="121" y="0"/>
                  <a:pt x="121" y="0"/>
                </a:cubicBezTo>
                <a:cubicBezTo>
                  <a:pt x="128" y="0"/>
                  <a:pt x="135" y="6"/>
                  <a:pt x="135" y="13"/>
                </a:cubicBezTo>
                <a:cubicBezTo>
                  <a:pt x="135" y="963"/>
                  <a:pt x="135" y="963"/>
                  <a:pt x="135" y="963"/>
                </a:cubicBezTo>
                <a:cubicBezTo>
                  <a:pt x="135" y="970"/>
                  <a:pt x="128" y="976"/>
                  <a:pt x="121" y="976"/>
                </a:cubicBezTo>
                <a:close/>
              </a:path>
            </a:pathLst>
          </a:custGeom>
          <a:solidFill>
            <a:srgbClr val="F3F4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0493" name="Google Shape;375;p16"/>
          <p:cNvSpPr>
            <a:spLocks/>
          </p:cNvSpPr>
          <p:nvPr/>
        </p:nvSpPr>
        <p:spPr bwMode="auto">
          <a:xfrm>
            <a:off x="10237788" y="1382713"/>
            <a:ext cx="574675" cy="4157662"/>
          </a:xfrm>
          <a:custGeom>
            <a:avLst/>
            <a:gdLst>
              <a:gd name="T0" fmla="*/ 121 w 135"/>
              <a:gd name="T1" fmla="*/ 976 h 976"/>
              <a:gd name="T2" fmla="*/ 13 w 135"/>
              <a:gd name="T3" fmla="*/ 976 h 976"/>
              <a:gd name="T4" fmla="*/ 0 w 135"/>
              <a:gd name="T5" fmla="*/ 963 h 976"/>
              <a:gd name="T6" fmla="*/ 0 w 135"/>
              <a:gd name="T7" fmla="*/ 13 h 976"/>
              <a:gd name="T8" fmla="*/ 13 w 135"/>
              <a:gd name="T9" fmla="*/ 0 h 976"/>
              <a:gd name="T10" fmla="*/ 121 w 135"/>
              <a:gd name="T11" fmla="*/ 0 h 976"/>
              <a:gd name="T12" fmla="*/ 135 w 135"/>
              <a:gd name="T13" fmla="*/ 13 h 976"/>
              <a:gd name="T14" fmla="*/ 135 w 135"/>
              <a:gd name="T15" fmla="*/ 963 h 976"/>
              <a:gd name="T16" fmla="*/ 121 w 135"/>
              <a:gd name="T17" fmla="*/ 976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" h="976" extrusionOk="0">
                <a:moveTo>
                  <a:pt x="121" y="976"/>
                </a:moveTo>
                <a:cubicBezTo>
                  <a:pt x="13" y="976"/>
                  <a:pt x="13" y="976"/>
                  <a:pt x="13" y="976"/>
                </a:cubicBezTo>
                <a:cubicBezTo>
                  <a:pt x="6" y="976"/>
                  <a:pt x="0" y="970"/>
                  <a:pt x="0" y="96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6"/>
                  <a:pt x="6" y="0"/>
                  <a:pt x="13" y="0"/>
                </a:cubicBezTo>
                <a:cubicBezTo>
                  <a:pt x="121" y="0"/>
                  <a:pt x="121" y="0"/>
                  <a:pt x="121" y="0"/>
                </a:cubicBezTo>
                <a:cubicBezTo>
                  <a:pt x="129" y="0"/>
                  <a:pt x="135" y="6"/>
                  <a:pt x="135" y="13"/>
                </a:cubicBezTo>
                <a:cubicBezTo>
                  <a:pt x="135" y="963"/>
                  <a:pt x="135" y="963"/>
                  <a:pt x="135" y="963"/>
                </a:cubicBezTo>
                <a:cubicBezTo>
                  <a:pt x="135" y="970"/>
                  <a:pt x="129" y="976"/>
                  <a:pt x="121" y="976"/>
                </a:cubicBezTo>
                <a:close/>
              </a:path>
            </a:pathLst>
          </a:custGeom>
          <a:solidFill>
            <a:srgbClr val="F3F4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0494" name="Google Shape;376;p16"/>
          <p:cNvSpPr>
            <a:spLocks noChangeArrowheads="1"/>
          </p:cNvSpPr>
          <p:nvPr/>
        </p:nvSpPr>
        <p:spPr bwMode="auto">
          <a:xfrm>
            <a:off x="10237788" y="1638300"/>
            <a:ext cx="574675" cy="574675"/>
          </a:xfrm>
          <a:prstGeom prst="ellipse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0495" name="Google Shape;377;p16"/>
          <p:cNvCxnSpPr>
            <a:cxnSpLocks noChangeShapeType="1"/>
          </p:cNvCxnSpPr>
          <p:nvPr/>
        </p:nvCxnSpPr>
        <p:spPr bwMode="auto">
          <a:xfrm>
            <a:off x="10523538" y="1927225"/>
            <a:ext cx="0" cy="3613150"/>
          </a:xfrm>
          <a:prstGeom prst="straightConnector1">
            <a:avLst/>
          </a:prstGeom>
          <a:noFill/>
          <a:ln w="80950">
            <a:solidFill>
              <a:srgbClr val="FAC34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6" name="Google Shape;378;p16"/>
          <p:cNvSpPr>
            <a:spLocks noChangeArrowheads="1"/>
          </p:cNvSpPr>
          <p:nvPr/>
        </p:nvSpPr>
        <p:spPr bwMode="auto">
          <a:xfrm>
            <a:off x="9091613" y="2332038"/>
            <a:ext cx="576262" cy="571500"/>
          </a:xfrm>
          <a:prstGeom prst="ellipse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0497" name="Google Shape;379;p16"/>
          <p:cNvCxnSpPr>
            <a:cxnSpLocks noChangeShapeType="1"/>
          </p:cNvCxnSpPr>
          <p:nvPr/>
        </p:nvCxnSpPr>
        <p:spPr bwMode="auto">
          <a:xfrm>
            <a:off x="9377363" y="2617788"/>
            <a:ext cx="0" cy="2922587"/>
          </a:xfrm>
          <a:prstGeom prst="straightConnector1">
            <a:avLst/>
          </a:prstGeom>
          <a:noFill/>
          <a:ln w="80950">
            <a:solidFill>
              <a:srgbClr val="23929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8" name="Google Shape;380;p16"/>
          <p:cNvSpPr>
            <a:spLocks noChangeArrowheads="1"/>
          </p:cNvSpPr>
          <p:nvPr/>
        </p:nvSpPr>
        <p:spPr bwMode="auto">
          <a:xfrm>
            <a:off x="7947025" y="2706688"/>
            <a:ext cx="569913" cy="571500"/>
          </a:xfrm>
          <a:prstGeom prst="ellipse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0499" name="Google Shape;381;p16"/>
          <p:cNvCxnSpPr>
            <a:cxnSpLocks noChangeShapeType="1"/>
          </p:cNvCxnSpPr>
          <p:nvPr/>
        </p:nvCxnSpPr>
        <p:spPr bwMode="auto">
          <a:xfrm>
            <a:off x="8232775" y="3192463"/>
            <a:ext cx="0" cy="2347912"/>
          </a:xfrm>
          <a:prstGeom prst="straightConnector1">
            <a:avLst/>
          </a:prstGeom>
          <a:noFill/>
          <a:ln w="80950">
            <a:solidFill>
              <a:srgbClr val="61605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0" name="Google Shape;382;p16"/>
          <p:cNvSpPr>
            <a:spLocks noChangeArrowheads="1"/>
          </p:cNvSpPr>
          <p:nvPr/>
        </p:nvSpPr>
        <p:spPr bwMode="auto">
          <a:xfrm>
            <a:off x="6802438" y="2584450"/>
            <a:ext cx="569912" cy="574675"/>
          </a:xfrm>
          <a:prstGeom prst="ellipse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0501" name="Google Shape;383;p16"/>
          <p:cNvCxnSpPr>
            <a:cxnSpLocks noChangeShapeType="1"/>
          </p:cNvCxnSpPr>
          <p:nvPr/>
        </p:nvCxnSpPr>
        <p:spPr bwMode="auto">
          <a:xfrm>
            <a:off x="7086600" y="2903538"/>
            <a:ext cx="0" cy="2636837"/>
          </a:xfrm>
          <a:prstGeom prst="straightConnector1">
            <a:avLst/>
          </a:prstGeom>
          <a:noFill/>
          <a:ln w="80950">
            <a:solidFill>
              <a:srgbClr val="2F526B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2" name="Google Shape;384;p16"/>
          <p:cNvSpPr>
            <a:spLocks noChangeArrowheads="1"/>
          </p:cNvSpPr>
          <p:nvPr/>
        </p:nvSpPr>
        <p:spPr bwMode="auto">
          <a:xfrm>
            <a:off x="5656263" y="2046288"/>
            <a:ext cx="571500" cy="571500"/>
          </a:xfrm>
          <a:prstGeom prst="ellipse">
            <a:avLst/>
          </a:pr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0503" name="Google Shape;385;p16"/>
          <p:cNvCxnSpPr>
            <a:cxnSpLocks noChangeShapeType="1"/>
          </p:cNvCxnSpPr>
          <p:nvPr/>
        </p:nvCxnSpPr>
        <p:spPr bwMode="auto">
          <a:xfrm>
            <a:off x="5942013" y="2617788"/>
            <a:ext cx="0" cy="2922587"/>
          </a:xfrm>
          <a:prstGeom prst="straightConnector1">
            <a:avLst/>
          </a:prstGeom>
          <a:noFill/>
          <a:ln w="80950">
            <a:solidFill>
              <a:srgbClr val="E2412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4" name="Google Shape;386;p16"/>
          <p:cNvSpPr>
            <a:spLocks noChangeArrowheads="1"/>
          </p:cNvSpPr>
          <p:nvPr/>
        </p:nvSpPr>
        <p:spPr bwMode="auto">
          <a:xfrm>
            <a:off x="4511675" y="2903538"/>
            <a:ext cx="569913" cy="574675"/>
          </a:xfrm>
          <a:prstGeom prst="ellipse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0505" name="Google Shape;387;p16"/>
          <p:cNvCxnSpPr>
            <a:cxnSpLocks noChangeShapeType="1"/>
          </p:cNvCxnSpPr>
          <p:nvPr/>
        </p:nvCxnSpPr>
        <p:spPr bwMode="auto">
          <a:xfrm>
            <a:off x="4795838" y="3192463"/>
            <a:ext cx="0" cy="2347912"/>
          </a:xfrm>
          <a:prstGeom prst="straightConnector1">
            <a:avLst/>
          </a:prstGeom>
          <a:noFill/>
          <a:ln w="80950">
            <a:solidFill>
              <a:srgbClr val="23929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6" name="Google Shape;388;p16"/>
          <p:cNvSpPr>
            <a:spLocks noChangeArrowheads="1"/>
          </p:cNvSpPr>
          <p:nvPr/>
        </p:nvSpPr>
        <p:spPr bwMode="auto">
          <a:xfrm>
            <a:off x="3365500" y="3278188"/>
            <a:ext cx="571500" cy="574675"/>
          </a:xfrm>
          <a:prstGeom prst="ellipse">
            <a:avLst/>
          </a:pr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0507" name="Google Shape;389;p16"/>
          <p:cNvCxnSpPr>
            <a:cxnSpLocks noChangeShapeType="1"/>
          </p:cNvCxnSpPr>
          <p:nvPr/>
        </p:nvCxnSpPr>
        <p:spPr bwMode="auto">
          <a:xfrm>
            <a:off x="3651250" y="3568700"/>
            <a:ext cx="0" cy="1971675"/>
          </a:xfrm>
          <a:prstGeom prst="straightConnector1">
            <a:avLst/>
          </a:prstGeom>
          <a:noFill/>
          <a:ln w="80950">
            <a:solidFill>
              <a:srgbClr val="C3C5C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8" name="Google Shape;390;p16"/>
          <p:cNvSpPr>
            <a:spLocks noChangeArrowheads="1"/>
          </p:cNvSpPr>
          <p:nvPr/>
        </p:nvSpPr>
        <p:spPr bwMode="auto">
          <a:xfrm>
            <a:off x="2220913" y="2332038"/>
            <a:ext cx="569912" cy="571500"/>
          </a:xfrm>
          <a:prstGeom prst="ellipse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0509" name="Google Shape;391;p16"/>
          <p:cNvCxnSpPr>
            <a:cxnSpLocks noChangeShapeType="1"/>
          </p:cNvCxnSpPr>
          <p:nvPr/>
        </p:nvCxnSpPr>
        <p:spPr bwMode="auto">
          <a:xfrm>
            <a:off x="2505075" y="2617788"/>
            <a:ext cx="0" cy="2922587"/>
          </a:xfrm>
          <a:prstGeom prst="straightConnector1">
            <a:avLst/>
          </a:prstGeom>
          <a:noFill/>
          <a:ln w="80950">
            <a:solidFill>
              <a:srgbClr val="FAC344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0" name="Google Shape;392;p16"/>
          <p:cNvSpPr txBox="1">
            <a:spLocks noChangeArrowheads="1"/>
          </p:cNvSpPr>
          <p:nvPr/>
        </p:nvSpPr>
        <p:spPr bwMode="auto">
          <a:xfrm>
            <a:off x="2178050" y="674688"/>
            <a:ext cx="890588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2700"/>
              <a:buFont typeface="Open Sans Semibold" panose="020B0706030804020204" pitchFamily="34" charset="0"/>
              <a:buNone/>
            </a:pPr>
            <a:r>
              <a:rPr lang="en-US" altLang="en-US" sz="2700" b="1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71%</a:t>
            </a:r>
            <a:endParaRPr lang="en-US" altLang="en-US"/>
          </a:p>
        </p:txBody>
      </p:sp>
      <p:sp>
        <p:nvSpPr>
          <p:cNvPr id="20511" name="Google Shape;393;p16"/>
          <p:cNvSpPr txBox="1">
            <a:spLocks noChangeArrowheads="1"/>
          </p:cNvSpPr>
          <p:nvPr/>
        </p:nvSpPr>
        <p:spPr bwMode="auto">
          <a:xfrm>
            <a:off x="3322638" y="674688"/>
            <a:ext cx="890587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C3C5C4"/>
              </a:buClr>
              <a:buSzPts val="2700"/>
              <a:buFont typeface="Open Sans Semibold" panose="020B0706030804020204" pitchFamily="34" charset="0"/>
              <a:buNone/>
            </a:pPr>
            <a:r>
              <a:rPr lang="en-US" altLang="en-US" sz="2700" b="1">
                <a:solidFill>
                  <a:srgbClr val="C3C5C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48%</a:t>
            </a:r>
            <a:endParaRPr lang="en-US" altLang="en-US"/>
          </a:p>
        </p:txBody>
      </p:sp>
      <p:sp>
        <p:nvSpPr>
          <p:cNvPr id="20512" name="Google Shape;394;p16"/>
          <p:cNvSpPr txBox="1">
            <a:spLocks noChangeArrowheads="1"/>
          </p:cNvSpPr>
          <p:nvPr/>
        </p:nvSpPr>
        <p:spPr bwMode="auto">
          <a:xfrm>
            <a:off x="4464050" y="674688"/>
            <a:ext cx="890588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2700"/>
              <a:buFont typeface="Open Sans Semibold" panose="020B0706030804020204" pitchFamily="34" charset="0"/>
              <a:buNone/>
            </a:pPr>
            <a:r>
              <a:rPr lang="en-US" altLang="en-US" sz="2700" b="1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57%</a:t>
            </a:r>
            <a:endParaRPr lang="en-US" altLang="en-US"/>
          </a:p>
        </p:txBody>
      </p:sp>
      <p:sp>
        <p:nvSpPr>
          <p:cNvPr id="20513" name="Google Shape;395;p16"/>
          <p:cNvSpPr txBox="1">
            <a:spLocks noChangeArrowheads="1"/>
          </p:cNvSpPr>
          <p:nvPr/>
        </p:nvSpPr>
        <p:spPr bwMode="auto">
          <a:xfrm>
            <a:off x="5610225" y="674688"/>
            <a:ext cx="890588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2412A"/>
              </a:buClr>
              <a:buSzPts val="2700"/>
              <a:buFont typeface="Open Sans Semibold" panose="020B0706030804020204" pitchFamily="34" charset="0"/>
              <a:buNone/>
            </a:pPr>
            <a:r>
              <a:rPr lang="en-US" altLang="en-US" sz="2700" b="1">
                <a:solidFill>
                  <a:srgbClr val="E2412A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78%</a:t>
            </a:r>
            <a:endParaRPr lang="en-US" altLang="en-US"/>
          </a:p>
        </p:txBody>
      </p:sp>
      <p:sp>
        <p:nvSpPr>
          <p:cNvPr id="20514" name="Google Shape;396;p16"/>
          <p:cNvSpPr txBox="1">
            <a:spLocks noChangeArrowheads="1"/>
          </p:cNvSpPr>
          <p:nvPr/>
        </p:nvSpPr>
        <p:spPr bwMode="auto">
          <a:xfrm>
            <a:off x="6750050" y="674688"/>
            <a:ext cx="890588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2700"/>
              <a:buFont typeface="Open Sans Semibold" panose="020B0706030804020204" pitchFamily="34" charset="0"/>
              <a:buNone/>
            </a:pPr>
            <a:r>
              <a:rPr lang="en-US" altLang="en-US" sz="2700" b="1">
                <a:solidFill>
                  <a:srgbClr val="2F526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64%</a:t>
            </a:r>
            <a:endParaRPr lang="en-US" altLang="en-US"/>
          </a:p>
        </p:txBody>
      </p:sp>
      <p:sp>
        <p:nvSpPr>
          <p:cNvPr id="20515" name="Google Shape;397;p16"/>
          <p:cNvSpPr txBox="1">
            <a:spLocks noChangeArrowheads="1"/>
          </p:cNvSpPr>
          <p:nvPr/>
        </p:nvSpPr>
        <p:spPr bwMode="auto">
          <a:xfrm>
            <a:off x="7896225" y="674688"/>
            <a:ext cx="890588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700"/>
              <a:buFont typeface="Open Sans Semibold" panose="020B0706030804020204" pitchFamily="34" charset="0"/>
              <a:buNone/>
            </a:pPr>
            <a:r>
              <a:rPr lang="en-US" altLang="en-US" sz="2700" b="1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62%</a:t>
            </a:r>
            <a:endParaRPr lang="en-US" altLang="en-US"/>
          </a:p>
        </p:txBody>
      </p:sp>
      <p:sp>
        <p:nvSpPr>
          <p:cNvPr id="20516" name="Google Shape;398;p16"/>
          <p:cNvSpPr txBox="1">
            <a:spLocks noChangeArrowheads="1"/>
          </p:cNvSpPr>
          <p:nvPr/>
        </p:nvSpPr>
        <p:spPr bwMode="auto">
          <a:xfrm>
            <a:off x="9037638" y="674688"/>
            <a:ext cx="890587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2700"/>
              <a:buFont typeface="Open Sans Semibold" panose="020B0706030804020204" pitchFamily="34" charset="0"/>
              <a:buNone/>
            </a:pPr>
            <a:r>
              <a:rPr lang="en-US" altLang="en-US" sz="2700" b="1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69%</a:t>
            </a:r>
            <a:endParaRPr lang="en-US" altLang="en-US"/>
          </a:p>
        </p:txBody>
      </p:sp>
      <p:sp>
        <p:nvSpPr>
          <p:cNvPr id="20517" name="Google Shape;399;p16"/>
          <p:cNvSpPr txBox="1">
            <a:spLocks noChangeArrowheads="1"/>
          </p:cNvSpPr>
          <p:nvPr/>
        </p:nvSpPr>
        <p:spPr bwMode="auto">
          <a:xfrm>
            <a:off x="10182225" y="674688"/>
            <a:ext cx="890588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2700"/>
              <a:buFont typeface="Open Sans Semibold" panose="020B0706030804020204" pitchFamily="34" charset="0"/>
              <a:buNone/>
            </a:pPr>
            <a:r>
              <a:rPr lang="en-US" altLang="en-US" sz="2700" b="1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87%</a:t>
            </a:r>
            <a:endParaRPr lang="en-US" altLang="en-US"/>
          </a:p>
        </p:txBody>
      </p:sp>
      <p:sp>
        <p:nvSpPr>
          <p:cNvPr id="20518" name="Google Shape;400;p16"/>
          <p:cNvSpPr txBox="1">
            <a:spLocks noChangeArrowheads="1"/>
          </p:cNvSpPr>
          <p:nvPr/>
        </p:nvSpPr>
        <p:spPr bwMode="auto">
          <a:xfrm>
            <a:off x="1058863" y="4525963"/>
            <a:ext cx="635000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20%</a:t>
            </a:r>
            <a:endParaRPr lang="en-US" altLang="en-US"/>
          </a:p>
        </p:txBody>
      </p:sp>
      <p:sp>
        <p:nvSpPr>
          <p:cNvPr id="20519" name="Google Shape;401;p16"/>
          <p:cNvSpPr txBox="1">
            <a:spLocks noChangeArrowheads="1"/>
          </p:cNvSpPr>
          <p:nvPr/>
        </p:nvSpPr>
        <p:spPr bwMode="auto">
          <a:xfrm>
            <a:off x="1058863" y="3689350"/>
            <a:ext cx="63500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40%</a:t>
            </a:r>
            <a:endParaRPr lang="en-US" altLang="en-US"/>
          </a:p>
        </p:txBody>
      </p:sp>
      <p:sp>
        <p:nvSpPr>
          <p:cNvPr id="20520" name="Google Shape;402;p16"/>
          <p:cNvSpPr txBox="1">
            <a:spLocks noChangeArrowheads="1"/>
          </p:cNvSpPr>
          <p:nvPr/>
        </p:nvSpPr>
        <p:spPr bwMode="auto">
          <a:xfrm>
            <a:off x="1198563" y="5356225"/>
            <a:ext cx="498475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0%</a:t>
            </a:r>
            <a:endParaRPr lang="en-US" altLang="en-US"/>
          </a:p>
        </p:txBody>
      </p:sp>
      <p:sp>
        <p:nvSpPr>
          <p:cNvPr id="20521" name="Google Shape;403;p16"/>
          <p:cNvSpPr txBox="1">
            <a:spLocks noChangeArrowheads="1"/>
          </p:cNvSpPr>
          <p:nvPr/>
        </p:nvSpPr>
        <p:spPr bwMode="auto">
          <a:xfrm>
            <a:off x="1058863" y="2863850"/>
            <a:ext cx="63500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60%</a:t>
            </a:r>
            <a:endParaRPr lang="en-US" altLang="en-US"/>
          </a:p>
        </p:txBody>
      </p:sp>
      <p:sp>
        <p:nvSpPr>
          <p:cNvPr id="20522" name="Google Shape;404;p16"/>
          <p:cNvSpPr txBox="1">
            <a:spLocks noChangeArrowheads="1"/>
          </p:cNvSpPr>
          <p:nvPr/>
        </p:nvSpPr>
        <p:spPr bwMode="auto">
          <a:xfrm>
            <a:off x="1058863" y="2032000"/>
            <a:ext cx="63500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80%</a:t>
            </a:r>
            <a:endParaRPr lang="en-US" altLang="en-US"/>
          </a:p>
        </p:txBody>
      </p:sp>
      <p:sp>
        <p:nvSpPr>
          <p:cNvPr id="20523" name="Google Shape;405;p16"/>
          <p:cNvSpPr txBox="1">
            <a:spLocks noChangeArrowheads="1"/>
          </p:cNvSpPr>
          <p:nvPr/>
        </p:nvSpPr>
        <p:spPr bwMode="auto">
          <a:xfrm>
            <a:off x="912813" y="1193800"/>
            <a:ext cx="77470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100%</a:t>
            </a:r>
            <a:endParaRPr lang="en-US" altLang="en-US"/>
          </a:p>
        </p:txBody>
      </p:sp>
      <p:sp>
        <p:nvSpPr>
          <p:cNvPr id="20524" name="Google Shape;406;p16"/>
          <p:cNvSpPr txBox="1">
            <a:spLocks noChangeArrowheads="1"/>
          </p:cNvSpPr>
          <p:nvPr/>
        </p:nvSpPr>
        <p:spPr bwMode="auto">
          <a:xfrm>
            <a:off x="2208213" y="5781675"/>
            <a:ext cx="703262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1949</a:t>
            </a:r>
            <a:endParaRPr lang="en-US" altLang="en-US"/>
          </a:p>
        </p:txBody>
      </p:sp>
      <p:sp>
        <p:nvSpPr>
          <p:cNvPr id="20525" name="Google Shape;407;p16"/>
          <p:cNvSpPr txBox="1">
            <a:spLocks noChangeArrowheads="1"/>
          </p:cNvSpPr>
          <p:nvPr/>
        </p:nvSpPr>
        <p:spPr bwMode="auto">
          <a:xfrm>
            <a:off x="3357563" y="5781675"/>
            <a:ext cx="703262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1962</a:t>
            </a:r>
            <a:endParaRPr lang="en-US" altLang="en-US"/>
          </a:p>
        </p:txBody>
      </p:sp>
      <p:sp>
        <p:nvSpPr>
          <p:cNvPr id="20526" name="Google Shape;408;p16"/>
          <p:cNvSpPr txBox="1">
            <a:spLocks noChangeArrowheads="1"/>
          </p:cNvSpPr>
          <p:nvPr/>
        </p:nvSpPr>
        <p:spPr bwMode="auto">
          <a:xfrm>
            <a:off x="4511675" y="5781675"/>
            <a:ext cx="70326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1971</a:t>
            </a:r>
            <a:endParaRPr lang="en-US" altLang="en-US"/>
          </a:p>
        </p:txBody>
      </p:sp>
      <p:sp>
        <p:nvSpPr>
          <p:cNvPr id="20527" name="Google Shape;409;p16"/>
          <p:cNvSpPr txBox="1">
            <a:spLocks noChangeArrowheads="1"/>
          </p:cNvSpPr>
          <p:nvPr/>
        </p:nvSpPr>
        <p:spPr bwMode="auto">
          <a:xfrm>
            <a:off x="5661025" y="5781675"/>
            <a:ext cx="70326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1983</a:t>
            </a:r>
            <a:endParaRPr lang="en-US" altLang="en-US"/>
          </a:p>
        </p:txBody>
      </p:sp>
      <p:sp>
        <p:nvSpPr>
          <p:cNvPr id="20528" name="Google Shape;410;p16"/>
          <p:cNvSpPr txBox="1">
            <a:spLocks noChangeArrowheads="1"/>
          </p:cNvSpPr>
          <p:nvPr/>
        </p:nvSpPr>
        <p:spPr bwMode="auto">
          <a:xfrm>
            <a:off x="6810375" y="5781675"/>
            <a:ext cx="70326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1994</a:t>
            </a:r>
            <a:endParaRPr lang="en-US" altLang="en-US"/>
          </a:p>
        </p:txBody>
      </p:sp>
      <p:sp>
        <p:nvSpPr>
          <p:cNvPr id="20529" name="Google Shape;411;p16"/>
          <p:cNvSpPr txBox="1">
            <a:spLocks noChangeArrowheads="1"/>
          </p:cNvSpPr>
          <p:nvPr/>
        </p:nvSpPr>
        <p:spPr bwMode="auto">
          <a:xfrm>
            <a:off x="7959725" y="5781675"/>
            <a:ext cx="70326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2001</a:t>
            </a:r>
            <a:endParaRPr lang="en-US" altLang="en-US"/>
          </a:p>
        </p:txBody>
      </p:sp>
      <p:sp>
        <p:nvSpPr>
          <p:cNvPr id="20530" name="Google Shape;412;p16"/>
          <p:cNvSpPr txBox="1">
            <a:spLocks noChangeArrowheads="1"/>
          </p:cNvSpPr>
          <p:nvPr/>
        </p:nvSpPr>
        <p:spPr bwMode="auto">
          <a:xfrm>
            <a:off x="9113838" y="5781675"/>
            <a:ext cx="703262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2009</a:t>
            </a:r>
            <a:endParaRPr lang="en-US" altLang="en-US"/>
          </a:p>
        </p:txBody>
      </p:sp>
      <p:sp>
        <p:nvSpPr>
          <p:cNvPr id="20531" name="Google Shape;413;p16"/>
          <p:cNvSpPr txBox="1">
            <a:spLocks noChangeArrowheads="1"/>
          </p:cNvSpPr>
          <p:nvPr/>
        </p:nvSpPr>
        <p:spPr bwMode="auto">
          <a:xfrm>
            <a:off x="10263188" y="5781675"/>
            <a:ext cx="703262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8B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>
                <a:solidFill>
                  <a:srgbClr val="BAB8B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2017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30" name="Google Shape;418;p17"/>
          <p:cNvCxnSpPr>
            <a:cxnSpLocks noChangeShapeType="1"/>
          </p:cNvCxnSpPr>
          <p:nvPr/>
        </p:nvCxnSpPr>
        <p:spPr bwMode="auto">
          <a:xfrm>
            <a:off x="2224088" y="4359275"/>
            <a:ext cx="8410575" cy="0"/>
          </a:xfrm>
          <a:prstGeom prst="straightConnector1">
            <a:avLst/>
          </a:prstGeom>
          <a:noFill/>
          <a:ln w="17450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1" name="Google Shape;419;p17"/>
          <p:cNvCxnSpPr>
            <a:cxnSpLocks noChangeShapeType="1"/>
          </p:cNvCxnSpPr>
          <p:nvPr/>
        </p:nvCxnSpPr>
        <p:spPr bwMode="auto">
          <a:xfrm>
            <a:off x="2224088" y="3386138"/>
            <a:ext cx="8410575" cy="0"/>
          </a:xfrm>
          <a:prstGeom prst="straightConnector1">
            <a:avLst/>
          </a:prstGeom>
          <a:noFill/>
          <a:ln w="17450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2" name="Google Shape;420;p17"/>
          <p:cNvCxnSpPr>
            <a:cxnSpLocks noChangeShapeType="1"/>
          </p:cNvCxnSpPr>
          <p:nvPr/>
        </p:nvCxnSpPr>
        <p:spPr bwMode="auto">
          <a:xfrm>
            <a:off x="2224088" y="2413000"/>
            <a:ext cx="8410575" cy="0"/>
          </a:xfrm>
          <a:prstGeom prst="straightConnector1">
            <a:avLst/>
          </a:prstGeom>
          <a:noFill/>
          <a:ln w="17450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3" name="Google Shape;421;p17"/>
          <p:cNvSpPr>
            <a:spLocks/>
          </p:cNvSpPr>
          <p:nvPr/>
        </p:nvSpPr>
        <p:spPr bwMode="auto">
          <a:xfrm>
            <a:off x="2710314" y="1333500"/>
            <a:ext cx="790575" cy="3892550"/>
          </a:xfrm>
          <a:custGeom>
            <a:avLst/>
            <a:gdLst>
              <a:gd name="T0" fmla="*/ 91 w 182"/>
              <a:gd name="T1" fmla="*/ 896 h 896"/>
              <a:gd name="T2" fmla="*/ 91 w 182"/>
              <a:gd name="T3" fmla="*/ 896 h 896"/>
              <a:gd name="T4" fmla="*/ 0 w 182"/>
              <a:gd name="T5" fmla="*/ 805 h 896"/>
              <a:gd name="T6" fmla="*/ 0 w 182"/>
              <a:gd name="T7" fmla="*/ 91 h 896"/>
              <a:gd name="T8" fmla="*/ 91 w 182"/>
              <a:gd name="T9" fmla="*/ 0 h 896"/>
              <a:gd name="T10" fmla="*/ 91 w 182"/>
              <a:gd name="T11" fmla="*/ 0 h 896"/>
              <a:gd name="T12" fmla="*/ 182 w 182"/>
              <a:gd name="T13" fmla="*/ 91 h 896"/>
              <a:gd name="T14" fmla="*/ 182 w 182"/>
              <a:gd name="T15" fmla="*/ 805 h 896"/>
              <a:gd name="T16" fmla="*/ 91 w 182"/>
              <a:gd name="T17" fmla="*/ 89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" h="896" extrusionOk="0">
                <a:moveTo>
                  <a:pt x="91" y="896"/>
                </a:moveTo>
                <a:cubicBezTo>
                  <a:pt x="91" y="896"/>
                  <a:pt x="91" y="896"/>
                  <a:pt x="91" y="896"/>
                </a:cubicBezTo>
                <a:cubicBezTo>
                  <a:pt x="41" y="896"/>
                  <a:pt x="0" y="856"/>
                  <a:pt x="0" y="805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41"/>
                  <a:pt x="41" y="0"/>
                  <a:pt x="91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141" y="0"/>
                  <a:pt x="182" y="41"/>
                  <a:pt x="182" y="91"/>
                </a:cubicBezTo>
                <a:cubicBezTo>
                  <a:pt x="182" y="805"/>
                  <a:pt x="182" y="805"/>
                  <a:pt x="182" y="805"/>
                </a:cubicBezTo>
                <a:cubicBezTo>
                  <a:pt x="182" y="856"/>
                  <a:pt x="141" y="896"/>
                  <a:pt x="91" y="896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35" name="Google Shape;423;p17"/>
          <p:cNvSpPr>
            <a:spLocks/>
          </p:cNvSpPr>
          <p:nvPr/>
        </p:nvSpPr>
        <p:spPr bwMode="auto">
          <a:xfrm>
            <a:off x="4403725" y="1439863"/>
            <a:ext cx="790575" cy="3892550"/>
          </a:xfrm>
          <a:custGeom>
            <a:avLst/>
            <a:gdLst>
              <a:gd name="T0" fmla="*/ 91 w 182"/>
              <a:gd name="T1" fmla="*/ 896 h 896"/>
              <a:gd name="T2" fmla="*/ 91 w 182"/>
              <a:gd name="T3" fmla="*/ 896 h 896"/>
              <a:gd name="T4" fmla="*/ 0 w 182"/>
              <a:gd name="T5" fmla="*/ 805 h 896"/>
              <a:gd name="T6" fmla="*/ 0 w 182"/>
              <a:gd name="T7" fmla="*/ 91 h 896"/>
              <a:gd name="T8" fmla="*/ 91 w 182"/>
              <a:gd name="T9" fmla="*/ 0 h 896"/>
              <a:gd name="T10" fmla="*/ 91 w 182"/>
              <a:gd name="T11" fmla="*/ 0 h 896"/>
              <a:gd name="T12" fmla="*/ 182 w 182"/>
              <a:gd name="T13" fmla="*/ 91 h 896"/>
              <a:gd name="T14" fmla="*/ 182 w 182"/>
              <a:gd name="T15" fmla="*/ 805 h 896"/>
              <a:gd name="T16" fmla="*/ 91 w 182"/>
              <a:gd name="T17" fmla="*/ 89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" h="896" extrusionOk="0">
                <a:moveTo>
                  <a:pt x="91" y="896"/>
                </a:moveTo>
                <a:cubicBezTo>
                  <a:pt x="91" y="896"/>
                  <a:pt x="91" y="896"/>
                  <a:pt x="91" y="896"/>
                </a:cubicBezTo>
                <a:cubicBezTo>
                  <a:pt x="41" y="896"/>
                  <a:pt x="0" y="856"/>
                  <a:pt x="0" y="805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41"/>
                  <a:pt x="41" y="0"/>
                  <a:pt x="91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141" y="0"/>
                  <a:pt x="182" y="41"/>
                  <a:pt x="182" y="91"/>
                </a:cubicBezTo>
                <a:cubicBezTo>
                  <a:pt x="182" y="805"/>
                  <a:pt x="182" y="805"/>
                  <a:pt x="182" y="805"/>
                </a:cubicBezTo>
                <a:cubicBezTo>
                  <a:pt x="182" y="856"/>
                  <a:pt x="141" y="896"/>
                  <a:pt x="91" y="896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36" name="Google Shape;424;p17"/>
          <p:cNvSpPr>
            <a:spLocks/>
          </p:cNvSpPr>
          <p:nvPr/>
        </p:nvSpPr>
        <p:spPr bwMode="auto">
          <a:xfrm>
            <a:off x="6019800" y="1439863"/>
            <a:ext cx="785813" cy="3892550"/>
          </a:xfrm>
          <a:custGeom>
            <a:avLst/>
            <a:gdLst>
              <a:gd name="T0" fmla="*/ 90 w 181"/>
              <a:gd name="T1" fmla="*/ 896 h 896"/>
              <a:gd name="T2" fmla="*/ 90 w 181"/>
              <a:gd name="T3" fmla="*/ 896 h 896"/>
              <a:gd name="T4" fmla="*/ 0 w 181"/>
              <a:gd name="T5" fmla="*/ 805 h 896"/>
              <a:gd name="T6" fmla="*/ 0 w 181"/>
              <a:gd name="T7" fmla="*/ 91 h 896"/>
              <a:gd name="T8" fmla="*/ 90 w 181"/>
              <a:gd name="T9" fmla="*/ 0 h 896"/>
              <a:gd name="T10" fmla="*/ 90 w 181"/>
              <a:gd name="T11" fmla="*/ 0 h 896"/>
              <a:gd name="T12" fmla="*/ 181 w 181"/>
              <a:gd name="T13" fmla="*/ 91 h 896"/>
              <a:gd name="T14" fmla="*/ 181 w 181"/>
              <a:gd name="T15" fmla="*/ 805 h 896"/>
              <a:gd name="T16" fmla="*/ 90 w 181"/>
              <a:gd name="T17" fmla="*/ 89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1" h="896" extrusionOk="0">
                <a:moveTo>
                  <a:pt x="90" y="896"/>
                </a:moveTo>
                <a:cubicBezTo>
                  <a:pt x="90" y="896"/>
                  <a:pt x="90" y="896"/>
                  <a:pt x="90" y="896"/>
                </a:cubicBezTo>
                <a:cubicBezTo>
                  <a:pt x="40" y="896"/>
                  <a:pt x="0" y="856"/>
                  <a:pt x="0" y="805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41"/>
                  <a:pt x="40" y="0"/>
                  <a:pt x="90" y="0"/>
                </a:cubicBezTo>
                <a:cubicBezTo>
                  <a:pt x="90" y="0"/>
                  <a:pt x="90" y="0"/>
                  <a:pt x="90" y="0"/>
                </a:cubicBezTo>
                <a:cubicBezTo>
                  <a:pt x="141" y="0"/>
                  <a:pt x="181" y="41"/>
                  <a:pt x="181" y="91"/>
                </a:cubicBezTo>
                <a:cubicBezTo>
                  <a:pt x="181" y="805"/>
                  <a:pt x="181" y="805"/>
                  <a:pt x="181" y="805"/>
                </a:cubicBezTo>
                <a:cubicBezTo>
                  <a:pt x="181" y="856"/>
                  <a:pt x="141" y="896"/>
                  <a:pt x="90" y="896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37" name="Google Shape;425;p17"/>
          <p:cNvSpPr>
            <a:spLocks/>
          </p:cNvSpPr>
          <p:nvPr/>
        </p:nvSpPr>
        <p:spPr bwMode="auto">
          <a:xfrm>
            <a:off x="7629525" y="1439863"/>
            <a:ext cx="790575" cy="3892550"/>
          </a:xfrm>
          <a:custGeom>
            <a:avLst/>
            <a:gdLst>
              <a:gd name="T0" fmla="*/ 91 w 182"/>
              <a:gd name="T1" fmla="*/ 896 h 896"/>
              <a:gd name="T2" fmla="*/ 91 w 182"/>
              <a:gd name="T3" fmla="*/ 896 h 896"/>
              <a:gd name="T4" fmla="*/ 0 w 182"/>
              <a:gd name="T5" fmla="*/ 805 h 896"/>
              <a:gd name="T6" fmla="*/ 0 w 182"/>
              <a:gd name="T7" fmla="*/ 91 h 896"/>
              <a:gd name="T8" fmla="*/ 91 w 182"/>
              <a:gd name="T9" fmla="*/ 0 h 896"/>
              <a:gd name="T10" fmla="*/ 91 w 182"/>
              <a:gd name="T11" fmla="*/ 0 h 896"/>
              <a:gd name="T12" fmla="*/ 182 w 182"/>
              <a:gd name="T13" fmla="*/ 91 h 896"/>
              <a:gd name="T14" fmla="*/ 182 w 182"/>
              <a:gd name="T15" fmla="*/ 805 h 896"/>
              <a:gd name="T16" fmla="*/ 91 w 182"/>
              <a:gd name="T17" fmla="*/ 89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" h="896" extrusionOk="0">
                <a:moveTo>
                  <a:pt x="91" y="896"/>
                </a:moveTo>
                <a:cubicBezTo>
                  <a:pt x="91" y="896"/>
                  <a:pt x="91" y="896"/>
                  <a:pt x="91" y="896"/>
                </a:cubicBezTo>
                <a:cubicBezTo>
                  <a:pt x="41" y="896"/>
                  <a:pt x="0" y="856"/>
                  <a:pt x="0" y="805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41"/>
                  <a:pt x="41" y="0"/>
                  <a:pt x="91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141" y="0"/>
                  <a:pt x="182" y="41"/>
                  <a:pt x="182" y="91"/>
                </a:cubicBezTo>
                <a:cubicBezTo>
                  <a:pt x="182" y="805"/>
                  <a:pt x="182" y="805"/>
                  <a:pt x="182" y="805"/>
                </a:cubicBezTo>
                <a:cubicBezTo>
                  <a:pt x="182" y="856"/>
                  <a:pt x="141" y="896"/>
                  <a:pt x="91" y="896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38" name="Google Shape;426;p17"/>
          <p:cNvSpPr>
            <a:spLocks/>
          </p:cNvSpPr>
          <p:nvPr/>
        </p:nvSpPr>
        <p:spPr bwMode="auto">
          <a:xfrm>
            <a:off x="9245600" y="1439863"/>
            <a:ext cx="788988" cy="3892550"/>
          </a:xfrm>
          <a:custGeom>
            <a:avLst/>
            <a:gdLst>
              <a:gd name="T0" fmla="*/ 91 w 182"/>
              <a:gd name="T1" fmla="*/ 896 h 896"/>
              <a:gd name="T2" fmla="*/ 91 w 182"/>
              <a:gd name="T3" fmla="*/ 896 h 896"/>
              <a:gd name="T4" fmla="*/ 0 w 182"/>
              <a:gd name="T5" fmla="*/ 805 h 896"/>
              <a:gd name="T6" fmla="*/ 0 w 182"/>
              <a:gd name="T7" fmla="*/ 91 h 896"/>
              <a:gd name="T8" fmla="*/ 91 w 182"/>
              <a:gd name="T9" fmla="*/ 0 h 896"/>
              <a:gd name="T10" fmla="*/ 91 w 182"/>
              <a:gd name="T11" fmla="*/ 0 h 896"/>
              <a:gd name="T12" fmla="*/ 182 w 182"/>
              <a:gd name="T13" fmla="*/ 91 h 896"/>
              <a:gd name="T14" fmla="*/ 182 w 182"/>
              <a:gd name="T15" fmla="*/ 805 h 896"/>
              <a:gd name="T16" fmla="*/ 91 w 182"/>
              <a:gd name="T17" fmla="*/ 89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" h="896" extrusionOk="0">
                <a:moveTo>
                  <a:pt x="91" y="896"/>
                </a:moveTo>
                <a:cubicBezTo>
                  <a:pt x="91" y="896"/>
                  <a:pt x="91" y="896"/>
                  <a:pt x="91" y="896"/>
                </a:cubicBezTo>
                <a:cubicBezTo>
                  <a:pt x="40" y="896"/>
                  <a:pt x="0" y="856"/>
                  <a:pt x="0" y="805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41"/>
                  <a:pt x="40" y="0"/>
                  <a:pt x="91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141" y="0"/>
                  <a:pt x="182" y="41"/>
                  <a:pt x="182" y="91"/>
                </a:cubicBezTo>
                <a:cubicBezTo>
                  <a:pt x="182" y="805"/>
                  <a:pt x="182" y="805"/>
                  <a:pt x="182" y="805"/>
                </a:cubicBezTo>
                <a:cubicBezTo>
                  <a:pt x="182" y="856"/>
                  <a:pt x="141" y="896"/>
                  <a:pt x="91" y="896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40" name="Google Shape;428;p17"/>
          <p:cNvSpPr>
            <a:spLocks/>
          </p:cNvSpPr>
          <p:nvPr/>
        </p:nvSpPr>
        <p:spPr bwMode="auto">
          <a:xfrm>
            <a:off x="6019800" y="2487613"/>
            <a:ext cx="785813" cy="2844800"/>
          </a:xfrm>
          <a:custGeom>
            <a:avLst/>
            <a:gdLst>
              <a:gd name="T0" fmla="*/ 90 w 181"/>
              <a:gd name="T1" fmla="*/ 655 h 655"/>
              <a:gd name="T2" fmla="*/ 90 w 181"/>
              <a:gd name="T3" fmla="*/ 655 h 655"/>
              <a:gd name="T4" fmla="*/ 0 w 181"/>
              <a:gd name="T5" fmla="*/ 564 h 655"/>
              <a:gd name="T6" fmla="*/ 0 w 181"/>
              <a:gd name="T7" fmla="*/ 91 h 655"/>
              <a:gd name="T8" fmla="*/ 90 w 181"/>
              <a:gd name="T9" fmla="*/ 0 h 655"/>
              <a:gd name="T10" fmla="*/ 90 w 181"/>
              <a:gd name="T11" fmla="*/ 0 h 655"/>
              <a:gd name="T12" fmla="*/ 181 w 181"/>
              <a:gd name="T13" fmla="*/ 91 h 655"/>
              <a:gd name="T14" fmla="*/ 181 w 181"/>
              <a:gd name="T15" fmla="*/ 564 h 655"/>
              <a:gd name="T16" fmla="*/ 90 w 181"/>
              <a:gd name="T17" fmla="*/ 655 h 6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1" h="655" extrusionOk="0">
                <a:moveTo>
                  <a:pt x="90" y="655"/>
                </a:moveTo>
                <a:cubicBezTo>
                  <a:pt x="90" y="655"/>
                  <a:pt x="90" y="655"/>
                  <a:pt x="90" y="655"/>
                </a:cubicBezTo>
                <a:cubicBezTo>
                  <a:pt x="40" y="655"/>
                  <a:pt x="0" y="615"/>
                  <a:pt x="0" y="564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41"/>
                  <a:pt x="40" y="0"/>
                  <a:pt x="90" y="0"/>
                </a:cubicBezTo>
                <a:cubicBezTo>
                  <a:pt x="90" y="0"/>
                  <a:pt x="90" y="0"/>
                  <a:pt x="90" y="0"/>
                </a:cubicBezTo>
                <a:cubicBezTo>
                  <a:pt x="141" y="0"/>
                  <a:pt x="181" y="41"/>
                  <a:pt x="181" y="91"/>
                </a:cubicBezTo>
                <a:cubicBezTo>
                  <a:pt x="181" y="564"/>
                  <a:pt x="181" y="564"/>
                  <a:pt x="181" y="564"/>
                </a:cubicBezTo>
                <a:cubicBezTo>
                  <a:pt x="181" y="615"/>
                  <a:pt x="141" y="655"/>
                  <a:pt x="90" y="655"/>
                </a:cubicBezTo>
                <a:close/>
              </a:path>
            </a:pathLst>
          </a:custGeom>
          <a:solidFill>
            <a:srgbClr val="A9AB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41" name="Google Shape;429;p17"/>
          <p:cNvSpPr>
            <a:spLocks/>
          </p:cNvSpPr>
          <p:nvPr/>
        </p:nvSpPr>
        <p:spPr bwMode="auto">
          <a:xfrm>
            <a:off x="7629525" y="3038475"/>
            <a:ext cx="790575" cy="2293938"/>
          </a:xfrm>
          <a:custGeom>
            <a:avLst/>
            <a:gdLst>
              <a:gd name="T0" fmla="*/ 91 w 182"/>
              <a:gd name="T1" fmla="*/ 528 h 528"/>
              <a:gd name="T2" fmla="*/ 91 w 182"/>
              <a:gd name="T3" fmla="*/ 528 h 528"/>
              <a:gd name="T4" fmla="*/ 0 w 182"/>
              <a:gd name="T5" fmla="*/ 437 h 528"/>
              <a:gd name="T6" fmla="*/ 0 w 182"/>
              <a:gd name="T7" fmla="*/ 91 h 528"/>
              <a:gd name="T8" fmla="*/ 91 w 182"/>
              <a:gd name="T9" fmla="*/ 0 h 528"/>
              <a:gd name="T10" fmla="*/ 91 w 182"/>
              <a:gd name="T11" fmla="*/ 0 h 528"/>
              <a:gd name="T12" fmla="*/ 182 w 182"/>
              <a:gd name="T13" fmla="*/ 91 h 528"/>
              <a:gd name="T14" fmla="*/ 182 w 182"/>
              <a:gd name="T15" fmla="*/ 437 h 528"/>
              <a:gd name="T16" fmla="*/ 91 w 182"/>
              <a:gd name="T17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" h="528" extrusionOk="0">
                <a:moveTo>
                  <a:pt x="91" y="528"/>
                </a:moveTo>
                <a:cubicBezTo>
                  <a:pt x="91" y="528"/>
                  <a:pt x="91" y="528"/>
                  <a:pt x="91" y="528"/>
                </a:cubicBezTo>
                <a:cubicBezTo>
                  <a:pt x="41" y="528"/>
                  <a:pt x="0" y="488"/>
                  <a:pt x="0" y="437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41"/>
                  <a:pt x="41" y="0"/>
                  <a:pt x="91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141" y="0"/>
                  <a:pt x="182" y="41"/>
                  <a:pt x="182" y="91"/>
                </a:cubicBezTo>
                <a:cubicBezTo>
                  <a:pt x="182" y="437"/>
                  <a:pt x="182" y="437"/>
                  <a:pt x="182" y="437"/>
                </a:cubicBezTo>
                <a:cubicBezTo>
                  <a:pt x="182" y="488"/>
                  <a:pt x="141" y="528"/>
                  <a:pt x="91" y="528"/>
                </a:cubicBezTo>
                <a:close/>
              </a:path>
            </a:pathLst>
          </a:cu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42" name="Google Shape;430;p17"/>
          <p:cNvSpPr>
            <a:spLocks/>
          </p:cNvSpPr>
          <p:nvPr/>
        </p:nvSpPr>
        <p:spPr bwMode="auto">
          <a:xfrm>
            <a:off x="9245600" y="2212975"/>
            <a:ext cx="788988" cy="3119438"/>
          </a:xfrm>
          <a:custGeom>
            <a:avLst/>
            <a:gdLst>
              <a:gd name="T0" fmla="*/ 91 w 182"/>
              <a:gd name="T1" fmla="*/ 718 h 718"/>
              <a:gd name="T2" fmla="*/ 91 w 182"/>
              <a:gd name="T3" fmla="*/ 718 h 718"/>
              <a:gd name="T4" fmla="*/ 0 w 182"/>
              <a:gd name="T5" fmla="*/ 627 h 718"/>
              <a:gd name="T6" fmla="*/ 0 w 182"/>
              <a:gd name="T7" fmla="*/ 91 h 718"/>
              <a:gd name="T8" fmla="*/ 91 w 182"/>
              <a:gd name="T9" fmla="*/ 0 h 718"/>
              <a:gd name="T10" fmla="*/ 91 w 182"/>
              <a:gd name="T11" fmla="*/ 0 h 718"/>
              <a:gd name="T12" fmla="*/ 182 w 182"/>
              <a:gd name="T13" fmla="*/ 91 h 718"/>
              <a:gd name="T14" fmla="*/ 182 w 182"/>
              <a:gd name="T15" fmla="*/ 627 h 718"/>
              <a:gd name="T16" fmla="*/ 91 w 182"/>
              <a:gd name="T17" fmla="*/ 718 h 7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" h="718" extrusionOk="0">
                <a:moveTo>
                  <a:pt x="91" y="718"/>
                </a:moveTo>
                <a:cubicBezTo>
                  <a:pt x="91" y="718"/>
                  <a:pt x="91" y="718"/>
                  <a:pt x="91" y="718"/>
                </a:cubicBezTo>
                <a:cubicBezTo>
                  <a:pt x="40" y="718"/>
                  <a:pt x="0" y="678"/>
                  <a:pt x="0" y="627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41"/>
                  <a:pt x="40" y="0"/>
                  <a:pt x="91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141" y="0"/>
                  <a:pt x="182" y="41"/>
                  <a:pt x="182" y="91"/>
                </a:cubicBezTo>
                <a:cubicBezTo>
                  <a:pt x="182" y="627"/>
                  <a:pt x="182" y="627"/>
                  <a:pt x="182" y="627"/>
                </a:cubicBezTo>
                <a:cubicBezTo>
                  <a:pt x="182" y="678"/>
                  <a:pt x="141" y="718"/>
                  <a:pt x="91" y="718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43" name="Google Shape;431;p17"/>
          <p:cNvSpPr>
            <a:spLocks/>
          </p:cNvSpPr>
          <p:nvPr/>
        </p:nvSpPr>
        <p:spPr bwMode="auto">
          <a:xfrm>
            <a:off x="2224088" y="1219200"/>
            <a:ext cx="8410575" cy="4452938"/>
          </a:xfrm>
          <a:custGeom>
            <a:avLst/>
            <a:gdLst>
              <a:gd name="T0" fmla="*/ 0 w 1937"/>
              <a:gd name="T1" fmla="*/ 0 h 1025"/>
              <a:gd name="T2" fmla="*/ 0 w 1937"/>
              <a:gd name="T3" fmla="*/ 927 h 1025"/>
              <a:gd name="T4" fmla="*/ 98 w 1937"/>
              <a:gd name="T5" fmla="*/ 1025 h 1025"/>
              <a:gd name="T6" fmla="*/ 1937 w 1937"/>
              <a:gd name="T7" fmla="*/ 1025 h 10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37" h="1025" extrusionOk="0">
                <a:moveTo>
                  <a:pt x="0" y="0"/>
                </a:moveTo>
                <a:cubicBezTo>
                  <a:pt x="0" y="927"/>
                  <a:pt x="0" y="927"/>
                  <a:pt x="0" y="927"/>
                </a:cubicBezTo>
                <a:cubicBezTo>
                  <a:pt x="0" y="981"/>
                  <a:pt x="44" y="1025"/>
                  <a:pt x="98" y="1025"/>
                </a:cubicBezTo>
                <a:cubicBezTo>
                  <a:pt x="1937" y="1025"/>
                  <a:pt x="1937" y="1025"/>
                  <a:pt x="1937" y="1025"/>
                </a:cubicBezTo>
              </a:path>
            </a:pathLst>
          </a:custGeom>
          <a:noFill/>
          <a:ln w="38100" cap="flat" cmpd="sng">
            <a:solidFill>
              <a:srgbClr val="A8A8A8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44" name="Google Shape;432;p17"/>
          <p:cNvSpPr>
            <a:spLocks/>
          </p:cNvSpPr>
          <p:nvPr/>
        </p:nvSpPr>
        <p:spPr bwMode="auto">
          <a:xfrm>
            <a:off x="2003425" y="1049338"/>
            <a:ext cx="430213" cy="265112"/>
          </a:xfrm>
          <a:custGeom>
            <a:avLst/>
            <a:gdLst>
              <a:gd name="T0" fmla="*/ 0 w 271"/>
              <a:gd name="T1" fmla="*/ 167 h 167"/>
              <a:gd name="T2" fmla="*/ 139 w 271"/>
              <a:gd name="T3" fmla="*/ 0 h 167"/>
              <a:gd name="T4" fmla="*/ 271 w 271"/>
              <a:gd name="T5" fmla="*/ 167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1" h="167" extrusionOk="0">
                <a:moveTo>
                  <a:pt x="0" y="167"/>
                </a:moveTo>
                <a:lnTo>
                  <a:pt x="139" y="0"/>
                </a:lnTo>
                <a:lnTo>
                  <a:pt x="271" y="167"/>
                </a:lnTo>
              </a:path>
            </a:pathLst>
          </a:custGeom>
          <a:noFill/>
          <a:ln w="38100" cap="flat" cmpd="sng">
            <a:solidFill>
              <a:srgbClr val="A8A8A8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45" name="Google Shape;433;p17"/>
          <p:cNvSpPr>
            <a:spLocks/>
          </p:cNvSpPr>
          <p:nvPr/>
        </p:nvSpPr>
        <p:spPr bwMode="auto">
          <a:xfrm>
            <a:off x="10539413" y="5454650"/>
            <a:ext cx="268287" cy="430213"/>
          </a:xfrm>
          <a:custGeom>
            <a:avLst/>
            <a:gdLst>
              <a:gd name="T0" fmla="*/ 0 w 169"/>
              <a:gd name="T1" fmla="*/ 0 h 271"/>
              <a:gd name="T2" fmla="*/ 169 w 169"/>
              <a:gd name="T3" fmla="*/ 140 h 271"/>
              <a:gd name="T4" fmla="*/ 0 w 169"/>
              <a:gd name="T5" fmla="*/ 271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9" h="271" extrusionOk="0">
                <a:moveTo>
                  <a:pt x="0" y="0"/>
                </a:moveTo>
                <a:lnTo>
                  <a:pt x="169" y="140"/>
                </a:lnTo>
                <a:lnTo>
                  <a:pt x="0" y="271"/>
                </a:lnTo>
              </a:path>
            </a:pathLst>
          </a:custGeom>
          <a:noFill/>
          <a:ln w="38100" cap="flat" cmpd="sng">
            <a:solidFill>
              <a:srgbClr val="A8A8A8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2546" name="Google Shape;434;p17"/>
          <p:cNvSpPr txBox="1">
            <a:spLocks noChangeArrowheads="1"/>
          </p:cNvSpPr>
          <p:nvPr/>
        </p:nvSpPr>
        <p:spPr bwMode="auto">
          <a:xfrm>
            <a:off x="2649537" y="5792788"/>
            <a:ext cx="161607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 dirty="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1 </a:t>
            </a:r>
            <a:r>
              <a:rPr lang="en-US" altLang="en-US" sz="2700" dirty="0" err="1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Artículo</a:t>
            </a:r>
            <a:endParaRPr lang="en-US" altLang="en-US" dirty="0"/>
          </a:p>
        </p:txBody>
      </p:sp>
      <p:sp>
        <p:nvSpPr>
          <p:cNvPr id="22547" name="Google Shape;435;p17"/>
          <p:cNvSpPr txBox="1">
            <a:spLocks noChangeArrowheads="1"/>
          </p:cNvSpPr>
          <p:nvPr/>
        </p:nvSpPr>
        <p:spPr bwMode="auto">
          <a:xfrm>
            <a:off x="4265612" y="5792788"/>
            <a:ext cx="160972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 dirty="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 </a:t>
            </a:r>
            <a:r>
              <a:rPr lang="en-US" altLang="en-US" sz="2700" dirty="0" err="1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Artículo</a:t>
            </a:r>
            <a:endParaRPr lang="en-US" altLang="en-US" dirty="0"/>
          </a:p>
        </p:txBody>
      </p:sp>
      <p:sp>
        <p:nvSpPr>
          <p:cNvPr id="22548" name="Google Shape;436;p17"/>
          <p:cNvSpPr txBox="1">
            <a:spLocks noChangeArrowheads="1"/>
          </p:cNvSpPr>
          <p:nvPr/>
        </p:nvSpPr>
        <p:spPr bwMode="auto">
          <a:xfrm>
            <a:off x="5875337" y="5792788"/>
            <a:ext cx="160972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 dirty="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3 </a:t>
            </a:r>
            <a:r>
              <a:rPr lang="en-US" altLang="en-US" sz="2700" dirty="0" err="1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Artículo</a:t>
            </a:r>
            <a:endParaRPr lang="en-US" altLang="en-US" dirty="0"/>
          </a:p>
        </p:txBody>
      </p:sp>
      <p:sp>
        <p:nvSpPr>
          <p:cNvPr id="22549" name="Google Shape;437;p17"/>
          <p:cNvSpPr txBox="1">
            <a:spLocks noChangeArrowheads="1"/>
          </p:cNvSpPr>
          <p:nvPr/>
        </p:nvSpPr>
        <p:spPr bwMode="auto">
          <a:xfrm>
            <a:off x="7486650" y="5792788"/>
            <a:ext cx="1608137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 dirty="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4 </a:t>
            </a:r>
            <a:r>
              <a:rPr lang="en-US" altLang="en-US" sz="2700" dirty="0" err="1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Artículo</a:t>
            </a:r>
            <a:endParaRPr lang="en-US" altLang="en-US" dirty="0"/>
          </a:p>
        </p:txBody>
      </p:sp>
      <p:sp>
        <p:nvSpPr>
          <p:cNvPr id="22550" name="Google Shape;438;p17"/>
          <p:cNvSpPr txBox="1">
            <a:spLocks noChangeArrowheads="1"/>
          </p:cNvSpPr>
          <p:nvPr/>
        </p:nvSpPr>
        <p:spPr bwMode="auto">
          <a:xfrm>
            <a:off x="9101137" y="5792788"/>
            <a:ext cx="153352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 dirty="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5 </a:t>
            </a:r>
            <a:r>
              <a:rPr lang="en-US" altLang="en-US" sz="2700" dirty="0" err="1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Artículo</a:t>
            </a:r>
            <a:endParaRPr lang="en-US" altLang="en-US" dirty="0"/>
          </a:p>
        </p:txBody>
      </p:sp>
      <p:sp>
        <p:nvSpPr>
          <p:cNvPr id="22551" name="Google Shape;439;p17"/>
          <p:cNvSpPr txBox="1">
            <a:spLocks noChangeArrowheads="1"/>
          </p:cNvSpPr>
          <p:nvPr/>
        </p:nvSpPr>
        <p:spPr bwMode="auto">
          <a:xfrm>
            <a:off x="1382713" y="4116388"/>
            <a:ext cx="906462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25%</a:t>
            </a:r>
            <a:endParaRPr lang="en-US" altLang="en-US"/>
          </a:p>
        </p:txBody>
      </p:sp>
      <p:sp>
        <p:nvSpPr>
          <p:cNvPr id="22552" name="Google Shape;440;p17"/>
          <p:cNvSpPr txBox="1">
            <a:spLocks noChangeArrowheads="1"/>
          </p:cNvSpPr>
          <p:nvPr/>
        </p:nvSpPr>
        <p:spPr bwMode="auto">
          <a:xfrm>
            <a:off x="1382713" y="3143250"/>
            <a:ext cx="906462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50%</a:t>
            </a:r>
            <a:endParaRPr lang="en-US" altLang="en-US"/>
          </a:p>
        </p:txBody>
      </p:sp>
      <p:sp>
        <p:nvSpPr>
          <p:cNvPr id="22553" name="Google Shape;441;p17"/>
          <p:cNvSpPr txBox="1">
            <a:spLocks noChangeArrowheads="1"/>
          </p:cNvSpPr>
          <p:nvPr/>
        </p:nvSpPr>
        <p:spPr bwMode="auto">
          <a:xfrm>
            <a:off x="1382713" y="2152650"/>
            <a:ext cx="906462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75%</a:t>
            </a:r>
            <a:endParaRPr lang="en-US" altLang="en-US"/>
          </a:p>
        </p:txBody>
      </p:sp>
      <p:sp>
        <p:nvSpPr>
          <p:cNvPr id="22554" name="Google Shape;442;p17"/>
          <p:cNvSpPr txBox="1">
            <a:spLocks noChangeArrowheads="1"/>
          </p:cNvSpPr>
          <p:nvPr/>
        </p:nvSpPr>
        <p:spPr bwMode="auto">
          <a:xfrm>
            <a:off x="2667451" y="609600"/>
            <a:ext cx="9334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3600"/>
              <a:buFont typeface="Montserrat" panose="02000505000000020004" pitchFamily="2" charset="0"/>
              <a:buNone/>
            </a:pPr>
            <a:r>
              <a:rPr lang="en-US" altLang="en-US" sz="3600">
                <a:solidFill>
                  <a:srgbClr val="2F526B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55%</a:t>
            </a:r>
            <a:endParaRPr lang="en-US" altLang="en-US"/>
          </a:p>
        </p:txBody>
      </p:sp>
      <p:sp>
        <p:nvSpPr>
          <p:cNvPr id="22555" name="Google Shape;443;p17"/>
          <p:cNvSpPr txBox="1">
            <a:spLocks noChangeArrowheads="1"/>
          </p:cNvSpPr>
          <p:nvPr/>
        </p:nvSpPr>
        <p:spPr bwMode="auto">
          <a:xfrm>
            <a:off x="4348163" y="609600"/>
            <a:ext cx="93503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3600"/>
              <a:buFont typeface="Montserrat" panose="02000505000000020004" pitchFamily="2" charset="0"/>
              <a:buNone/>
            </a:pPr>
            <a:r>
              <a:rPr lang="en-US" altLang="en-US" sz="3600">
                <a:solidFill>
                  <a:srgbClr val="23929E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39%</a:t>
            </a:r>
            <a:endParaRPr lang="en-US" altLang="en-US"/>
          </a:p>
        </p:txBody>
      </p:sp>
      <p:sp>
        <p:nvSpPr>
          <p:cNvPr id="22556" name="Google Shape;444;p17"/>
          <p:cNvSpPr txBox="1">
            <a:spLocks noChangeArrowheads="1"/>
          </p:cNvSpPr>
          <p:nvPr/>
        </p:nvSpPr>
        <p:spPr bwMode="auto">
          <a:xfrm>
            <a:off x="5972175" y="609600"/>
            <a:ext cx="99853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3600"/>
              <a:buFont typeface="Montserrat" panose="02000505000000020004" pitchFamily="2" charset="0"/>
              <a:buNone/>
            </a:pPr>
            <a:r>
              <a:rPr lang="en-US" altLang="en-US" sz="3600">
                <a:solidFill>
                  <a:srgbClr val="A9ABAA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72%</a:t>
            </a:r>
            <a:endParaRPr lang="en-US" altLang="en-US"/>
          </a:p>
        </p:txBody>
      </p:sp>
      <p:sp>
        <p:nvSpPr>
          <p:cNvPr id="22557" name="Google Shape;445;p17"/>
          <p:cNvSpPr txBox="1">
            <a:spLocks noChangeArrowheads="1"/>
          </p:cNvSpPr>
          <p:nvPr/>
        </p:nvSpPr>
        <p:spPr bwMode="auto">
          <a:xfrm>
            <a:off x="7569200" y="609600"/>
            <a:ext cx="976313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2412A"/>
              </a:buClr>
              <a:buSzPts val="3600"/>
              <a:buFont typeface="Montserrat" panose="02000505000000020004" pitchFamily="2" charset="0"/>
              <a:buNone/>
            </a:pPr>
            <a:r>
              <a:rPr lang="en-US" altLang="en-US" sz="3600">
                <a:solidFill>
                  <a:srgbClr val="E2412A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56%</a:t>
            </a:r>
            <a:endParaRPr lang="en-US" altLang="en-US"/>
          </a:p>
        </p:txBody>
      </p:sp>
      <p:sp>
        <p:nvSpPr>
          <p:cNvPr id="22558" name="Google Shape;446;p17"/>
          <p:cNvSpPr txBox="1">
            <a:spLocks noChangeArrowheads="1"/>
          </p:cNvSpPr>
          <p:nvPr/>
        </p:nvSpPr>
        <p:spPr bwMode="auto">
          <a:xfrm>
            <a:off x="9183688" y="609600"/>
            <a:ext cx="95408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3600"/>
              <a:buFont typeface="Montserrat" panose="02000505000000020004" pitchFamily="2" charset="0"/>
              <a:buNone/>
            </a:pPr>
            <a:r>
              <a:rPr lang="en-US" altLang="en-US" sz="3600">
                <a:solidFill>
                  <a:srgbClr val="FAC344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78%</a:t>
            </a:r>
            <a:endParaRPr lang="en-US" altLang="en-US"/>
          </a:p>
        </p:txBody>
      </p:sp>
      <p:sp>
        <p:nvSpPr>
          <p:cNvPr id="2" name="Google Shape;421;p17">
            <a:extLst>
              <a:ext uri="{FF2B5EF4-FFF2-40B4-BE49-F238E27FC236}">
                <a16:creationId xmlns:a16="http://schemas.microsoft.com/office/drawing/2014/main" id="{88203B78-1960-3253-83DF-B5C0A0A0948E}"/>
              </a:ext>
            </a:extLst>
          </p:cNvPr>
          <p:cNvSpPr>
            <a:spLocks/>
          </p:cNvSpPr>
          <p:nvPr/>
        </p:nvSpPr>
        <p:spPr bwMode="auto">
          <a:xfrm>
            <a:off x="2732733" y="1310498"/>
            <a:ext cx="790575" cy="3892550"/>
          </a:xfrm>
          <a:custGeom>
            <a:avLst/>
            <a:gdLst>
              <a:gd name="T0" fmla="*/ 91 w 182"/>
              <a:gd name="T1" fmla="*/ 896 h 896"/>
              <a:gd name="T2" fmla="*/ 91 w 182"/>
              <a:gd name="T3" fmla="*/ 896 h 896"/>
              <a:gd name="T4" fmla="*/ 0 w 182"/>
              <a:gd name="T5" fmla="*/ 805 h 896"/>
              <a:gd name="T6" fmla="*/ 0 w 182"/>
              <a:gd name="T7" fmla="*/ 91 h 896"/>
              <a:gd name="T8" fmla="*/ 91 w 182"/>
              <a:gd name="T9" fmla="*/ 0 h 896"/>
              <a:gd name="T10" fmla="*/ 91 w 182"/>
              <a:gd name="T11" fmla="*/ 0 h 896"/>
              <a:gd name="T12" fmla="*/ 182 w 182"/>
              <a:gd name="T13" fmla="*/ 91 h 896"/>
              <a:gd name="T14" fmla="*/ 182 w 182"/>
              <a:gd name="T15" fmla="*/ 805 h 896"/>
              <a:gd name="T16" fmla="*/ 91 w 182"/>
              <a:gd name="T17" fmla="*/ 89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" h="896" extrusionOk="0">
                <a:moveTo>
                  <a:pt x="91" y="896"/>
                </a:moveTo>
                <a:cubicBezTo>
                  <a:pt x="91" y="896"/>
                  <a:pt x="91" y="896"/>
                  <a:pt x="91" y="896"/>
                </a:cubicBezTo>
                <a:cubicBezTo>
                  <a:pt x="41" y="896"/>
                  <a:pt x="0" y="856"/>
                  <a:pt x="0" y="805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41"/>
                  <a:pt x="41" y="0"/>
                  <a:pt x="91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141" y="0"/>
                  <a:pt x="182" y="41"/>
                  <a:pt x="182" y="91"/>
                </a:cubicBezTo>
                <a:cubicBezTo>
                  <a:pt x="182" y="805"/>
                  <a:pt x="182" y="805"/>
                  <a:pt x="182" y="805"/>
                </a:cubicBezTo>
                <a:cubicBezTo>
                  <a:pt x="182" y="856"/>
                  <a:pt x="141" y="896"/>
                  <a:pt x="91" y="896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lIns="91425" tIns="45700" rIns="91425" bIns="45700"/>
          <a:lstStyle/>
          <a:p>
            <a:endParaRPr lang="en-US" dirty="0">
              <a:highlight>
                <a:srgbClr val="000080"/>
              </a:highlight>
            </a:endParaRPr>
          </a:p>
        </p:txBody>
      </p:sp>
      <p:sp>
        <p:nvSpPr>
          <p:cNvPr id="3" name="Google Shape;423;p17">
            <a:extLst>
              <a:ext uri="{FF2B5EF4-FFF2-40B4-BE49-F238E27FC236}">
                <a16:creationId xmlns:a16="http://schemas.microsoft.com/office/drawing/2014/main" id="{B9D0D083-7268-2653-329D-C3F8910A5D4A}"/>
              </a:ext>
            </a:extLst>
          </p:cNvPr>
          <p:cNvSpPr>
            <a:spLocks/>
          </p:cNvSpPr>
          <p:nvPr/>
        </p:nvSpPr>
        <p:spPr bwMode="auto">
          <a:xfrm>
            <a:off x="4403823" y="1412582"/>
            <a:ext cx="790575" cy="3892550"/>
          </a:xfrm>
          <a:custGeom>
            <a:avLst/>
            <a:gdLst>
              <a:gd name="T0" fmla="*/ 91 w 182"/>
              <a:gd name="T1" fmla="*/ 896 h 896"/>
              <a:gd name="T2" fmla="*/ 91 w 182"/>
              <a:gd name="T3" fmla="*/ 896 h 896"/>
              <a:gd name="T4" fmla="*/ 0 w 182"/>
              <a:gd name="T5" fmla="*/ 805 h 896"/>
              <a:gd name="T6" fmla="*/ 0 w 182"/>
              <a:gd name="T7" fmla="*/ 91 h 896"/>
              <a:gd name="T8" fmla="*/ 91 w 182"/>
              <a:gd name="T9" fmla="*/ 0 h 896"/>
              <a:gd name="T10" fmla="*/ 91 w 182"/>
              <a:gd name="T11" fmla="*/ 0 h 896"/>
              <a:gd name="T12" fmla="*/ 182 w 182"/>
              <a:gd name="T13" fmla="*/ 91 h 896"/>
              <a:gd name="T14" fmla="*/ 182 w 182"/>
              <a:gd name="T15" fmla="*/ 805 h 896"/>
              <a:gd name="T16" fmla="*/ 91 w 182"/>
              <a:gd name="T17" fmla="*/ 89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" h="896" extrusionOk="0">
                <a:moveTo>
                  <a:pt x="91" y="896"/>
                </a:moveTo>
                <a:cubicBezTo>
                  <a:pt x="91" y="896"/>
                  <a:pt x="91" y="896"/>
                  <a:pt x="91" y="896"/>
                </a:cubicBezTo>
                <a:cubicBezTo>
                  <a:pt x="41" y="896"/>
                  <a:pt x="0" y="856"/>
                  <a:pt x="0" y="805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41"/>
                  <a:pt x="41" y="0"/>
                  <a:pt x="91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141" y="0"/>
                  <a:pt x="182" y="41"/>
                  <a:pt x="182" y="91"/>
                </a:cubicBezTo>
                <a:cubicBezTo>
                  <a:pt x="182" y="805"/>
                  <a:pt x="182" y="805"/>
                  <a:pt x="182" y="805"/>
                </a:cubicBezTo>
                <a:cubicBezTo>
                  <a:pt x="182" y="856"/>
                  <a:pt x="141" y="896"/>
                  <a:pt x="91" y="896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451;p18"/>
          <p:cNvSpPr txBox="1">
            <a:spLocks noChangeArrowheads="1"/>
          </p:cNvSpPr>
          <p:nvPr/>
        </p:nvSpPr>
        <p:spPr bwMode="auto">
          <a:xfrm>
            <a:off x="958850" y="2228850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24579" name="Google Shape;452;p18"/>
          <p:cNvSpPr>
            <a:spLocks noChangeArrowheads="1"/>
          </p:cNvSpPr>
          <p:nvPr/>
        </p:nvSpPr>
        <p:spPr bwMode="auto">
          <a:xfrm>
            <a:off x="1371600" y="3813175"/>
            <a:ext cx="1042988" cy="1047750"/>
          </a:xfrm>
          <a:prstGeom prst="ellipse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580" name="Google Shape;453;p18"/>
          <p:cNvSpPr>
            <a:spLocks noChangeArrowheads="1"/>
          </p:cNvSpPr>
          <p:nvPr/>
        </p:nvSpPr>
        <p:spPr bwMode="auto">
          <a:xfrm>
            <a:off x="4297363" y="3813175"/>
            <a:ext cx="1047750" cy="1047750"/>
          </a:xfrm>
          <a:prstGeom prst="ellipse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581" name="Google Shape;454;p18"/>
          <p:cNvSpPr>
            <a:spLocks noChangeArrowheads="1"/>
          </p:cNvSpPr>
          <p:nvPr/>
        </p:nvSpPr>
        <p:spPr bwMode="auto">
          <a:xfrm>
            <a:off x="6989763" y="3813175"/>
            <a:ext cx="1042987" cy="1047750"/>
          </a:xfrm>
          <a:prstGeom prst="ellipse">
            <a:avLst/>
          </a:pr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582" name="Google Shape;455;p18"/>
          <p:cNvSpPr>
            <a:spLocks noChangeArrowheads="1"/>
          </p:cNvSpPr>
          <p:nvPr/>
        </p:nvSpPr>
        <p:spPr bwMode="auto">
          <a:xfrm>
            <a:off x="9680575" y="3813175"/>
            <a:ext cx="1042988" cy="1047750"/>
          </a:xfrm>
          <a:prstGeom prst="ellipse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583" name="Google Shape;456;p18"/>
          <p:cNvSpPr>
            <a:spLocks noChangeArrowheads="1"/>
          </p:cNvSpPr>
          <p:nvPr/>
        </p:nvSpPr>
        <p:spPr bwMode="auto">
          <a:xfrm>
            <a:off x="1371600" y="635000"/>
            <a:ext cx="1042988" cy="1044575"/>
          </a:xfrm>
          <a:prstGeom prst="ellipse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584" name="Google Shape;457;p18"/>
          <p:cNvSpPr>
            <a:spLocks noChangeArrowheads="1"/>
          </p:cNvSpPr>
          <p:nvPr/>
        </p:nvSpPr>
        <p:spPr bwMode="auto">
          <a:xfrm>
            <a:off x="4297363" y="635000"/>
            <a:ext cx="1047750" cy="1044575"/>
          </a:xfrm>
          <a:prstGeom prst="ellipse">
            <a:avLst/>
          </a:pr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585" name="Google Shape;458;p18"/>
          <p:cNvSpPr>
            <a:spLocks noChangeArrowheads="1"/>
          </p:cNvSpPr>
          <p:nvPr/>
        </p:nvSpPr>
        <p:spPr bwMode="auto">
          <a:xfrm>
            <a:off x="6989763" y="635000"/>
            <a:ext cx="1042987" cy="1044575"/>
          </a:xfrm>
          <a:prstGeom prst="ellipse">
            <a:avLst/>
          </a:pr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586" name="Google Shape;459;p18"/>
          <p:cNvSpPr>
            <a:spLocks noChangeArrowheads="1"/>
          </p:cNvSpPr>
          <p:nvPr/>
        </p:nvSpPr>
        <p:spPr bwMode="auto">
          <a:xfrm>
            <a:off x="9680575" y="635000"/>
            <a:ext cx="1042988" cy="1044575"/>
          </a:xfrm>
          <a:prstGeom prst="ellipse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587" name="Google Shape;460;p18"/>
          <p:cNvSpPr txBox="1">
            <a:spLocks noChangeArrowheads="1"/>
          </p:cNvSpPr>
          <p:nvPr/>
        </p:nvSpPr>
        <p:spPr bwMode="auto">
          <a:xfrm>
            <a:off x="1254125" y="5011738"/>
            <a:ext cx="1479550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100" b="1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5</a:t>
            </a:r>
            <a:endParaRPr lang="en-US" altLang="en-US" sz="2100"/>
          </a:p>
        </p:txBody>
      </p:sp>
      <p:sp>
        <p:nvSpPr>
          <p:cNvPr id="24588" name="Google Shape;461;p18"/>
          <p:cNvSpPr txBox="1">
            <a:spLocks noChangeArrowheads="1"/>
          </p:cNvSpPr>
          <p:nvPr/>
        </p:nvSpPr>
        <p:spPr bwMode="auto">
          <a:xfrm>
            <a:off x="4184650" y="5011738"/>
            <a:ext cx="1320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100" b="1">
                <a:solidFill>
                  <a:srgbClr val="2F526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6</a:t>
            </a:r>
            <a:endParaRPr lang="en-US" altLang="en-US" sz="2100"/>
          </a:p>
        </p:txBody>
      </p:sp>
      <p:sp>
        <p:nvSpPr>
          <p:cNvPr id="24589" name="Google Shape;462;p18"/>
          <p:cNvSpPr txBox="1">
            <a:spLocks noChangeArrowheads="1"/>
          </p:cNvSpPr>
          <p:nvPr/>
        </p:nvSpPr>
        <p:spPr bwMode="auto">
          <a:xfrm>
            <a:off x="6872288" y="5011738"/>
            <a:ext cx="1320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C3C5C4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100" b="1">
                <a:solidFill>
                  <a:srgbClr val="C3C5C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7</a:t>
            </a:r>
            <a:endParaRPr lang="en-US" altLang="en-US" sz="2100"/>
          </a:p>
        </p:txBody>
      </p:sp>
      <p:sp>
        <p:nvSpPr>
          <p:cNvPr id="24590" name="Google Shape;463;p18"/>
          <p:cNvSpPr txBox="1">
            <a:spLocks noChangeArrowheads="1"/>
          </p:cNvSpPr>
          <p:nvPr/>
        </p:nvSpPr>
        <p:spPr bwMode="auto">
          <a:xfrm>
            <a:off x="9559925" y="5011738"/>
            <a:ext cx="1320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100" b="1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8</a:t>
            </a:r>
            <a:endParaRPr lang="en-US" altLang="en-US" sz="2100"/>
          </a:p>
        </p:txBody>
      </p:sp>
      <p:sp>
        <p:nvSpPr>
          <p:cNvPr id="24591" name="Google Shape;464;p18"/>
          <p:cNvSpPr txBox="1">
            <a:spLocks noChangeArrowheads="1"/>
          </p:cNvSpPr>
          <p:nvPr/>
        </p:nvSpPr>
        <p:spPr bwMode="auto">
          <a:xfrm>
            <a:off x="1254125" y="1833563"/>
            <a:ext cx="1320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100" b="1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1</a:t>
            </a:r>
            <a:endParaRPr lang="en-US" altLang="en-US" sz="2100"/>
          </a:p>
        </p:txBody>
      </p:sp>
      <p:sp>
        <p:nvSpPr>
          <p:cNvPr id="24592" name="Google Shape;465;p18"/>
          <p:cNvSpPr txBox="1">
            <a:spLocks noChangeArrowheads="1"/>
          </p:cNvSpPr>
          <p:nvPr/>
        </p:nvSpPr>
        <p:spPr bwMode="auto">
          <a:xfrm>
            <a:off x="4184650" y="1833563"/>
            <a:ext cx="1320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C3C5C4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100" b="1">
                <a:solidFill>
                  <a:srgbClr val="C3C5C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OPCION 2</a:t>
            </a:r>
            <a:endParaRPr lang="en-US" altLang="en-US" sz="2100"/>
          </a:p>
        </p:txBody>
      </p:sp>
      <p:sp>
        <p:nvSpPr>
          <p:cNvPr id="24593" name="Google Shape;466;p18"/>
          <p:cNvSpPr txBox="1">
            <a:spLocks noChangeArrowheads="1"/>
          </p:cNvSpPr>
          <p:nvPr/>
        </p:nvSpPr>
        <p:spPr bwMode="auto">
          <a:xfrm>
            <a:off x="6872288" y="1833563"/>
            <a:ext cx="1320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2412A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100" b="1">
                <a:solidFill>
                  <a:srgbClr val="E2412A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3</a:t>
            </a:r>
            <a:endParaRPr lang="en-US" altLang="en-US" sz="2100"/>
          </a:p>
        </p:txBody>
      </p:sp>
      <p:sp>
        <p:nvSpPr>
          <p:cNvPr id="24594" name="Google Shape;467;p18"/>
          <p:cNvSpPr txBox="1">
            <a:spLocks noChangeArrowheads="1"/>
          </p:cNvSpPr>
          <p:nvPr/>
        </p:nvSpPr>
        <p:spPr bwMode="auto">
          <a:xfrm>
            <a:off x="9559925" y="1833563"/>
            <a:ext cx="1320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100" b="1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4</a:t>
            </a:r>
            <a:endParaRPr lang="en-US" altLang="en-US" sz="2100"/>
          </a:p>
        </p:txBody>
      </p:sp>
      <p:sp>
        <p:nvSpPr>
          <p:cNvPr id="24595" name="Google Shape;468;p18"/>
          <p:cNvSpPr>
            <a:spLocks/>
          </p:cNvSpPr>
          <p:nvPr/>
        </p:nvSpPr>
        <p:spPr bwMode="auto">
          <a:xfrm>
            <a:off x="4387850" y="4065588"/>
            <a:ext cx="869950" cy="439737"/>
          </a:xfrm>
          <a:custGeom>
            <a:avLst/>
            <a:gdLst>
              <a:gd name="T0" fmla="*/ 71 w 230"/>
              <a:gd name="T1" fmla="*/ 109 h 116"/>
              <a:gd name="T2" fmla="*/ 87 w 230"/>
              <a:gd name="T3" fmla="*/ 74 h 116"/>
              <a:gd name="T4" fmla="*/ 101 w 230"/>
              <a:gd name="T5" fmla="*/ 66 h 116"/>
              <a:gd name="T6" fmla="*/ 109 w 230"/>
              <a:gd name="T7" fmla="*/ 1 h 116"/>
              <a:gd name="T8" fmla="*/ 148 w 230"/>
              <a:gd name="T9" fmla="*/ 27 h 116"/>
              <a:gd name="T10" fmla="*/ 137 w 230"/>
              <a:gd name="T11" fmla="*/ 70 h 116"/>
              <a:gd name="T12" fmla="*/ 167 w 230"/>
              <a:gd name="T13" fmla="*/ 88 h 116"/>
              <a:gd name="T14" fmla="*/ 163 w 230"/>
              <a:gd name="T15" fmla="*/ 109 h 116"/>
              <a:gd name="T16" fmla="*/ 117 w 230"/>
              <a:gd name="T17" fmla="*/ 6 h 116"/>
              <a:gd name="T18" fmla="*/ 104 w 230"/>
              <a:gd name="T19" fmla="*/ 58 h 116"/>
              <a:gd name="T20" fmla="*/ 97 w 230"/>
              <a:gd name="T21" fmla="*/ 77 h 116"/>
              <a:gd name="T22" fmla="*/ 69 w 230"/>
              <a:gd name="T23" fmla="*/ 98 h 116"/>
              <a:gd name="T24" fmla="*/ 117 w 230"/>
              <a:gd name="T25" fmla="*/ 110 h 116"/>
              <a:gd name="T26" fmla="*/ 165 w 230"/>
              <a:gd name="T27" fmla="*/ 98 h 116"/>
              <a:gd name="T28" fmla="*/ 137 w 230"/>
              <a:gd name="T29" fmla="*/ 77 h 116"/>
              <a:gd name="T30" fmla="*/ 130 w 230"/>
              <a:gd name="T31" fmla="*/ 58 h 116"/>
              <a:gd name="T32" fmla="*/ 117 w 230"/>
              <a:gd name="T33" fmla="*/ 6 h 116"/>
              <a:gd name="T34" fmla="*/ 191 w 230"/>
              <a:gd name="T35" fmla="*/ 116 h 116"/>
              <a:gd name="T36" fmla="*/ 171 w 230"/>
              <a:gd name="T37" fmla="*/ 112 h 116"/>
              <a:gd name="T38" fmla="*/ 191 w 230"/>
              <a:gd name="T39" fmla="*/ 110 h 116"/>
              <a:gd name="T40" fmla="*/ 223 w 230"/>
              <a:gd name="T41" fmla="*/ 102 h 116"/>
              <a:gd name="T42" fmla="*/ 204 w 230"/>
              <a:gd name="T43" fmla="*/ 89 h 116"/>
              <a:gd name="T44" fmla="*/ 199 w 230"/>
              <a:gd name="T45" fmla="*/ 74 h 116"/>
              <a:gd name="T46" fmla="*/ 190 w 230"/>
              <a:gd name="T47" fmla="*/ 40 h 116"/>
              <a:gd name="T48" fmla="*/ 182 w 230"/>
              <a:gd name="T49" fmla="*/ 74 h 116"/>
              <a:gd name="T50" fmla="*/ 179 w 230"/>
              <a:gd name="T51" fmla="*/ 88 h 116"/>
              <a:gd name="T52" fmla="*/ 177 w 230"/>
              <a:gd name="T53" fmla="*/ 82 h 116"/>
              <a:gd name="T54" fmla="*/ 168 w 230"/>
              <a:gd name="T55" fmla="*/ 53 h 116"/>
              <a:gd name="T56" fmla="*/ 197 w 230"/>
              <a:gd name="T57" fmla="*/ 34 h 116"/>
              <a:gd name="T58" fmla="*/ 203 w 230"/>
              <a:gd name="T59" fmla="*/ 80 h 116"/>
              <a:gd name="T60" fmla="*/ 212 w 230"/>
              <a:gd name="T61" fmla="*/ 85 h 116"/>
              <a:gd name="T62" fmla="*/ 223 w 230"/>
              <a:gd name="T63" fmla="*/ 111 h 116"/>
              <a:gd name="T64" fmla="*/ 43 w 230"/>
              <a:gd name="T65" fmla="*/ 116 h 116"/>
              <a:gd name="T66" fmla="*/ 0 w 230"/>
              <a:gd name="T67" fmla="*/ 102 h 116"/>
              <a:gd name="T68" fmla="*/ 26 w 230"/>
              <a:gd name="T69" fmla="*/ 80 h 116"/>
              <a:gd name="T70" fmla="*/ 29 w 230"/>
              <a:gd name="T71" fmla="*/ 74 h 116"/>
              <a:gd name="T72" fmla="*/ 43 w 230"/>
              <a:gd name="T73" fmla="*/ 25 h 116"/>
              <a:gd name="T74" fmla="*/ 57 w 230"/>
              <a:gd name="T75" fmla="*/ 74 h 116"/>
              <a:gd name="T76" fmla="*/ 60 w 230"/>
              <a:gd name="T77" fmla="*/ 80 h 116"/>
              <a:gd name="T78" fmla="*/ 56 w 230"/>
              <a:gd name="T79" fmla="*/ 85 h 116"/>
              <a:gd name="T80" fmla="*/ 61 w 230"/>
              <a:gd name="T81" fmla="*/ 47 h 116"/>
              <a:gd name="T82" fmla="*/ 38 w 230"/>
              <a:gd name="T83" fmla="*/ 32 h 116"/>
              <a:gd name="T84" fmla="*/ 36 w 230"/>
              <a:gd name="T85" fmla="*/ 78 h 116"/>
              <a:gd name="T86" fmla="*/ 22 w 230"/>
              <a:gd name="T87" fmla="*/ 88 h 116"/>
              <a:gd name="T88" fmla="*/ 10 w 230"/>
              <a:gd name="T89" fmla="*/ 105 h 116"/>
              <a:gd name="T90" fmla="*/ 58 w 230"/>
              <a:gd name="T91" fmla="*/ 109 h 116"/>
              <a:gd name="T92" fmla="*/ 43 w 230"/>
              <a:gd name="T93" fmla="*/ 116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30" h="116" extrusionOk="0">
                <a:moveTo>
                  <a:pt x="117" y="116"/>
                </a:moveTo>
                <a:cubicBezTo>
                  <a:pt x="104" y="116"/>
                  <a:pt x="93" y="116"/>
                  <a:pt x="82" y="113"/>
                </a:cubicBezTo>
                <a:cubicBezTo>
                  <a:pt x="78" y="112"/>
                  <a:pt x="74" y="111"/>
                  <a:pt x="71" y="109"/>
                </a:cubicBezTo>
                <a:cubicBezTo>
                  <a:pt x="65" y="106"/>
                  <a:pt x="63" y="102"/>
                  <a:pt x="62" y="99"/>
                </a:cubicBezTo>
                <a:cubicBezTo>
                  <a:pt x="62" y="95"/>
                  <a:pt x="63" y="91"/>
                  <a:pt x="66" y="88"/>
                </a:cubicBezTo>
                <a:cubicBezTo>
                  <a:pt x="72" y="82"/>
                  <a:pt x="78" y="78"/>
                  <a:pt x="87" y="74"/>
                </a:cubicBezTo>
                <a:cubicBezTo>
                  <a:pt x="90" y="73"/>
                  <a:pt x="92" y="72"/>
                  <a:pt x="95" y="71"/>
                </a:cubicBezTo>
                <a:cubicBezTo>
                  <a:pt x="97" y="70"/>
                  <a:pt x="97" y="70"/>
                  <a:pt x="97" y="70"/>
                </a:cubicBezTo>
                <a:cubicBezTo>
                  <a:pt x="99" y="69"/>
                  <a:pt x="100" y="68"/>
                  <a:pt x="101" y="66"/>
                </a:cubicBezTo>
                <a:cubicBezTo>
                  <a:pt x="101" y="65"/>
                  <a:pt x="100" y="63"/>
                  <a:pt x="99" y="62"/>
                </a:cubicBezTo>
                <a:cubicBezTo>
                  <a:pt x="90" y="53"/>
                  <a:pt x="85" y="41"/>
                  <a:pt x="86" y="27"/>
                </a:cubicBezTo>
                <a:cubicBezTo>
                  <a:pt x="87" y="13"/>
                  <a:pt x="94" y="5"/>
                  <a:pt x="109" y="1"/>
                </a:cubicBezTo>
                <a:cubicBezTo>
                  <a:pt x="111" y="0"/>
                  <a:pt x="114" y="0"/>
                  <a:pt x="117" y="0"/>
                </a:cubicBezTo>
                <a:cubicBezTo>
                  <a:pt x="120" y="0"/>
                  <a:pt x="123" y="0"/>
                  <a:pt x="125" y="1"/>
                </a:cubicBezTo>
                <a:cubicBezTo>
                  <a:pt x="140" y="5"/>
                  <a:pt x="147" y="13"/>
                  <a:pt x="148" y="27"/>
                </a:cubicBezTo>
                <a:cubicBezTo>
                  <a:pt x="148" y="41"/>
                  <a:pt x="144" y="53"/>
                  <a:pt x="135" y="62"/>
                </a:cubicBezTo>
                <a:cubicBezTo>
                  <a:pt x="133" y="63"/>
                  <a:pt x="133" y="65"/>
                  <a:pt x="133" y="66"/>
                </a:cubicBezTo>
                <a:cubicBezTo>
                  <a:pt x="134" y="68"/>
                  <a:pt x="135" y="69"/>
                  <a:pt x="137" y="70"/>
                </a:cubicBezTo>
                <a:cubicBezTo>
                  <a:pt x="139" y="71"/>
                  <a:pt x="139" y="71"/>
                  <a:pt x="139" y="71"/>
                </a:cubicBezTo>
                <a:cubicBezTo>
                  <a:pt x="142" y="72"/>
                  <a:pt x="144" y="73"/>
                  <a:pt x="147" y="74"/>
                </a:cubicBezTo>
                <a:cubicBezTo>
                  <a:pt x="156" y="78"/>
                  <a:pt x="162" y="82"/>
                  <a:pt x="167" y="88"/>
                </a:cubicBezTo>
                <a:cubicBezTo>
                  <a:pt x="170" y="90"/>
                  <a:pt x="172" y="95"/>
                  <a:pt x="171" y="99"/>
                </a:cubicBezTo>
                <a:cubicBezTo>
                  <a:pt x="170" y="104"/>
                  <a:pt x="167" y="107"/>
                  <a:pt x="163" y="109"/>
                </a:cubicBezTo>
                <a:cubicBezTo>
                  <a:pt x="163" y="109"/>
                  <a:pt x="163" y="109"/>
                  <a:pt x="163" y="109"/>
                </a:cubicBezTo>
                <a:cubicBezTo>
                  <a:pt x="160" y="111"/>
                  <a:pt x="156" y="112"/>
                  <a:pt x="152" y="113"/>
                </a:cubicBezTo>
                <a:cubicBezTo>
                  <a:pt x="141" y="116"/>
                  <a:pt x="130" y="116"/>
                  <a:pt x="117" y="116"/>
                </a:cubicBezTo>
                <a:close/>
                <a:moveTo>
                  <a:pt x="117" y="6"/>
                </a:moveTo>
                <a:cubicBezTo>
                  <a:pt x="115" y="6"/>
                  <a:pt x="112" y="7"/>
                  <a:pt x="110" y="7"/>
                </a:cubicBezTo>
                <a:cubicBezTo>
                  <a:pt x="98" y="10"/>
                  <a:pt x="93" y="16"/>
                  <a:pt x="92" y="27"/>
                </a:cubicBezTo>
                <a:cubicBezTo>
                  <a:pt x="92" y="40"/>
                  <a:pt x="96" y="50"/>
                  <a:pt x="104" y="58"/>
                </a:cubicBezTo>
                <a:cubicBezTo>
                  <a:pt x="106" y="60"/>
                  <a:pt x="108" y="64"/>
                  <a:pt x="107" y="68"/>
                </a:cubicBezTo>
                <a:cubicBezTo>
                  <a:pt x="106" y="71"/>
                  <a:pt x="103" y="74"/>
                  <a:pt x="99" y="76"/>
                </a:cubicBezTo>
                <a:cubicBezTo>
                  <a:pt x="97" y="77"/>
                  <a:pt x="97" y="77"/>
                  <a:pt x="97" y="77"/>
                </a:cubicBezTo>
                <a:cubicBezTo>
                  <a:pt x="95" y="78"/>
                  <a:pt x="92" y="79"/>
                  <a:pt x="90" y="80"/>
                </a:cubicBezTo>
                <a:cubicBezTo>
                  <a:pt x="81" y="84"/>
                  <a:pt x="76" y="87"/>
                  <a:pt x="71" y="92"/>
                </a:cubicBezTo>
                <a:cubicBezTo>
                  <a:pt x="69" y="94"/>
                  <a:pt x="68" y="96"/>
                  <a:pt x="69" y="98"/>
                </a:cubicBezTo>
                <a:cubicBezTo>
                  <a:pt x="69" y="100"/>
                  <a:pt x="71" y="102"/>
                  <a:pt x="74" y="104"/>
                </a:cubicBezTo>
                <a:cubicBezTo>
                  <a:pt x="77" y="105"/>
                  <a:pt x="80" y="106"/>
                  <a:pt x="83" y="107"/>
                </a:cubicBezTo>
                <a:cubicBezTo>
                  <a:pt x="93" y="109"/>
                  <a:pt x="104" y="110"/>
                  <a:pt x="117" y="110"/>
                </a:cubicBezTo>
                <a:cubicBezTo>
                  <a:pt x="130" y="110"/>
                  <a:pt x="141" y="109"/>
                  <a:pt x="151" y="107"/>
                </a:cubicBezTo>
                <a:cubicBezTo>
                  <a:pt x="154" y="106"/>
                  <a:pt x="157" y="105"/>
                  <a:pt x="160" y="104"/>
                </a:cubicBezTo>
                <a:cubicBezTo>
                  <a:pt x="163" y="102"/>
                  <a:pt x="164" y="101"/>
                  <a:pt x="165" y="98"/>
                </a:cubicBezTo>
                <a:cubicBezTo>
                  <a:pt x="165" y="96"/>
                  <a:pt x="164" y="93"/>
                  <a:pt x="163" y="92"/>
                </a:cubicBezTo>
                <a:cubicBezTo>
                  <a:pt x="158" y="87"/>
                  <a:pt x="153" y="84"/>
                  <a:pt x="144" y="80"/>
                </a:cubicBezTo>
                <a:cubicBezTo>
                  <a:pt x="142" y="79"/>
                  <a:pt x="139" y="78"/>
                  <a:pt x="137" y="77"/>
                </a:cubicBezTo>
                <a:cubicBezTo>
                  <a:pt x="135" y="76"/>
                  <a:pt x="135" y="76"/>
                  <a:pt x="135" y="76"/>
                </a:cubicBezTo>
                <a:cubicBezTo>
                  <a:pt x="131" y="74"/>
                  <a:pt x="128" y="71"/>
                  <a:pt x="127" y="68"/>
                </a:cubicBezTo>
                <a:cubicBezTo>
                  <a:pt x="126" y="64"/>
                  <a:pt x="128" y="60"/>
                  <a:pt x="130" y="58"/>
                </a:cubicBezTo>
                <a:cubicBezTo>
                  <a:pt x="138" y="50"/>
                  <a:pt x="142" y="40"/>
                  <a:pt x="142" y="27"/>
                </a:cubicBezTo>
                <a:cubicBezTo>
                  <a:pt x="141" y="16"/>
                  <a:pt x="136" y="10"/>
                  <a:pt x="124" y="7"/>
                </a:cubicBezTo>
                <a:cubicBezTo>
                  <a:pt x="122" y="7"/>
                  <a:pt x="119" y="6"/>
                  <a:pt x="117" y="6"/>
                </a:cubicBezTo>
                <a:close/>
                <a:moveTo>
                  <a:pt x="161" y="107"/>
                </a:moveTo>
                <a:cubicBezTo>
                  <a:pt x="161" y="107"/>
                  <a:pt x="161" y="107"/>
                  <a:pt x="161" y="107"/>
                </a:cubicBezTo>
                <a:close/>
                <a:moveTo>
                  <a:pt x="191" y="116"/>
                </a:moveTo>
                <a:cubicBezTo>
                  <a:pt x="188" y="116"/>
                  <a:pt x="188" y="116"/>
                  <a:pt x="188" y="116"/>
                </a:cubicBezTo>
                <a:cubicBezTo>
                  <a:pt x="182" y="116"/>
                  <a:pt x="180" y="116"/>
                  <a:pt x="174" y="115"/>
                </a:cubicBezTo>
                <a:cubicBezTo>
                  <a:pt x="172" y="115"/>
                  <a:pt x="171" y="113"/>
                  <a:pt x="171" y="112"/>
                </a:cubicBezTo>
                <a:cubicBezTo>
                  <a:pt x="171" y="110"/>
                  <a:pt x="173" y="109"/>
                  <a:pt x="174" y="109"/>
                </a:cubicBezTo>
                <a:cubicBezTo>
                  <a:pt x="181" y="110"/>
                  <a:pt x="182" y="110"/>
                  <a:pt x="189" y="110"/>
                </a:cubicBezTo>
                <a:cubicBezTo>
                  <a:pt x="191" y="110"/>
                  <a:pt x="191" y="110"/>
                  <a:pt x="191" y="110"/>
                </a:cubicBezTo>
                <a:cubicBezTo>
                  <a:pt x="199" y="110"/>
                  <a:pt x="207" y="109"/>
                  <a:pt x="214" y="108"/>
                </a:cubicBezTo>
                <a:cubicBezTo>
                  <a:pt x="216" y="107"/>
                  <a:pt x="218" y="107"/>
                  <a:pt x="220" y="106"/>
                </a:cubicBezTo>
                <a:cubicBezTo>
                  <a:pt x="222" y="105"/>
                  <a:pt x="222" y="104"/>
                  <a:pt x="223" y="102"/>
                </a:cubicBezTo>
                <a:cubicBezTo>
                  <a:pt x="223" y="101"/>
                  <a:pt x="222" y="100"/>
                  <a:pt x="222" y="99"/>
                </a:cubicBezTo>
                <a:cubicBezTo>
                  <a:pt x="219" y="96"/>
                  <a:pt x="215" y="93"/>
                  <a:pt x="209" y="91"/>
                </a:cubicBezTo>
                <a:cubicBezTo>
                  <a:pt x="207" y="90"/>
                  <a:pt x="206" y="89"/>
                  <a:pt x="204" y="89"/>
                </a:cubicBezTo>
                <a:cubicBezTo>
                  <a:pt x="202" y="88"/>
                  <a:pt x="202" y="88"/>
                  <a:pt x="202" y="88"/>
                </a:cubicBezTo>
                <a:cubicBezTo>
                  <a:pt x="199" y="87"/>
                  <a:pt x="197" y="84"/>
                  <a:pt x="197" y="82"/>
                </a:cubicBezTo>
                <a:cubicBezTo>
                  <a:pt x="196" y="79"/>
                  <a:pt x="197" y="76"/>
                  <a:pt x="199" y="74"/>
                </a:cubicBezTo>
                <a:cubicBezTo>
                  <a:pt x="205" y="68"/>
                  <a:pt x="207" y="62"/>
                  <a:pt x="207" y="53"/>
                </a:cubicBezTo>
                <a:cubicBezTo>
                  <a:pt x="206" y="46"/>
                  <a:pt x="203" y="42"/>
                  <a:pt x="195" y="40"/>
                </a:cubicBezTo>
                <a:cubicBezTo>
                  <a:pt x="194" y="40"/>
                  <a:pt x="192" y="40"/>
                  <a:pt x="190" y="40"/>
                </a:cubicBezTo>
                <a:cubicBezTo>
                  <a:pt x="189" y="40"/>
                  <a:pt x="187" y="40"/>
                  <a:pt x="186" y="40"/>
                </a:cubicBezTo>
                <a:cubicBezTo>
                  <a:pt x="178" y="42"/>
                  <a:pt x="175" y="46"/>
                  <a:pt x="174" y="53"/>
                </a:cubicBezTo>
                <a:cubicBezTo>
                  <a:pt x="174" y="62"/>
                  <a:pt x="176" y="68"/>
                  <a:pt x="182" y="74"/>
                </a:cubicBezTo>
                <a:cubicBezTo>
                  <a:pt x="184" y="76"/>
                  <a:pt x="185" y="79"/>
                  <a:pt x="185" y="82"/>
                </a:cubicBezTo>
                <a:cubicBezTo>
                  <a:pt x="184" y="84"/>
                  <a:pt x="182" y="86"/>
                  <a:pt x="180" y="88"/>
                </a:cubicBezTo>
                <a:cubicBezTo>
                  <a:pt x="179" y="88"/>
                  <a:pt x="179" y="88"/>
                  <a:pt x="179" y="88"/>
                </a:cubicBezTo>
                <a:cubicBezTo>
                  <a:pt x="177" y="88"/>
                  <a:pt x="176" y="88"/>
                  <a:pt x="175" y="86"/>
                </a:cubicBezTo>
                <a:cubicBezTo>
                  <a:pt x="174" y="84"/>
                  <a:pt x="175" y="82"/>
                  <a:pt x="177" y="82"/>
                </a:cubicBezTo>
                <a:cubicBezTo>
                  <a:pt x="177" y="82"/>
                  <a:pt x="177" y="82"/>
                  <a:pt x="177" y="82"/>
                </a:cubicBezTo>
                <a:cubicBezTo>
                  <a:pt x="178" y="81"/>
                  <a:pt x="179" y="81"/>
                  <a:pt x="179" y="81"/>
                </a:cubicBezTo>
                <a:cubicBezTo>
                  <a:pt x="179" y="80"/>
                  <a:pt x="178" y="79"/>
                  <a:pt x="177" y="78"/>
                </a:cubicBezTo>
                <a:cubicBezTo>
                  <a:pt x="171" y="72"/>
                  <a:pt x="168" y="63"/>
                  <a:pt x="168" y="53"/>
                </a:cubicBezTo>
                <a:cubicBezTo>
                  <a:pt x="168" y="46"/>
                  <a:pt x="171" y="37"/>
                  <a:pt x="184" y="34"/>
                </a:cubicBezTo>
                <a:cubicBezTo>
                  <a:pt x="186" y="34"/>
                  <a:pt x="188" y="33"/>
                  <a:pt x="190" y="33"/>
                </a:cubicBezTo>
                <a:cubicBezTo>
                  <a:pt x="193" y="33"/>
                  <a:pt x="195" y="34"/>
                  <a:pt x="197" y="34"/>
                </a:cubicBezTo>
                <a:cubicBezTo>
                  <a:pt x="210" y="37"/>
                  <a:pt x="213" y="46"/>
                  <a:pt x="213" y="53"/>
                </a:cubicBezTo>
                <a:cubicBezTo>
                  <a:pt x="213" y="63"/>
                  <a:pt x="210" y="72"/>
                  <a:pt x="204" y="78"/>
                </a:cubicBezTo>
                <a:cubicBezTo>
                  <a:pt x="203" y="79"/>
                  <a:pt x="203" y="79"/>
                  <a:pt x="203" y="80"/>
                </a:cubicBezTo>
                <a:cubicBezTo>
                  <a:pt x="203" y="81"/>
                  <a:pt x="204" y="82"/>
                  <a:pt x="205" y="82"/>
                </a:cubicBezTo>
                <a:cubicBezTo>
                  <a:pt x="206" y="83"/>
                  <a:pt x="206" y="83"/>
                  <a:pt x="206" y="83"/>
                </a:cubicBezTo>
                <a:cubicBezTo>
                  <a:pt x="208" y="83"/>
                  <a:pt x="210" y="84"/>
                  <a:pt x="212" y="85"/>
                </a:cubicBezTo>
                <a:cubicBezTo>
                  <a:pt x="218" y="88"/>
                  <a:pt x="223" y="91"/>
                  <a:pt x="226" y="95"/>
                </a:cubicBezTo>
                <a:cubicBezTo>
                  <a:pt x="228" y="97"/>
                  <a:pt x="230" y="100"/>
                  <a:pt x="229" y="104"/>
                </a:cubicBezTo>
                <a:cubicBezTo>
                  <a:pt x="228" y="107"/>
                  <a:pt x="226" y="110"/>
                  <a:pt x="223" y="111"/>
                </a:cubicBezTo>
                <a:cubicBezTo>
                  <a:pt x="220" y="112"/>
                  <a:pt x="218" y="113"/>
                  <a:pt x="215" y="114"/>
                </a:cubicBezTo>
                <a:cubicBezTo>
                  <a:pt x="208" y="116"/>
                  <a:pt x="200" y="116"/>
                  <a:pt x="191" y="116"/>
                </a:cubicBezTo>
                <a:close/>
                <a:moveTo>
                  <a:pt x="43" y="116"/>
                </a:moveTo>
                <a:cubicBezTo>
                  <a:pt x="33" y="116"/>
                  <a:pt x="24" y="116"/>
                  <a:pt x="16" y="114"/>
                </a:cubicBezTo>
                <a:cubicBezTo>
                  <a:pt x="13" y="113"/>
                  <a:pt x="10" y="112"/>
                  <a:pt x="8" y="111"/>
                </a:cubicBezTo>
                <a:cubicBezTo>
                  <a:pt x="3" y="109"/>
                  <a:pt x="1" y="106"/>
                  <a:pt x="0" y="102"/>
                </a:cubicBezTo>
                <a:cubicBezTo>
                  <a:pt x="0" y="99"/>
                  <a:pt x="1" y="96"/>
                  <a:pt x="4" y="93"/>
                </a:cubicBezTo>
                <a:cubicBezTo>
                  <a:pt x="8" y="89"/>
                  <a:pt x="13" y="86"/>
                  <a:pt x="20" y="82"/>
                </a:cubicBezTo>
                <a:cubicBezTo>
                  <a:pt x="22" y="81"/>
                  <a:pt x="24" y="81"/>
                  <a:pt x="26" y="80"/>
                </a:cubicBezTo>
                <a:cubicBezTo>
                  <a:pt x="27" y="79"/>
                  <a:pt x="27" y="79"/>
                  <a:pt x="27" y="79"/>
                </a:cubicBezTo>
                <a:cubicBezTo>
                  <a:pt x="29" y="79"/>
                  <a:pt x="30" y="78"/>
                  <a:pt x="30" y="77"/>
                </a:cubicBezTo>
                <a:cubicBezTo>
                  <a:pt x="30" y="76"/>
                  <a:pt x="29" y="75"/>
                  <a:pt x="29" y="74"/>
                </a:cubicBezTo>
                <a:cubicBezTo>
                  <a:pt x="21" y="67"/>
                  <a:pt x="18" y="58"/>
                  <a:pt x="18" y="47"/>
                </a:cubicBezTo>
                <a:cubicBezTo>
                  <a:pt x="19" y="39"/>
                  <a:pt x="22" y="30"/>
                  <a:pt x="36" y="26"/>
                </a:cubicBezTo>
                <a:cubicBezTo>
                  <a:pt x="39" y="26"/>
                  <a:pt x="41" y="25"/>
                  <a:pt x="43" y="25"/>
                </a:cubicBezTo>
                <a:cubicBezTo>
                  <a:pt x="45" y="25"/>
                  <a:pt x="47" y="26"/>
                  <a:pt x="50" y="26"/>
                </a:cubicBezTo>
                <a:cubicBezTo>
                  <a:pt x="64" y="30"/>
                  <a:pt x="67" y="39"/>
                  <a:pt x="68" y="47"/>
                </a:cubicBezTo>
                <a:cubicBezTo>
                  <a:pt x="68" y="58"/>
                  <a:pt x="65" y="67"/>
                  <a:pt x="57" y="74"/>
                </a:cubicBezTo>
                <a:cubicBezTo>
                  <a:pt x="57" y="75"/>
                  <a:pt x="56" y="76"/>
                  <a:pt x="56" y="77"/>
                </a:cubicBezTo>
                <a:cubicBezTo>
                  <a:pt x="56" y="78"/>
                  <a:pt x="57" y="79"/>
                  <a:pt x="59" y="79"/>
                </a:cubicBezTo>
                <a:cubicBezTo>
                  <a:pt x="60" y="80"/>
                  <a:pt x="60" y="80"/>
                  <a:pt x="60" y="80"/>
                </a:cubicBezTo>
                <a:cubicBezTo>
                  <a:pt x="62" y="80"/>
                  <a:pt x="63" y="82"/>
                  <a:pt x="62" y="84"/>
                </a:cubicBezTo>
                <a:cubicBezTo>
                  <a:pt x="61" y="86"/>
                  <a:pt x="60" y="86"/>
                  <a:pt x="58" y="86"/>
                </a:cubicBezTo>
                <a:cubicBezTo>
                  <a:pt x="56" y="85"/>
                  <a:pt x="56" y="85"/>
                  <a:pt x="56" y="85"/>
                </a:cubicBezTo>
                <a:cubicBezTo>
                  <a:pt x="53" y="84"/>
                  <a:pt x="51" y="81"/>
                  <a:pt x="50" y="78"/>
                </a:cubicBezTo>
                <a:cubicBezTo>
                  <a:pt x="49" y="75"/>
                  <a:pt x="50" y="72"/>
                  <a:pt x="53" y="70"/>
                </a:cubicBezTo>
                <a:cubicBezTo>
                  <a:pt x="59" y="64"/>
                  <a:pt x="62" y="56"/>
                  <a:pt x="61" y="47"/>
                </a:cubicBezTo>
                <a:cubicBezTo>
                  <a:pt x="61" y="39"/>
                  <a:pt x="57" y="34"/>
                  <a:pt x="48" y="32"/>
                </a:cubicBezTo>
                <a:cubicBezTo>
                  <a:pt x="46" y="32"/>
                  <a:pt x="45" y="32"/>
                  <a:pt x="43" y="32"/>
                </a:cubicBezTo>
                <a:cubicBezTo>
                  <a:pt x="41" y="32"/>
                  <a:pt x="40" y="32"/>
                  <a:pt x="38" y="32"/>
                </a:cubicBezTo>
                <a:cubicBezTo>
                  <a:pt x="29" y="34"/>
                  <a:pt x="25" y="39"/>
                  <a:pt x="25" y="47"/>
                </a:cubicBezTo>
                <a:cubicBezTo>
                  <a:pt x="24" y="56"/>
                  <a:pt x="27" y="64"/>
                  <a:pt x="33" y="70"/>
                </a:cubicBezTo>
                <a:cubicBezTo>
                  <a:pt x="36" y="72"/>
                  <a:pt x="37" y="75"/>
                  <a:pt x="36" y="78"/>
                </a:cubicBezTo>
                <a:cubicBezTo>
                  <a:pt x="35" y="81"/>
                  <a:pt x="33" y="84"/>
                  <a:pt x="30" y="85"/>
                </a:cubicBezTo>
                <a:cubicBezTo>
                  <a:pt x="28" y="86"/>
                  <a:pt x="28" y="86"/>
                  <a:pt x="28" y="86"/>
                </a:cubicBezTo>
                <a:cubicBezTo>
                  <a:pt x="26" y="87"/>
                  <a:pt x="24" y="87"/>
                  <a:pt x="22" y="88"/>
                </a:cubicBezTo>
                <a:cubicBezTo>
                  <a:pt x="16" y="91"/>
                  <a:pt x="12" y="94"/>
                  <a:pt x="8" y="97"/>
                </a:cubicBezTo>
                <a:cubicBezTo>
                  <a:pt x="7" y="99"/>
                  <a:pt x="6" y="100"/>
                  <a:pt x="6" y="101"/>
                </a:cubicBezTo>
                <a:cubicBezTo>
                  <a:pt x="7" y="103"/>
                  <a:pt x="8" y="104"/>
                  <a:pt x="10" y="105"/>
                </a:cubicBezTo>
                <a:cubicBezTo>
                  <a:pt x="12" y="106"/>
                  <a:pt x="15" y="107"/>
                  <a:pt x="17" y="107"/>
                </a:cubicBezTo>
                <a:cubicBezTo>
                  <a:pt x="25" y="109"/>
                  <a:pt x="33" y="110"/>
                  <a:pt x="43" y="110"/>
                </a:cubicBezTo>
                <a:cubicBezTo>
                  <a:pt x="49" y="110"/>
                  <a:pt x="54" y="110"/>
                  <a:pt x="58" y="109"/>
                </a:cubicBezTo>
                <a:cubicBezTo>
                  <a:pt x="60" y="109"/>
                  <a:pt x="62" y="110"/>
                  <a:pt x="62" y="112"/>
                </a:cubicBezTo>
                <a:cubicBezTo>
                  <a:pt x="62" y="114"/>
                  <a:pt x="61" y="115"/>
                  <a:pt x="59" y="115"/>
                </a:cubicBezTo>
                <a:cubicBezTo>
                  <a:pt x="54" y="116"/>
                  <a:pt x="49" y="116"/>
                  <a:pt x="43" y="1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4596" name="Google Shape;469;p18"/>
          <p:cNvSpPr>
            <a:spLocks/>
          </p:cNvSpPr>
          <p:nvPr/>
        </p:nvSpPr>
        <p:spPr bwMode="auto">
          <a:xfrm>
            <a:off x="9877425" y="4032250"/>
            <a:ext cx="650875" cy="585788"/>
          </a:xfrm>
          <a:custGeom>
            <a:avLst/>
            <a:gdLst>
              <a:gd name="T0" fmla="*/ 28 w 172"/>
              <a:gd name="T1" fmla="*/ 80 h 155"/>
              <a:gd name="T2" fmla="*/ 37 w 172"/>
              <a:gd name="T3" fmla="*/ 129 h 155"/>
              <a:gd name="T4" fmla="*/ 56 w 172"/>
              <a:gd name="T5" fmla="*/ 120 h 155"/>
              <a:gd name="T6" fmla="*/ 47 w 172"/>
              <a:gd name="T7" fmla="*/ 71 h 155"/>
              <a:gd name="T8" fmla="*/ 49 w 172"/>
              <a:gd name="T9" fmla="*/ 80 h 155"/>
              <a:gd name="T10" fmla="*/ 47 w 172"/>
              <a:gd name="T11" fmla="*/ 122 h 155"/>
              <a:gd name="T12" fmla="*/ 35 w 172"/>
              <a:gd name="T13" fmla="*/ 120 h 155"/>
              <a:gd name="T14" fmla="*/ 37 w 172"/>
              <a:gd name="T15" fmla="*/ 78 h 155"/>
              <a:gd name="T16" fmla="*/ 49 w 172"/>
              <a:gd name="T17" fmla="*/ 80 h 155"/>
              <a:gd name="T18" fmla="*/ 63 w 172"/>
              <a:gd name="T19" fmla="*/ 66 h 155"/>
              <a:gd name="T20" fmla="*/ 72 w 172"/>
              <a:gd name="T21" fmla="*/ 129 h 155"/>
              <a:gd name="T22" fmla="*/ 91 w 172"/>
              <a:gd name="T23" fmla="*/ 120 h 155"/>
              <a:gd name="T24" fmla="*/ 82 w 172"/>
              <a:gd name="T25" fmla="*/ 57 h 155"/>
              <a:gd name="T26" fmla="*/ 84 w 172"/>
              <a:gd name="T27" fmla="*/ 66 h 155"/>
              <a:gd name="T28" fmla="*/ 82 w 172"/>
              <a:gd name="T29" fmla="*/ 122 h 155"/>
              <a:gd name="T30" fmla="*/ 70 w 172"/>
              <a:gd name="T31" fmla="*/ 120 h 155"/>
              <a:gd name="T32" fmla="*/ 72 w 172"/>
              <a:gd name="T33" fmla="*/ 64 h 155"/>
              <a:gd name="T34" fmla="*/ 84 w 172"/>
              <a:gd name="T35" fmla="*/ 66 h 155"/>
              <a:gd name="T36" fmla="*/ 98 w 172"/>
              <a:gd name="T37" fmla="*/ 54 h 155"/>
              <a:gd name="T38" fmla="*/ 107 w 172"/>
              <a:gd name="T39" fmla="*/ 129 h 155"/>
              <a:gd name="T40" fmla="*/ 126 w 172"/>
              <a:gd name="T41" fmla="*/ 120 h 155"/>
              <a:gd name="T42" fmla="*/ 117 w 172"/>
              <a:gd name="T43" fmla="*/ 45 h 155"/>
              <a:gd name="T44" fmla="*/ 119 w 172"/>
              <a:gd name="T45" fmla="*/ 54 h 155"/>
              <a:gd name="T46" fmla="*/ 117 w 172"/>
              <a:gd name="T47" fmla="*/ 122 h 155"/>
              <a:gd name="T48" fmla="*/ 105 w 172"/>
              <a:gd name="T49" fmla="*/ 120 h 155"/>
              <a:gd name="T50" fmla="*/ 107 w 172"/>
              <a:gd name="T51" fmla="*/ 52 h 155"/>
              <a:gd name="T52" fmla="*/ 119 w 172"/>
              <a:gd name="T53" fmla="*/ 54 h 155"/>
              <a:gd name="T54" fmla="*/ 133 w 172"/>
              <a:gd name="T55" fmla="*/ 120 h 155"/>
              <a:gd name="T56" fmla="*/ 152 w 172"/>
              <a:gd name="T57" fmla="*/ 129 h 155"/>
              <a:gd name="T58" fmla="*/ 161 w 172"/>
              <a:gd name="T59" fmla="*/ 42 h 155"/>
              <a:gd name="T60" fmla="*/ 142 w 172"/>
              <a:gd name="T61" fmla="*/ 32 h 155"/>
              <a:gd name="T62" fmla="*/ 154 w 172"/>
              <a:gd name="T63" fmla="*/ 42 h 155"/>
              <a:gd name="T64" fmla="*/ 152 w 172"/>
              <a:gd name="T65" fmla="*/ 122 h 155"/>
              <a:gd name="T66" fmla="*/ 140 w 172"/>
              <a:gd name="T67" fmla="*/ 120 h 155"/>
              <a:gd name="T68" fmla="*/ 142 w 172"/>
              <a:gd name="T69" fmla="*/ 40 h 155"/>
              <a:gd name="T70" fmla="*/ 154 w 172"/>
              <a:gd name="T71" fmla="*/ 42 h 155"/>
              <a:gd name="T72" fmla="*/ 135 w 172"/>
              <a:gd name="T73" fmla="*/ 9 h 155"/>
              <a:gd name="T74" fmla="*/ 138 w 172"/>
              <a:gd name="T75" fmla="*/ 4 h 155"/>
              <a:gd name="T76" fmla="*/ 144 w 172"/>
              <a:gd name="T77" fmla="*/ 15 h 155"/>
              <a:gd name="T78" fmla="*/ 138 w 172"/>
              <a:gd name="T79" fmla="*/ 15 h 155"/>
              <a:gd name="T80" fmla="*/ 33 w 172"/>
              <a:gd name="T81" fmla="*/ 55 h 155"/>
              <a:gd name="T82" fmla="*/ 29 w 172"/>
              <a:gd name="T83" fmla="*/ 52 h 155"/>
              <a:gd name="T84" fmla="*/ 89 w 172"/>
              <a:gd name="T85" fmla="*/ 31 h 155"/>
              <a:gd name="T86" fmla="*/ 166 w 172"/>
              <a:gd name="T87" fmla="*/ 149 h 155"/>
              <a:gd name="T88" fmla="*/ 161 w 172"/>
              <a:gd name="T89" fmla="*/ 146 h 155"/>
              <a:gd name="T90" fmla="*/ 11 w 172"/>
              <a:gd name="T91" fmla="*/ 142 h 155"/>
              <a:gd name="T92" fmla="*/ 0 w 172"/>
              <a:gd name="T93" fmla="*/ 25 h 155"/>
              <a:gd name="T94" fmla="*/ 14 w 172"/>
              <a:gd name="T95" fmla="*/ 12 h 155"/>
              <a:gd name="T96" fmla="*/ 29 w 172"/>
              <a:gd name="T97" fmla="*/ 25 h 155"/>
              <a:gd name="T98" fmla="*/ 18 w 172"/>
              <a:gd name="T99" fmla="*/ 139 h 155"/>
              <a:gd name="T100" fmla="*/ 161 w 172"/>
              <a:gd name="T101" fmla="*/ 130 h 155"/>
              <a:gd name="T102" fmla="*/ 172 w 172"/>
              <a:gd name="T103" fmla="*/ 142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72" h="155" extrusionOk="0">
                <a:moveTo>
                  <a:pt x="37" y="71"/>
                </a:moveTo>
                <a:cubicBezTo>
                  <a:pt x="32" y="71"/>
                  <a:pt x="28" y="75"/>
                  <a:pt x="28" y="80"/>
                </a:cubicBezTo>
                <a:cubicBezTo>
                  <a:pt x="28" y="120"/>
                  <a:pt x="28" y="120"/>
                  <a:pt x="28" y="120"/>
                </a:cubicBezTo>
                <a:cubicBezTo>
                  <a:pt x="28" y="125"/>
                  <a:pt x="32" y="129"/>
                  <a:pt x="37" y="129"/>
                </a:cubicBezTo>
                <a:cubicBezTo>
                  <a:pt x="47" y="129"/>
                  <a:pt x="47" y="129"/>
                  <a:pt x="47" y="129"/>
                </a:cubicBezTo>
                <a:cubicBezTo>
                  <a:pt x="52" y="129"/>
                  <a:pt x="56" y="125"/>
                  <a:pt x="56" y="120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75"/>
                  <a:pt x="52" y="71"/>
                  <a:pt x="47" y="71"/>
                </a:cubicBezTo>
                <a:lnTo>
                  <a:pt x="37" y="71"/>
                </a:lnTo>
                <a:close/>
                <a:moveTo>
                  <a:pt x="49" y="80"/>
                </a:moveTo>
                <a:cubicBezTo>
                  <a:pt x="49" y="120"/>
                  <a:pt x="49" y="120"/>
                  <a:pt x="49" y="120"/>
                </a:cubicBezTo>
                <a:cubicBezTo>
                  <a:pt x="49" y="121"/>
                  <a:pt x="48" y="122"/>
                  <a:pt x="47" y="122"/>
                </a:cubicBezTo>
                <a:cubicBezTo>
                  <a:pt x="37" y="122"/>
                  <a:pt x="37" y="122"/>
                  <a:pt x="37" y="122"/>
                </a:cubicBezTo>
                <a:cubicBezTo>
                  <a:pt x="36" y="122"/>
                  <a:pt x="35" y="121"/>
                  <a:pt x="35" y="120"/>
                </a:cubicBezTo>
                <a:cubicBezTo>
                  <a:pt x="35" y="80"/>
                  <a:pt x="35" y="80"/>
                  <a:pt x="35" y="80"/>
                </a:cubicBezTo>
                <a:cubicBezTo>
                  <a:pt x="35" y="79"/>
                  <a:pt x="36" y="78"/>
                  <a:pt x="37" y="78"/>
                </a:cubicBezTo>
                <a:cubicBezTo>
                  <a:pt x="47" y="78"/>
                  <a:pt x="47" y="78"/>
                  <a:pt x="47" y="78"/>
                </a:cubicBezTo>
                <a:cubicBezTo>
                  <a:pt x="48" y="78"/>
                  <a:pt x="49" y="79"/>
                  <a:pt x="49" y="80"/>
                </a:cubicBezTo>
                <a:close/>
                <a:moveTo>
                  <a:pt x="72" y="57"/>
                </a:moveTo>
                <a:cubicBezTo>
                  <a:pt x="67" y="57"/>
                  <a:pt x="63" y="61"/>
                  <a:pt x="63" y="66"/>
                </a:cubicBezTo>
                <a:cubicBezTo>
                  <a:pt x="63" y="120"/>
                  <a:pt x="63" y="120"/>
                  <a:pt x="63" y="120"/>
                </a:cubicBezTo>
                <a:cubicBezTo>
                  <a:pt x="63" y="125"/>
                  <a:pt x="67" y="129"/>
                  <a:pt x="72" y="129"/>
                </a:cubicBezTo>
                <a:cubicBezTo>
                  <a:pt x="82" y="129"/>
                  <a:pt x="82" y="129"/>
                  <a:pt x="82" y="129"/>
                </a:cubicBezTo>
                <a:cubicBezTo>
                  <a:pt x="87" y="129"/>
                  <a:pt x="91" y="125"/>
                  <a:pt x="91" y="120"/>
                </a:cubicBezTo>
                <a:cubicBezTo>
                  <a:pt x="91" y="66"/>
                  <a:pt x="91" y="66"/>
                  <a:pt x="91" y="66"/>
                </a:cubicBezTo>
                <a:cubicBezTo>
                  <a:pt x="91" y="61"/>
                  <a:pt x="87" y="57"/>
                  <a:pt x="82" y="57"/>
                </a:cubicBezTo>
                <a:lnTo>
                  <a:pt x="72" y="57"/>
                </a:lnTo>
                <a:close/>
                <a:moveTo>
                  <a:pt x="84" y="66"/>
                </a:moveTo>
                <a:cubicBezTo>
                  <a:pt x="84" y="120"/>
                  <a:pt x="84" y="120"/>
                  <a:pt x="84" y="120"/>
                </a:cubicBezTo>
                <a:cubicBezTo>
                  <a:pt x="84" y="121"/>
                  <a:pt x="83" y="122"/>
                  <a:pt x="82" y="122"/>
                </a:cubicBezTo>
                <a:cubicBezTo>
                  <a:pt x="72" y="122"/>
                  <a:pt x="72" y="122"/>
                  <a:pt x="72" y="122"/>
                </a:cubicBezTo>
                <a:cubicBezTo>
                  <a:pt x="71" y="122"/>
                  <a:pt x="70" y="121"/>
                  <a:pt x="70" y="120"/>
                </a:cubicBezTo>
                <a:cubicBezTo>
                  <a:pt x="70" y="66"/>
                  <a:pt x="70" y="66"/>
                  <a:pt x="70" y="66"/>
                </a:cubicBezTo>
                <a:cubicBezTo>
                  <a:pt x="70" y="65"/>
                  <a:pt x="71" y="64"/>
                  <a:pt x="72" y="64"/>
                </a:cubicBezTo>
                <a:cubicBezTo>
                  <a:pt x="82" y="64"/>
                  <a:pt x="82" y="64"/>
                  <a:pt x="82" y="64"/>
                </a:cubicBezTo>
                <a:cubicBezTo>
                  <a:pt x="83" y="64"/>
                  <a:pt x="84" y="65"/>
                  <a:pt x="84" y="66"/>
                </a:cubicBezTo>
                <a:close/>
                <a:moveTo>
                  <a:pt x="107" y="45"/>
                </a:moveTo>
                <a:cubicBezTo>
                  <a:pt x="102" y="45"/>
                  <a:pt x="98" y="49"/>
                  <a:pt x="98" y="54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25"/>
                  <a:pt x="102" y="129"/>
                  <a:pt x="107" y="129"/>
                </a:cubicBezTo>
                <a:cubicBezTo>
                  <a:pt x="117" y="129"/>
                  <a:pt x="117" y="129"/>
                  <a:pt x="117" y="129"/>
                </a:cubicBezTo>
                <a:cubicBezTo>
                  <a:pt x="122" y="129"/>
                  <a:pt x="126" y="125"/>
                  <a:pt x="126" y="120"/>
                </a:cubicBezTo>
                <a:cubicBezTo>
                  <a:pt x="126" y="54"/>
                  <a:pt x="126" y="54"/>
                  <a:pt x="126" y="54"/>
                </a:cubicBezTo>
                <a:cubicBezTo>
                  <a:pt x="126" y="49"/>
                  <a:pt x="122" y="45"/>
                  <a:pt x="117" y="45"/>
                </a:cubicBezTo>
                <a:lnTo>
                  <a:pt x="107" y="45"/>
                </a:lnTo>
                <a:close/>
                <a:moveTo>
                  <a:pt x="119" y="54"/>
                </a:moveTo>
                <a:cubicBezTo>
                  <a:pt x="119" y="120"/>
                  <a:pt x="119" y="120"/>
                  <a:pt x="119" y="120"/>
                </a:cubicBezTo>
                <a:cubicBezTo>
                  <a:pt x="119" y="121"/>
                  <a:pt x="118" y="122"/>
                  <a:pt x="117" y="122"/>
                </a:cubicBezTo>
                <a:cubicBezTo>
                  <a:pt x="107" y="122"/>
                  <a:pt x="107" y="122"/>
                  <a:pt x="107" y="122"/>
                </a:cubicBezTo>
                <a:cubicBezTo>
                  <a:pt x="106" y="122"/>
                  <a:pt x="105" y="121"/>
                  <a:pt x="105" y="120"/>
                </a:cubicBezTo>
                <a:cubicBezTo>
                  <a:pt x="105" y="54"/>
                  <a:pt x="105" y="54"/>
                  <a:pt x="105" y="54"/>
                </a:cubicBezTo>
                <a:cubicBezTo>
                  <a:pt x="105" y="53"/>
                  <a:pt x="106" y="52"/>
                  <a:pt x="107" y="52"/>
                </a:cubicBezTo>
                <a:cubicBezTo>
                  <a:pt x="117" y="52"/>
                  <a:pt x="117" y="52"/>
                  <a:pt x="117" y="52"/>
                </a:cubicBezTo>
                <a:cubicBezTo>
                  <a:pt x="118" y="52"/>
                  <a:pt x="119" y="53"/>
                  <a:pt x="119" y="54"/>
                </a:cubicBezTo>
                <a:close/>
                <a:moveTo>
                  <a:pt x="133" y="42"/>
                </a:moveTo>
                <a:cubicBezTo>
                  <a:pt x="133" y="120"/>
                  <a:pt x="133" y="120"/>
                  <a:pt x="133" y="120"/>
                </a:cubicBezTo>
                <a:cubicBezTo>
                  <a:pt x="133" y="125"/>
                  <a:pt x="137" y="129"/>
                  <a:pt x="142" y="129"/>
                </a:cubicBezTo>
                <a:cubicBezTo>
                  <a:pt x="152" y="129"/>
                  <a:pt x="152" y="129"/>
                  <a:pt x="152" y="129"/>
                </a:cubicBezTo>
                <a:cubicBezTo>
                  <a:pt x="157" y="129"/>
                  <a:pt x="161" y="125"/>
                  <a:pt x="161" y="120"/>
                </a:cubicBezTo>
                <a:cubicBezTo>
                  <a:pt x="161" y="42"/>
                  <a:pt x="161" y="42"/>
                  <a:pt x="161" y="42"/>
                </a:cubicBezTo>
                <a:cubicBezTo>
                  <a:pt x="161" y="36"/>
                  <a:pt x="157" y="32"/>
                  <a:pt x="152" y="32"/>
                </a:cubicBezTo>
                <a:cubicBezTo>
                  <a:pt x="142" y="32"/>
                  <a:pt x="142" y="32"/>
                  <a:pt x="142" y="32"/>
                </a:cubicBezTo>
                <a:cubicBezTo>
                  <a:pt x="137" y="32"/>
                  <a:pt x="133" y="36"/>
                  <a:pt x="133" y="42"/>
                </a:cubicBezTo>
                <a:close/>
                <a:moveTo>
                  <a:pt x="154" y="42"/>
                </a:moveTo>
                <a:cubicBezTo>
                  <a:pt x="154" y="120"/>
                  <a:pt x="154" y="120"/>
                  <a:pt x="154" y="120"/>
                </a:cubicBezTo>
                <a:cubicBezTo>
                  <a:pt x="154" y="121"/>
                  <a:pt x="153" y="122"/>
                  <a:pt x="152" y="122"/>
                </a:cubicBezTo>
                <a:cubicBezTo>
                  <a:pt x="142" y="122"/>
                  <a:pt x="142" y="122"/>
                  <a:pt x="142" y="122"/>
                </a:cubicBezTo>
                <a:cubicBezTo>
                  <a:pt x="141" y="122"/>
                  <a:pt x="140" y="121"/>
                  <a:pt x="140" y="120"/>
                </a:cubicBezTo>
                <a:cubicBezTo>
                  <a:pt x="140" y="42"/>
                  <a:pt x="140" y="42"/>
                  <a:pt x="140" y="42"/>
                </a:cubicBezTo>
                <a:cubicBezTo>
                  <a:pt x="140" y="40"/>
                  <a:pt x="141" y="40"/>
                  <a:pt x="142" y="40"/>
                </a:cubicBezTo>
                <a:cubicBezTo>
                  <a:pt x="152" y="40"/>
                  <a:pt x="152" y="40"/>
                  <a:pt x="152" y="40"/>
                </a:cubicBezTo>
                <a:cubicBezTo>
                  <a:pt x="153" y="40"/>
                  <a:pt x="154" y="40"/>
                  <a:pt x="154" y="42"/>
                </a:cubicBezTo>
                <a:close/>
                <a:moveTo>
                  <a:pt x="89" y="31"/>
                </a:moveTo>
                <a:cubicBezTo>
                  <a:pt x="112" y="22"/>
                  <a:pt x="134" y="9"/>
                  <a:pt x="135" y="9"/>
                </a:cubicBezTo>
                <a:cubicBezTo>
                  <a:pt x="130" y="0"/>
                  <a:pt x="130" y="0"/>
                  <a:pt x="130" y="0"/>
                </a:cubicBezTo>
                <a:cubicBezTo>
                  <a:pt x="138" y="4"/>
                  <a:pt x="138" y="4"/>
                  <a:pt x="138" y="4"/>
                </a:cubicBezTo>
                <a:cubicBezTo>
                  <a:pt x="146" y="7"/>
                  <a:pt x="146" y="7"/>
                  <a:pt x="146" y="7"/>
                </a:cubicBezTo>
                <a:cubicBezTo>
                  <a:pt x="144" y="15"/>
                  <a:pt x="144" y="15"/>
                  <a:pt x="144" y="15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38" y="15"/>
                  <a:pt x="138" y="15"/>
                  <a:pt x="138" y="15"/>
                </a:cubicBezTo>
                <a:cubicBezTo>
                  <a:pt x="134" y="17"/>
                  <a:pt x="113" y="30"/>
                  <a:pt x="91" y="38"/>
                </a:cubicBezTo>
                <a:cubicBezTo>
                  <a:pt x="66" y="48"/>
                  <a:pt x="33" y="55"/>
                  <a:pt x="33" y="55"/>
                </a:cubicBezTo>
                <a:cubicBezTo>
                  <a:pt x="33" y="55"/>
                  <a:pt x="33" y="55"/>
                  <a:pt x="32" y="55"/>
                </a:cubicBezTo>
                <a:cubicBezTo>
                  <a:pt x="31" y="55"/>
                  <a:pt x="29" y="53"/>
                  <a:pt x="29" y="52"/>
                </a:cubicBezTo>
                <a:cubicBezTo>
                  <a:pt x="28" y="50"/>
                  <a:pt x="30" y="48"/>
                  <a:pt x="32" y="47"/>
                </a:cubicBezTo>
                <a:cubicBezTo>
                  <a:pt x="32" y="47"/>
                  <a:pt x="64" y="41"/>
                  <a:pt x="89" y="31"/>
                </a:cubicBezTo>
                <a:close/>
                <a:moveTo>
                  <a:pt x="172" y="142"/>
                </a:moveTo>
                <a:cubicBezTo>
                  <a:pt x="166" y="149"/>
                  <a:pt x="166" y="149"/>
                  <a:pt x="166" y="149"/>
                </a:cubicBezTo>
                <a:cubicBezTo>
                  <a:pt x="161" y="155"/>
                  <a:pt x="161" y="155"/>
                  <a:pt x="161" y="155"/>
                </a:cubicBezTo>
                <a:cubicBezTo>
                  <a:pt x="161" y="146"/>
                  <a:pt x="161" y="146"/>
                  <a:pt x="161" y="146"/>
                </a:cubicBezTo>
                <a:cubicBezTo>
                  <a:pt x="14" y="146"/>
                  <a:pt x="14" y="146"/>
                  <a:pt x="14" y="146"/>
                </a:cubicBezTo>
                <a:cubicBezTo>
                  <a:pt x="12" y="146"/>
                  <a:pt x="11" y="144"/>
                  <a:pt x="11" y="142"/>
                </a:cubicBezTo>
                <a:cubicBezTo>
                  <a:pt x="11" y="25"/>
                  <a:pt x="11" y="25"/>
                  <a:pt x="11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7" y="19"/>
                  <a:pt x="7" y="19"/>
                  <a:pt x="7" y="19"/>
                </a:cubicBezTo>
                <a:cubicBezTo>
                  <a:pt x="14" y="12"/>
                  <a:pt x="14" y="12"/>
                  <a:pt x="14" y="12"/>
                </a:cubicBezTo>
                <a:cubicBezTo>
                  <a:pt x="21" y="19"/>
                  <a:pt x="21" y="19"/>
                  <a:pt x="21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18" y="25"/>
                  <a:pt x="18" y="25"/>
                  <a:pt x="18" y="25"/>
                </a:cubicBezTo>
                <a:cubicBezTo>
                  <a:pt x="18" y="139"/>
                  <a:pt x="18" y="139"/>
                  <a:pt x="18" y="139"/>
                </a:cubicBezTo>
                <a:cubicBezTo>
                  <a:pt x="161" y="139"/>
                  <a:pt x="161" y="139"/>
                  <a:pt x="161" y="139"/>
                </a:cubicBezTo>
                <a:cubicBezTo>
                  <a:pt x="161" y="130"/>
                  <a:pt x="161" y="130"/>
                  <a:pt x="161" y="130"/>
                </a:cubicBezTo>
                <a:cubicBezTo>
                  <a:pt x="166" y="136"/>
                  <a:pt x="166" y="136"/>
                  <a:pt x="166" y="136"/>
                </a:cubicBezTo>
                <a:lnTo>
                  <a:pt x="172" y="1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4597" name="Google Shape;470;p18"/>
          <p:cNvSpPr>
            <a:spLocks/>
          </p:cNvSpPr>
          <p:nvPr/>
        </p:nvSpPr>
        <p:spPr bwMode="auto">
          <a:xfrm>
            <a:off x="7204075" y="846138"/>
            <a:ext cx="639763" cy="557212"/>
          </a:xfrm>
          <a:custGeom>
            <a:avLst/>
            <a:gdLst>
              <a:gd name="T0" fmla="*/ 19 w 169"/>
              <a:gd name="T1" fmla="*/ 147 h 147"/>
              <a:gd name="T2" fmla="*/ 0 w 169"/>
              <a:gd name="T3" fmla="*/ 95 h 147"/>
              <a:gd name="T4" fmla="*/ 7 w 169"/>
              <a:gd name="T5" fmla="*/ 95 h 147"/>
              <a:gd name="T6" fmla="*/ 19 w 169"/>
              <a:gd name="T7" fmla="*/ 140 h 147"/>
              <a:gd name="T8" fmla="*/ 162 w 169"/>
              <a:gd name="T9" fmla="*/ 127 h 147"/>
              <a:gd name="T10" fmla="*/ 165 w 169"/>
              <a:gd name="T11" fmla="*/ 92 h 147"/>
              <a:gd name="T12" fmla="*/ 169 w 169"/>
              <a:gd name="T13" fmla="*/ 127 h 147"/>
              <a:gd name="T14" fmla="*/ 91 w 169"/>
              <a:gd name="T15" fmla="*/ 105 h 147"/>
              <a:gd name="T16" fmla="*/ 68 w 169"/>
              <a:gd name="T17" fmla="*/ 95 h 147"/>
              <a:gd name="T18" fmla="*/ 78 w 169"/>
              <a:gd name="T19" fmla="*/ 68 h 147"/>
              <a:gd name="T20" fmla="*/ 101 w 169"/>
              <a:gd name="T21" fmla="*/ 79 h 147"/>
              <a:gd name="T22" fmla="*/ 91 w 169"/>
              <a:gd name="T23" fmla="*/ 105 h 147"/>
              <a:gd name="T24" fmla="*/ 75 w 169"/>
              <a:gd name="T25" fmla="*/ 79 h 147"/>
              <a:gd name="T26" fmla="*/ 78 w 169"/>
              <a:gd name="T27" fmla="*/ 98 h 147"/>
              <a:gd name="T28" fmla="*/ 93 w 169"/>
              <a:gd name="T29" fmla="*/ 95 h 147"/>
              <a:gd name="T30" fmla="*/ 91 w 169"/>
              <a:gd name="T31" fmla="*/ 75 h 147"/>
              <a:gd name="T32" fmla="*/ 149 w 169"/>
              <a:gd name="T33" fmla="*/ 90 h 147"/>
              <a:gd name="T34" fmla="*/ 108 w 169"/>
              <a:gd name="T35" fmla="*/ 87 h 147"/>
              <a:gd name="T36" fmla="*/ 149 w 169"/>
              <a:gd name="T37" fmla="*/ 83 h 147"/>
              <a:gd name="T38" fmla="*/ 162 w 169"/>
              <a:gd name="T39" fmla="*/ 46 h 147"/>
              <a:gd name="T40" fmla="*/ 19 w 169"/>
              <a:gd name="T41" fmla="*/ 34 h 147"/>
              <a:gd name="T42" fmla="*/ 7 w 169"/>
              <a:gd name="T43" fmla="*/ 71 h 147"/>
              <a:gd name="T44" fmla="*/ 58 w 169"/>
              <a:gd name="T45" fmla="*/ 83 h 147"/>
              <a:gd name="T46" fmla="*/ 58 w 169"/>
              <a:gd name="T47" fmla="*/ 90 h 147"/>
              <a:gd name="T48" fmla="*/ 0 w 169"/>
              <a:gd name="T49" fmla="*/ 71 h 147"/>
              <a:gd name="T50" fmla="*/ 19 w 169"/>
              <a:gd name="T51" fmla="*/ 26 h 147"/>
              <a:gd name="T52" fmla="*/ 169 w 169"/>
              <a:gd name="T53" fmla="*/ 46 h 147"/>
              <a:gd name="T54" fmla="*/ 168 w 169"/>
              <a:gd name="T55" fmla="*/ 75 h 147"/>
              <a:gd name="T56" fmla="*/ 112 w 169"/>
              <a:gd name="T57" fmla="*/ 20 h 147"/>
              <a:gd name="T58" fmla="*/ 99 w 169"/>
              <a:gd name="T59" fmla="*/ 8 h 147"/>
              <a:gd name="T60" fmla="*/ 60 w 169"/>
              <a:gd name="T61" fmla="*/ 16 h 147"/>
              <a:gd name="T62" fmla="*/ 53 w 169"/>
              <a:gd name="T63" fmla="*/ 16 h 147"/>
              <a:gd name="T64" fmla="*/ 99 w 169"/>
              <a:gd name="T65" fmla="*/ 0 h 147"/>
              <a:gd name="T66" fmla="*/ 112 w 169"/>
              <a:gd name="T67" fmla="*/ 2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69" h="147" extrusionOk="0">
                <a:moveTo>
                  <a:pt x="149" y="147"/>
                </a:moveTo>
                <a:cubicBezTo>
                  <a:pt x="19" y="147"/>
                  <a:pt x="19" y="147"/>
                  <a:pt x="19" y="147"/>
                </a:cubicBezTo>
                <a:cubicBezTo>
                  <a:pt x="9" y="147"/>
                  <a:pt x="0" y="138"/>
                  <a:pt x="0" y="127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3"/>
                  <a:pt x="2" y="92"/>
                  <a:pt x="4" y="92"/>
                </a:cubicBezTo>
                <a:cubicBezTo>
                  <a:pt x="6" y="92"/>
                  <a:pt x="7" y="93"/>
                  <a:pt x="7" y="95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4"/>
                  <a:pt x="13" y="140"/>
                  <a:pt x="19" y="140"/>
                </a:cubicBezTo>
                <a:cubicBezTo>
                  <a:pt x="149" y="140"/>
                  <a:pt x="149" y="140"/>
                  <a:pt x="149" y="140"/>
                </a:cubicBezTo>
                <a:cubicBezTo>
                  <a:pt x="156" y="140"/>
                  <a:pt x="162" y="134"/>
                  <a:pt x="162" y="127"/>
                </a:cubicBezTo>
                <a:cubicBezTo>
                  <a:pt x="162" y="96"/>
                  <a:pt x="162" y="96"/>
                  <a:pt x="162" y="96"/>
                </a:cubicBezTo>
                <a:cubicBezTo>
                  <a:pt x="162" y="94"/>
                  <a:pt x="163" y="92"/>
                  <a:pt x="165" y="92"/>
                </a:cubicBezTo>
                <a:cubicBezTo>
                  <a:pt x="167" y="92"/>
                  <a:pt x="169" y="94"/>
                  <a:pt x="169" y="96"/>
                </a:cubicBezTo>
                <a:cubicBezTo>
                  <a:pt x="169" y="127"/>
                  <a:pt x="169" y="127"/>
                  <a:pt x="169" y="127"/>
                </a:cubicBezTo>
                <a:cubicBezTo>
                  <a:pt x="169" y="138"/>
                  <a:pt x="160" y="147"/>
                  <a:pt x="149" y="147"/>
                </a:cubicBezTo>
                <a:close/>
                <a:moveTo>
                  <a:pt x="91" y="105"/>
                </a:moveTo>
                <a:cubicBezTo>
                  <a:pt x="78" y="105"/>
                  <a:pt x="78" y="105"/>
                  <a:pt x="78" y="105"/>
                </a:cubicBezTo>
                <a:cubicBezTo>
                  <a:pt x="72" y="105"/>
                  <a:pt x="68" y="100"/>
                  <a:pt x="68" y="95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73"/>
                  <a:pt x="72" y="68"/>
                  <a:pt x="78" y="68"/>
                </a:cubicBezTo>
                <a:cubicBezTo>
                  <a:pt x="91" y="68"/>
                  <a:pt x="91" y="68"/>
                  <a:pt x="91" y="68"/>
                </a:cubicBezTo>
                <a:cubicBezTo>
                  <a:pt x="97" y="68"/>
                  <a:pt x="101" y="73"/>
                  <a:pt x="101" y="79"/>
                </a:cubicBezTo>
                <a:cubicBezTo>
                  <a:pt x="101" y="95"/>
                  <a:pt x="101" y="95"/>
                  <a:pt x="101" y="95"/>
                </a:cubicBezTo>
                <a:cubicBezTo>
                  <a:pt x="101" y="100"/>
                  <a:pt x="97" y="105"/>
                  <a:pt x="91" y="105"/>
                </a:cubicBezTo>
                <a:close/>
                <a:moveTo>
                  <a:pt x="78" y="75"/>
                </a:moveTo>
                <a:cubicBezTo>
                  <a:pt x="77" y="75"/>
                  <a:pt x="75" y="77"/>
                  <a:pt x="75" y="79"/>
                </a:cubicBezTo>
                <a:cubicBezTo>
                  <a:pt x="75" y="95"/>
                  <a:pt x="75" y="95"/>
                  <a:pt x="75" y="95"/>
                </a:cubicBezTo>
                <a:cubicBezTo>
                  <a:pt x="75" y="97"/>
                  <a:pt x="77" y="98"/>
                  <a:pt x="78" y="98"/>
                </a:cubicBezTo>
                <a:cubicBezTo>
                  <a:pt x="91" y="98"/>
                  <a:pt x="91" y="98"/>
                  <a:pt x="91" y="98"/>
                </a:cubicBezTo>
                <a:cubicBezTo>
                  <a:pt x="92" y="98"/>
                  <a:pt x="93" y="97"/>
                  <a:pt x="93" y="95"/>
                </a:cubicBezTo>
                <a:cubicBezTo>
                  <a:pt x="93" y="79"/>
                  <a:pt x="93" y="79"/>
                  <a:pt x="93" y="79"/>
                </a:cubicBezTo>
                <a:cubicBezTo>
                  <a:pt x="93" y="77"/>
                  <a:pt x="92" y="75"/>
                  <a:pt x="91" y="75"/>
                </a:cubicBezTo>
                <a:lnTo>
                  <a:pt x="78" y="75"/>
                </a:lnTo>
                <a:close/>
                <a:moveTo>
                  <a:pt x="149" y="90"/>
                </a:moveTo>
                <a:cubicBezTo>
                  <a:pt x="111" y="90"/>
                  <a:pt x="111" y="90"/>
                  <a:pt x="111" y="90"/>
                </a:cubicBezTo>
                <a:cubicBezTo>
                  <a:pt x="109" y="90"/>
                  <a:pt x="108" y="89"/>
                  <a:pt x="108" y="87"/>
                </a:cubicBezTo>
                <a:cubicBezTo>
                  <a:pt x="108" y="85"/>
                  <a:pt x="109" y="83"/>
                  <a:pt x="111" y="83"/>
                </a:cubicBezTo>
                <a:cubicBezTo>
                  <a:pt x="149" y="83"/>
                  <a:pt x="149" y="83"/>
                  <a:pt x="149" y="83"/>
                </a:cubicBezTo>
                <a:cubicBezTo>
                  <a:pt x="156" y="83"/>
                  <a:pt x="162" y="77"/>
                  <a:pt x="162" y="71"/>
                </a:cubicBezTo>
                <a:cubicBezTo>
                  <a:pt x="162" y="46"/>
                  <a:pt x="162" y="46"/>
                  <a:pt x="162" y="46"/>
                </a:cubicBezTo>
                <a:cubicBezTo>
                  <a:pt x="162" y="39"/>
                  <a:pt x="156" y="34"/>
                  <a:pt x="149" y="34"/>
                </a:cubicBezTo>
                <a:cubicBezTo>
                  <a:pt x="19" y="34"/>
                  <a:pt x="19" y="34"/>
                  <a:pt x="19" y="34"/>
                </a:cubicBezTo>
                <a:cubicBezTo>
                  <a:pt x="13" y="34"/>
                  <a:pt x="7" y="39"/>
                  <a:pt x="7" y="46"/>
                </a:cubicBezTo>
                <a:cubicBezTo>
                  <a:pt x="7" y="71"/>
                  <a:pt x="7" y="71"/>
                  <a:pt x="7" y="71"/>
                </a:cubicBezTo>
                <a:cubicBezTo>
                  <a:pt x="7" y="77"/>
                  <a:pt x="13" y="83"/>
                  <a:pt x="19" y="83"/>
                </a:cubicBezTo>
                <a:cubicBezTo>
                  <a:pt x="58" y="83"/>
                  <a:pt x="58" y="83"/>
                  <a:pt x="58" y="83"/>
                </a:cubicBezTo>
                <a:cubicBezTo>
                  <a:pt x="60" y="83"/>
                  <a:pt x="62" y="85"/>
                  <a:pt x="62" y="87"/>
                </a:cubicBezTo>
                <a:cubicBezTo>
                  <a:pt x="62" y="89"/>
                  <a:pt x="60" y="90"/>
                  <a:pt x="58" y="90"/>
                </a:cubicBezTo>
                <a:cubicBezTo>
                  <a:pt x="19" y="90"/>
                  <a:pt x="19" y="90"/>
                  <a:pt x="19" y="90"/>
                </a:cubicBezTo>
                <a:cubicBezTo>
                  <a:pt x="9" y="90"/>
                  <a:pt x="0" y="82"/>
                  <a:pt x="0" y="71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35"/>
                  <a:pt x="9" y="26"/>
                  <a:pt x="19" y="26"/>
                </a:cubicBezTo>
                <a:cubicBezTo>
                  <a:pt x="149" y="26"/>
                  <a:pt x="149" y="26"/>
                  <a:pt x="149" y="26"/>
                </a:cubicBezTo>
                <a:cubicBezTo>
                  <a:pt x="160" y="26"/>
                  <a:pt x="169" y="35"/>
                  <a:pt x="169" y="46"/>
                </a:cubicBezTo>
                <a:cubicBezTo>
                  <a:pt x="169" y="73"/>
                  <a:pt x="169" y="73"/>
                  <a:pt x="169" y="73"/>
                </a:cubicBezTo>
                <a:cubicBezTo>
                  <a:pt x="169" y="74"/>
                  <a:pt x="169" y="75"/>
                  <a:pt x="168" y="75"/>
                </a:cubicBezTo>
                <a:cubicBezTo>
                  <a:pt x="166" y="84"/>
                  <a:pt x="159" y="90"/>
                  <a:pt x="149" y="90"/>
                </a:cubicBezTo>
                <a:close/>
                <a:moveTo>
                  <a:pt x="112" y="20"/>
                </a:moveTo>
                <a:cubicBezTo>
                  <a:pt x="110" y="20"/>
                  <a:pt x="109" y="18"/>
                  <a:pt x="109" y="16"/>
                </a:cubicBezTo>
                <a:cubicBezTo>
                  <a:pt x="109" y="11"/>
                  <a:pt x="104" y="8"/>
                  <a:pt x="99" y="8"/>
                </a:cubicBezTo>
                <a:cubicBezTo>
                  <a:pt x="70" y="8"/>
                  <a:pt x="70" y="8"/>
                  <a:pt x="70" y="8"/>
                </a:cubicBezTo>
                <a:cubicBezTo>
                  <a:pt x="65" y="8"/>
                  <a:pt x="60" y="11"/>
                  <a:pt x="60" y="16"/>
                </a:cubicBezTo>
                <a:cubicBezTo>
                  <a:pt x="60" y="18"/>
                  <a:pt x="58" y="20"/>
                  <a:pt x="56" y="20"/>
                </a:cubicBezTo>
                <a:cubicBezTo>
                  <a:pt x="54" y="20"/>
                  <a:pt x="53" y="18"/>
                  <a:pt x="53" y="16"/>
                </a:cubicBezTo>
                <a:cubicBezTo>
                  <a:pt x="53" y="7"/>
                  <a:pt x="61" y="0"/>
                  <a:pt x="70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108" y="0"/>
                  <a:pt x="116" y="7"/>
                  <a:pt x="116" y="16"/>
                </a:cubicBezTo>
                <a:cubicBezTo>
                  <a:pt x="116" y="18"/>
                  <a:pt x="115" y="20"/>
                  <a:pt x="112" y="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4598" name="Google Shape;471;p18"/>
          <p:cNvSpPr>
            <a:spLocks/>
          </p:cNvSpPr>
          <p:nvPr/>
        </p:nvSpPr>
        <p:spPr bwMode="auto">
          <a:xfrm>
            <a:off x="1574800" y="774700"/>
            <a:ext cx="635000" cy="746125"/>
          </a:xfrm>
          <a:custGeom>
            <a:avLst/>
            <a:gdLst>
              <a:gd name="T0" fmla="*/ 69 w 168"/>
              <a:gd name="T1" fmla="*/ 197 h 197"/>
              <a:gd name="T2" fmla="*/ 69 w 168"/>
              <a:gd name="T3" fmla="*/ 189 h 197"/>
              <a:gd name="T4" fmla="*/ 100 w 168"/>
              <a:gd name="T5" fmla="*/ 193 h 197"/>
              <a:gd name="T6" fmla="*/ 104 w 168"/>
              <a:gd name="T7" fmla="*/ 184 h 197"/>
              <a:gd name="T8" fmla="*/ 58 w 168"/>
              <a:gd name="T9" fmla="*/ 180 h 197"/>
              <a:gd name="T10" fmla="*/ 104 w 168"/>
              <a:gd name="T11" fmla="*/ 177 h 197"/>
              <a:gd name="T12" fmla="*/ 104 w 168"/>
              <a:gd name="T13" fmla="*/ 184 h 197"/>
              <a:gd name="T14" fmla="*/ 66 w 168"/>
              <a:gd name="T15" fmla="*/ 170 h 197"/>
              <a:gd name="T16" fmla="*/ 54 w 168"/>
              <a:gd name="T17" fmla="*/ 161 h 197"/>
              <a:gd name="T18" fmla="*/ 51 w 168"/>
              <a:gd name="T19" fmla="*/ 142 h 197"/>
              <a:gd name="T20" fmla="*/ 29 w 168"/>
              <a:gd name="T21" fmla="*/ 73 h 197"/>
              <a:gd name="T22" fmla="*/ 136 w 168"/>
              <a:gd name="T23" fmla="*/ 73 h 197"/>
              <a:gd name="T24" fmla="*/ 114 w 168"/>
              <a:gd name="T25" fmla="*/ 142 h 197"/>
              <a:gd name="T26" fmla="*/ 111 w 168"/>
              <a:gd name="T27" fmla="*/ 161 h 197"/>
              <a:gd name="T28" fmla="*/ 83 w 168"/>
              <a:gd name="T29" fmla="*/ 170 h 197"/>
              <a:gd name="T30" fmla="*/ 99 w 168"/>
              <a:gd name="T31" fmla="*/ 163 h 197"/>
              <a:gd name="T32" fmla="*/ 105 w 168"/>
              <a:gd name="T33" fmla="*/ 152 h 197"/>
              <a:gd name="T34" fmla="*/ 122 w 168"/>
              <a:gd name="T35" fmla="*/ 110 h 197"/>
              <a:gd name="T36" fmla="*/ 82 w 168"/>
              <a:gd name="T37" fmla="*/ 42 h 197"/>
              <a:gd name="T38" fmla="*/ 42 w 168"/>
              <a:gd name="T39" fmla="*/ 110 h 197"/>
              <a:gd name="T40" fmla="*/ 60 w 168"/>
              <a:gd name="T41" fmla="*/ 152 h 197"/>
              <a:gd name="T42" fmla="*/ 66 w 168"/>
              <a:gd name="T43" fmla="*/ 163 h 197"/>
              <a:gd name="T44" fmla="*/ 18 w 168"/>
              <a:gd name="T45" fmla="*/ 90 h 197"/>
              <a:gd name="T46" fmla="*/ 0 w 168"/>
              <a:gd name="T47" fmla="*/ 87 h 197"/>
              <a:gd name="T48" fmla="*/ 18 w 168"/>
              <a:gd name="T49" fmla="*/ 83 h 197"/>
              <a:gd name="T50" fmla="*/ 18 w 168"/>
              <a:gd name="T51" fmla="*/ 90 h 197"/>
              <a:gd name="T52" fmla="*/ 147 w 168"/>
              <a:gd name="T53" fmla="*/ 88 h 197"/>
              <a:gd name="T54" fmla="*/ 147 w 168"/>
              <a:gd name="T55" fmla="*/ 80 h 197"/>
              <a:gd name="T56" fmla="*/ 168 w 168"/>
              <a:gd name="T57" fmla="*/ 84 h 197"/>
              <a:gd name="T58" fmla="*/ 49 w 168"/>
              <a:gd name="T59" fmla="*/ 85 h 197"/>
              <a:gd name="T60" fmla="*/ 46 w 168"/>
              <a:gd name="T61" fmla="*/ 80 h 197"/>
              <a:gd name="T62" fmla="*/ 84 w 168"/>
              <a:gd name="T63" fmla="*/ 53 h 197"/>
              <a:gd name="T64" fmla="*/ 84 w 168"/>
              <a:gd name="T65" fmla="*/ 60 h 197"/>
              <a:gd name="T66" fmla="*/ 49 w 168"/>
              <a:gd name="T67" fmla="*/ 85 h 197"/>
              <a:gd name="T68" fmla="*/ 127 w 168"/>
              <a:gd name="T69" fmla="*/ 43 h 197"/>
              <a:gd name="T70" fmla="*/ 139 w 168"/>
              <a:gd name="T71" fmla="*/ 26 h 197"/>
              <a:gd name="T72" fmla="*/ 145 w 168"/>
              <a:gd name="T73" fmla="*/ 31 h 197"/>
              <a:gd name="T74" fmla="*/ 129 w 168"/>
              <a:gd name="T75" fmla="*/ 44 h 197"/>
              <a:gd name="T76" fmla="*/ 34 w 168"/>
              <a:gd name="T77" fmla="*/ 43 h 197"/>
              <a:gd name="T78" fmla="*/ 21 w 168"/>
              <a:gd name="T79" fmla="*/ 26 h 197"/>
              <a:gd name="T80" fmla="*/ 39 w 168"/>
              <a:gd name="T81" fmla="*/ 38 h 197"/>
              <a:gd name="T82" fmla="*/ 36 w 168"/>
              <a:gd name="T83" fmla="*/ 44 h 197"/>
              <a:gd name="T84" fmla="*/ 79 w 168"/>
              <a:gd name="T85" fmla="*/ 24 h 197"/>
              <a:gd name="T86" fmla="*/ 82 w 168"/>
              <a:gd name="T87" fmla="*/ 0 h 197"/>
              <a:gd name="T88" fmla="*/ 86 w 168"/>
              <a:gd name="T89" fmla="*/ 24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68" h="197" extrusionOk="0">
                <a:moveTo>
                  <a:pt x="97" y="197"/>
                </a:moveTo>
                <a:cubicBezTo>
                  <a:pt x="69" y="197"/>
                  <a:pt x="69" y="197"/>
                  <a:pt x="69" y="197"/>
                </a:cubicBezTo>
                <a:cubicBezTo>
                  <a:pt x="67" y="197"/>
                  <a:pt x="66" y="195"/>
                  <a:pt x="66" y="193"/>
                </a:cubicBezTo>
                <a:cubicBezTo>
                  <a:pt x="66" y="191"/>
                  <a:pt x="67" y="189"/>
                  <a:pt x="69" y="189"/>
                </a:cubicBezTo>
                <a:cubicBezTo>
                  <a:pt x="97" y="189"/>
                  <a:pt x="97" y="189"/>
                  <a:pt x="97" y="189"/>
                </a:cubicBezTo>
                <a:cubicBezTo>
                  <a:pt x="99" y="189"/>
                  <a:pt x="100" y="191"/>
                  <a:pt x="100" y="193"/>
                </a:cubicBezTo>
                <a:cubicBezTo>
                  <a:pt x="100" y="195"/>
                  <a:pt x="99" y="197"/>
                  <a:pt x="97" y="197"/>
                </a:cubicBezTo>
                <a:close/>
                <a:moveTo>
                  <a:pt x="104" y="184"/>
                </a:moveTo>
                <a:cubicBezTo>
                  <a:pt x="62" y="184"/>
                  <a:pt x="62" y="184"/>
                  <a:pt x="62" y="184"/>
                </a:cubicBezTo>
                <a:cubicBezTo>
                  <a:pt x="60" y="184"/>
                  <a:pt x="58" y="182"/>
                  <a:pt x="58" y="180"/>
                </a:cubicBezTo>
                <a:cubicBezTo>
                  <a:pt x="58" y="178"/>
                  <a:pt x="60" y="177"/>
                  <a:pt x="62" y="177"/>
                </a:cubicBezTo>
                <a:cubicBezTo>
                  <a:pt x="104" y="177"/>
                  <a:pt x="104" y="177"/>
                  <a:pt x="104" y="177"/>
                </a:cubicBezTo>
                <a:cubicBezTo>
                  <a:pt x="106" y="177"/>
                  <a:pt x="108" y="178"/>
                  <a:pt x="108" y="180"/>
                </a:cubicBezTo>
                <a:cubicBezTo>
                  <a:pt x="108" y="182"/>
                  <a:pt x="106" y="184"/>
                  <a:pt x="104" y="184"/>
                </a:cubicBezTo>
                <a:close/>
                <a:moveTo>
                  <a:pt x="83" y="170"/>
                </a:moveTo>
                <a:cubicBezTo>
                  <a:pt x="75" y="170"/>
                  <a:pt x="67" y="170"/>
                  <a:pt x="66" y="170"/>
                </a:cubicBezTo>
                <a:cubicBezTo>
                  <a:pt x="66" y="170"/>
                  <a:pt x="66" y="170"/>
                  <a:pt x="66" y="170"/>
                </a:cubicBezTo>
                <a:cubicBezTo>
                  <a:pt x="59" y="170"/>
                  <a:pt x="55" y="168"/>
                  <a:pt x="54" y="161"/>
                </a:cubicBezTo>
                <a:cubicBezTo>
                  <a:pt x="53" y="158"/>
                  <a:pt x="53" y="155"/>
                  <a:pt x="53" y="152"/>
                </a:cubicBezTo>
                <a:cubicBezTo>
                  <a:pt x="53" y="149"/>
                  <a:pt x="53" y="145"/>
                  <a:pt x="51" y="142"/>
                </a:cubicBezTo>
                <a:cubicBezTo>
                  <a:pt x="45" y="132"/>
                  <a:pt x="42" y="125"/>
                  <a:pt x="36" y="114"/>
                </a:cubicBezTo>
                <a:cubicBezTo>
                  <a:pt x="30" y="103"/>
                  <a:pt x="25" y="88"/>
                  <a:pt x="29" y="73"/>
                </a:cubicBezTo>
                <a:cubicBezTo>
                  <a:pt x="33" y="54"/>
                  <a:pt x="53" y="35"/>
                  <a:pt x="82" y="35"/>
                </a:cubicBezTo>
                <a:cubicBezTo>
                  <a:pt x="112" y="35"/>
                  <a:pt x="132" y="54"/>
                  <a:pt x="136" y="73"/>
                </a:cubicBezTo>
                <a:cubicBezTo>
                  <a:pt x="140" y="88"/>
                  <a:pt x="134" y="103"/>
                  <a:pt x="129" y="114"/>
                </a:cubicBezTo>
                <a:cubicBezTo>
                  <a:pt x="123" y="125"/>
                  <a:pt x="120" y="132"/>
                  <a:pt x="114" y="142"/>
                </a:cubicBezTo>
                <a:cubicBezTo>
                  <a:pt x="112" y="145"/>
                  <a:pt x="112" y="149"/>
                  <a:pt x="112" y="152"/>
                </a:cubicBezTo>
                <a:cubicBezTo>
                  <a:pt x="112" y="155"/>
                  <a:pt x="112" y="158"/>
                  <a:pt x="111" y="161"/>
                </a:cubicBezTo>
                <a:cubicBezTo>
                  <a:pt x="110" y="168"/>
                  <a:pt x="106" y="170"/>
                  <a:pt x="99" y="170"/>
                </a:cubicBezTo>
                <a:cubicBezTo>
                  <a:pt x="98" y="170"/>
                  <a:pt x="91" y="170"/>
                  <a:pt x="83" y="170"/>
                </a:cubicBezTo>
                <a:close/>
                <a:moveTo>
                  <a:pt x="66" y="163"/>
                </a:moveTo>
                <a:cubicBezTo>
                  <a:pt x="67" y="163"/>
                  <a:pt x="98" y="163"/>
                  <a:pt x="99" y="163"/>
                </a:cubicBezTo>
                <a:cubicBezTo>
                  <a:pt x="103" y="163"/>
                  <a:pt x="103" y="162"/>
                  <a:pt x="104" y="159"/>
                </a:cubicBezTo>
                <a:cubicBezTo>
                  <a:pt x="104" y="157"/>
                  <a:pt x="105" y="155"/>
                  <a:pt x="105" y="152"/>
                </a:cubicBezTo>
                <a:cubicBezTo>
                  <a:pt x="105" y="148"/>
                  <a:pt x="105" y="143"/>
                  <a:pt x="107" y="139"/>
                </a:cubicBezTo>
                <a:cubicBezTo>
                  <a:pt x="113" y="128"/>
                  <a:pt x="117" y="121"/>
                  <a:pt x="122" y="110"/>
                </a:cubicBezTo>
                <a:cubicBezTo>
                  <a:pt x="126" y="103"/>
                  <a:pt x="133" y="88"/>
                  <a:pt x="129" y="74"/>
                </a:cubicBezTo>
                <a:cubicBezTo>
                  <a:pt x="125" y="59"/>
                  <a:pt x="108" y="42"/>
                  <a:pt x="82" y="42"/>
                </a:cubicBezTo>
                <a:cubicBezTo>
                  <a:pt x="57" y="42"/>
                  <a:pt x="40" y="59"/>
                  <a:pt x="36" y="74"/>
                </a:cubicBezTo>
                <a:cubicBezTo>
                  <a:pt x="32" y="88"/>
                  <a:pt x="39" y="103"/>
                  <a:pt x="42" y="110"/>
                </a:cubicBezTo>
                <a:cubicBezTo>
                  <a:pt x="48" y="121"/>
                  <a:pt x="52" y="128"/>
                  <a:pt x="58" y="139"/>
                </a:cubicBezTo>
                <a:cubicBezTo>
                  <a:pt x="60" y="143"/>
                  <a:pt x="60" y="148"/>
                  <a:pt x="60" y="152"/>
                </a:cubicBezTo>
                <a:cubicBezTo>
                  <a:pt x="60" y="155"/>
                  <a:pt x="60" y="157"/>
                  <a:pt x="61" y="159"/>
                </a:cubicBezTo>
                <a:cubicBezTo>
                  <a:pt x="62" y="162"/>
                  <a:pt x="62" y="163"/>
                  <a:pt x="66" y="163"/>
                </a:cubicBezTo>
                <a:cubicBezTo>
                  <a:pt x="66" y="163"/>
                  <a:pt x="66" y="163"/>
                  <a:pt x="66" y="163"/>
                </a:cubicBezTo>
                <a:close/>
                <a:moveTo>
                  <a:pt x="18" y="90"/>
                </a:moveTo>
                <a:cubicBezTo>
                  <a:pt x="4" y="90"/>
                  <a:pt x="4" y="90"/>
                  <a:pt x="4" y="90"/>
                </a:cubicBezTo>
                <a:cubicBezTo>
                  <a:pt x="1" y="90"/>
                  <a:pt x="0" y="89"/>
                  <a:pt x="0" y="87"/>
                </a:cubicBezTo>
                <a:cubicBezTo>
                  <a:pt x="0" y="84"/>
                  <a:pt x="1" y="83"/>
                  <a:pt x="4" y="83"/>
                </a:cubicBezTo>
                <a:cubicBezTo>
                  <a:pt x="18" y="83"/>
                  <a:pt x="18" y="83"/>
                  <a:pt x="18" y="83"/>
                </a:cubicBezTo>
                <a:cubicBezTo>
                  <a:pt x="20" y="83"/>
                  <a:pt x="22" y="84"/>
                  <a:pt x="22" y="87"/>
                </a:cubicBezTo>
                <a:cubicBezTo>
                  <a:pt x="22" y="89"/>
                  <a:pt x="20" y="90"/>
                  <a:pt x="18" y="90"/>
                </a:cubicBezTo>
                <a:close/>
                <a:moveTo>
                  <a:pt x="165" y="88"/>
                </a:moveTo>
                <a:cubicBezTo>
                  <a:pt x="147" y="88"/>
                  <a:pt x="147" y="88"/>
                  <a:pt x="147" y="88"/>
                </a:cubicBezTo>
                <a:cubicBezTo>
                  <a:pt x="145" y="88"/>
                  <a:pt x="143" y="86"/>
                  <a:pt x="143" y="84"/>
                </a:cubicBezTo>
                <a:cubicBezTo>
                  <a:pt x="143" y="82"/>
                  <a:pt x="145" y="80"/>
                  <a:pt x="147" y="80"/>
                </a:cubicBezTo>
                <a:cubicBezTo>
                  <a:pt x="165" y="80"/>
                  <a:pt x="165" y="80"/>
                  <a:pt x="165" y="80"/>
                </a:cubicBezTo>
                <a:cubicBezTo>
                  <a:pt x="167" y="80"/>
                  <a:pt x="168" y="82"/>
                  <a:pt x="168" y="84"/>
                </a:cubicBezTo>
                <a:cubicBezTo>
                  <a:pt x="168" y="86"/>
                  <a:pt x="167" y="88"/>
                  <a:pt x="165" y="88"/>
                </a:cubicBezTo>
                <a:close/>
                <a:moveTo>
                  <a:pt x="49" y="85"/>
                </a:moveTo>
                <a:cubicBezTo>
                  <a:pt x="49" y="85"/>
                  <a:pt x="49" y="84"/>
                  <a:pt x="49" y="84"/>
                </a:cubicBezTo>
                <a:cubicBezTo>
                  <a:pt x="47" y="84"/>
                  <a:pt x="45" y="82"/>
                  <a:pt x="46" y="80"/>
                </a:cubicBezTo>
                <a:cubicBezTo>
                  <a:pt x="49" y="66"/>
                  <a:pt x="64" y="53"/>
                  <a:pt x="84" y="53"/>
                </a:cubicBezTo>
                <a:cubicBezTo>
                  <a:pt x="84" y="53"/>
                  <a:pt x="84" y="53"/>
                  <a:pt x="84" y="53"/>
                </a:cubicBezTo>
                <a:cubicBezTo>
                  <a:pt x="87" y="53"/>
                  <a:pt x="88" y="54"/>
                  <a:pt x="88" y="56"/>
                </a:cubicBezTo>
                <a:cubicBezTo>
                  <a:pt x="88" y="58"/>
                  <a:pt x="87" y="60"/>
                  <a:pt x="84" y="60"/>
                </a:cubicBezTo>
                <a:cubicBezTo>
                  <a:pt x="68" y="60"/>
                  <a:pt x="56" y="71"/>
                  <a:pt x="53" y="82"/>
                </a:cubicBezTo>
                <a:cubicBezTo>
                  <a:pt x="53" y="83"/>
                  <a:pt x="51" y="85"/>
                  <a:pt x="49" y="85"/>
                </a:cubicBezTo>
                <a:close/>
                <a:moveTo>
                  <a:pt x="129" y="44"/>
                </a:moveTo>
                <a:cubicBezTo>
                  <a:pt x="129" y="44"/>
                  <a:pt x="128" y="44"/>
                  <a:pt x="127" y="43"/>
                </a:cubicBezTo>
                <a:cubicBezTo>
                  <a:pt x="125" y="42"/>
                  <a:pt x="125" y="39"/>
                  <a:pt x="127" y="38"/>
                </a:cubicBezTo>
                <a:cubicBezTo>
                  <a:pt x="139" y="26"/>
                  <a:pt x="139" y="26"/>
                  <a:pt x="139" y="26"/>
                </a:cubicBezTo>
                <a:cubicBezTo>
                  <a:pt x="141" y="24"/>
                  <a:pt x="143" y="24"/>
                  <a:pt x="145" y="26"/>
                </a:cubicBezTo>
                <a:cubicBezTo>
                  <a:pt x="146" y="27"/>
                  <a:pt x="146" y="29"/>
                  <a:pt x="145" y="31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1" y="44"/>
                  <a:pt x="130" y="44"/>
                  <a:pt x="129" y="44"/>
                </a:cubicBezTo>
                <a:close/>
                <a:moveTo>
                  <a:pt x="36" y="44"/>
                </a:moveTo>
                <a:cubicBezTo>
                  <a:pt x="35" y="44"/>
                  <a:pt x="35" y="44"/>
                  <a:pt x="34" y="43"/>
                </a:cubicBezTo>
                <a:cubicBezTo>
                  <a:pt x="21" y="31"/>
                  <a:pt x="21" y="31"/>
                  <a:pt x="21" y="31"/>
                </a:cubicBezTo>
                <a:cubicBezTo>
                  <a:pt x="20" y="29"/>
                  <a:pt x="20" y="27"/>
                  <a:pt x="21" y="26"/>
                </a:cubicBezTo>
                <a:cubicBezTo>
                  <a:pt x="23" y="24"/>
                  <a:pt x="25" y="24"/>
                  <a:pt x="27" y="26"/>
                </a:cubicBezTo>
                <a:cubicBezTo>
                  <a:pt x="39" y="38"/>
                  <a:pt x="39" y="38"/>
                  <a:pt x="39" y="38"/>
                </a:cubicBezTo>
                <a:cubicBezTo>
                  <a:pt x="40" y="39"/>
                  <a:pt x="40" y="42"/>
                  <a:pt x="39" y="43"/>
                </a:cubicBezTo>
                <a:cubicBezTo>
                  <a:pt x="38" y="44"/>
                  <a:pt x="37" y="44"/>
                  <a:pt x="36" y="44"/>
                </a:cubicBezTo>
                <a:close/>
                <a:moveTo>
                  <a:pt x="82" y="28"/>
                </a:moveTo>
                <a:cubicBezTo>
                  <a:pt x="80" y="28"/>
                  <a:pt x="79" y="26"/>
                  <a:pt x="79" y="24"/>
                </a:cubicBezTo>
                <a:cubicBezTo>
                  <a:pt x="79" y="3"/>
                  <a:pt x="79" y="3"/>
                  <a:pt x="79" y="3"/>
                </a:cubicBezTo>
                <a:cubicBezTo>
                  <a:pt x="79" y="1"/>
                  <a:pt x="80" y="0"/>
                  <a:pt x="82" y="0"/>
                </a:cubicBezTo>
                <a:cubicBezTo>
                  <a:pt x="84" y="0"/>
                  <a:pt x="86" y="1"/>
                  <a:pt x="86" y="3"/>
                </a:cubicBezTo>
                <a:cubicBezTo>
                  <a:pt x="86" y="24"/>
                  <a:pt x="86" y="24"/>
                  <a:pt x="86" y="24"/>
                </a:cubicBezTo>
                <a:cubicBezTo>
                  <a:pt x="86" y="26"/>
                  <a:pt x="84" y="28"/>
                  <a:pt x="82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4599" name="Google Shape;472;p18"/>
          <p:cNvSpPr>
            <a:spLocks/>
          </p:cNvSpPr>
          <p:nvPr/>
        </p:nvSpPr>
        <p:spPr bwMode="auto">
          <a:xfrm>
            <a:off x="9904413" y="850900"/>
            <a:ext cx="611187" cy="596900"/>
          </a:xfrm>
          <a:custGeom>
            <a:avLst/>
            <a:gdLst>
              <a:gd name="T0" fmla="*/ 96 w 162"/>
              <a:gd name="T1" fmla="*/ 8 h 158"/>
              <a:gd name="T2" fmla="*/ 97 w 162"/>
              <a:gd name="T3" fmla="*/ 8 h 158"/>
              <a:gd name="T4" fmla="*/ 154 w 162"/>
              <a:gd name="T5" fmla="*/ 65 h 158"/>
              <a:gd name="T6" fmla="*/ 153 w 162"/>
              <a:gd name="T7" fmla="*/ 66 h 158"/>
              <a:gd name="T8" fmla="*/ 152 w 162"/>
              <a:gd name="T9" fmla="*/ 66 h 158"/>
              <a:gd name="T10" fmla="*/ 95 w 162"/>
              <a:gd name="T11" fmla="*/ 66 h 158"/>
              <a:gd name="T12" fmla="*/ 95 w 162"/>
              <a:gd name="T13" fmla="*/ 9 h 158"/>
              <a:gd name="T14" fmla="*/ 96 w 162"/>
              <a:gd name="T15" fmla="*/ 8 h 158"/>
              <a:gd name="T16" fmla="*/ 69 w 162"/>
              <a:gd name="T17" fmla="*/ 18 h 158"/>
              <a:gd name="T18" fmla="*/ 70 w 162"/>
              <a:gd name="T19" fmla="*/ 19 h 158"/>
              <a:gd name="T20" fmla="*/ 70 w 162"/>
              <a:gd name="T21" fmla="*/ 77 h 158"/>
              <a:gd name="T22" fmla="*/ 84 w 162"/>
              <a:gd name="T23" fmla="*/ 91 h 158"/>
              <a:gd name="T24" fmla="*/ 142 w 162"/>
              <a:gd name="T25" fmla="*/ 91 h 158"/>
              <a:gd name="T26" fmla="*/ 143 w 162"/>
              <a:gd name="T27" fmla="*/ 92 h 158"/>
              <a:gd name="T28" fmla="*/ 143 w 162"/>
              <a:gd name="T29" fmla="*/ 93 h 158"/>
              <a:gd name="T30" fmla="*/ 77 w 162"/>
              <a:gd name="T31" fmla="*/ 150 h 158"/>
              <a:gd name="T32" fmla="*/ 70 w 162"/>
              <a:gd name="T33" fmla="*/ 150 h 158"/>
              <a:gd name="T34" fmla="*/ 11 w 162"/>
              <a:gd name="T35" fmla="*/ 91 h 158"/>
              <a:gd name="T36" fmla="*/ 68 w 162"/>
              <a:gd name="T37" fmla="*/ 18 h 158"/>
              <a:gd name="T38" fmla="*/ 69 w 162"/>
              <a:gd name="T39" fmla="*/ 18 h 158"/>
              <a:gd name="T40" fmla="*/ 96 w 162"/>
              <a:gd name="T41" fmla="*/ 0 h 158"/>
              <a:gd name="T42" fmla="*/ 88 w 162"/>
              <a:gd name="T43" fmla="*/ 9 h 158"/>
              <a:gd name="T44" fmla="*/ 88 w 162"/>
              <a:gd name="T45" fmla="*/ 70 h 158"/>
              <a:gd name="T46" fmla="*/ 91 w 162"/>
              <a:gd name="T47" fmla="*/ 73 h 158"/>
              <a:gd name="T48" fmla="*/ 152 w 162"/>
              <a:gd name="T49" fmla="*/ 73 h 158"/>
              <a:gd name="T50" fmla="*/ 161 w 162"/>
              <a:gd name="T51" fmla="*/ 64 h 158"/>
              <a:gd name="T52" fmla="*/ 98 w 162"/>
              <a:gd name="T53" fmla="*/ 0 h 158"/>
              <a:gd name="T54" fmla="*/ 96 w 162"/>
              <a:gd name="T55" fmla="*/ 0 h 158"/>
              <a:gd name="T56" fmla="*/ 69 w 162"/>
              <a:gd name="T57" fmla="*/ 11 h 158"/>
              <a:gd name="T58" fmla="*/ 67 w 162"/>
              <a:gd name="T59" fmla="*/ 11 h 158"/>
              <a:gd name="T60" fmla="*/ 4 w 162"/>
              <a:gd name="T61" fmla="*/ 92 h 158"/>
              <a:gd name="T62" fmla="*/ 69 w 162"/>
              <a:gd name="T63" fmla="*/ 157 h 158"/>
              <a:gd name="T64" fmla="*/ 77 w 162"/>
              <a:gd name="T65" fmla="*/ 158 h 158"/>
              <a:gd name="T66" fmla="*/ 151 w 162"/>
              <a:gd name="T67" fmla="*/ 94 h 158"/>
              <a:gd name="T68" fmla="*/ 142 w 162"/>
              <a:gd name="T69" fmla="*/ 84 h 158"/>
              <a:gd name="T70" fmla="*/ 84 w 162"/>
              <a:gd name="T71" fmla="*/ 84 h 158"/>
              <a:gd name="T72" fmla="*/ 77 w 162"/>
              <a:gd name="T73" fmla="*/ 77 h 158"/>
              <a:gd name="T74" fmla="*/ 77 w 162"/>
              <a:gd name="T75" fmla="*/ 19 h 158"/>
              <a:gd name="T76" fmla="*/ 69 w 162"/>
              <a:gd name="T77" fmla="*/ 11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62" h="158" extrusionOk="0">
                <a:moveTo>
                  <a:pt x="96" y="8"/>
                </a:moveTo>
                <a:cubicBezTo>
                  <a:pt x="97" y="8"/>
                  <a:pt x="97" y="8"/>
                  <a:pt x="97" y="8"/>
                </a:cubicBezTo>
                <a:cubicBezTo>
                  <a:pt x="126" y="12"/>
                  <a:pt x="150" y="35"/>
                  <a:pt x="154" y="65"/>
                </a:cubicBezTo>
                <a:cubicBezTo>
                  <a:pt x="154" y="65"/>
                  <a:pt x="154" y="65"/>
                  <a:pt x="153" y="66"/>
                </a:cubicBezTo>
                <a:cubicBezTo>
                  <a:pt x="153" y="66"/>
                  <a:pt x="153" y="66"/>
                  <a:pt x="152" y="66"/>
                </a:cubicBezTo>
                <a:cubicBezTo>
                  <a:pt x="95" y="66"/>
                  <a:pt x="95" y="66"/>
                  <a:pt x="95" y="66"/>
                </a:cubicBezTo>
                <a:cubicBezTo>
                  <a:pt x="95" y="9"/>
                  <a:pt x="95" y="9"/>
                  <a:pt x="95" y="9"/>
                </a:cubicBezTo>
                <a:cubicBezTo>
                  <a:pt x="95" y="8"/>
                  <a:pt x="96" y="8"/>
                  <a:pt x="96" y="8"/>
                </a:cubicBezTo>
                <a:moveTo>
                  <a:pt x="69" y="18"/>
                </a:moveTo>
                <a:cubicBezTo>
                  <a:pt x="70" y="18"/>
                  <a:pt x="70" y="18"/>
                  <a:pt x="70" y="19"/>
                </a:cubicBezTo>
                <a:cubicBezTo>
                  <a:pt x="70" y="77"/>
                  <a:pt x="70" y="77"/>
                  <a:pt x="70" y="77"/>
                </a:cubicBezTo>
                <a:cubicBezTo>
                  <a:pt x="70" y="85"/>
                  <a:pt x="76" y="91"/>
                  <a:pt x="84" y="91"/>
                </a:cubicBezTo>
                <a:cubicBezTo>
                  <a:pt x="142" y="91"/>
                  <a:pt x="142" y="91"/>
                  <a:pt x="142" y="91"/>
                </a:cubicBezTo>
                <a:cubicBezTo>
                  <a:pt x="142" y="91"/>
                  <a:pt x="143" y="91"/>
                  <a:pt x="143" y="92"/>
                </a:cubicBezTo>
                <a:cubicBezTo>
                  <a:pt x="143" y="92"/>
                  <a:pt x="143" y="92"/>
                  <a:pt x="143" y="93"/>
                </a:cubicBezTo>
                <a:cubicBezTo>
                  <a:pt x="139" y="126"/>
                  <a:pt x="110" y="150"/>
                  <a:pt x="77" y="150"/>
                </a:cubicBezTo>
                <a:cubicBezTo>
                  <a:pt x="75" y="150"/>
                  <a:pt x="72" y="150"/>
                  <a:pt x="70" y="150"/>
                </a:cubicBezTo>
                <a:cubicBezTo>
                  <a:pt x="39" y="146"/>
                  <a:pt x="15" y="122"/>
                  <a:pt x="11" y="91"/>
                </a:cubicBezTo>
                <a:cubicBezTo>
                  <a:pt x="7" y="55"/>
                  <a:pt x="32" y="23"/>
                  <a:pt x="68" y="18"/>
                </a:cubicBezTo>
                <a:cubicBezTo>
                  <a:pt x="68" y="18"/>
                  <a:pt x="69" y="18"/>
                  <a:pt x="69" y="18"/>
                </a:cubicBezTo>
                <a:moveTo>
                  <a:pt x="96" y="0"/>
                </a:moveTo>
                <a:cubicBezTo>
                  <a:pt x="92" y="0"/>
                  <a:pt x="88" y="4"/>
                  <a:pt x="88" y="9"/>
                </a:cubicBezTo>
                <a:cubicBezTo>
                  <a:pt x="88" y="70"/>
                  <a:pt x="88" y="70"/>
                  <a:pt x="88" y="70"/>
                </a:cubicBezTo>
                <a:cubicBezTo>
                  <a:pt x="88" y="72"/>
                  <a:pt x="89" y="73"/>
                  <a:pt x="91" y="73"/>
                </a:cubicBezTo>
                <a:cubicBezTo>
                  <a:pt x="152" y="73"/>
                  <a:pt x="152" y="73"/>
                  <a:pt x="152" y="73"/>
                </a:cubicBezTo>
                <a:cubicBezTo>
                  <a:pt x="158" y="73"/>
                  <a:pt x="162" y="69"/>
                  <a:pt x="161" y="64"/>
                </a:cubicBezTo>
                <a:cubicBezTo>
                  <a:pt x="157" y="31"/>
                  <a:pt x="131" y="5"/>
                  <a:pt x="98" y="0"/>
                </a:cubicBezTo>
                <a:cubicBezTo>
                  <a:pt x="97" y="0"/>
                  <a:pt x="97" y="0"/>
                  <a:pt x="96" y="0"/>
                </a:cubicBezTo>
                <a:close/>
                <a:moveTo>
                  <a:pt x="69" y="11"/>
                </a:moveTo>
                <a:cubicBezTo>
                  <a:pt x="68" y="11"/>
                  <a:pt x="68" y="11"/>
                  <a:pt x="67" y="11"/>
                </a:cubicBezTo>
                <a:cubicBezTo>
                  <a:pt x="29" y="16"/>
                  <a:pt x="0" y="51"/>
                  <a:pt x="4" y="92"/>
                </a:cubicBezTo>
                <a:cubicBezTo>
                  <a:pt x="8" y="126"/>
                  <a:pt x="35" y="154"/>
                  <a:pt x="69" y="157"/>
                </a:cubicBezTo>
                <a:cubicBezTo>
                  <a:pt x="72" y="158"/>
                  <a:pt x="75" y="158"/>
                  <a:pt x="77" y="158"/>
                </a:cubicBezTo>
                <a:cubicBezTo>
                  <a:pt x="115" y="158"/>
                  <a:pt x="146" y="130"/>
                  <a:pt x="151" y="94"/>
                </a:cubicBezTo>
                <a:cubicBezTo>
                  <a:pt x="151" y="88"/>
                  <a:pt x="148" y="84"/>
                  <a:pt x="142" y="84"/>
                </a:cubicBezTo>
                <a:cubicBezTo>
                  <a:pt x="84" y="84"/>
                  <a:pt x="84" y="84"/>
                  <a:pt x="84" y="84"/>
                </a:cubicBezTo>
                <a:cubicBezTo>
                  <a:pt x="80" y="84"/>
                  <a:pt x="77" y="81"/>
                  <a:pt x="77" y="77"/>
                </a:cubicBezTo>
                <a:cubicBezTo>
                  <a:pt x="77" y="19"/>
                  <a:pt x="77" y="19"/>
                  <a:pt x="77" y="19"/>
                </a:cubicBezTo>
                <a:cubicBezTo>
                  <a:pt x="77" y="14"/>
                  <a:pt x="74" y="11"/>
                  <a:pt x="69" y="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4600" name="Google Shape;473;p18"/>
          <p:cNvSpPr>
            <a:spLocks/>
          </p:cNvSpPr>
          <p:nvPr/>
        </p:nvSpPr>
        <p:spPr bwMode="auto">
          <a:xfrm>
            <a:off x="4467225" y="804863"/>
            <a:ext cx="706438" cy="708025"/>
          </a:xfrm>
          <a:custGeom>
            <a:avLst/>
            <a:gdLst>
              <a:gd name="T0" fmla="*/ 76 w 187"/>
              <a:gd name="T1" fmla="*/ 180 h 187"/>
              <a:gd name="T2" fmla="*/ 62 w 187"/>
              <a:gd name="T3" fmla="*/ 155 h 187"/>
              <a:gd name="T4" fmla="*/ 34 w 187"/>
              <a:gd name="T5" fmla="*/ 166 h 187"/>
              <a:gd name="T6" fmla="*/ 31 w 187"/>
              <a:gd name="T7" fmla="*/ 127 h 187"/>
              <a:gd name="T8" fmla="*/ 25 w 187"/>
              <a:gd name="T9" fmla="*/ 113 h 187"/>
              <a:gd name="T10" fmla="*/ 0 w 187"/>
              <a:gd name="T11" fmla="*/ 84 h 187"/>
              <a:gd name="T12" fmla="*/ 27 w 187"/>
              <a:gd name="T13" fmla="*/ 72 h 187"/>
              <a:gd name="T14" fmla="*/ 20 w 187"/>
              <a:gd name="T15" fmla="*/ 44 h 187"/>
              <a:gd name="T16" fmla="*/ 44 w 187"/>
              <a:gd name="T17" fmla="*/ 20 h 187"/>
              <a:gd name="T18" fmla="*/ 72 w 187"/>
              <a:gd name="T19" fmla="*/ 27 h 187"/>
              <a:gd name="T20" fmla="*/ 84 w 187"/>
              <a:gd name="T21" fmla="*/ 0 h 187"/>
              <a:gd name="T22" fmla="*/ 113 w 187"/>
              <a:gd name="T23" fmla="*/ 25 h 187"/>
              <a:gd name="T24" fmla="*/ 128 w 187"/>
              <a:gd name="T25" fmla="*/ 31 h 187"/>
              <a:gd name="T26" fmla="*/ 166 w 187"/>
              <a:gd name="T27" fmla="*/ 34 h 187"/>
              <a:gd name="T28" fmla="*/ 156 w 187"/>
              <a:gd name="T29" fmla="*/ 61 h 187"/>
              <a:gd name="T30" fmla="*/ 180 w 187"/>
              <a:gd name="T31" fmla="*/ 76 h 187"/>
              <a:gd name="T32" fmla="*/ 187 w 187"/>
              <a:gd name="T33" fmla="*/ 102 h 187"/>
              <a:gd name="T34" fmla="*/ 160 w 187"/>
              <a:gd name="T35" fmla="*/ 115 h 187"/>
              <a:gd name="T36" fmla="*/ 167 w 187"/>
              <a:gd name="T37" fmla="*/ 142 h 187"/>
              <a:gd name="T38" fmla="*/ 143 w 187"/>
              <a:gd name="T39" fmla="*/ 166 h 187"/>
              <a:gd name="T40" fmla="*/ 115 w 187"/>
              <a:gd name="T41" fmla="*/ 160 h 187"/>
              <a:gd name="T42" fmla="*/ 103 w 187"/>
              <a:gd name="T43" fmla="*/ 187 h 187"/>
              <a:gd name="T44" fmla="*/ 105 w 187"/>
              <a:gd name="T45" fmla="*/ 160 h 187"/>
              <a:gd name="T46" fmla="*/ 133 w 187"/>
              <a:gd name="T47" fmla="*/ 149 h 187"/>
              <a:gd name="T48" fmla="*/ 149 w 187"/>
              <a:gd name="T49" fmla="*/ 132 h 187"/>
              <a:gd name="T50" fmla="*/ 161 w 187"/>
              <a:gd name="T51" fmla="*/ 105 h 187"/>
              <a:gd name="T52" fmla="*/ 161 w 187"/>
              <a:gd name="T53" fmla="*/ 82 h 187"/>
              <a:gd name="T54" fmla="*/ 149 w 187"/>
              <a:gd name="T55" fmla="*/ 54 h 187"/>
              <a:gd name="T56" fmla="*/ 133 w 187"/>
              <a:gd name="T57" fmla="*/ 38 h 187"/>
              <a:gd name="T58" fmla="*/ 105 w 187"/>
              <a:gd name="T59" fmla="*/ 26 h 187"/>
              <a:gd name="T60" fmla="*/ 82 w 187"/>
              <a:gd name="T61" fmla="*/ 26 h 187"/>
              <a:gd name="T62" fmla="*/ 54 w 187"/>
              <a:gd name="T63" fmla="*/ 38 h 187"/>
              <a:gd name="T64" fmla="*/ 38 w 187"/>
              <a:gd name="T65" fmla="*/ 54 h 187"/>
              <a:gd name="T66" fmla="*/ 27 w 187"/>
              <a:gd name="T67" fmla="*/ 82 h 187"/>
              <a:gd name="T68" fmla="*/ 27 w 187"/>
              <a:gd name="T69" fmla="*/ 105 h 187"/>
              <a:gd name="T70" fmla="*/ 38 w 187"/>
              <a:gd name="T71" fmla="*/ 132 h 187"/>
              <a:gd name="T72" fmla="*/ 54 w 187"/>
              <a:gd name="T73" fmla="*/ 149 h 187"/>
              <a:gd name="T74" fmla="*/ 82 w 187"/>
              <a:gd name="T75" fmla="*/ 160 h 187"/>
              <a:gd name="T76" fmla="*/ 27 w 187"/>
              <a:gd name="T77" fmla="*/ 147 h 187"/>
              <a:gd name="T78" fmla="*/ 178 w 187"/>
              <a:gd name="T79" fmla="*/ 102 h 187"/>
              <a:gd name="T80" fmla="*/ 9 w 187"/>
              <a:gd name="T81" fmla="*/ 102 h 187"/>
              <a:gd name="T82" fmla="*/ 8 w 187"/>
              <a:gd name="T83" fmla="*/ 102 h 187"/>
              <a:gd name="T84" fmla="*/ 148 w 187"/>
              <a:gd name="T85" fmla="*/ 27 h 187"/>
              <a:gd name="T86" fmla="*/ 147 w 187"/>
              <a:gd name="T87" fmla="*/ 27 h 187"/>
              <a:gd name="T88" fmla="*/ 67 w 187"/>
              <a:gd name="T89" fmla="*/ 119 h 187"/>
              <a:gd name="T90" fmla="*/ 120 w 187"/>
              <a:gd name="T91" fmla="*/ 67 h 187"/>
              <a:gd name="T92" fmla="*/ 94 w 187"/>
              <a:gd name="T93" fmla="*/ 130 h 187"/>
              <a:gd name="T94" fmla="*/ 66 w 187"/>
              <a:gd name="T95" fmla="*/ 86 h 187"/>
              <a:gd name="T96" fmla="*/ 100 w 187"/>
              <a:gd name="T97" fmla="*/ 121 h 187"/>
              <a:gd name="T98" fmla="*/ 93 w 187"/>
              <a:gd name="T99" fmla="*/ 65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87" h="187" extrusionOk="0">
                <a:moveTo>
                  <a:pt x="103" y="187"/>
                </a:moveTo>
                <a:cubicBezTo>
                  <a:pt x="84" y="187"/>
                  <a:pt x="84" y="187"/>
                  <a:pt x="84" y="187"/>
                </a:cubicBezTo>
                <a:cubicBezTo>
                  <a:pt x="81" y="187"/>
                  <a:pt x="77" y="184"/>
                  <a:pt x="76" y="180"/>
                </a:cubicBezTo>
                <a:cubicBezTo>
                  <a:pt x="74" y="161"/>
                  <a:pt x="74" y="161"/>
                  <a:pt x="74" y="161"/>
                </a:cubicBezTo>
                <a:cubicBezTo>
                  <a:pt x="74" y="161"/>
                  <a:pt x="73" y="160"/>
                  <a:pt x="72" y="160"/>
                </a:cubicBezTo>
                <a:cubicBezTo>
                  <a:pt x="69" y="159"/>
                  <a:pt x="65" y="157"/>
                  <a:pt x="62" y="155"/>
                </a:cubicBezTo>
                <a:cubicBezTo>
                  <a:pt x="61" y="155"/>
                  <a:pt x="60" y="155"/>
                  <a:pt x="59" y="156"/>
                </a:cubicBezTo>
                <a:cubicBezTo>
                  <a:pt x="44" y="166"/>
                  <a:pt x="44" y="166"/>
                  <a:pt x="44" y="166"/>
                </a:cubicBezTo>
                <a:cubicBezTo>
                  <a:pt x="41" y="169"/>
                  <a:pt x="37" y="168"/>
                  <a:pt x="34" y="166"/>
                </a:cubicBezTo>
                <a:cubicBezTo>
                  <a:pt x="21" y="153"/>
                  <a:pt x="21" y="153"/>
                  <a:pt x="21" y="153"/>
                </a:cubicBezTo>
                <a:cubicBezTo>
                  <a:pt x="18" y="150"/>
                  <a:pt x="18" y="145"/>
                  <a:pt x="20" y="142"/>
                </a:cubicBezTo>
                <a:cubicBezTo>
                  <a:pt x="31" y="127"/>
                  <a:pt x="31" y="127"/>
                  <a:pt x="31" y="127"/>
                </a:cubicBezTo>
                <a:cubicBezTo>
                  <a:pt x="32" y="127"/>
                  <a:pt x="32" y="126"/>
                  <a:pt x="31" y="125"/>
                </a:cubicBezTo>
                <a:cubicBezTo>
                  <a:pt x="30" y="122"/>
                  <a:pt x="28" y="118"/>
                  <a:pt x="27" y="115"/>
                </a:cubicBezTo>
                <a:cubicBezTo>
                  <a:pt x="27" y="114"/>
                  <a:pt x="26" y="113"/>
                  <a:pt x="25" y="113"/>
                </a:cubicBezTo>
                <a:cubicBezTo>
                  <a:pt x="7" y="110"/>
                  <a:pt x="7" y="110"/>
                  <a:pt x="7" y="110"/>
                </a:cubicBezTo>
                <a:cubicBezTo>
                  <a:pt x="3" y="110"/>
                  <a:pt x="0" y="106"/>
                  <a:pt x="0" y="102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0"/>
                  <a:pt x="3" y="77"/>
                  <a:pt x="7" y="76"/>
                </a:cubicBezTo>
                <a:cubicBezTo>
                  <a:pt x="25" y="73"/>
                  <a:pt x="25" y="73"/>
                  <a:pt x="25" y="73"/>
                </a:cubicBezTo>
                <a:cubicBezTo>
                  <a:pt x="26" y="73"/>
                  <a:pt x="27" y="73"/>
                  <a:pt x="27" y="72"/>
                </a:cubicBezTo>
                <a:cubicBezTo>
                  <a:pt x="28" y="68"/>
                  <a:pt x="30" y="65"/>
                  <a:pt x="31" y="61"/>
                </a:cubicBezTo>
                <a:cubicBezTo>
                  <a:pt x="32" y="60"/>
                  <a:pt x="32" y="60"/>
                  <a:pt x="31" y="59"/>
                </a:cubicBezTo>
                <a:cubicBezTo>
                  <a:pt x="20" y="44"/>
                  <a:pt x="20" y="44"/>
                  <a:pt x="20" y="44"/>
                </a:cubicBezTo>
                <a:cubicBezTo>
                  <a:pt x="18" y="41"/>
                  <a:pt x="18" y="36"/>
                  <a:pt x="21" y="34"/>
                </a:cubicBezTo>
                <a:cubicBezTo>
                  <a:pt x="34" y="21"/>
                  <a:pt x="34" y="21"/>
                  <a:pt x="34" y="21"/>
                </a:cubicBezTo>
                <a:cubicBezTo>
                  <a:pt x="37" y="18"/>
                  <a:pt x="41" y="18"/>
                  <a:pt x="44" y="20"/>
                </a:cubicBezTo>
                <a:cubicBezTo>
                  <a:pt x="59" y="31"/>
                  <a:pt x="59" y="31"/>
                  <a:pt x="59" y="31"/>
                </a:cubicBezTo>
                <a:cubicBezTo>
                  <a:pt x="60" y="31"/>
                  <a:pt x="61" y="31"/>
                  <a:pt x="62" y="31"/>
                </a:cubicBezTo>
                <a:cubicBezTo>
                  <a:pt x="65" y="29"/>
                  <a:pt x="69" y="28"/>
                  <a:pt x="72" y="27"/>
                </a:cubicBezTo>
                <a:cubicBezTo>
                  <a:pt x="73" y="26"/>
                  <a:pt x="74" y="26"/>
                  <a:pt x="74" y="25"/>
                </a:cubicBezTo>
                <a:cubicBezTo>
                  <a:pt x="76" y="7"/>
                  <a:pt x="76" y="7"/>
                  <a:pt x="76" y="7"/>
                </a:cubicBezTo>
                <a:cubicBezTo>
                  <a:pt x="77" y="3"/>
                  <a:pt x="81" y="0"/>
                  <a:pt x="8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7" y="0"/>
                  <a:pt x="110" y="3"/>
                  <a:pt x="111" y="7"/>
                </a:cubicBezTo>
                <a:cubicBezTo>
                  <a:pt x="113" y="25"/>
                  <a:pt x="113" y="25"/>
                  <a:pt x="113" y="25"/>
                </a:cubicBezTo>
                <a:cubicBezTo>
                  <a:pt x="114" y="26"/>
                  <a:pt x="114" y="26"/>
                  <a:pt x="115" y="27"/>
                </a:cubicBezTo>
                <a:cubicBezTo>
                  <a:pt x="119" y="28"/>
                  <a:pt x="122" y="29"/>
                  <a:pt x="126" y="31"/>
                </a:cubicBezTo>
                <a:cubicBezTo>
                  <a:pt x="126" y="31"/>
                  <a:pt x="127" y="31"/>
                  <a:pt x="128" y="31"/>
                </a:cubicBezTo>
                <a:cubicBezTo>
                  <a:pt x="143" y="20"/>
                  <a:pt x="143" y="20"/>
                  <a:pt x="143" y="20"/>
                </a:cubicBezTo>
                <a:cubicBezTo>
                  <a:pt x="146" y="18"/>
                  <a:pt x="150" y="18"/>
                  <a:pt x="153" y="21"/>
                </a:cubicBezTo>
                <a:cubicBezTo>
                  <a:pt x="166" y="34"/>
                  <a:pt x="166" y="34"/>
                  <a:pt x="166" y="34"/>
                </a:cubicBezTo>
                <a:cubicBezTo>
                  <a:pt x="169" y="36"/>
                  <a:pt x="169" y="41"/>
                  <a:pt x="167" y="44"/>
                </a:cubicBezTo>
                <a:cubicBezTo>
                  <a:pt x="156" y="59"/>
                  <a:pt x="156" y="59"/>
                  <a:pt x="156" y="59"/>
                </a:cubicBezTo>
                <a:cubicBezTo>
                  <a:pt x="155" y="60"/>
                  <a:pt x="155" y="60"/>
                  <a:pt x="156" y="61"/>
                </a:cubicBezTo>
                <a:cubicBezTo>
                  <a:pt x="158" y="65"/>
                  <a:pt x="159" y="68"/>
                  <a:pt x="160" y="72"/>
                </a:cubicBezTo>
                <a:cubicBezTo>
                  <a:pt x="160" y="73"/>
                  <a:pt x="161" y="73"/>
                  <a:pt x="162" y="73"/>
                </a:cubicBezTo>
                <a:cubicBezTo>
                  <a:pt x="180" y="76"/>
                  <a:pt x="180" y="76"/>
                  <a:pt x="180" y="76"/>
                </a:cubicBezTo>
                <a:cubicBezTo>
                  <a:pt x="180" y="76"/>
                  <a:pt x="180" y="76"/>
                  <a:pt x="180" y="76"/>
                </a:cubicBezTo>
                <a:cubicBezTo>
                  <a:pt x="184" y="77"/>
                  <a:pt x="187" y="80"/>
                  <a:pt x="187" y="84"/>
                </a:cubicBezTo>
                <a:cubicBezTo>
                  <a:pt x="187" y="102"/>
                  <a:pt x="187" y="102"/>
                  <a:pt x="187" y="102"/>
                </a:cubicBezTo>
                <a:cubicBezTo>
                  <a:pt x="187" y="106"/>
                  <a:pt x="184" y="110"/>
                  <a:pt x="180" y="110"/>
                </a:cubicBezTo>
                <a:cubicBezTo>
                  <a:pt x="162" y="113"/>
                  <a:pt x="162" y="113"/>
                  <a:pt x="162" y="113"/>
                </a:cubicBezTo>
                <a:cubicBezTo>
                  <a:pt x="161" y="113"/>
                  <a:pt x="160" y="114"/>
                  <a:pt x="160" y="115"/>
                </a:cubicBezTo>
                <a:cubicBezTo>
                  <a:pt x="159" y="118"/>
                  <a:pt x="158" y="122"/>
                  <a:pt x="156" y="125"/>
                </a:cubicBezTo>
                <a:cubicBezTo>
                  <a:pt x="155" y="126"/>
                  <a:pt x="155" y="127"/>
                  <a:pt x="156" y="127"/>
                </a:cubicBezTo>
                <a:cubicBezTo>
                  <a:pt x="167" y="142"/>
                  <a:pt x="167" y="142"/>
                  <a:pt x="167" y="142"/>
                </a:cubicBezTo>
                <a:cubicBezTo>
                  <a:pt x="169" y="145"/>
                  <a:pt x="169" y="150"/>
                  <a:pt x="166" y="153"/>
                </a:cubicBezTo>
                <a:cubicBezTo>
                  <a:pt x="153" y="166"/>
                  <a:pt x="153" y="166"/>
                  <a:pt x="153" y="166"/>
                </a:cubicBezTo>
                <a:cubicBezTo>
                  <a:pt x="150" y="168"/>
                  <a:pt x="146" y="169"/>
                  <a:pt x="143" y="166"/>
                </a:cubicBezTo>
                <a:cubicBezTo>
                  <a:pt x="128" y="156"/>
                  <a:pt x="128" y="156"/>
                  <a:pt x="128" y="156"/>
                </a:cubicBezTo>
                <a:cubicBezTo>
                  <a:pt x="127" y="155"/>
                  <a:pt x="126" y="155"/>
                  <a:pt x="126" y="155"/>
                </a:cubicBezTo>
                <a:cubicBezTo>
                  <a:pt x="122" y="157"/>
                  <a:pt x="119" y="159"/>
                  <a:pt x="115" y="160"/>
                </a:cubicBezTo>
                <a:cubicBezTo>
                  <a:pt x="114" y="160"/>
                  <a:pt x="114" y="161"/>
                  <a:pt x="114" y="161"/>
                </a:cubicBezTo>
                <a:cubicBezTo>
                  <a:pt x="111" y="180"/>
                  <a:pt x="111" y="180"/>
                  <a:pt x="111" y="180"/>
                </a:cubicBezTo>
                <a:cubicBezTo>
                  <a:pt x="110" y="184"/>
                  <a:pt x="107" y="187"/>
                  <a:pt x="103" y="187"/>
                </a:cubicBezTo>
                <a:close/>
                <a:moveTo>
                  <a:pt x="85" y="178"/>
                </a:moveTo>
                <a:cubicBezTo>
                  <a:pt x="102" y="178"/>
                  <a:pt x="102" y="178"/>
                  <a:pt x="102" y="178"/>
                </a:cubicBezTo>
                <a:cubicBezTo>
                  <a:pt x="105" y="160"/>
                  <a:pt x="105" y="160"/>
                  <a:pt x="105" y="160"/>
                </a:cubicBezTo>
                <a:cubicBezTo>
                  <a:pt x="106" y="156"/>
                  <a:pt x="108" y="153"/>
                  <a:pt x="112" y="152"/>
                </a:cubicBezTo>
                <a:cubicBezTo>
                  <a:pt x="116" y="151"/>
                  <a:pt x="119" y="149"/>
                  <a:pt x="122" y="148"/>
                </a:cubicBezTo>
                <a:cubicBezTo>
                  <a:pt x="125" y="146"/>
                  <a:pt x="130" y="146"/>
                  <a:pt x="133" y="149"/>
                </a:cubicBezTo>
                <a:cubicBezTo>
                  <a:pt x="147" y="159"/>
                  <a:pt x="147" y="159"/>
                  <a:pt x="147" y="159"/>
                </a:cubicBezTo>
                <a:cubicBezTo>
                  <a:pt x="160" y="147"/>
                  <a:pt x="160" y="147"/>
                  <a:pt x="160" y="147"/>
                </a:cubicBezTo>
                <a:cubicBezTo>
                  <a:pt x="149" y="132"/>
                  <a:pt x="149" y="132"/>
                  <a:pt x="149" y="132"/>
                </a:cubicBezTo>
                <a:cubicBezTo>
                  <a:pt x="147" y="129"/>
                  <a:pt x="146" y="125"/>
                  <a:pt x="148" y="121"/>
                </a:cubicBezTo>
                <a:cubicBezTo>
                  <a:pt x="150" y="118"/>
                  <a:pt x="151" y="115"/>
                  <a:pt x="152" y="112"/>
                </a:cubicBezTo>
                <a:cubicBezTo>
                  <a:pt x="153" y="108"/>
                  <a:pt x="157" y="105"/>
                  <a:pt x="161" y="105"/>
                </a:cubicBezTo>
                <a:cubicBezTo>
                  <a:pt x="178" y="102"/>
                  <a:pt x="178" y="102"/>
                  <a:pt x="178" y="102"/>
                </a:cubicBezTo>
                <a:cubicBezTo>
                  <a:pt x="178" y="84"/>
                  <a:pt x="178" y="84"/>
                  <a:pt x="178" y="84"/>
                </a:cubicBezTo>
                <a:cubicBezTo>
                  <a:pt x="161" y="82"/>
                  <a:pt x="161" y="82"/>
                  <a:pt x="161" y="82"/>
                </a:cubicBezTo>
                <a:cubicBezTo>
                  <a:pt x="157" y="81"/>
                  <a:pt x="153" y="78"/>
                  <a:pt x="152" y="74"/>
                </a:cubicBezTo>
                <a:cubicBezTo>
                  <a:pt x="151" y="71"/>
                  <a:pt x="150" y="68"/>
                  <a:pt x="148" y="65"/>
                </a:cubicBezTo>
                <a:cubicBezTo>
                  <a:pt x="146" y="61"/>
                  <a:pt x="147" y="57"/>
                  <a:pt x="149" y="54"/>
                </a:cubicBezTo>
                <a:cubicBezTo>
                  <a:pt x="160" y="39"/>
                  <a:pt x="160" y="39"/>
                  <a:pt x="160" y="39"/>
                </a:cubicBezTo>
                <a:cubicBezTo>
                  <a:pt x="147" y="27"/>
                  <a:pt x="147" y="27"/>
                  <a:pt x="147" y="27"/>
                </a:cubicBezTo>
                <a:cubicBezTo>
                  <a:pt x="133" y="38"/>
                  <a:pt x="133" y="38"/>
                  <a:pt x="133" y="38"/>
                </a:cubicBezTo>
                <a:cubicBezTo>
                  <a:pt x="130" y="40"/>
                  <a:pt x="125" y="40"/>
                  <a:pt x="122" y="38"/>
                </a:cubicBezTo>
                <a:cubicBezTo>
                  <a:pt x="119" y="37"/>
                  <a:pt x="116" y="36"/>
                  <a:pt x="112" y="35"/>
                </a:cubicBezTo>
                <a:cubicBezTo>
                  <a:pt x="108" y="33"/>
                  <a:pt x="106" y="30"/>
                  <a:pt x="105" y="26"/>
                </a:cubicBezTo>
                <a:cubicBezTo>
                  <a:pt x="102" y="8"/>
                  <a:pt x="102" y="8"/>
                  <a:pt x="102" y="8"/>
                </a:cubicBezTo>
                <a:cubicBezTo>
                  <a:pt x="85" y="8"/>
                  <a:pt x="85" y="8"/>
                  <a:pt x="85" y="8"/>
                </a:cubicBezTo>
                <a:cubicBezTo>
                  <a:pt x="82" y="26"/>
                  <a:pt x="82" y="26"/>
                  <a:pt x="82" y="26"/>
                </a:cubicBezTo>
                <a:cubicBezTo>
                  <a:pt x="81" y="30"/>
                  <a:pt x="79" y="33"/>
                  <a:pt x="75" y="35"/>
                </a:cubicBezTo>
                <a:cubicBezTo>
                  <a:pt x="72" y="36"/>
                  <a:pt x="68" y="37"/>
                  <a:pt x="66" y="38"/>
                </a:cubicBezTo>
                <a:cubicBezTo>
                  <a:pt x="62" y="40"/>
                  <a:pt x="58" y="40"/>
                  <a:pt x="54" y="38"/>
                </a:cubicBezTo>
                <a:cubicBezTo>
                  <a:pt x="40" y="27"/>
                  <a:pt x="40" y="27"/>
                  <a:pt x="40" y="27"/>
                </a:cubicBezTo>
                <a:cubicBezTo>
                  <a:pt x="27" y="39"/>
                  <a:pt x="27" y="39"/>
                  <a:pt x="27" y="39"/>
                </a:cubicBezTo>
                <a:cubicBezTo>
                  <a:pt x="38" y="54"/>
                  <a:pt x="38" y="54"/>
                  <a:pt x="38" y="54"/>
                </a:cubicBezTo>
                <a:cubicBezTo>
                  <a:pt x="40" y="57"/>
                  <a:pt x="41" y="61"/>
                  <a:pt x="39" y="65"/>
                </a:cubicBezTo>
                <a:cubicBezTo>
                  <a:pt x="37" y="68"/>
                  <a:pt x="36" y="71"/>
                  <a:pt x="35" y="74"/>
                </a:cubicBezTo>
                <a:cubicBezTo>
                  <a:pt x="34" y="78"/>
                  <a:pt x="31" y="81"/>
                  <a:pt x="27" y="82"/>
                </a:cubicBezTo>
                <a:cubicBezTo>
                  <a:pt x="9" y="84"/>
                  <a:pt x="9" y="84"/>
                  <a:pt x="9" y="84"/>
                </a:cubicBezTo>
                <a:cubicBezTo>
                  <a:pt x="9" y="102"/>
                  <a:pt x="9" y="102"/>
                  <a:pt x="9" y="102"/>
                </a:cubicBezTo>
                <a:cubicBezTo>
                  <a:pt x="27" y="105"/>
                  <a:pt x="27" y="105"/>
                  <a:pt x="27" y="105"/>
                </a:cubicBezTo>
                <a:cubicBezTo>
                  <a:pt x="31" y="105"/>
                  <a:pt x="34" y="108"/>
                  <a:pt x="35" y="112"/>
                </a:cubicBezTo>
                <a:cubicBezTo>
                  <a:pt x="36" y="115"/>
                  <a:pt x="37" y="118"/>
                  <a:pt x="39" y="121"/>
                </a:cubicBezTo>
                <a:cubicBezTo>
                  <a:pt x="41" y="125"/>
                  <a:pt x="40" y="129"/>
                  <a:pt x="38" y="132"/>
                </a:cubicBezTo>
                <a:cubicBezTo>
                  <a:pt x="27" y="147"/>
                  <a:pt x="27" y="147"/>
                  <a:pt x="27" y="147"/>
                </a:cubicBezTo>
                <a:cubicBezTo>
                  <a:pt x="40" y="159"/>
                  <a:pt x="40" y="159"/>
                  <a:pt x="40" y="159"/>
                </a:cubicBezTo>
                <a:cubicBezTo>
                  <a:pt x="54" y="149"/>
                  <a:pt x="54" y="149"/>
                  <a:pt x="54" y="149"/>
                </a:cubicBezTo>
                <a:cubicBezTo>
                  <a:pt x="58" y="146"/>
                  <a:pt x="62" y="146"/>
                  <a:pt x="66" y="148"/>
                </a:cubicBezTo>
                <a:cubicBezTo>
                  <a:pt x="68" y="149"/>
                  <a:pt x="72" y="151"/>
                  <a:pt x="75" y="152"/>
                </a:cubicBezTo>
                <a:cubicBezTo>
                  <a:pt x="79" y="153"/>
                  <a:pt x="81" y="156"/>
                  <a:pt x="82" y="160"/>
                </a:cubicBezTo>
                <a:lnTo>
                  <a:pt x="85" y="178"/>
                </a:lnTo>
                <a:close/>
                <a:moveTo>
                  <a:pt x="27" y="147"/>
                </a:moveTo>
                <a:cubicBezTo>
                  <a:pt x="27" y="147"/>
                  <a:pt x="27" y="147"/>
                  <a:pt x="27" y="147"/>
                </a:cubicBezTo>
                <a:close/>
                <a:moveTo>
                  <a:pt x="160" y="147"/>
                </a:moveTo>
                <a:cubicBezTo>
                  <a:pt x="160" y="147"/>
                  <a:pt x="160" y="147"/>
                  <a:pt x="160" y="147"/>
                </a:cubicBezTo>
                <a:close/>
                <a:moveTo>
                  <a:pt x="178" y="102"/>
                </a:moveTo>
                <a:cubicBezTo>
                  <a:pt x="178" y="102"/>
                  <a:pt x="178" y="102"/>
                  <a:pt x="178" y="102"/>
                </a:cubicBezTo>
                <a:close/>
                <a:moveTo>
                  <a:pt x="9" y="102"/>
                </a:moveTo>
                <a:cubicBezTo>
                  <a:pt x="9" y="102"/>
                  <a:pt x="9" y="102"/>
                  <a:pt x="9" y="102"/>
                </a:cubicBezTo>
                <a:close/>
                <a:moveTo>
                  <a:pt x="179" y="102"/>
                </a:moveTo>
                <a:cubicBezTo>
                  <a:pt x="179" y="102"/>
                  <a:pt x="179" y="102"/>
                  <a:pt x="179" y="102"/>
                </a:cubicBezTo>
                <a:close/>
                <a:moveTo>
                  <a:pt x="8" y="102"/>
                </a:moveTo>
                <a:cubicBezTo>
                  <a:pt x="8" y="102"/>
                  <a:pt x="8" y="102"/>
                  <a:pt x="8" y="102"/>
                </a:cubicBezTo>
                <a:cubicBezTo>
                  <a:pt x="8" y="102"/>
                  <a:pt x="8" y="102"/>
                  <a:pt x="8" y="102"/>
                </a:cubicBezTo>
                <a:close/>
                <a:moveTo>
                  <a:pt x="148" y="27"/>
                </a:moveTo>
                <a:cubicBezTo>
                  <a:pt x="148" y="27"/>
                  <a:pt x="148" y="27"/>
                  <a:pt x="148" y="27"/>
                </a:cubicBezTo>
                <a:cubicBezTo>
                  <a:pt x="148" y="27"/>
                  <a:pt x="148" y="27"/>
                  <a:pt x="148" y="27"/>
                </a:cubicBezTo>
                <a:close/>
                <a:moveTo>
                  <a:pt x="147" y="27"/>
                </a:moveTo>
                <a:cubicBezTo>
                  <a:pt x="147" y="27"/>
                  <a:pt x="147" y="27"/>
                  <a:pt x="147" y="27"/>
                </a:cubicBezTo>
                <a:close/>
                <a:moveTo>
                  <a:pt x="94" y="130"/>
                </a:moveTo>
                <a:cubicBezTo>
                  <a:pt x="84" y="130"/>
                  <a:pt x="74" y="126"/>
                  <a:pt x="67" y="119"/>
                </a:cubicBezTo>
                <a:cubicBezTo>
                  <a:pt x="58" y="110"/>
                  <a:pt x="55" y="97"/>
                  <a:pt x="57" y="85"/>
                </a:cubicBezTo>
                <a:cubicBezTo>
                  <a:pt x="61" y="71"/>
                  <a:pt x="71" y="60"/>
                  <a:pt x="85" y="57"/>
                </a:cubicBezTo>
                <a:cubicBezTo>
                  <a:pt x="98" y="54"/>
                  <a:pt x="111" y="58"/>
                  <a:pt x="120" y="67"/>
                </a:cubicBezTo>
                <a:cubicBezTo>
                  <a:pt x="129" y="76"/>
                  <a:pt x="133" y="89"/>
                  <a:pt x="130" y="102"/>
                </a:cubicBezTo>
                <a:cubicBezTo>
                  <a:pt x="127" y="115"/>
                  <a:pt x="116" y="126"/>
                  <a:pt x="102" y="129"/>
                </a:cubicBezTo>
                <a:cubicBezTo>
                  <a:pt x="99" y="130"/>
                  <a:pt x="96" y="130"/>
                  <a:pt x="94" y="130"/>
                </a:cubicBezTo>
                <a:close/>
                <a:moveTo>
                  <a:pt x="93" y="65"/>
                </a:moveTo>
                <a:cubicBezTo>
                  <a:pt x="91" y="65"/>
                  <a:pt x="89" y="65"/>
                  <a:pt x="87" y="65"/>
                </a:cubicBezTo>
                <a:cubicBezTo>
                  <a:pt x="77" y="68"/>
                  <a:pt x="68" y="76"/>
                  <a:pt x="66" y="86"/>
                </a:cubicBezTo>
                <a:cubicBezTo>
                  <a:pt x="63" y="96"/>
                  <a:pt x="66" y="106"/>
                  <a:pt x="73" y="113"/>
                </a:cubicBezTo>
                <a:cubicBezTo>
                  <a:pt x="80" y="120"/>
                  <a:pt x="90" y="123"/>
                  <a:pt x="100" y="121"/>
                </a:cubicBezTo>
                <a:cubicBezTo>
                  <a:pt x="100" y="121"/>
                  <a:pt x="100" y="121"/>
                  <a:pt x="100" y="121"/>
                </a:cubicBezTo>
                <a:cubicBezTo>
                  <a:pt x="111" y="119"/>
                  <a:pt x="119" y="110"/>
                  <a:pt x="121" y="100"/>
                </a:cubicBezTo>
                <a:cubicBezTo>
                  <a:pt x="124" y="90"/>
                  <a:pt x="121" y="80"/>
                  <a:pt x="114" y="73"/>
                </a:cubicBezTo>
                <a:cubicBezTo>
                  <a:pt x="108" y="67"/>
                  <a:pt x="101" y="65"/>
                  <a:pt x="93" y="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4601" name="Google Shape;474;p18"/>
          <p:cNvSpPr>
            <a:spLocks/>
          </p:cNvSpPr>
          <p:nvPr/>
        </p:nvSpPr>
        <p:spPr bwMode="auto">
          <a:xfrm>
            <a:off x="1530350" y="4111625"/>
            <a:ext cx="725488" cy="454025"/>
          </a:xfrm>
          <a:custGeom>
            <a:avLst/>
            <a:gdLst>
              <a:gd name="T0" fmla="*/ 168 w 192"/>
              <a:gd name="T1" fmla="*/ 120 h 120"/>
              <a:gd name="T2" fmla="*/ 24 w 192"/>
              <a:gd name="T3" fmla="*/ 120 h 120"/>
              <a:gd name="T4" fmla="*/ 0 w 192"/>
              <a:gd name="T5" fmla="*/ 96 h 120"/>
              <a:gd name="T6" fmla="*/ 0 w 192"/>
              <a:gd name="T7" fmla="*/ 24 h 120"/>
              <a:gd name="T8" fmla="*/ 24 w 192"/>
              <a:gd name="T9" fmla="*/ 0 h 120"/>
              <a:gd name="T10" fmla="*/ 168 w 192"/>
              <a:gd name="T11" fmla="*/ 0 h 120"/>
              <a:gd name="T12" fmla="*/ 192 w 192"/>
              <a:gd name="T13" fmla="*/ 24 h 120"/>
              <a:gd name="T14" fmla="*/ 192 w 192"/>
              <a:gd name="T15" fmla="*/ 96 h 120"/>
              <a:gd name="T16" fmla="*/ 168 w 192"/>
              <a:gd name="T17" fmla="*/ 120 h 120"/>
              <a:gd name="T18" fmla="*/ 24 w 192"/>
              <a:gd name="T19" fmla="*/ 7 h 120"/>
              <a:gd name="T20" fmla="*/ 8 w 192"/>
              <a:gd name="T21" fmla="*/ 24 h 120"/>
              <a:gd name="T22" fmla="*/ 8 w 192"/>
              <a:gd name="T23" fmla="*/ 96 h 120"/>
              <a:gd name="T24" fmla="*/ 24 w 192"/>
              <a:gd name="T25" fmla="*/ 112 h 120"/>
              <a:gd name="T26" fmla="*/ 168 w 192"/>
              <a:gd name="T27" fmla="*/ 112 h 120"/>
              <a:gd name="T28" fmla="*/ 184 w 192"/>
              <a:gd name="T29" fmla="*/ 96 h 120"/>
              <a:gd name="T30" fmla="*/ 184 w 192"/>
              <a:gd name="T31" fmla="*/ 24 h 120"/>
              <a:gd name="T32" fmla="*/ 168 w 192"/>
              <a:gd name="T33" fmla="*/ 7 h 120"/>
              <a:gd name="T34" fmla="*/ 24 w 192"/>
              <a:gd name="T35" fmla="*/ 7 h 120"/>
              <a:gd name="T36" fmla="*/ 165 w 192"/>
              <a:gd name="T37" fmla="*/ 101 h 120"/>
              <a:gd name="T38" fmla="*/ 162 w 192"/>
              <a:gd name="T39" fmla="*/ 100 h 120"/>
              <a:gd name="T40" fmla="*/ 120 w 192"/>
              <a:gd name="T41" fmla="*/ 65 h 120"/>
              <a:gd name="T42" fmla="*/ 98 w 192"/>
              <a:gd name="T43" fmla="*/ 82 h 120"/>
              <a:gd name="T44" fmla="*/ 94 w 192"/>
              <a:gd name="T45" fmla="*/ 82 h 120"/>
              <a:gd name="T46" fmla="*/ 72 w 192"/>
              <a:gd name="T47" fmla="*/ 65 h 120"/>
              <a:gd name="T48" fmla="*/ 29 w 192"/>
              <a:gd name="T49" fmla="*/ 100 h 120"/>
              <a:gd name="T50" fmla="*/ 24 w 192"/>
              <a:gd name="T51" fmla="*/ 100 h 120"/>
              <a:gd name="T52" fmla="*/ 25 w 192"/>
              <a:gd name="T53" fmla="*/ 94 h 120"/>
              <a:gd name="T54" fmla="*/ 66 w 192"/>
              <a:gd name="T55" fmla="*/ 60 h 120"/>
              <a:gd name="T56" fmla="*/ 25 w 192"/>
              <a:gd name="T57" fmla="*/ 28 h 120"/>
              <a:gd name="T58" fmla="*/ 24 w 192"/>
              <a:gd name="T59" fmla="*/ 23 h 120"/>
              <a:gd name="T60" fmla="*/ 29 w 192"/>
              <a:gd name="T61" fmla="*/ 22 h 120"/>
              <a:gd name="T62" fmla="*/ 96 w 192"/>
              <a:gd name="T63" fmla="*/ 74 h 120"/>
              <a:gd name="T64" fmla="*/ 162 w 192"/>
              <a:gd name="T65" fmla="*/ 22 h 120"/>
              <a:gd name="T66" fmla="*/ 168 w 192"/>
              <a:gd name="T67" fmla="*/ 23 h 120"/>
              <a:gd name="T68" fmla="*/ 167 w 192"/>
              <a:gd name="T69" fmla="*/ 28 h 120"/>
              <a:gd name="T70" fmla="*/ 126 w 192"/>
              <a:gd name="T71" fmla="*/ 60 h 120"/>
              <a:gd name="T72" fmla="*/ 167 w 192"/>
              <a:gd name="T73" fmla="*/ 94 h 120"/>
              <a:gd name="T74" fmla="*/ 167 w 192"/>
              <a:gd name="T75" fmla="*/ 100 h 120"/>
              <a:gd name="T76" fmla="*/ 165 w 192"/>
              <a:gd name="T77" fmla="*/ 101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2" h="120" extrusionOk="0">
                <a:moveTo>
                  <a:pt x="168" y="120"/>
                </a:moveTo>
                <a:cubicBezTo>
                  <a:pt x="24" y="120"/>
                  <a:pt x="24" y="120"/>
                  <a:pt x="24" y="120"/>
                </a:cubicBezTo>
                <a:cubicBezTo>
                  <a:pt x="11" y="120"/>
                  <a:pt x="0" y="109"/>
                  <a:pt x="0" y="96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0"/>
                  <a:pt x="11" y="0"/>
                  <a:pt x="24" y="0"/>
                </a:cubicBezTo>
                <a:cubicBezTo>
                  <a:pt x="168" y="0"/>
                  <a:pt x="168" y="0"/>
                  <a:pt x="168" y="0"/>
                </a:cubicBezTo>
                <a:cubicBezTo>
                  <a:pt x="181" y="0"/>
                  <a:pt x="192" y="10"/>
                  <a:pt x="192" y="24"/>
                </a:cubicBezTo>
                <a:cubicBezTo>
                  <a:pt x="192" y="96"/>
                  <a:pt x="192" y="96"/>
                  <a:pt x="192" y="96"/>
                </a:cubicBezTo>
                <a:cubicBezTo>
                  <a:pt x="192" y="109"/>
                  <a:pt x="181" y="120"/>
                  <a:pt x="168" y="120"/>
                </a:cubicBezTo>
                <a:close/>
                <a:moveTo>
                  <a:pt x="24" y="7"/>
                </a:moveTo>
                <a:cubicBezTo>
                  <a:pt x="15" y="7"/>
                  <a:pt x="8" y="15"/>
                  <a:pt x="8" y="24"/>
                </a:cubicBezTo>
                <a:cubicBezTo>
                  <a:pt x="8" y="96"/>
                  <a:pt x="8" y="96"/>
                  <a:pt x="8" y="96"/>
                </a:cubicBezTo>
                <a:cubicBezTo>
                  <a:pt x="8" y="105"/>
                  <a:pt x="15" y="112"/>
                  <a:pt x="24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77" y="112"/>
                  <a:pt x="184" y="105"/>
                  <a:pt x="184" y="96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4" y="15"/>
                  <a:pt x="177" y="7"/>
                  <a:pt x="168" y="7"/>
                </a:cubicBezTo>
                <a:lnTo>
                  <a:pt x="24" y="7"/>
                </a:lnTo>
                <a:close/>
                <a:moveTo>
                  <a:pt x="165" y="101"/>
                </a:moveTo>
                <a:cubicBezTo>
                  <a:pt x="164" y="101"/>
                  <a:pt x="163" y="101"/>
                  <a:pt x="162" y="100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98" y="82"/>
                  <a:pt x="98" y="82"/>
                  <a:pt x="98" y="82"/>
                </a:cubicBezTo>
                <a:cubicBezTo>
                  <a:pt x="97" y="83"/>
                  <a:pt x="95" y="83"/>
                  <a:pt x="94" y="82"/>
                </a:cubicBezTo>
                <a:cubicBezTo>
                  <a:pt x="72" y="65"/>
                  <a:pt x="72" y="65"/>
                  <a:pt x="72" y="65"/>
                </a:cubicBezTo>
                <a:cubicBezTo>
                  <a:pt x="29" y="100"/>
                  <a:pt x="29" y="100"/>
                  <a:pt x="29" y="100"/>
                </a:cubicBezTo>
                <a:cubicBezTo>
                  <a:pt x="28" y="101"/>
                  <a:pt x="25" y="101"/>
                  <a:pt x="24" y="100"/>
                </a:cubicBezTo>
                <a:cubicBezTo>
                  <a:pt x="23" y="98"/>
                  <a:pt x="23" y="96"/>
                  <a:pt x="25" y="94"/>
                </a:cubicBezTo>
                <a:cubicBezTo>
                  <a:pt x="66" y="60"/>
                  <a:pt x="66" y="60"/>
                  <a:pt x="66" y="60"/>
                </a:cubicBezTo>
                <a:cubicBezTo>
                  <a:pt x="25" y="28"/>
                  <a:pt x="25" y="28"/>
                  <a:pt x="25" y="28"/>
                </a:cubicBezTo>
                <a:cubicBezTo>
                  <a:pt x="23" y="27"/>
                  <a:pt x="23" y="25"/>
                  <a:pt x="24" y="23"/>
                </a:cubicBezTo>
                <a:cubicBezTo>
                  <a:pt x="25" y="21"/>
                  <a:pt x="28" y="21"/>
                  <a:pt x="29" y="22"/>
                </a:cubicBezTo>
                <a:cubicBezTo>
                  <a:pt x="96" y="74"/>
                  <a:pt x="96" y="74"/>
                  <a:pt x="96" y="74"/>
                </a:cubicBezTo>
                <a:cubicBezTo>
                  <a:pt x="162" y="22"/>
                  <a:pt x="162" y="22"/>
                  <a:pt x="162" y="22"/>
                </a:cubicBezTo>
                <a:cubicBezTo>
                  <a:pt x="164" y="21"/>
                  <a:pt x="166" y="21"/>
                  <a:pt x="168" y="23"/>
                </a:cubicBezTo>
                <a:cubicBezTo>
                  <a:pt x="169" y="25"/>
                  <a:pt x="169" y="27"/>
                  <a:pt x="167" y="28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67" y="94"/>
                  <a:pt x="167" y="94"/>
                  <a:pt x="167" y="94"/>
                </a:cubicBezTo>
                <a:cubicBezTo>
                  <a:pt x="169" y="96"/>
                  <a:pt x="169" y="98"/>
                  <a:pt x="167" y="100"/>
                </a:cubicBezTo>
                <a:cubicBezTo>
                  <a:pt x="167" y="100"/>
                  <a:pt x="166" y="101"/>
                  <a:pt x="165" y="10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4602" name="Google Shape;475;p18"/>
          <p:cNvSpPr>
            <a:spLocks/>
          </p:cNvSpPr>
          <p:nvPr/>
        </p:nvSpPr>
        <p:spPr bwMode="auto">
          <a:xfrm>
            <a:off x="7200900" y="4013200"/>
            <a:ext cx="661988" cy="628650"/>
          </a:xfrm>
          <a:custGeom>
            <a:avLst/>
            <a:gdLst>
              <a:gd name="T0" fmla="*/ 15 w 175"/>
              <a:gd name="T1" fmla="*/ 106 h 166"/>
              <a:gd name="T2" fmla="*/ 10 w 175"/>
              <a:gd name="T3" fmla="*/ 112 h 166"/>
              <a:gd name="T4" fmla="*/ 13 w 175"/>
              <a:gd name="T5" fmla="*/ 49 h 166"/>
              <a:gd name="T6" fmla="*/ 43 w 175"/>
              <a:gd name="T7" fmla="*/ 9 h 166"/>
              <a:gd name="T8" fmla="*/ 48 w 175"/>
              <a:gd name="T9" fmla="*/ 2 h 166"/>
              <a:gd name="T10" fmla="*/ 66 w 175"/>
              <a:gd name="T11" fmla="*/ 15 h 166"/>
              <a:gd name="T12" fmla="*/ 66 w 175"/>
              <a:gd name="T13" fmla="*/ 18 h 166"/>
              <a:gd name="T14" fmla="*/ 59 w 175"/>
              <a:gd name="T15" fmla="*/ 40 h 166"/>
              <a:gd name="T16" fmla="*/ 55 w 175"/>
              <a:gd name="T17" fmla="*/ 38 h 166"/>
              <a:gd name="T18" fmla="*/ 56 w 175"/>
              <a:gd name="T19" fmla="*/ 24 h 166"/>
              <a:gd name="T20" fmla="*/ 174 w 175"/>
              <a:gd name="T21" fmla="*/ 100 h 166"/>
              <a:gd name="T22" fmla="*/ 154 w 175"/>
              <a:gd name="T23" fmla="*/ 110 h 166"/>
              <a:gd name="T24" fmla="*/ 149 w 175"/>
              <a:gd name="T25" fmla="*/ 110 h 166"/>
              <a:gd name="T26" fmla="*/ 133 w 175"/>
              <a:gd name="T27" fmla="*/ 92 h 166"/>
              <a:gd name="T28" fmla="*/ 140 w 175"/>
              <a:gd name="T29" fmla="*/ 91 h 166"/>
              <a:gd name="T30" fmla="*/ 140 w 175"/>
              <a:gd name="T31" fmla="*/ 53 h 166"/>
              <a:gd name="T32" fmla="*/ 95 w 175"/>
              <a:gd name="T33" fmla="*/ 19 h 166"/>
              <a:gd name="T34" fmla="*/ 101 w 175"/>
              <a:gd name="T35" fmla="*/ 12 h 166"/>
              <a:gd name="T36" fmla="*/ 158 w 175"/>
              <a:gd name="T37" fmla="*/ 98 h 166"/>
              <a:gd name="T38" fmla="*/ 171 w 175"/>
              <a:gd name="T39" fmla="*/ 94 h 166"/>
              <a:gd name="T40" fmla="*/ 174 w 175"/>
              <a:gd name="T41" fmla="*/ 100 h 166"/>
              <a:gd name="T42" fmla="*/ 136 w 175"/>
              <a:gd name="T43" fmla="*/ 96 h 166"/>
              <a:gd name="T44" fmla="*/ 130 w 175"/>
              <a:gd name="T45" fmla="*/ 136 h 166"/>
              <a:gd name="T46" fmla="*/ 81 w 175"/>
              <a:gd name="T47" fmla="*/ 156 h 166"/>
              <a:gd name="T48" fmla="*/ 38 w 175"/>
              <a:gd name="T49" fmla="*/ 141 h 166"/>
              <a:gd name="T50" fmla="*/ 51 w 175"/>
              <a:gd name="T51" fmla="*/ 131 h 166"/>
              <a:gd name="T52" fmla="*/ 28 w 175"/>
              <a:gd name="T53" fmla="*/ 136 h 166"/>
              <a:gd name="T54" fmla="*/ 25 w 175"/>
              <a:gd name="T55" fmla="*/ 139 h 166"/>
              <a:gd name="T56" fmla="*/ 27 w 175"/>
              <a:gd name="T57" fmla="*/ 164 h 166"/>
              <a:gd name="T58" fmla="*/ 33 w 175"/>
              <a:gd name="T59" fmla="*/ 149 h 166"/>
              <a:gd name="T60" fmla="*/ 81 w 175"/>
              <a:gd name="T61" fmla="*/ 166 h 166"/>
              <a:gd name="T62" fmla="*/ 136 w 175"/>
              <a:gd name="T63" fmla="*/ 136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5" h="166" extrusionOk="0">
                <a:moveTo>
                  <a:pt x="21" y="54"/>
                </a:moveTo>
                <a:cubicBezTo>
                  <a:pt x="12" y="70"/>
                  <a:pt x="10" y="88"/>
                  <a:pt x="15" y="106"/>
                </a:cubicBezTo>
                <a:cubicBezTo>
                  <a:pt x="15" y="108"/>
                  <a:pt x="14" y="111"/>
                  <a:pt x="11" y="112"/>
                </a:cubicBezTo>
                <a:cubicBezTo>
                  <a:pt x="11" y="112"/>
                  <a:pt x="11" y="112"/>
                  <a:pt x="10" y="112"/>
                </a:cubicBezTo>
                <a:cubicBezTo>
                  <a:pt x="8" y="112"/>
                  <a:pt x="6" y="110"/>
                  <a:pt x="6" y="108"/>
                </a:cubicBezTo>
                <a:cubicBezTo>
                  <a:pt x="0" y="88"/>
                  <a:pt x="3" y="67"/>
                  <a:pt x="13" y="49"/>
                </a:cubicBezTo>
                <a:cubicBezTo>
                  <a:pt x="22" y="34"/>
                  <a:pt x="35" y="22"/>
                  <a:pt x="52" y="15"/>
                </a:cubicBezTo>
                <a:cubicBezTo>
                  <a:pt x="43" y="9"/>
                  <a:pt x="43" y="9"/>
                  <a:pt x="43" y="9"/>
                </a:cubicBezTo>
                <a:cubicBezTo>
                  <a:pt x="41" y="8"/>
                  <a:pt x="40" y="5"/>
                  <a:pt x="42" y="3"/>
                </a:cubicBezTo>
                <a:cubicBezTo>
                  <a:pt x="44" y="0"/>
                  <a:pt x="46" y="0"/>
                  <a:pt x="48" y="2"/>
                </a:cubicBezTo>
                <a:cubicBezTo>
                  <a:pt x="65" y="14"/>
                  <a:pt x="65" y="14"/>
                  <a:pt x="65" y="14"/>
                </a:cubicBezTo>
                <a:cubicBezTo>
                  <a:pt x="65" y="14"/>
                  <a:pt x="65" y="14"/>
                  <a:pt x="66" y="15"/>
                </a:cubicBezTo>
                <a:cubicBezTo>
                  <a:pt x="66" y="15"/>
                  <a:pt x="66" y="15"/>
                  <a:pt x="66" y="15"/>
                </a:cubicBezTo>
                <a:cubicBezTo>
                  <a:pt x="66" y="16"/>
                  <a:pt x="66" y="17"/>
                  <a:pt x="66" y="18"/>
                </a:cubicBezTo>
                <a:cubicBezTo>
                  <a:pt x="63" y="36"/>
                  <a:pt x="63" y="36"/>
                  <a:pt x="63" y="36"/>
                </a:cubicBezTo>
                <a:cubicBezTo>
                  <a:pt x="63" y="38"/>
                  <a:pt x="61" y="40"/>
                  <a:pt x="59" y="40"/>
                </a:cubicBezTo>
                <a:cubicBezTo>
                  <a:pt x="58" y="40"/>
                  <a:pt x="58" y="40"/>
                  <a:pt x="58" y="40"/>
                </a:cubicBezTo>
                <a:cubicBezTo>
                  <a:pt x="57" y="40"/>
                  <a:pt x="56" y="39"/>
                  <a:pt x="55" y="38"/>
                </a:cubicBezTo>
                <a:cubicBezTo>
                  <a:pt x="54" y="37"/>
                  <a:pt x="54" y="36"/>
                  <a:pt x="54" y="35"/>
                </a:cubicBezTo>
                <a:cubicBezTo>
                  <a:pt x="56" y="24"/>
                  <a:pt x="56" y="24"/>
                  <a:pt x="56" y="24"/>
                </a:cubicBezTo>
                <a:cubicBezTo>
                  <a:pt x="41" y="29"/>
                  <a:pt x="29" y="40"/>
                  <a:pt x="21" y="54"/>
                </a:cubicBezTo>
                <a:close/>
                <a:moveTo>
                  <a:pt x="174" y="100"/>
                </a:moveTo>
                <a:cubicBezTo>
                  <a:pt x="174" y="101"/>
                  <a:pt x="173" y="102"/>
                  <a:pt x="172" y="103"/>
                </a:cubicBezTo>
                <a:cubicBezTo>
                  <a:pt x="154" y="110"/>
                  <a:pt x="154" y="110"/>
                  <a:pt x="154" y="110"/>
                </a:cubicBezTo>
                <a:cubicBezTo>
                  <a:pt x="153" y="111"/>
                  <a:pt x="153" y="111"/>
                  <a:pt x="152" y="111"/>
                </a:cubicBezTo>
                <a:cubicBezTo>
                  <a:pt x="151" y="111"/>
                  <a:pt x="150" y="110"/>
                  <a:pt x="149" y="110"/>
                </a:cubicBezTo>
                <a:cubicBezTo>
                  <a:pt x="134" y="98"/>
                  <a:pt x="134" y="98"/>
                  <a:pt x="134" y="98"/>
                </a:cubicBezTo>
                <a:cubicBezTo>
                  <a:pt x="132" y="97"/>
                  <a:pt x="132" y="94"/>
                  <a:pt x="133" y="92"/>
                </a:cubicBezTo>
                <a:cubicBezTo>
                  <a:pt x="134" y="91"/>
                  <a:pt x="135" y="90"/>
                  <a:pt x="137" y="90"/>
                </a:cubicBezTo>
                <a:cubicBezTo>
                  <a:pt x="138" y="90"/>
                  <a:pt x="139" y="90"/>
                  <a:pt x="140" y="91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51" y="82"/>
                  <a:pt x="148" y="66"/>
                  <a:pt x="140" y="53"/>
                </a:cubicBezTo>
                <a:cubicBezTo>
                  <a:pt x="131" y="37"/>
                  <a:pt x="116" y="26"/>
                  <a:pt x="98" y="21"/>
                </a:cubicBezTo>
                <a:cubicBezTo>
                  <a:pt x="97" y="21"/>
                  <a:pt x="96" y="20"/>
                  <a:pt x="95" y="19"/>
                </a:cubicBezTo>
                <a:cubicBezTo>
                  <a:pt x="95" y="18"/>
                  <a:pt x="95" y="17"/>
                  <a:pt x="95" y="15"/>
                </a:cubicBezTo>
                <a:cubicBezTo>
                  <a:pt x="96" y="13"/>
                  <a:pt x="98" y="12"/>
                  <a:pt x="101" y="12"/>
                </a:cubicBezTo>
                <a:cubicBezTo>
                  <a:pt x="121" y="17"/>
                  <a:pt x="138" y="30"/>
                  <a:pt x="148" y="48"/>
                </a:cubicBezTo>
                <a:cubicBezTo>
                  <a:pt x="157" y="63"/>
                  <a:pt x="161" y="81"/>
                  <a:pt x="158" y="98"/>
                </a:cubicBezTo>
                <a:cubicBezTo>
                  <a:pt x="168" y="94"/>
                  <a:pt x="168" y="94"/>
                  <a:pt x="168" y="94"/>
                </a:cubicBezTo>
                <a:cubicBezTo>
                  <a:pt x="169" y="94"/>
                  <a:pt x="170" y="94"/>
                  <a:pt x="171" y="94"/>
                </a:cubicBezTo>
                <a:cubicBezTo>
                  <a:pt x="173" y="95"/>
                  <a:pt x="174" y="95"/>
                  <a:pt x="174" y="97"/>
                </a:cubicBezTo>
                <a:cubicBezTo>
                  <a:pt x="175" y="98"/>
                  <a:pt x="175" y="99"/>
                  <a:pt x="174" y="100"/>
                </a:cubicBezTo>
                <a:close/>
                <a:moveTo>
                  <a:pt x="136" y="96"/>
                </a:moveTo>
                <a:cubicBezTo>
                  <a:pt x="136" y="96"/>
                  <a:pt x="136" y="96"/>
                  <a:pt x="136" y="96"/>
                </a:cubicBezTo>
                <a:cubicBezTo>
                  <a:pt x="136" y="96"/>
                  <a:pt x="136" y="96"/>
                  <a:pt x="136" y="96"/>
                </a:cubicBezTo>
                <a:close/>
                <a:moveTo>
                  <a:pt x="130" y="136"/>
                </a:moveTo>
                <a:cubicBezTo>
                  <a:pt x="130" y="136"/>
                  <a:pt x="130" y="136"/>
                  <a:pt x="130" y="136"/>
                </a:cubicBezTo>
                <a:cubicBezTo>
                  <a:pt x="117" y="149"/>
                  <a:pt x="100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65" y="156"/>
                  <a:pt x="50" y="151"/>
                  <a:pt x="38" y="141"/>
                </a:cubicBezTo>
                <a:cubicBezTo>
                  <a:pt x="48" y="137"/>
                  <a:pt x="48" y="137"/>
                  <a:pt x="48" y="137"/>
                </a:cubicBezTo>
                <a:cubicBezTo>
                  <a:pt x="51" y="136"/>
                  <a:pt x="52" y="133"/>
                  <a:pt x="51" y="131"/>
                </a:cubicBezTo>
                <a:cubicBezTo>
                  <a:pt x="50" y="129"/>
                  <a:pt x="47" y="128"/>
                  <a:pt x="45" y="129"/>
                </a:cubicBezTo>
                <a:cubicBezTo>
                  <a:pt x="28" y="136"/>
                  <a:pt x="28" y="136"/>
                  <a:pt x="28" y="136"/>
                </a:cubicBezTo>
                <a:cubicBezTo>
                  <a:pt x="27" y="136"/>
                  <a:pt x="26" y="136"/>
                  <a:pt x="26" y="137"/>
                </a:cubicBezTo>
                <a:cubicBezTo>
                  <a:pt x="25" y="138"/>
                  <a:pt x="25" y="138"/>
                  <a:pt x="25" y="139"/>
                </a:cubicBezTo>
                <a:cubicBezTo>
                  <a:pt x="23" y="159"/>
                  <a:pt x="23" y="159"/>
                  <a:pt x="23" y="159"/>
                </a:cubicBezTo>
                <a:cubicBezTo>
                  <a:pt x="22" y="161"/>
                  <a:pt x="24" y="164"/>
                  <a:pt x="27" y="164"/>
                </a:cubicBezTo>
                <a:cubicBezTo>
                  <a:pt x="29" y="164"/>
                  <a:pt x="31" y="162"/>
                  <a:pt x="32" y="160"/>
                </a:cubicBezTo>
                <a:cubicBezTo>
                  <a:pt x="33" y="149"/>
                  <a:pt x="33" y="149"/>
                  <a:pt x="33" y="149"/>
                </a:cubicBezTo>
                <a:cubicBezTo>
                  <a:pt x="47" y="160"/>
                  <a:pt x="63" y="166"/>
                  <a:pt x="81" y="166"/>
                </a:cubicBezTo>
                <a:cubicBezTo>
                  <a:pt x="81" y="166"/>
                  <a:pt x="81" y="166"/>
                  <a:pt x="81" y="166"/>
                </a:cubicBezTo>
                <a:cubicBezTo>
                  <a:pt x="102" y="166"/>
                  <a:pt x="122" y="157"/>
                  <a:pt x="136" y="142"/>
                </a:cubicBezTo>
                <a:cubicBezTo>
                  <a:pt x="138" y="141"/>
                  <a:pt x="138" y="138"/>
                  <a:pt x="136" y="136"/>
                </a:cubicBezTo>
                <a:cubicBezTo>
                  <a:pt x="135" y="134"/>
                  <a:pt x="132" y="134"/>
                  <a:pt x="130" y="1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4603" name="Google Shape;476;p18"/>
          <p:cNvSpPr txBox="1">
            <a:spLocks noChangeArrowheads="1"/>
          </p:cNvSpPr>
          <p:nvPr/>
        </p:nvSpPr>
        <p:spPr bwMode="auto">
          <a:xfrm>
            <a:off x="3916363" y="2228850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24604" name="Google Shape;477;p18"/>
          <p:cNvSpPr txBox="1">
            <a:spLocks noChangeArrowheads="1"/>
          </p:cNvSpPr>
          <p:nvPr/>
        </p:nvSpPr>
        <p:spPr bwMode="auto">
          <a:xfrm>
            <a:off x="6599238" y="2228850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24605" name="Google Shape;478;p18"/>
          <p:cNvSpPr txBox="1">
            <a:spLocks noChangeArrowheads="1"/>
          </p:cNvSpPr>
          <p:nvPr/>
        </p:nvSpPr>
        <p:spPr bwMode="auto">
          <a:xfrm>
            <a:off x="9282113" y="2228850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24606" name="Google Shape;479;p18"/>
          <p:cNvSpPr txBox="1">
            <a:spLocks noChangeArrowheads="1"/>
          </p:cNvSpPr>
          <p:nvPr/>
        </p:nvSpPr>
        <p:spPr bwMode="auto">
          <a:xfrm>
            <a:off x="958850" y="5400675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24607" name="Google Shape;480;p18"/>
          <p:cNvSpPr txBox="1">
            <a:spLocks noChangeArrowheads="1"/>
          </p:cNvSpPr>
          <p:nvPr/>
        </p:nvSpPr>
        <p:spPr bwMode="auto">
          <a:xfrm>
            <a:off x="3916363" y="5400675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24608" name="Google Shape;481;p18"/>
          <p:cNvSpPr txBox="1">
            <a:spLocks noChangeArrowheads="1"/>
          </p:cNvSpPr>
          <p:nvPr/>
        </p:nvSpPr>
        <p:spPr bwMode="auto">
          <a:xfrm>
            <a:off x="6599238" y="5400675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24609" name="Google Shape;482;p18"/>
          <p:cNvSpPr txBox="1">
            <a:spLocks noChangeArrowheads="1"/>
          </p:cNvSpPr>
          <p:nvPr/>
        </p:nvSpPr>
        <p:spPr bwMode="auto">
          <a:xfrm>
            <a:off x="9282113" y="5400675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487;p19"/>
          <p:cNvSpPr txBox="1">
            <a:spLocks noChangeArrowheads="1"/>
          </p:cNvSpPr>
          <p:nvPr/>
        </p:nvSpPr>
        <p:spPr bwMode="auto">
          <a:xfrm>
            <a:off x="1023938" y="3884613"/>
            <a:ext cx="1866900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700"/>
              <a:buFont typeface="Open Sans" panose="020B0606030504020204" pitchFamily="34" charset="0"/>
              <a:buNone/>
            </a:pPr>
            <a:r>
              <a:rPr lang="en-US" altLang="en-US" sz="17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26627" name="Google Shape;488;p19"/>
          <p:cNvSpPr>
            <a:spLocks noChangeArrowheads="1"/>
          </p:cNvSpPr>
          <p:nvPr/>
        </p:nvSpPr>
        <p:spPr bwMode="auto">
          <a:xfrm>
            <a:off x="1023938" y="1211263"/>
            <a:ext cx="1855787" cy="1854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3C5C4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28" name="Google Shape;489;p19"/>
          <p:cNvSpPr>
            <a:spLocks/>
          </p:cNvSpPr>
          <p:nvPr/>
        </p:nvSpPr>
        <p:spPr bwMode="auto">
          <a:xfrm>
            <a:off x="1954213" y="1211263"/>
            <a:ext cx="925512" cy="927100"/>
          </a:xfrm>
          <a:custGeom>
            <a:avLst/>
            <a:gdLst>
              <a:gd name="T0" fmla="*/ 0 w 222"/>
              <a:gd name="T1" fmla="*/ 0 h 222"/>
              <a:gd name="T2" fmla="*/ 222 w 222"/>
              <a:gd name="T3" fmla="*/ 222 h 22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222" extrusionOk="0">
                <a:moveTo>
                  <a:pt x="0" y="0"/>
                </a:moveTo>
                <a:cubicBezTo>
                  <a:pt x="123" y="0"/>
                  <a:pt x="222" y="99"/>
                  <a:pt x="222" y="222"/>
                </a:cubicBezTo>
              </a:path>
            </a:pathLst>
          </a:custGeom>
          <a:solidFill>
            <a:srgbClr val="FFFFFF"/>
          </a:solidFill>
          <a:ln w="74600" cap="flat" cmpd="sng">
            <a:solidFill>
              <a:srgbClr val="23929E"/>
            </a:solidFill>
            <a:prstDash val="solid"/>
            <a:miter lim="524287"/>
            <a:headEnd type="none" w="sm" len="sm"/>
            <a:tailEnd type="none" w="sm" len="sm"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6629" name="Google Shape;490;p19"/>
          <p:cNvSpPr>
            <a:spLocks/>
          </p:cNvSpPr>
          <p:nvPr/>
        </p:nvSpPr>
        <p:spPr bwMode="auto">
          <a:xfrm>
            <a:off x="1954213" y="1211263"/>
            <a:ext cx="925512" cy="927100"/>
          </a:xfrm>
          <a:custGeom>
            <a:avLst/>
            <a:gdLst>
              <a:gd name="T0" fmla="*/ 0 w 222"/>
              <a:gd name="T1" fmla="*/ 0 h 222"/>
              <a:gd name="T2" fmla="*/ 222 w 222"/>
              <a:gd name="T3" fmla="*/ 222 h 22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222" extrusionOk="0">
                <a:moveTo>
                  <a:pt x="0" y="0"/>
                </a:moveTo>
                <a:cubicBezTo>
                  <a:pt x="123" y="0"/>
                  <a:pt x="222" y="99"/>
                  <a:pt x="222" y="222"/>
                </a:cubicBezTo>
              </a:path>
            </a:pathLst>
          </a:custGeom>
          <a:noFill/>
          <a:ln w="74600" cap="flat" cmpd="sng">
            <a:solidFill>
              <a:srgbClr val="23929E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6630" name="Google Shape;491;p19"/>
          <p:cNvSpPr>
            <a:spLocks noChangeArrowheads="1"/>
          </p:cNvSpPr>
          <p:nvPr/>
        </p:nvSpPr>
        <p:spPr bwMode="auto">
          <a:xfrm>
            <a:off x="1870075" y="1128713"/>
            <a:ext cx="163513" cy="161925"/>
          </a:xfrm>
          <a:prstGeom prst="ellipse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31" name="Google Shape;492;p19"/>
          <p:cNvSpPr>
            <a:spLocks noChangeArrowheads="1"/>
          </p:cNvSpPr>
          <p:nvPr/>
        </p:nvSpPr>
        <p:spPr bwMode="auto">
          <a:xfrm>
            <a:off x="2800350" y="2058988"/>
            <a:ext cx="158750" cy="158750"/>
          </a:xfrm>
          <a:prstGeom prst="ellipse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32" name="Google Shape;493;p19"/>
          <p:cNvSpPr>
            <a:spLocks noChangeArrowheads="1"/>
          </p:cNvSpPr>
          <p:nvPr/>
        </p:nvSpPr>
        <p:spPr bwMode="auto">
          <a:xfrm>
            <a:off x="3843338" y="1211263"/>
            <a:ext cx="1855787" cy="1854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3C5C4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33" name="Google Shape;494;p19"/>
          <p:cNvSpPr>
            <a:spLocks/>
          </p:cNvSpPr>
          <p:nvPr/>
        </p:nvSpPr>
        <p:spPr bwMode="auto">
          <a:xfrm>
            <a:off x="4768850" y="1211263"/>
            <a:ext cx="930275" cy="1854200"/>
          </a:xfrm>
          <a:custGeom>
            <a:avLst/>
            <a:gdLst>
              <a:gd name="T0" fmla="*/ 0 w 223"/>
              <a:gd name="T1" fmla="*/ 0 h 444"/>
              <a:gd name="T2" fmla="*/ 223 w 223"/>
              <a:gd name="T3" fmla="*/ 222 h 444"/>
              <a:gd name="T4" fmla="*/ 0 w 223"/>
              <a:gd name="T5" fmla="*/ 444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3" h="444" extrusionOk="0">
                <a:moveTo>
                  <a:pt x="0" y="0"/>
                </a:moveTo>
                <a:cubicBezTo>
                  <a:pt x="123" y="0"/>
                  <a:pt x="223" y="99"/>
                  <a:pt x="223" y="222"/>
                </a:cubicBezTo>
                <a:cubicBezTo>
                  <a:pt x="223" y="345"/>
                  <a:pt x="123" y="444"/>
                  <a:pt x="0" y="444"/>
                </a:cubicBezTo>
              </a:path>
            </a:pathLst>
          </a:custGeom>
          <a:solidFill>
            <a:srgbClr val="FFFFFF"/>
          </a:solidFill>
          <a:ln w="74600" cap="flat" cmpd="sng">
            <a:solidFill>
              <a:srgbClr val="2F526B"/>
            </a:solidFill>
            <a:prstDash val="solid"/>
            <a:miter lim="524287"/>
            <a:headEnd type="none" w="sm" len="sm"/>
            <a:tailEnd type="none" w="sm" len="sm"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6634" name="Google Shape;495;p19"/>
          <p:cNvSpPr>
            <a:spLocks/>
          </p:cNvSpPr>
          <p:nvPr/>
        </p:nvSpPr>
        <p:spPr bwMode="auto">
          <a:xfrm>
            <a:off x="4768850" y="1211263"/>
            <a:ext cx="930275" cy="1854200"/>
          </a:xfrm>
          <a:custGeom>
            <a:avLst/>
            <a:gdLst>
              <a:gd name="T0" fmla="*/ 0 w 223"/>
              <a:gd name="T1" fmla="*/ 0 h 444"/>
              <a:gd name="T2" fmla="*/ 223 w 223"/>
              <a:gd name="T3" fmla="*/ 222 h 444"/>
              <a:gd name="T4" fmla="*/ 0 w 223"/>
              <a:gd name="T5" fmla="*/ 444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3" h="444" extrusionOk="0">
                <a:moveTo>
                  <a:pt x="0" y="0"/>
                </a:moveTo>
                <a:cubicBezTo>
                  <a:pt x="123" y="0"/>
                  <a:pt x="223" y="99"/>
                  <a:pt x="223" y="222"/>
                </a:cubicBezTo>
                <a:cubicBezTo>
                  <a:pt x="223" y="345"/>
                  <a:pt x="123" y="444"/>
                  <a:pt x="0" y="444"/>
                </a:cubicBezTo>
              </a:path>
            </a:pathLst>
          </a:custGeom>
          <a:noFill/>
          <a:ln w="74600" cap="flat" cmpd="sng">
            <a:solidFill>
              <a:srgbClr val="2F526B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6635" name="Google Shape;496;p19"/>
          <p:cNvSpPr>
            <a:spLocks noChangeArrowheads="1"/>
          </p:cNvSpPr>
          <p:nvPr/>
        </p:nvSpPr>
        <p:spPr bwMode="auto">
          <a:xfrm>
            <a:off x="4689475" y="1128713"/>
            <a:ext cx="163513" cy="161925"/>
          </a:xfrm>
          <a:prstGeom prst="ellipse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36" name="Google Shape;497;p19"/>
          <p:cNvSpPr>
            <a:spLocks noChangeArrowheads="1"/>
          </p:cNvSpPr>
          <p:nvPr/>
        </p:nvSpPr>
        <p:spPr bwMode="auto">
          <a:xfrm>
            <a:off x="4689475" y="2986088"/>
            <a:ext cx="163513" cy="161925"/>
          </a:xfrm>
          <a:prstGeom prst="ellipse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37" name="Google Shape;498;p19"/>
          <p:cNvSpPr>
            <a:spLocks noChangeArrowheads="1"/>
          </p:cNvSpPr>
          <p:nvPr/>
        </p:nvSpPr>
        <p:spPr bwMode="auto">
          <a:xfrm>
            <a:off x="6578600" y="1211263"/>
            <a:ext cx="1855788" cy="1854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3C5C4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38" name="Google Shape;499;p19"/>
          <p:cNvSpPr>
            <a:spLocks/>
          </p:cNvSpPr>
          <p:nvPr/>
        </p:nvSpPr>
        <p:spPr bwMode="auto">
          <a:xfrm>
            <a:off x="6578600" y="1211263"/>
            <a:ext cx="1855788" cy="1854200"/>
          </a:xfrm>
          <a:custGeom>
            <a:avLst/>
            <a:gdLst>
              <a:gd name="T0" fmla="*/ 222 w 445"/>
              <a:gd name="T1" fmla="*/ 0 h 444"/>
              <a:gd name="T2" fmla="*/ 445 w 445"/>
              <a:gd name="T3" fmla="*/ 222 h 444"/>
              <a:gd name="T4" fmla="*/ 222 w 445"/>
              <a:gd name="T5" fmla="*/ 444 h 444"/>
              <a:gd name="T6" fmla="*/ 0 w 445"/>
              <a:gd name="T7" fmla="*/ 222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5" h="444" extrusionOk="0">
                <a:moveTo>
                  <a:pt x="222" y="0"/>
                </a:moveTo>
                <a:cubicBezTo>
                  <a:pt x="345" y="0"/>
                  <a:pt x="445" y="99"/>
                  <a:pt x="445" y="222"/>
                </a:cubicBezTo>
                <a:cubicBezTo>
                  <a:pt x="445" y="345"/>
                  <a:pt x="345" y="444"/>
                  <a:pt x="222" y="444"/>
                </a:cubicBezTo>
                <a:cubicBezTo>
                  <a:pt x="99" y="444"/>
                  <a:pt x="0" y="345"/>
                  <a:pt x="0" y="222"/>
                </a:cubicBezTo>
              </a:path>
            </a:pathLst>
          </a:custGeom>
          <a:solidFill>
            <a:srgbClr val="FFFFFF"/>
          </a:solidFill>
          <a:ln w="74600" cap="flat" cmpd="sng">
            <a:solidFill>
              <a:srgbClr val="FAC344"/>
            </a:solidFill>
            <a:prstDash val="solid"/>
            <a:miter lim="524287"/>
            <a:headEnd type="none" w="sm" len="sm"/>
            <a:tailEnd type="none" w="sm" len="sm"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6639" name="Google Shape;500;p19"/>
          <p:cNvSpPr>
            <a:spLocks/>
          </p:cNvSpPr>
          <p:nvPr/>
        </p:nvSpPr>
        <p:spPr bwMode="auto">
          <a:xfrm>
            <a:off x="6578600" y="1211263"/>
            <a:ext cx="1855788" cy="1854200"/>
          </a:xfrm>
          <a:custGeom>
            <a:avLst/>
            <a:gdLst>
              <a:gd name="T0" fmla="*/ 222 w 445"/>
              <a:gd name="T1" fmla="*/ 0 h 444"/>
              <a:gd name="T2" fmla="*/ 445 w 445"/>
              <a:gd name="T3" fmla="*/ 222 h 444"/>
              <a:gd name="T4" fmla="*/ 222 w 445"/>
              <a:gd name="T5" fmla="*/ 444 h 444"/>
              <a:gd name="T6" fmla="*/ 0 w 445"/>
              <a:gd name="T7" fmla="*/ 222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5" h="444" extrusionOk="0">
                <a:moveTo>
                  <a:pt x="222" y="0"/>
                </a:moveTo>
                <a:cubicBezTo>
                  <a:pt x="345" y="0"/>
                  <a:pt x="445" y="99"/>
                  <a:pt x="445" y="222"/>
                </a:cubicBezTo>
                <a:cubicBezTo>
                  <a:pt x="445" y="345"/>
                  <a:pt x="345" y="444"/>
                  <a:pt x="222" y="444"/>
                </a:cubicBezTo>
                <a:cubicBezTo>
                  <a:pt x="99" y="444"/>
                  <a:pt x="0" y="345"/>
                  <a:pt x="0" y="222"/>
                </a:cubicBezTo>
              </a:path>
            </a:pathLst>
          </a:custGeom>
          <a:noFill/>
          <a:ln w="74600" cap="flat" cmpd="sng">
            <a:solidFill>
              <a:srgbClr val="FAC344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26640" name="Google Shape;501;p19"/>
          <p:cNvSpPr>
            <a:spLocks noChangeArrowheads="1"/>
          </p:cNvSpPr>
          <p:nvPr/>
        </p:nvSpPr>
        <p:spPr bwMode="auto">
          <a:xfrm>
            <a:off x="7424738" y="1128713"/>
            <a:ext cx="163512" cy="161925"/>
          </a:xfrm>
          <a:prstGeom prst="ellipse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41" name="Google Shape;502;p19"/>
          <p:cNvSpPr>
            <a:spLocks noChangeArrowheads="1"/>
          </p:cNvSpPr>
          <p:nvPr/>
        </p:nvSpPr>
        <p:spPr bwMode="auto">
          <a:xfrm>
            <a:off x="6496050" y="2058988"/>
            <a:ext cx="161925" cy="158750"/>
          </a:xfrm>
          <a:prstGeom prst="ellipse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42" name="Google Shape;503;p19"/>
          <p:cNvSpPr>
            <a:spLocks noChangeArrowheads="1"/>
          </p:cNvSpPr>
          <p:nvPr/>
        </p:nvSpPr>
        <p:spPr bwMode="auto">
          <a:xfrm>
            <a:off x="9313863" y="1211263"/>
            <a:ext cx="1855787" cy="1854200"/>
          </a:xfrm>
          <a:prstGeom prst="ellipse">
            <a:avLst/>
          </a:prstGeom>
          <a:solidFill>
            <a:srgbClr val="FFFFFF"/>
          </a:solidFill>
          <a:ln w="74600">
            <a:solidFill>
              <a:srgbClr val="E2412A"/>
            </a:solidFill>
            <a:miter lim="800000"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43" name="Google Shape;504;p19"/>
          <p:cNvSpPr>
            <a:spLocks noChangeArrowheads="1"/>
          </p:cNvSpPr>
          <p:nvPr/>
        </p:nvSpPr>
        <p:spPr bwMode="auto">
          <a:xfrm>
            <a:off x="10161588" y="1128713"/>
            <a:ext cx="161925" cy="161925"/>
          </a:xfrm>
          <a:prstGeom prst="ellipse">
            <a:avLst/>
          </a:pr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644" name="Google Shape;505;p19"/>
          <p:cNvSpPr txBox="1">
            <a:spLocks noChangeArrowheads="1"/>
          </p:cNvSpPr>
          <p:nvPr/>
        </p:nvSpPr>
        <p:spPr bwMode="auto">
          <a:xfrm>
            <a:off x="1470025" y="1825625"/>
            <a:ext cx="1296988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4000"/>
              <a:buFont typeface="Montserrat" panose="02000505000000020004" pitchFamily="2" charset="0"/>
              <a:buNone/>
            </a:pPr>
            <a:r>
              <a:rPr lang="en-US" altLang="en-US" sz="4000">
                <a:solidFill>
                  <a:srgbClr val="23929E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25%</a:t>
            </a:r>
            <a:endParaRPr lang="en-US" altLang="en-US"/>
          </a:p>
        </p:txBody>
      </p:sp>
      <p:sp>
        <p:nvSpPr>
          <p:cNvPr id="26645" name="Google Shape;506;p19"/>
          <p:cNvSpPr txBox="1">
            <a:spLocks noChangeArrowheads="1"/>
          </p:cNvSpPr>
          <p:nvPr/>
        </p:nvSpPr>
        <p:spPr bwMode="auto">
          <a:xfrm>
            <a:off x="4264025" y="1825625"/>
            <a:ext cx="1343025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4000"/>
              <a:buFont typeface="Montserrat" panose="02000505000000020004" pitchFamily="2" charset="0"/>
              <a:buNone/>
            </a:pPr>
            <a:r>
              <a:rPr lang="en-US" altLang="en-US" sz="4000">
                <a:solidFill>
                  <a:srgbClr val="2F526B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50%</a:t>
            </a:r>
            <a:endParaRPr lang="en-US" altLang="en-US"/>
          </a:p>
        </p:txBody>
      </p:sp>
      <p:sp>
        <p:nvSpPr>
          <p:cNvPr id="26646" name="Google Shape;507;p19"/>
          <p:cNvSpPr txBox="1">
            <a:spLocks noChangeArrowheads="1"/>
          </p:cNvSpPr>
          <p:nvPr/>
        </p:nvSpPr>
        <p:spPr bwMode="auto">
          <a:xfrm>
            <a:off x="7024688" y="1825625"/>
            <a:ext cx="1284287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4000"/>
              <a:buFont typeface="Montserrat" panose="02000505000000020004" pitchFamily="2" charset="0"/>
              <a:buNone/>
            </a:pPr>
            <a:r>
              <a:rPr lang="en-US" altLang="en-US" sz="4000">
                <a:solidFill>
                  <a:srgbClr val="FAC344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75%</a:t>
            </a:r>
            <a:endParaRPr lang="en-US" altLang="en-US"/>
          </a:p>
        </p:txBody>
      </p:sp>
      <p:sp>
        <p:nvSpPr>
          <p:cNvPr id="26647" name="Google Shape;508;p19"/>
          <p:cNvSpPr txBox="1">
            <a:spLocks noChangeArrowheads="1"/>
          </p:cNvSpPr>
          <p:nvPr/>
        </p:nvSpPr>
        <p:spPr bwMode="auto">
          <a:xfrm>
            <a:off x="9626600" y="1825625"/>
            <a:ext cx="1592263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2412A"/>
              </a:buClr>
              <a:buSzPts val="4000"/>
              <a:buFont typeface="Montserrat" panose="02000505000000020004" pitchFamily="2" charset="0"/>
              <a:buNone/>
            </a:pPr>
            <a:r>
              <a:rPr lang="en-US" altLang="en-US" sz="4000">
                <a:solidFill>
                  <a:srgbClr val="E2412A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100%</a:t>
            </a:r>
            <a:endParaRPr lang="en-US" altLang="en-US"/>
          </a:p>
        </p:txBody>
      </p:sp>
      <p:sp>
        <p:nvSpPr>
          <p:cNvPr id="26648" name="Google Shape;509;p19"/>
          <p:cNvSpPr txBox="1">
            <a:spLocks noChangeArrowheads="1"/>
          </p:cNvSpPr>
          <p:nvPr/>
        </p:nvSpPr>
        <p:spPr bwMode="auto">
          <a:xfrm>
            <a:off x="947738" y="5173663"/>
            <a:ext cx="22431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3300"/>
              <a:buFont typeface="Open Sans Semibold" panose="020B0706030804020204" pitchFamily="34" charset="0"/>
              <a:buNone/>
            </a:pPr>
            <a:r>
              <a:rPr lang="en-US" altLang="en-US" sz="3300" b="1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A</a:t>
            </a:r>
            <a:endParaRPr lang="en-US" altLang="en-US"/>
          </a:p>
        </p:txBody>
      </p:sp>
      <p:sp>
        <p:nvSpPr>
          <p:cNvPr id="26649" name="Google Shape;510;p19"/>
          <p:cNvSpPr txBox="1">
            <a:spLocks noChangeArrowheads="1"/>
          </p:cNvSpPr>
          <p:nvPr/>
        </p:nvSpPr>
        <p:spPr bwMode="auto">
          <a:xfrm>
            <a:off x="3735388" y="5173663"/>
            <a:ext cx="2243137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3300"/>
              <a:buFont typeface="Open Sans Semibold" panose="020B0706030804020204" pitchFamily="34" charset="0"/>
              <a:buNone/>
            </a:pPr>
            <a:r>
              <a:rPr lang="en-US" altLang="en-US" sz="3300" b="1">
                <a:solidFill>
                  <a:srgbClr val="2F526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B</a:t>
            </a:r>
            <a:endParaRPr lang="en-US" altLang="en-US"/>
          </a:p>
        </p:txBody>
      </p:sp>
      <p:sp>
        <p:nvSpPr>
          <p:cNvPr id="26650" name="Google Shape;511;p19"/>
          <p:cNvSpPr txBox="1">
            <a:spLocks noChangeArrowheads="1"/>
          </p:cNvSpPr>
          <p:nvPr/>
        </p:nvSpPr>
        <p:spPr bwMode="auto">
          <a:xfrm>
            <a:off x="6516688" y="5173663"/>
            <a:ext cx="2230437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3300"/>
              <a:buFont typeface="Open Sans Semibold" panose="020B0706030804020204" pitchFamily="34" charset="0"/>
              <a:buNone/>
            </a:pPr>
            <a:r>
              <a:rPr lang="en-US" altLang="en-US" sz="3300" b="1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C</a:t>
            </a:r>
            <a:endParaRPr lang="en-US" altLang="en-US"/>
          </a:p>
        </p:txBody>
      </p:sp>
      <p:sp>
        <p:nvSpPr>
          <p:cNvPr id="26651" name="Google Shape;512;p19"/>
          <p:cNvSpPr txBox="1">
            <a:spLocks noChangeArrowheads="1"/>
          </p:cNvSpPr>
          <p:nvPr/>
        </p:nvSpPr>
        <p:spPr bwMode="auto">
          <a:xfrm>
            <a:off x="9313863" y="5173663"/>
            <a:ext cx="2273300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2412A"/>
              </a:buClr>
              <a:buSzPts val="3300"/>
              <a:buFont typeface="Open Sans Semibold" panose="020B0706030804020204" pitchFamily="34" charset="0"/>
              <a:buNone/>
            </a:pPr>
            <a:r>
              <a:rPr lang="en-US" altLang="en-US" sz="3300" b="1">
                <a:solidFill>
                  <a:srgbClr val="E2412A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OPCIÓN D</a:t>
            </a:r>
            <a:endParaRPr lang="en-US" altLang="en-US"/>
          </a:p>
        </p:txBody>
      </p:sp>
      <p:sp>
        <p:nvSpPr>
          <p:cNvPr id="26652" name="Google Shape;513;p19"/>
          <p:cNvSpPr txBox="1">
            <a:spLocks noChangeArrowheads="1"/>
          </p:cNvSpPr>
          <p:nvPr/>
        </p:nvSpPr>
        <p:spPr bwMode="auto">
          <a:xfrm>
            <a:off x="3810000" y="3884613"/>
            <a:ext cx="1866900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700"/>
              <a:buFont typeface="Open Sans" panose="020B0606030504020204" pitchFamily="34" charset="0"/>
              <a:buNone/>
            </a:pPr>
            <a:r>
              <a:rPr lang="en-US" altLang="en-US" sz="17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26653" name="Google Shape;514;p19"/>
          <p:cNvSpPr txBox="1">
            <a:spLocks noChangeArrowheads="1"/>
          </p:cNvSpPr>
          <p:nvPr/>
        </p:nvSpPr>
        <p:spPr bwMode="auto">
          <a:xfrm>
            <a:off x="6600825" y="3884613"/>
            <a:ext cx="1866900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700"/>
              <a:buFont typeface="Open Sans" panose="020B0606030504020204" pitchFamily="34" charset="0"/>
              <a:buNone/>
            </a:pPr>
            <a:r>
              <a:rPr lang="en-US" altLang="en-US" sz="17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26654" name="Google Shape;515;p19"/>
          <p:cNvSpPr txBox="1">
            <a:spLocks noChangeArrowheads="1"/>
          </p:cNvSpPr>
          <p:nvPr/>
        </p:nvSpPr>
        <p:spPr bwMode="auto">
          <a:xfrm>
            <a:off x="9390063" y="3884613"/>
            <a:ext cx="1866900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700"/>
              <a:buFont typeface="Open Sans" panose="020B0606030504020204" pitchFamily="34" charset="0"/>
              <a:buNone/>
            </a:pPr>
            <a:r>
              <a:rPr lang="en-US" altLang="en-US" sz="17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9" name="Google Shape;535;p20"/>
          <p:cNvSpPr txBox="1">
            <a:spLocks noChangeArrowheads="1"/>
          </p:cNvSpPr>
          <p:nvPr/>
        </p:nvSpPr>
        <p:spPr bwMode="auto">
          <a:xfrm>
            <a:off x="1874838" y="5691188"/>
            <a:ext cx="9223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PASO</a:t>
            </a:r>
            <a:endParaRPr lang="en-US" altLang="en-US"/>
          </a:p>
        </p:txBody>
      </p:sp>
      <p:sp>
        <p:nvSpPr>
          <p:cNvPr id="28690" name="Google Shape;536;p20"/>
          <p:cNvSpPr txBox="1">
            <a:spLocks noChangeArrowheads="1"/>
          </p:cNvSpPr>
          <p:nvPr/>
        </p:nvSpPr>
        <p:spPr bwMode="auto">
          <a:xfrm>
            <a:off x="2085975" y="5975350"/>
            <a:ext cx="4841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01</a:t>
            </a:r>
            <a:endParaRPr lang="en-US" altLang="en-US"/>
          </a:p>
        </p:txBody>
      </p:sp>
      <p:sp>
        <p:nvSpPr>
          <p:cNvPr id="28691" name="Google Shape;537;p20"/>
          <p:cNvSpPr txBox="1">
            <a:spLocks noChangeArrowheads="1"/>
          </p:cNvSpPr>
          <p:nvPr/>
        </p:nvSpPr>
        <p:spPr bwMode="auto">
          <a:xfrm>
            <a:off x="2976563" y="5691188"/>
            <a:ext cx="9223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PASO</a:t>
            </a:r>
            <a:endParaRPr lang="en-US" altLang="en-US"/>
          </a:p>
        </p:txBody>
      </p:sp>
      <p:sp>
        <p:nvSpPr>
          <p:cNvPr id="28692" name="Google Shape;538;p20"/>
          <p:cNvSpPr txBox="1">
            <a:spLocks noChangeArrowheads="1"/>
          </p:cNvSpPr>
          <p:nvPr/>
        </p:nvSpPr>
        <p:spPr bwMode="auto">
          <a:xfrm>
            <a:off x="3160713" y="5975350"/>
            <a:ext cx="542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02</a:t>
            </a:r>
            <a:endParaRPr lang="en-US" altLang="en-US"/>
          </a:p>
        </p:txBody>
      </p:sp>
      <p:sp>
        <p:nvSpPr>
          <p:cNvPr id="28693" name="Google Shape;539;p20"/>
          <p:cNvSpPr txBox="1">
            <a:spLocks noChangeArrowheads="1"/>
          </p:cNvSpPr>
          <p:nvPr/>
        </p:nvSpPr>
        <p:spPr bwMode="auto">
          <a:xfrm>
            <a:off x="4083050" y="5691188"/>
            <a:ext cx="9223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PASO</a:t>
            </a:r>
            <a:endParaRPr lang="en-US" altLang="en-US"/>
          </a:p>
        </p:txBody>
      </p:sp>
      <p:sp>
        <p:nvSpPr>
          <p:cNvPr id="28694" name="Google Shape;540;p20"/>
          <p:cNvSpPr txBox="1">
            <a:spLocks noChangeArrowheads="1"/>
          </p:cNvSpPr>
          <p:nvPr/>
        </p:nvSpPr>
        <p:spPr bwMode="auto">
          <a:xfrm>
            <a:off x="4267200" y="5975350"/>
            <a:ext cx="539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03</a:t>
            </a:r>
            <a:endParaRPr lang="en-US" altLang="en-US"/>
          </a:p>
        </p:txBody>
      </p:sp>
      <p:sp>
        <p:nvSpPr>
          <p:cNvPr id="28695" name="Google Shape;541;p20"/>
          <p:cNvSpPr txBox="1">
            <a:spLocks noChangeArrowheads="1"/>
          </p:cNvSpPr>
          <p:nvPr/>
        </p:nvSpPr>
        <p:spPr bwMode="auto">
          <a:xfrm>
            <a:off x="5184775" y="5691188"/>
            <a:ext cx="9223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PASO</a:t>
            </a:r>
            <a:endParaRPr lang="en-US" altLang="en-US"/>
          </a:p>
        </p:txBody>
      </p:sp>
      <p:sp>
        <p:nvSpPr>
          <p:cNvPr id="28696" name="Google Shape;542;p20"/>
          <p:cNvSpPr txBox="1">
            <a:spLocks noChangeArrowheads="1"/>
          </p:cNvSpPr>
          <p:nvPr/>
        </p:nvSpPr>
        <p:spPr bwMode="auto">
          <a:xfrm>
            <a:off x="5372100" y="5975350"/>
            <a:ext cx="539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04</a:t>
            </a:r>
            <a:endParaRPr lang="en-US" altLang="en-US"/>
          </a:p>
        </p:txBody>
      </p:sp>
      <p:sp>
        <p:nvSpPr>
          <p:cNvPr id="28697" name="Google Shape;543;p20"/>
          <p:cNvSpPr txBox="1">
            <a:spLocks noChangeArrowheads="1"/>
          </p:cNvSpPr>
          <p:nvPr/>
        </p:nvSpPr>
        <p:spPr bwMode="auto">
          <a:xfrm>
            <a:off x="6291263" y="5691188"/>
            <a:ext cx="9223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PASO</a:t>
            </a:r>
            <a:endParaRPr lang="en-US" altLang="en-US"/>
          </a:p>
        </p:txBody>
      </p:sp>
      <p:sp>
        <p:nvSpPr>
          <p:cNvPr id="28698" name="Google Shape;544;p20"/>
          <p:cNvSpPr txBox="1">
            <a:spLocks noChangeArrowheads="1"/>
          </p:cNvSpPr>
          <p:nvPr/>
        </p:nvSpPr>
        <p:spPr bwMode="auto">
          <a:xfrm>
            <a:off x="6473825" y="5975350"/>
            <a:ext cx="539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05</a:t>
            </a:r>
            <a:endParaRPr lang="en-US" altLang="en-US"/>
          </a:p>
        </p:txBody>
      </p:sp>
      <p:sp>
        <p:nvSpPr>
          <p:cNvPr id="28699" name="Google Shape;545;p20"/>
          <p:cNvSpPr txBox="1">
            <a:spLocks noChangeArrowheads="1"/>
          </p:cNvSpPr>
          <p:nvPr/>
        </p:nvSpPr>
        <p:spPr bwMode="auto">
          <a:xfrm>
            <a:off x="7388225" y="5691188"/>
            <a:ext cx="9223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PASO</a:t>
            </a:r>
            <a:endParaRPr lang="en-US" altLang="en-US"/>
          </a:p>
        </p:txBody>
      </p:sp>
      <p:sp>
        <p:nvSpPr>
          <p:cNvPr id="28700" name="Google Shape;546;p20"/>
          <p:cNvSpPr txBox="1">
            <a:spLocks noChangeArrowheads="1"/>
          </p:cNvSpPr>
          <p:nvPr/>
        </p:nvSpPr>
        <p:spPr bwMode="auto">
          <a:xfrm>
            <a:off x="7569200" y="5975350"/>
            <a:ext cx="5508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06</a:t>
            </a:r>
            <a:endParaRPr lang="en-US" altLang="en-US"/>
          </a:p>
        </p:txBody>
      </p:sp>
      <p:sp>
        <p:nvSpPr>
          <p:cNvPr id="28701" name="Google Shape;547;p20"/>
          <p:cNvSpPr txBox="1">
            <a:spLocks noChangeArrowheads="1"/>
          </p:cNvSpPr>
          <p:nvPr/>
        </p:nvSpPr>
        <p:spPr bwMode="auto">
          <a:xfrm>
            <a:off x="8494713" y="5691188"/>
            <a:ext cx="9223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PASO</a:t>
            </a:r>
            <a:endParaRPr lang="en-US" altLang="en-US"/>
          </a:p>
        </p:txBody>
      </p:sp>
      <p:sp>
        <p:nvSpPr>
          <p:cNvPr id="28702" name="Google Shape;548;p20"/>
          <p:cNvSpPr txBox="1">
            <a:spLocks noChangeArrowheads="1"/>
          </p:cNvSpPr>
          <p:nvPr/>
        </p:nvSpPr>
        <p:spPr bwMode="auto">
          <a:xfrm>
            <a:off x="8682038" y="5975350"/>
            <a:ext cx="5349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07</a:t>
            </a:r>
            <a:endParaRPr lang="en-US" altLang="en-US"/>
          </a:p>
        </p:txBody>
      </p:sp>
      <p:sp>
        <p:nvSpPr>
          <p:cNvPr id="28703" name="Google Shape;549;p20"/>
          <p:cNvSpPr txBox="1">
            <a:spLocks noChangeArrowheads="1"/>
          </p:cNvSpPr>
          <p:nvPr/>
        </p:nvSpPr>
        <p:spPr bwMode="auto">
          <a:xfrm>
            <a:off x="9601200" y="5691188"/>
            <a:ext cx="9223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PASO</a:t>
            </a:r>
            <a:endParaRPr lang="en-US" altLang="en-US"/>
          </a:p>
        </p:txBody>
      </p:sp>
      <p:sp>
        <p:nvSpPr>
          <p:cNvPr id="28704" name="Google Shape;550;p20"/>
          <p:cNvSpPr txBox="1">
            <a:spLocks noChangeArrowheads="1"/>
          </p:cNvSpPr>
          <p:nvPr/>
        </p:nvSpPr>
        <p:spPr bwMode="auto">
          <a:xfrm>
            <a:off x="9736138" y="5975350"/>
            <a:ext cx="558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08</a:t>
            </a:r>
            <a:endParaRPr lang="en-US" altLang="en-US"/>
          </a:p>
        </p:txBody>
      </p:sp>
      <p:sp>
        <p:nvSpPr>
          <p:cNvPr id="28705" name="Google Shape;551;p20"/>
          <p:cNvSpPr txBox="1">
            <a:spLocks noChangeArrowheads="1"/>
          </p:cNvSpPr>
          <p:nvPr/>
        </p:nvSpPr>
        <p:spPr bwMode="auto">
          <a:xfrm>
            <a:off x="9672638" y="1592263"/>
            <a:ext cx="76676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98%</a:t>
            </a:r>
            <a:endParaRPr lang="en-US" altLang="en-US"/>
          </a:p>
        </p:txBody>
      </p:sp>
      <p:sp>
        <p:nvSpPr>
          <p:cNvPr id="28706" name="Google Shape;552;p20"/>
          <p:cNvSpPr txBox="1">
            <a:spLocks noChangeArrowheads="1"/>
          </p:cNvSpPr>
          <p:nvPr/>
        </p:nvSpPr>
        <p:spPr bwMode="auto">
          <a:xfrm>
            <a:off x="8602663" y="2043113"/>
            <a:ext cx="6985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81%</a:t>
            </a:r>
            <a:endParaRPr lang="en-US" altLang="en-US"/>
          </a:p>
        </p:txBody>
      </p:sp>
      <p:sp>
        <p:nvSpPr>
          <p:cNvPr id="28707" name="Google Shape;553;p20"/>
          <p:cNvSpPr txBox="1">
            <a:spLocks noChangeArrowheads="1"/>
          </p:cNvSpPr>
          <p:nvPr/>
        </p:nvSpPr>
        <p:spPr bwMode="auto">
          <a:xfrm>
            <a:off x="7477125" y="2514600"/>
            <a:ext cx="74771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67%</a:t>
            </a:r>
            <a:endParaRPr lang="en-US" altLang="en-US"/>
          </a:p>
        </p:txBody>
      </p:sp>
      <p:sp>
        <p:nvSpPr>
          <p:cNvPr id="28708" name="Google Shape;554;p20"/>
          <p:cNvSpPr txBox="1">
            <a:spLocks noChangeArrowheads="1"/>
          </p:cNvSpPr>
          <p:nvPr/>
        </p:nvSpPr>
        <p:spPr bwMode="auto">
          <a:xfrm>
            <a:off x="6370638" y="2043113"/>
            <a:ext cx="7588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82%</a:t>
            </a:r>
            <a:endParaRPr lang="en-US" altLang="en-US"/>
          </a:p>
        </p:txBody>
      </p:sp>
      <p:sp>
        <p:nvSpPr>
          <p:cNvPr id="28709" name="Google Shape;555;p20"/>
          <p:cNvSpPr txBox="1">
            <a:spLocks noChangeArrowheads="1"/>
          </p:cNvSpPr>
          <p:nvPr/>
        </p:nvSpPr>
        <p:spPr bwMode="auto">
          <a:xfrm>
            <a:off x="5260975" y="1779588"/>
            <a:ext cx="7715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88%</a:t>
            </a:r>
            <a:endParaRPr lang="en-US" altLang="en-US"/>
          </a:p>
        </p:txBody>
      </p:sp>
      <p:sp>
        <p:nvSpPr>
          <p:cNvPr id="28710" name="Google Shape;556;p20"/>
          <p:cNvSpPr txBox="1">
            <a:spLocks noChangeArrowheads="1"/>
          </p:cNvSpPr>
          <p:nvPr/>
        </p:nvSpPr>
        <p:spPr bwMode="auto">
          <a:xfrm>
            <a:off x="4175125" y="2271713"/>
            <a:ext cx="73501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73%</a:t>
            </a:r>
            <a:endParaRPr lang="en-US" altLang="en-US"/>
          </a:p>
        </p:txBody>
      </p:sp>
      <p:sp>
        <p:nvSpPr>
          <p:cNvPr id="28711" name="Google Shape;557;p20"/>
          <p:cNvSpPr txBox="1">
            <a:spLocks noChangeArrowheads="1"/>
          </p:cNvSpPr>
          <p:nvPr/>
        </p:nvSpPr>
        <p:spPr bwMode="auto">
          <a:xfrm>
            <a:off x="3057525" y="1639888"/>
            <a:ext cx="76358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96%</a:t>
            </a:r>
            <a:endParaRPr lang="en-US" altLang="en-US"/>
          </a:p>
        </p:txBody>
      </p:sp>
      <p:sp>
        <p:nvSpPr>
          <p:cNvPr id="28712" name="Google Shape;558;p20"/>
          <p:cNvSpPr txBox="1">
            <a:spLocks noChangeArrowheads="1"/>
          </p:cNvSpPr>
          <p:nvPr/>
        </p:nvSpPr>
        <p:spPr bwMode="auto">
          <a:xfrm>
            <a:off x="1954213" y="2043113"/>
            <a:ext cx="7556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300"/>
              <a:buFont typeface="Montserrat" panose="02000505000000020004" pitchFamily="2" charset="0"/>
              <a:buNone/>
            </a:pPr>
            <a:r>
              <a:rPr lang="en-US" altLang="en-US" sz="2300">
                <a:latin typeface="Montserrat" panose="02000505000000020004" pitchFamily="2" charset="0"/>
                <a:sym typeface="Montserrat" panose="02000505000000020004" pitchFamily="2" charset="0"/>
              </a:rPr>
              <a:t>85%</a:t>
            </a:r>
            <a:endParaRPr lang="en-US" altLang="en-US"/>
          </a:p>
        </p:txBody>
      </p:sp>
      <p:sp>
        <p:nvSpPr>
          <p:cNvPr id="28713" name="Google Shape;559;p20"/>
          <p:cNvSpPr txBox="1">
            <a:spLocks noChangeArrowheads="1"/>
          </p:cNvSpPr>
          <p:nvPr/>
        </p:nvSpPr>
        <p:spPr bwMode="auto">
          <a:xfrm>
            <a:off x="2430463" y="381000"/>
            <a:ext cx="738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4500"/>
              <a:buFont typeface="Montserrat" panose="02000505000000020004" pitchFamily="2" charset="0"/>
              <a:buNone/>
            </a:pPr>
            <a:r>
              <a:rPr lang="en-US" altLang="en-US" sz="4500" dirty="0">
                <a:latin typeface="Montserrat" panose="02000505000000020004" pitchFamily="2" charset="0"/>
                <a:sym typeface="Montserrat" panose="02000505000000020004" pitchFamily="2" charset="0"/>
              </a:rPr>
              <a:t>TABLA DE ANÁLISIS DE DATOS</a:t>
            </a:r>
            <a:endParaRPr lang="en-US" alt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117600" y="2060575"/>
            <a:ext cx="9939338" cy="3505201"/>
            <a:chOff x="1117600" y="2060575"/>
            <a:chExt cx="9939338" cy="3505201"/>
          </a:xfrm>
        </p:grpSpPr>
        <p:sp>
          <p:nvSpPr>
            <p:cNvPr id="6" name="Freeform 46"/>
            <p:cNvSpPr>
              <a:spLocks/>
            </p:cNvSpPr>
            <p:nvPr/>
          </p:nvSpPr>
          <p:spPr bwMode="auto">
            <a:xfrm>
              <a:off x="1117600" y="2457450"/>
              <a:ext cx="2209800" cy="3108325"/>
            </a:xfrm>
            <a:custGeom>
              <a:avLst/>
              <a:gdLst>
                <a:gd name="T0" fmla="*/ 459 w 568"/>
                <a:gd name="T1" fmla="*/ 447 h 798"/>
                <a:gd name="T2" fmla="*/ 284 w 568"/>
                <a:gd name="T3" fmla="*/ 0 h 798"/>
                <a:gd name="T4" fmla="*/ 109 w 568"/>
                <a:gd name="T5" fmla="*/ 447 h 798"/>
                <a:gd name="T6" fmla="*/ 0 w 568"/>
                <a:gd name="T7" fmla="*/ 798 h 798"/>
                <a:gd name="T8" fmla="*/ 284 w 568"/>
                <a:gd name="T9" fmla="*/ 798 h 798"/>
                <a:gd name="T10" fmla="*/ 568 w 568"/>
                <a:gd name="T11" fmla="*/ 798 h 798"/>
                <a:gd name="T12" fmla="*/ 459 w 568"/>
                <a:gd name="T13" fmla="*/ 447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8" h="798">
                  <a:moveTo>
                    <a:pt x="459" y="447"/>
                  </a:moveTo>
                  <a:cubicBezTo>
                    <a:pt x="432" y="276"/>
                    <a:pt x="450" y="0"/>
                    <a:pt x="284" y="0"/>
                  </a:cubicBezTo>
                  <a:cubicBezTo>
                    <a:pt x="118" y="0"/>
                    <a:pt x="136" y="276"/>
                    <a:pt x="109" y="447"/>
                  </a:cubicBezTo>
                  <a:cubicBezTo>
                    <a:pt x="71" y="688"/>
                    <a:pt x="0" y="798"/>
                    <a:pt x="0" y="798"/>
                  </a:cubicBezTo>
                  <a:cubicBezTo>
                    <a:pt x="284" y="798"/>
                    <a:pt x="284" y="798"/>
                    <a:pt x="284" y="798"/>
                  </a:cubicBezTo>
                  <a:cubicBezTo>
                    <a:pt x="568" y="798"/>
                    <a:pt x="568" y="798"/>
                    <a:pt x="568" y="798"/>
                  </a:cubicBezTo>
                  <a:cubicBezTo>
                    <a:pt x="568" y="798"/>
                    <a:pt x="497" y="688"/>
                    <a:pt x="459" y="447"/>
                  </a:cubicBezTo>
                  <a:close/>
                </a:path>
              </a:pathLst>
            </a:custGeom>
            <a:solidFill>
              <a:srgbClr val="23929E">
                <a:alpha val="8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47"/>
            <p:cNvSpPr>
              <a:spLocks/>
            </p:cNvSpPr>
            <p:nvPr/>
          </p:nvSpPr>
          <p:spPr bwMode="auto">
            <a:xfrm>
              <a:off x="4429125" y="2192338"/>
              <a:ext cx="2211388" cy="3373438"/>
            </a:xfrm>
            <a:custGeom>
              <a:avLst/>
              <a:gdLst>
                <a:gd name="T0" fmla="*/ 459 w 568"/>
                <a:gd name="T1" fmla="*/ 485 h 866"/>
                <a:gd name="T2" fmla="*/ 284 w 568"/>
                <a:gd name="T3" fmla="*/ 0 h 866"/>
                <a:gd name="T4" fmla="*/ 109 w 568"/>
                <a:gd name="T5" fmla="*/ 485 h 866"/>
                <a:gd name="T6" fmla="*/ 0 w 568"/>
                <a:gd name="T7" fmla="*/ 866 h 866"/>
                <a:gd name="T8" fmla="*/ 284 w 568"/>
                <a:gd name="T9" fmla="*/ 866 h 866"/>
                <a:gd name="T10" fmla="*/ 568 w 568"/>
                <a:gd name="T11" fmla="*/ 866 h 866"/>
                <a:gd name="T12" fmla="*/ 459 w 568"/>
                <a:gd name="T13" fmla="*/ 485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8" h="866">
                  <a:moveTo>
                    <a:pt x="459" y="485"/>
                  </a:moveTo>
                  <a:cubicBezTo>
                    <a:pt x="432" y="299"/>
                    <a:pt x="450" y="0"/>
                    <a:pt x="284" y="0"/>
                  </a:cubicBezTo>
                  <a:cubicBezTo>
                    <a:pt x="118" y="0"/>
                    <a:pt x="136" y="299"/>
                    <a:pt x="109" y="485"/>
                  </a:cubicBezTo>
                  <a:cubicBezTo>
                    <a:pt x="71" y="746"/>
                    <a:pt x="0" y="866"/>
                    <a:pt x="0" y="866"/>
                  </a:cubicBezTo>
                  <a:cubicBezTo>
                    <a:pt x="284" y="866"/>
                    <a:pt x="284" y="866"/>
                    <a:pt x="284" y="866"/>
                  </a:cubicBezTo>
                  <a:cubicBezTo>
                    <a:pt x="568" y="866"/>
                    <a:pt x="568" y="866"/>
                    <a:pt x="568" y="866"/>
                  </a:cubicBezTo>
                  <a:cubicBezTo>
                    <a:pt x="568" y="866"/>
                    <a:pt x="497" y="746"/>
                    <a:pt x="459" y="485"/>
                  </a:cubicBezTo>
                  <a:close/>
                </a:path>
              </a:pathLst>
            </a:custGeom>
            <a:solidFill>
              <a:srgbClr val="E2412A">
                <a:alpha val="8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48"/>
            <p:cNvSpPr>
              <a:spLocks/>
            </p:cNvSpPr>
            <p:nvPr/>
          </p:nvSpPr>
          <p:spPr bwMode="auto">
            <a:xfrm>
              <a:off x="5534025" y="2457450"/>
              <a:ext cx="2211388" cy="3108325"/>
            </a:xfrm>
            <a:custGeom>
              <a:avLst/>
              <a:gdLst>
                <a:gd name="T0" fmla="*/ 459 w 568"/>
                <a:gd name="T1" fmla="*/ 447 h 798"/>
                <a:gd name="T2" fmla="*/ 284 w 568"/>
                <a:gd name="T3" fmla="*/ 0 h 798"/>
                <a:gd name="T4" fmla="*/ 109 w 568"/>
                <a:gd name="T5" fmla="*/ 447 h 798"/>
                <a:gd name="T6" fmla="*/ 0 w 568"/>
                <a:gd name="T7" fmla="*/ 798 h 798"/>
                <a:gd name="T8" fmla="*/ 284 w 568"/>
                <a:gd name="T9" fmla="*/ 798 h 798"/>
                <a:gd name="T10" fmla="*/ 568 w 568"/>
                <a:gd name="T11" fmla="*/ 798 h 798"/>
                <a:gd name="T12" fmla="*/ 459 w 568"/>
                <a:gd name="T13" fmla="*/ 447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8" h="798">
                  <a:moveTo>
                    <a:pt x="459" y="447"/>
                  </a:moveTo>
                  <a:cubicBezTo>
                    <a:pt x="432" y="276"/>
                    <a:pt x="450" y="0"/>
                    <a:pt x="284" y="0"/>
                  </a:cubicBezTo>
                  <a:cubicBezTo>
                    <a:pt x="118" y="0"/>
                    <a:pt x="136" y="276"/>
                    <a:pt x="109" y="447"/>
                  </a:cubicBezTo>
                  <a:cubicBezTo>
                    <a:pt x="71" y="688"/>
                    <a:pt x="0" y="798"/>
                    <a:pt x="0" y="798"/>
                  </a:cubicBezTo>
                  <a:cubicBezTo>
                    <a:pt x="284" y="798"/>
                    <a:pt x="284" y="798"/>
                    <a:pt x="284" y="798"/>
                  </a:cubicBezTo>
                  <a:cubicBezTo>
                    <a:pt x="568" y="798"/>
                    <a:pt x="568" y="798"/>
                    <a:pt x="568" y="798"/>
                  </a:cubicBezTo>
                  <a:cubicBezTo>
                    <a:pt x="568" y="798"/>
                    <a:pt x="497" y="688"/>
                    <a:pt x="459" y="447"/>
                  </a:cubicBezTo>
                  <a:close/>
                </a:path>
              </a:pathLst>
            </a:custGeom>
            <a:solidFill>
              <a:srgbClr val="2F526B">
                <a:alpha val="8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49"/>
            <p:cNvSpPr>
              <a:spLocks/>
            </p:cNvSpPr>
            <p:nvPr/>
          </p:nvSpPr>
          <p:spPr bwMode="auto">
            <a:xfrm>
              <a:off x="6640513" y="2928938"/>
              <a:ext cx="2206625" cy="2636838"/>
            </a:xfrm>
            <a:custGeom>
              <a:avLst/>
              <a:gdLst>
                <a:gd name="T0" fmla="*/ 458 w 567"/>
                <a:gd name="T1" fmla="*/ 379 h 677"/>
                <a:gd name="T2" fmla="*/ 284 w 567"/>
                <a:gd name="T3" fmla="*/ 0 h 677"/>
                <a:gd name="T4" fmla="*/ 109 w 567"/>
                <a:gd name="T5" fmla="*/ 379 h 677"/>
                <a:gd name="T6" fmla="*/ 0 w 567"/>
                <a:gd name="T7" fmla="*/ 677 h 677"/>
                <a:gd name="T8" fmla="*/ 284 w 567"/>
                <a:gd name="T9" fmla="*/ 677 h 677"/>
                <a:gd name="T10" fmla="*/ 567 w 567"/>
                <a:gd name="T11" fmla="*/ 677 h 677"/>
                <a:gd name="T12" fmla="*/ 458 w 567"/>
                <a:gd name="T13" fmla="*/ 379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677">
                  <a:moveTo>
                    <a:pt x="458" y="379"/>
                  </a:moveTo>
                  <a:cubicBezTo>
                    <a:pt x="431" y="234"/>
                    <a:pt x="449" y="0"/>
                    <a:pt x="284" y="0"/>
                  </a:cubicBezTo>
                  <a:cubicBezTo>
                    <a:pt x="118" y="0"/>
                    <a:pt x="136" y="234"/>
                    <a:pt x="109" y="379"/>
                  </a:cubicBezTo>
                  <a:cubicBezTo>
                    <a:pt x="71" y="583"/>
                    <a:pt x="0" y="677"/>
                    <a:pt x="0" y="677"/>
                  </a:cubicBezTo>
                  <a:cubicBezTo>
                    <a:pt x="284" y="677"/>
                    <a:pt x="284" y="677"/>
                    <a:pt x="284" y="677"/>
                  </a:cubicBezTo>
                  <a:cubicBezTo>
                    <a:pt x="567" y="677"/>
                    <a:pt x="567" y="677"/>
                    <a:pt x="567" y="677"/>
                  </a:cubicBezTo>
                  <a:cubicBezTo>
                    <a:pt x="567" y="677"/>
                    <a:pt x="496" y="583"/>
                    <a:pt x="458" y="379"/>
                  </a:cubicBezTo>
                  <a:close/>
                </a:path>
              </a:pathLst>
            </a:custGeom>
            <a:solidFill>
              <a:srgbClr val="61605E">
                <a:alpha val="8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50"/>
            <p:cNvSpPr>
              <a:spLocks/>
            </p:cNvSpPr>
            <p:nvPr/>
          </p:nvSpPr>
          <p:spPr bwMode="auto">
            <a:xfrm>
              <a:off x="7745413" y="2457450"/>
              <a:ext cx="2206625" cy="3108325"/>
            </a:xfrm>
            <a:custGeom>
              <a:avLst/>
              <a:gdLst>
                <a:gd name="T0" fmla="*/ 458 w 567"/>
                <a:gd name="T1" fmla="*/ 447 h 798"/>
                <a:gd name="T2" fmla="*/ 283 w 567"/>
                <a:gd name="T3" fmla="*/ 0 h 798"/>
                <a:gd name="T4" fmla="*/ 109 w 567"/>
                <a:gd name="T5" fmla="*/ 447 h 798"/>
                <a:gd name="T6" fmla="*/ 0 w 567"/>
                <a:gd name="T7" fmla="*/ 798 h 798"/>
                <a:gd name="T8" fmla="*/ 283 w 567"/>
                <a:gd name="T9" fmla="*/ 798 h 798"/>
                <a:gd name="T10" fmla="*/ 567 w 567"/>
                <a:gd name="T11" fmla="*/ 798 h 798"/>
                <a:gd name="T12" fmla="*/ 458 w 567"/>
                <a:gd name="T13" fmla="*/ 447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798">
                  <a:moveTo>
                    <a:pt x="458" y="447"/>
                  </a:moveTo>
                  <a:cubicBezTo>
                    <a:pt x="431" y="276"/>
                    <a:pt x="449" y="0"/>
                    <a:pt x="283" y="0"/>
                  </a:cubicBezTo>
                  <a:cubicBezTo>
                    <a:pt x="118" y="0"/>
                    <a:pt x="135" y="276"/>
                    <a:pt x="109" y="447"/>
                  </a:cubicBezTo>
                  <a:cubicBezTo>
                    <a:pt x="71" y="688"/>
                    <a:pt x="0" y="798"/>
                    <a:pt x="0" y="798"/>
                  </a:cubicBezTo>
                  <a:cubicBezTo>
                    <a:pt x="283" y="798"/>
                    <a:pt x="283" y="798"/>
                    <a:pt x="283" y="798"/>
                  </a:cubicBezTo>
                  <a:cubicBezTo>
                    <a:pt x="567" y="798"/>
                    <a:pt x="567" y="798"/>
                    <a:pt x="567" y="798"/>
                  </a:cubicBezTo>
                  <a:cubicBezTo>
                    <a:pt x="567" y="798"/>
                    <a:pt x="496" y="688"/>
                    <a:pt x="458" y="447"/>
                  </a:cubicBezTo>
                  <a:close/>
                </a:path>
              </a:pathLst>
            </a:custGeom>
            <a:solidFill>
              <a:srgbClr val="FAC344">
                <a:alpha val="8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1" name="Freeform 51"/>
            <p:cNvSpPr>
              <a:spLocks/>
            </p:cNvSpPr>
            <p:nvPr/>
          </p:nvSpPr>
          <p:spPr bwMode="auto">
            <a:xfrm>
              <a:off x="8847138" y="2060575"/>
              <a:ext cx="2209800" cy="3505200"/>
            </a:xfrm>
            <a:custGeom>
              <a:avLst/>
              <a:gdLst>
                <a:gd name="T0" fmla="*/ 459 w 568"/>
                <a:gd name="T1" fmla="*/ 504 h 900"/>
                <a:gd name="T2" fmla="*/ 284 w 568"/>
                <a:gd name="T3" fmla="*/ 0 h 900"/>
                <a:gd name="T4" fmla="*/ 109 w 568"/>
                <a:gd name="T5" fmla="*/ 504 h 900"/>
                <a:gd name="T6" fmla="*/ 0 w 568"/>
                <a:gd name="T7" fmla="*/ 900 h 900"/>
                <a:gd name="T8" fmla="*/ 284 w 568"/>
                <a:gd name="T9" fmla="*/ 900 h 900"/>
                <a:gd name="T10" fmla="*/ 568 w 568"/>
                <a:gd name="T11" fmla="*/ 900 h 900"/>
                <a:gd name="T12" fmla="*/ 459 w 568"/>
                <a:gd name="T13" fmla="*/ 504 h 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8" h="900">
                  <a:moveTo>
                    <a:pt x="459" y="504"/>
                  </a:moveTo>
                  <a:cubicBezTo>
                    <a:pt x="432" y="311"/>
                    <a:pt x="450" y="0"/>
                    <a:pt x="284" y="0"/>
                  </a:cubicBezTo>
                  <a:cubicBezTo>
                    <a:pt x="118" y="0"/>
                    <a:pt x="136" y="311"/>
                    <a:pt x="109" y="504"/>
                  </a:cubicBezTo>
                  <a:cubicBezTo>
                    <a:pt x="71" y="776"/>
                    <a:pt x="0" y="900"/>
                    <a:pt x="0" y="900"/>
                  </a:cubicBezTo>
                  <a:cubicBezTo>
                    <a:pt x="284" y="900"/>
                    <a:pt x="284" y="900"/>
                    <a:pt x="284" y="900"/>
                  </a:cubicBezTo>
                  <a:cubicBezTo>
                    <a:pt x="568" y="900"/>
                    <a:pt x="568" y="900"/>
                    <a:pt x="568" y="900"/>
                  </a:cubicBezTo>
                  <a:cubicBezTo>
                    <a:pt x="568" y="900"/>
                    <a:pt x="497" y="776"/>
                    <a:pt x="459" y="504"/>
                  </a:cubicBezTo>
                  <a:close/>
                </a:path>
              </a:pathLst>
            </a:custGeom>
            <a:solidFill>
              <a:srgbClr val="23929E">
                <a:alpha val="8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52"/>
            <p:cNvSpPr>
              <a:spLocks/>
            </p:cNvSpPr>
            <p:nvPr/>
          </p:nvSpPr>
          <p:spPr bwMode="auto">
            <a:xfrm>
              <a:off x="2222500" y="2060575"/>
              <a:ext cx="2206625" cy="3505200"/>
            </a:xfrm>
            <a:custGeom>
              <a:avLst/>
              <a:gdLst>
                <a:gd name="T0" fmla="*/ 458 w 567"/>
                <a:gd name="T1" fmla="*/ 504 h 900"/>
                <a:gd name="T2" fmla="*/ 284 w 567"/>
                <a:gd name="T3" fmla="*/ 0 h 900"/>
                <a:gd name="T4" fmla="*/ 109 w 567"/>
                <a:gd name="T5" fmla="*/ 504 h 900"/>
                <a:gd name="T6" fmla="*/ 0 w 567"/>
                <a:gd name="T7" fmla="*/ 900 h 900"/>
                <a:gd name="T8" fmla="*/ 284 w 567"/>
                <a:gd name="T9" fmla="*/ 900 h 900"/>
                <a:gd name="T10" fmla="*/ 567 w 567"/>
                <a:gd name="T11" fmla="*/ 900 h 900"/>
                <a:gd name="T12" fmla="*/ 458 w 567"/>
                <a:gd name="T13" fmla="*/ 504 h 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900">
                  <a:moveTo>
                    <a:pt x="458" y="504"/>
                  </a:moveTo>
                  <a:cubicBezTo>
                    <a:pt x="432" y="311"/>
                    <a:pt x="449" y="0"/>
                    <a:pt x="284" y="0"/>
                  </a:cubicBezTo>
                  <a:cubicBezTo>
                    <a:pt x="118" y="0"/>
                    <a:pt x="136" y="311"/>
                    <a:pt x="109" y="504"/>
                  </a:cubicBezTo>
                  <a:cubicBezTo>
                    <a:pt x="71" y="776"/>
                    <a:pt x="0" y="900"/>
                    <a:pt x="0" y="900"/>
                  </a:cubicBezTo>
                  <a:cubicBezTo>
                    <a:pt x="284" y="900"/>
                    <a:pt x="284" y="900"/>
                    <a:pt x="284" y="900"/>
                  </a:cubicBezTo>
                  <a:cubicBezTo>
                    <a:pt x="567" y="900"/>
                    <a:pt x="567" y="900"/>
                    <a:pt x="567" y="900"/>
                  </a:cubicBezTo>
                  <a:cubicBezTo>
                    <a:pt x="567" y="900"/>
                    <a:pt x="496" y="776"/>
                    <a:pt x="458" y="504"/>
                  </a:cubicBezTo>
                  <a:close/>
                </a:path>
              </a:pathLst>
            </a:custGeom>
            <a:solidFill>
              <a:srgbClr val="61605E">
                <a:alpha val="8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3"/>
            <p:cNvSpPr>
              <a:spLocks/>
            </p:cNvSpPr>
            <p:nvPr/>
          </p:nvSpPr>
          <p:spPr bwMode="auto">
            <a:xfrm>
              <a:off x="3327400" y="2682875"/>
              <a:ext cx="2206625" cy="2882900"/>
            </a:xfrm>
            <a:custGeom>
              <a:avLst/>
              <a:gdLst>
                <a:gd name="T0" fmla="*/ 458 w 567"/>
                <a:gd name="T1" fmla="*/ 414 h 740"/>
                <a:gd name="T2" fmla="*/ 283 w 567"/>
                <a:gd name="T3" fmla="*/ 0 h 740"/>
                <a:gd name="T4" fmla="*/ 109 w 567"/>
                <a:gd name="T5" fmla="*/ 414 h 740"/>
                <a:gd name="T6" fmla="*/ 0 w 567"/>
                <a:gd name="T7" fmla="*/ 740 h 740"/>
                <a:gd name="T8" fmla="*/ 283 w 567"/>
                <a:gd name="T9" fmla="*/ 740 h 740"/>
                <a:gd name="T10" fmla="*/ 567 w 567"/>
                <a:gd name="T11" fmla="*/ 740 h 740"/>
                <a:gd name="T12" fmla="*/ 458 w 567"/>
                <a:gd name="T13" fmla="*/ 414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740">
                  <a:moveTo>
                    <a:pt x="458" y="414"/>
                  </a:moveTo>
                  <a:cubicBezTo>
                    <a:pt x="431" y="256"/>
                    <a:pt x="449" y="0"/>
                    <a:pt x="283" y="0"/>
                  </a:cubicBezTo>
                  <a:cubicBezTo>
                    <a:pt x="118" y="0"/>
                    <a:pt x="136" y="256"/>
                    <a:pt x="109" y="414"/>
                  </a:cubicBezTo>
                  <a:cubicBezTo>
                    <a:pt x="71" y="638"/>
                    <a:pt x="0" y="740"/>
                    <a:pt x="0" y="740"/>
                  </a:cubicBezTo>
                  <a:cubicBezTo>
                    <a:pt x="283" y="740"/>
                    <a:pt x="283" y="740"/>
                    <a:pt x="283" y="740"/>
                  </a:cubicBezTo>
                  <a:cubicBezTo>
                    <a:pt x="567" y="740"/>
                    <a:pt x="567" y="740"/>
                    <a:pt x="567" y="740"/>
                  </a:cubicBezTo>
                  <a:cubicBezTo>
                    <a:pt x="567" y="740"/>
                    <a:pt x="496" y="638"/>
                    <a:pt x="458" y="414"/>
                  </a:cubicBezTo>
                  <a:close/>
                </a:path>
              </a:pathLst>
            </a:custGeom>
            <a:solidFill>
              <a:srgbClr val="C3C5C4">
                <a:alpha val="8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Google Shape;564;p21"/>
          <p:cNvSpPr txBox="1">
            <a:spLocks noChangeArrowheads="1"/>
          </p:cNvSpPr>
          <p:nvPr/>
        </p:nvSpPr>
        <p:spPr bwMode="auto">
          <a:xfrm>
            <a:off x="9523413" y="1657350"/>
            <a:ext cx="2178050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700"/>
              <a:buFont typeface="Open Sans" panose="020B0606030504020204" pitchFamily="34" charset="0"/>
              <a:buNone/>
            </a:pPr>
            <a:r>
              <a:rPr lang="en-US" altLang="en-US" sz="17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0723" name="Google Shape;565;p21"/>
          <p:cNvSpPr>
            <a:spLocks noChangeArrowheads="1"/>
          </p:cNvSpPr>
          <p:nvPr/>
        </p:nvSpPr>
        <p:spPr bwMode="auto">
          <a:xfrm>
            <a:off x="6931025" y="1243013"/>
            <a:ext cx="1354138" cy="1355725"/>
          </a:xfrm>
          <a:prstGeom prst="ellipse">
            <a:avLst/>
          </a:pr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24" name="Google Shape;566;p21"/>
          <p:cNvSpPr>
            <a:spLocks noChangeArrowheads="1"/>
          </p:cNvSpPr>
          <p:nvPr/>
        </p:nvSpPr>
        <p:spPr bwMode="auto">
          <a:xfrm>
            <a:off x="6931025" y="4270375"/>
            <a:ext cx="1354138" cy="1355725"/>
          </a:xfrm>
          <a:prstGeom prst="ellipse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25" name="Google Shape;567;p21"/>
          <p:cNvSpPr>
            <a:spLocks noChangeArrowheads="1"/>
          </p:cNvSpPr>
          <p:nvPr/>
        </p:nvSpPr>
        <p:spPr bwMode="auto">
          <a:xfrm>
            <a:off x="3910013" y="1243013"/>
            <a:ext cx="1354137" cy="1355725"/>
          </a:xfrm>
          <a:prstGeom prst="ellipse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26" name="Google Shape;568;p21"/>
          <p:cNvSpPr>
            <a:spLocks noChangeArrowheads="1"/>
          </p:cNvSpPr>
          <p:nvPr/>
        </p:nvSpPr>
        <p:spPr bwMode="auto">
          <a:xfrm>
            <a:off x="3910013" y="4270375"/>
            <a:ext cx="1354137" cy="1355725"/>
          </a:xfrm>
          <a:prstGeom prst="ellipse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27" name="Google Shape;569;p21"/>
          <p:cNvSpPr>
            <a:spLocks/>
          </p:cNvSpPr>
          <p:nvPr/>
        </p:nvSpPr>
        <p:spPr bwMode="auto">
          <a:xfrm>
            <a:off x="8016875" y="2598738"/>
            <a:ext cx="174625" cy="1651000"/>
          </a:xfrm>
          <a:custGeom>
            <a:avLst/>
            <a:gdLst>
              <a:gd name="T0" fmla="*/ 0 w 43"/>
              <a:gd name="T1" fmla="*/ 0 h 406"/>
              <a:gd name="T2" fmla="*/ 43 w 43"/>
              <a:gd name="T3" fmla="*/ 205 h 406"/>
              <a:gd name="T4" fmla="*/ 2 w 43"/>
              <a:gd name="T5" fmla="*/ 406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" h="406" extrusionOk="0">
                <a:moveTo>
                  <a:pt x="0" y="0"/>
                </a:moveTo>
                <a:cubicBezTo>
                  <a:pt x="28" y="63"/>
                  <a:pt x="43" y="132"/>
                  <a:pt x="43" y="205"/>
                </a:cubicBezTo>
                <a:cubicBezTo>
                  <a:pt x="43" y="276"/>
                  <a:pt x="29" y="344"/>
                  <a:pt x="2" y="406"/>
                </a:cubicBezTo>
              </a:path>
            </a:pathLst>
          </a:custGeom>
          <a:noFill/>
          <a:ln w="28575" cap="rnd" cmpd="sng">
            <a:solidFill>
              <a:srgbClr val="231F20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28" name="Google Shape;570;p21"/>
          <p:cNvSpPr>
            <a:spLocks/>
          </p:cNvSpPr>
          <p:nvPr/>
        </p:nvSpPr>
        <p:spPr bwMode="auto">
          <a:xfrm>
            <a:off x="5284788" y="5357813"/>
            <a:ext cx="1646237" cy="169862"/>
          </a:xfrm>
          <a:custGeom>
            <a:avLst/>
            <a:gdLst>
              <a:gd name="T0" fmla="*/ 405 w 405"/>
              <a:gd name="T1" fmla="*/ 0 h 42"/>
              <a:gd name="T2" fmla="*/ 200 w 405"/>
              <a:gd name="T3" fmla="*/ 42 h 42"/>
              <a:gd name="T4" fmla="*/ 0 w 405"/>
              <a:gd name="T5" fmla="*/ 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5" h="42" extrusionOk="0">
                <a:moveTo>
                  <a:pt x="405" y="0"/>
                </a:moveTo>
                <a:cubicBezTo>
                  <a:pt x="342" y="27"/>
                  <a:pt x="273" y="42"/>
                  <a:pt x="200" y="42"/>
                </a:cubicBezTo>
                <a:cubicBezTo>
                  <a:pt x="129" y="42"/>
                  <a:pt x="61" y="28"/>
                  <a:pt x="0" y="2"/>
                </a:cubicBezTo>
              </a:path>
            </a:pathLst>
          </a:custGeom>
          <a:noFill/>
          <a:ln w="28575" cap="rnd" cmpd="sng">
            <a:solidFill>
              <a:srgbClr val="231F20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29" name="Google Shape;571;p21"/>
          <p:cNvSpPr>
            <a:spLocks/>
          </p:cNvSpPr>
          <p:nvPr/>
        </p:nvSpPr>
        <p:spPr bwMode="auto">
          <a:xfrm>
            <a:off x="4003675" y="2617788"/>
            <a:ext cx="174625" cy="1652587"/>
          </a:xfrm>
          <a:custGeom>
            <a:avLst/>
            <a:gdLst>
              <a:gd name="T0" fmla="*/ 43 w 43"/>
              <a:gd name="T1" fmla="*/ 406 h 406"/>
              <a:gd name="T2" fmla="*/ 0 w 43"/>
              <a:gd name="T3" fmla="*/ 200 h 406"/>
              <a:gd name="T4" fmla="*/ 41 w 43"/>
              <a:gd name="T5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" h="406" extrusionOk="0">
                <a:moveTo>
                  <a:pt x="43" y="406"/>
                </a:moveTo>
                <a:cubicBezTo>
                  <a:pt x="15" y="343"/>
                  <a:pt x="0" y="273"/>
                  <a:pt x="0" y="200"/>
                </a:cubicBezTo>
                <a:cubicBezTo>
                  <a:pt x="0" y="129"/>
                  <a:pt x="14" y="62"/>
                  <a:pt x="41" y="0"/>
                </a:cubicBezTo>
              </a:path>
            </a:pathLst>
          </a:custGeom>
          <a:noFill/>
          <a:ln w="28575" cap="rnd" cmpd="sng">
            <a:solidFill>
              <a:srgbClr val="231F20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0" name="Google Shape;572;p21"/>
          <p:cNvSpPr>
            <a:spLocks/>
          </p:cNvSpPr>
          <p:nvPr/>
        </p:nvSpPr>
        <p:spPr bwMode="auto">
          <a:xfrm>
            <a:off x="5264150" y="1336675"/>
            <a:ext cx="1646238" cy="174625"/>
          </a:xfrm>
          <a:custGeom>
            <a:avLst/>
            <a:gdLst>
              <a:gd name="T0" fmla="*/ 0 w 405"/>
              <a:gd name="T1" fmla="*/ 43 h 43"/>
              <a:gd name="T2" fmla="*/ 205 w 405"/>
              <a:gd name="T3" fmla="*/ 0 h 43"/>
              <a:gd name="T4" fmla="*/ 405 w 405"/>
              <a:gd name="T5" fmla="*/ 41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5" h="43" extrusionOk="0">
                <a:moveTo>
                  <a:pt x="0" y="43"/>
                </a:moveTo>
                <a:cubicBezTo>
                  <a:pt x="63" y="16"/>
                  <a:pt x="132" y="0"/>
                  <a:pt x="205" y="0"/>
                </a:cubicBezTo>
                <a:cubicBezTo>
                  <a:pt x="276" y="0"/>
                  <a:pt x="344" y="15"/>
                  <a:pt x="405" y="41"/>
                </a:cubicBezTo>
              </a:path>
            </a:pathLst>
          </a:custGeom>
          <a:noFill/>
          <a:ln w="28575" cap="rnd" cmpd="sng">
            <a:solidFill>
              <a:srgbClr val="231F20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1" name="Google Shape;573;p21"/>
          <p:cNvSpPr>
            <a:spLocks/>
          </p:cNvSpPr>
          <p:nvPr/>
        </p:nvSpPr>
        <p:spPr bwMode="auto">
          <a:xfrm>
            <a:off x="7235825" y="4575175"/>
            <a:ext cx="744538" cy="746125"/>
          </a:xfrm>
          <a:custGeom>
            <a:avLst/>
            <a:gdLst>
              <a:gd name="T0" fmla="*/ 75 w 183"/>
              <a:gd name="T1" fmla="*/ 176 h 183"/>
              <a:gd name="T2" fmla="*/ 60 w 183"/>
              <a:gd name="T3" fmla="*/ 152 h 183"/>
              <a:gd name="T4" fmla="*/ 33 w 183"/>
              <a:gd name="T5" fmla="*/ 162 h 183"/>
              <a:gd name="T6" fmla="*/ 31 w 183"/>
              <a:gd name="T7" fmla="*/ 125 h 183"/>
              <a:gd name="T8" fmla="*/ 25 w 183"/>
              <a:gd name="T9" fmla="*/ 111 h 183"/>
              <a:gd name="T10" fmla="*/ 0 w 183"/>
              <a:gd name="T11" fmla="*/ 82 h 183"/>
              <a:gd name="T12" fmla="*/ 26 w 183"/>
              <a:gd name="T13" fmla="*/ 70 h 183"/>
              <a:gd name="T14" fmla="*/ 20 w 183"/>
              <a:gd name="T15" fmla="*/ 43 h 183"/>
              <a:gd name="T16" fmla="*/ 44 w 183"/>
              <a:gd name="T17" fmla="*/ 19 h 183"/>
              <a:gd name="T18" fmla="*/ 71 w 183"/>
              <a:gd name="T19" fmla="*/ 26 h 183"/>
              <a:gd name="T20" fmla="*/ 83 w 183"/>
              <a:gd name="T21" fmla="*/ 0 h 183"/>
              <a:gd name="T22" fmla="*/ 111 w 183"/>
              <a:gd name="T23" fmla="*/ 24 h 183"/>
              <a:gd name="T24" fmla="*/ 125 w 183"/>
              <a:gd name="T25" fmla="*/ 30 h 183"/>
              <a:gd name="T26" fmla="*/ 163 w 183"/>
              <a:gd name="T27" fmla="*/ 33 h 183"/>
              <a:gd name="T28" fmla="*/ 153 w 183"/>
              <a:gd name="T29" fmla="*/ 60 h 183"/>
              <a:gd name="T30" fmla="*/ 177 w 183"/>
              <a:gd name="T31" fmla="*/ 74 h 183"/>
              <a:gd name="T32" fmla="*/ 183 w 183"/>
              <a:gd name="T33" fmla="*/ 100 h 183"/>
              <a:gd name="T34" fmla="*/ 157 w 183"/>
              <a:gd name="T35" fmla="*/ 112 h 183"/>
              <a:gd name="T36" fmla="*/ 164 w 183"/>
              <a:gd name="T37" fmla="*/ 139 h 183"/>
              <a:gd name="T38" fmla="*/ 140 w 183"/>
              <a:gd name="T39" fmla="*/ 163 h 183"/>
              <a:gd name="T40" fmla="*/ 113 w 183"/>
              <a:gd name="T41" fmla="*/ 157 h 183"/>
              <a:gd name="T42" fmla="*/ 101 w 183"/>
              <a:gd name="T43" fmla="*/ 183 h 183"/>
              <a:gd name="T44" fmla="*/ 103 w 183"/>
              <a:gd name="T45" fmla="*/ 157 h 183"/>
              <a:gd name="T46" fmla="*/ 130 w 183"/>
              <a:gd name="T47" fmla="*/ 146 h 183"/>
              <a:gd name="T48" fmla="*/ 146 w 183"/>
              <a:gd name="T49" fmla="*/ 130 h 183"/>
              <a:gd name="T50" fmla="*/ 157 w 183"/>
              <a:gd name="T51" fmla="*/ 103 h 183"/>
              <a:gd name="T52" fmla="*/ 157 w 183"/>
              <a:gd name="T53" fmla="*/ 80 h 183"/>
              <a:gd name="T54" fmla="*/ 146 w 183"/>
              <a:gd name="T55" fmla="*/ 53 h 183"/>
              <a:gd name="T56" fmla="*/ 130 w 183"/>
              <a:gd name="T57" fmla="*/ 37 h 183"/>
              <a:gd name="T58" fmla="*/ 103 w 183"/>
              <a:gd name="T59" fmla="*/ 26 h 183"/>
              <a:gd name="T60" fmla="*/ 81 w 183"/>
              <a:gd name="T61" fmla="*/ 26 h 183"/>
              <a:gd name="T62" fmla="*/ 53 w 183"/>
              <a:gd name="T63" fmla="*/ 37 h 183"/>
              <a:gd name="T64" fmla="*/ 37 w 183"/>
              <a:gd name="T65" fmla="*/ 53 h 183"/>
              <a:gd name="T66" fmla="*/ 26 w 183"/>
              <a:gd name="T67" fmla="*/ 80 h 183"/>
              <a:gd name="T68" fmla="*/ 26 w 183"/>
              <a:gd name="T69" fmla="*/ 103 h 183"/>
              <a:gd name="T70" fmla="*/ 37 w 183"/>
              <a:gd name="T71" fmla="*/ 130 h 183"/>
              <a:gd name="T72" fmla="*/ 53 w 183"/>
              <a:gd name="T73" fmla="*/ 146 h 183"/>
              <a:gd name="T74" fmla="*/ 81 w 183"/>
              <a:gd name="T75" fmla="*/ 157 h 183"/>
              <a:gd name="T76" fmla="*/ 27 w 183"/>
              <a:gd name="T77" fmla="*/ 144 h 183"/>
              <a:gd name="T78" fmla="*/ 157 w 183"/>
              <a:gd name="T79" fmla="*/ 144 h 183"/>
              <a:gd name="T80" fmla="*/ 9 w 183"/>
              <a:gd name="T81" fmla="*/ 100 h 183"/>
              <a:gd name="T82" fmla="*/ 175 w 183"/>
              <a:gd name="T83" fmla="*/ 100 h 183"/>
              <a:gd name="T84" fmla="*/ 8 w 183"/>
              <a:gd name="T85" fmla="*/ 100 h 183"/>
              <a:gd name="T86" fmla="*/ 145 w 183"/>
              <a:gd name="T87" fmla="*/ 26 h 183"/>
              <a:gd name="T88" fmla="*/ 92 w 183"/>
              <a:gd name="T89" fmla="*/ 128 h 183"/>
              <a:gd name="T90" fmla="*/ 84 w 183"/>
              <a:gd name="T91" fmla="*/ 56 h 183"/>
              <a:gd name="T92" fmla="*/ 100 w 183"/>
              <a:gd name="T93" fmla="*/ 127 h 183"/>
              <a:gd name="T94" fmla="*/ 85 w 183"/>
              <a:gd name="T95" fmla="*/ 64 h 183"/>
              <a:gd name="T96" fmla="*/ 98 w 183"/>
              <a:gd name="T97" fmla="*/ 119 h 183"/>
              <a:gd name="T98" fmla="*/ 112 w 183"/>
              <a:gd name="T99" fmla="*/ 71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83" h="183" extrusionOk="0">
                <a:moveTo>
                  <a:pt x="101" y="183"/>
                </a:moveTo>
                <a:cubicBezTo>
                  <a:pt x="83" y="183"/>
                  <a:pt x="83" y="183"/>
                  <a:pt x="83" y="183"/>
                </a:cubicBezTo>
                <a:cubicBezTo>
                  <a:pt x="79" y="183"/>
                  <a:pt x="76" y="180"/>
                  <a:pt x="75" y="176"/>
                </a:cubicBezTo>
                <a:cubicBezTo>
                  <a:pt x="72" y="158"/>
                  <a:pt x="72" y="158"/>
                  <a:pt x="72" y="158"/>
                </a:cubicBezTo>
                <a:cubicBezTo>
                  <a:pt x="72" y="157"/>
                  <a:pt x="71" y="157"/>
                  <a:pt x="71" y="157"/>
                </a:cubicBezTo>
                <a:cubicBezTo>
                  <a:pt x="67" y="155"/>
                  <a:pt x="64" y="154"/>
                  <a:pt x="60" y="152"/>
                </a:cubicBezTo>
                <a:cubicBezTo>
                  <a:pt x="60" y="152"/>
                  <a:pt x="59" y="152"/>
                  <a:pt x="58" y="152"/>
                </a:cubicBezTo>
                <a:cubicBezTo>
                  <a:pt x="44" y="163"/>
                  <a:pt x="44" y="163"/>
                  <a:pt x="44" y="163"/>
                </a:cubicBezTo>
                <a:cubicBezTo>
                  <a:pt x="41" y="165"/>
                  <a:pt x="36" y="165"/>
                  <a:pt x="33" y="162"/>
                </a:cubicBezTo>
                <a:cubicBezTo>
                  <a:pt x="21" y="150"/>
                  <a:pt x="21" y="150"/>
                  <a:pt x="21" y="150"/>
                </a:cubicBezTo>
                <a:cubicBezTo>
                  <a:pt x="18" y="147"/>
                  <a:pt x="18" y="142"/>
                  <a:pt x="20" y="139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31" y="124"/>
                  <a:pt x="31" y="123"/>
                  <a:pt x="31" y="123"/>
                </a:cubicBezTo>
                <a:cubicBezTo>
                  <a:pt x="29" y="119"/>
                  <a:pt x="28" y="116"/>
                  <a:pt x="26" y="112"/>
                </a:cubicBezTo>
                <a:cubicBezTo>
                  <a:pt x="26" y="111"/>
                  <a:pt x="26" y="111"/>
                  <a:pt x="25" y="111"/>
                </a:cubicBezTo>
                <a:cubicBezTo>
                  <a:pt x="7" y="108"/>
                  <a:pt x="7" y="108"/>
                  <a:pt x="7" y="108"/>
                </a:cubicBezTo>
                <a:cubicBezTo>
                  <a:pt x="3" y="107"/>
                  <a:pt x="0" y="104"/>
                  <a:pt x="0" y="100"/>
                </a:cubicBezTo>
                <a:cubicBezTo>
                  <a:pt x="0" y="82"/>
                  <a:pt x="0" y="82"/>
                  <a:pt x="0" y="82"/>
                </a:cubicBezTo>
                <a:cubicBezTo>
                  <a:pt x="0" y="78"/>
                  <a:pt x="3" y="75"/>
                  <a:pt x="7" y="74"/>
                </a:cubicBezTo>
                <a:cubicBezTo>
                  <a:pt x="25" y="72"/>
                  <a:pt x="25" y="72"/>
                  <a:pt x="25" y="72"/>
                </a:cubicBezTo>
                <a:cubicBezTo>
                  <a:pt x="26" y="72"/>
                  <a:pt x="26" y="71"/>
                  <a:pt x="26" y="70"/>
                </a:cubicBezTo>
                <a:cubicBezTo>
                  <a:pt x="28" y="67"/>
                  <a:pt x="29" y="63"/>
                  <a:pt x="31" y="60"/>
                </a:cubicBezTo>
                <a:cubicBezTo>
                  <a:pt x="31" y="59"/>
                  <a:pt x="31" y="58"/>
                  <a:pt x="31" y="58"/>
                </a:cubicBezTo>
                <a:cubicBezTo>
                  <a:pt x="20" y="43"/>
                  <a:pt x="20" y="43"/>
                  <a:pt x="20" y="43"/>
                </a:cubicBezTo>
                <a:cubicBezTo>
                  <a:pt x="18" y="40"/>
                  <a:pt x="18" y="35"/>
                  <a:pt x="21" y="33"/>
                </a:cubicBezTo>
                <a:cubicBezTo>
                  <a:pt x="33" y="20"/>
                  <a:pt x="33" y="20"/>
                  <a:pt x="33" y="20"/>
                </a:cubicBezTo>
                <a:cubicBezTo>
                  <a:pt x="36" y="17"/>
                  <a:pt x="41" y="17"/>
                  <a:pt x="44" y="19"/>
                </a:cubicBezTo>
                <a:cubicBezTo>
                  <a:pt x="58" y="30"/>
                  <a:pt x="58" y="30"/>
                  <a:pt x="58" y="30"/>
                </a:cubicBezTo>
                <a:cubicBezTo>
                  <a:pt x="59" y="30"/>
                  <a:pt x="60" y="30"/>
                  <a:pt x="60" y="30"/>
                </a:cubicBezTo>
                <a:cubicBezTo>
                  <a:pt x="64" y="28"/>
                  <a:pt x="67" y="27"/>
                  <a:pt x="71" y="26"/>
                </a:cubicBezTo>
                <a:cubicBezTo>
                  <a:pt x="72" y="26"/>
                  <a:pt x="72" y="25"/>
                  <a:pt x="72" y="24"/>
                </a:cubicBezTo>
                <a:cubicBezTo>
                  <a:pt x="75" y="6"/>
                  <a:pt x="75" y="6"/>
                  <a:pt x="75" y="6"/>
                </a:cubicBezTo>
                <a:cubicBezTo>
                  <a:pt x="76" y="3"/>
                  <a:pt x="79" y="0"/>
                  <a:pt x="83" y="0"/>
                </a:cubicBezTo>
                <a:cubicBezTo>
                  <a:pt x="101" y="0"/>
                  <a:pt x="101" y="0"/>
                  <a:pt x="101" y="0"/>
                </a:cubicBezTo>
                <a:cubicBezTo>
                  <a:pt x="105" y="0"/>
                  <a:pt x="108" y="3"/>
                  <a:pt x="109" y="6"/>
                </a:cubicBezTo>
                <a:cubicBezTo>
                  <a:pt x="111" y="24"/>
                  <a:pt x="111" y="24"/>
                  <a:pt x="111" y="24"/>
                </a:cubicBezTo>
                <a:cubicBezTo>
                  <a:pt x="111" y="25"/>
                  <a:pt x="112" y="26"/>
                  <a:pt x="113" y="26"/>
                </a:cubicBezTo>
                <a:cubicBezTo>
                  <a:pt x="116" y="27"/>
                  <a:pt x="120" y="28"/>
                  <a:pt x="123" y="30"/>
                </a:cubicBezTo>
                <a:cubicBezTo>
                  <a:pt x="124" y="30"/>
                  <a:pt x="125" y="30"/>
                  <a:pt x="125" y="30"/>
                </a:cubicBezTo>
                <a:cubicBezTo>
                  <a:pt x="140" y="19"/>
                  <a:pt x="140" y="19"/>
                  <a:pt x="140" y="19"/>
                </a:cubicBezTo>
                <a:cubicBezTo>
                  <a:pt x="143" y="17"/>
                  <a:pt x="148" y="17"/>
                  <a:pt x="150" y="20"/>
                </a:cubicBezTo>
                <a:cubicBezTo>
                  <a:pt x="163" y="33"/>
                  <a:pt x="163" y="33"/>
                  <a:pt x="163" y="33"/>
                </a:cubicBezTo>
                <a:cubicBezTo>
                  <a:pt x="166" y="35"/>
                  <a:pt x="166" y="40"/>
                  <a:pt x="164" y="43"/>
                </a:cubicBezTo>
                <a:cubicBezTo>
                  <a:pt x="153" y="58"/>
                  <a:pt x="153" y="58"/>
                  <a:pt x="153" y="58"/>
                </a:cubicBezTo>
                <a:cubicBezTo>
                  <a:pt x="153" y="58"/>
                  <a:pt x="153" y="59"/>
                  <a:pt x="153" y="60"/>
                </a:cubicBezTo>
                <a:cubicBezTo>
                  <a:pt x="155" y="63"/>
                  <a:pt x="156" y="67"/>
                  <a:pt x="157" y="70"/>
                </a:cubicBezTo>
                <a:cubicBezTo>
                  <a:pt x="157" y="71"/>
                  <a:pt x="158" y="72"/>
                  <a:pt x="159" y="72"/>
                </a:cubicBezTo>
                <a:cubicBezTo>
                  <a:pt x="177" y="74"/>
                  <a:pt x="177" y="74"/>
                  <a:pt x="177" y="74"/>
                </a:cubicBezTo>
                <a:cubicBezTo>
                  <a:pt x="177" y="74"/>
                  <a:pt x="177" y="74"/>
                  <a:pt x="177" y="74"/>
                </a:cubicBezTo>
                <a:cubicBezTo>
                  <a:pt x="181" y="75"/>
                  <a:pt x="183" y="78"/>
                  <a:pt x="183" y="82"/>
                </a:cubicBezTo>
                <a:cubicBezTo>
                  <a:pt x="183" y="100"/>
                  <a:pt x="183" y="100"/>
                  <a:pt x="183" y="100"/>
                </a:cubicBezTo>
                <a:cubicBezTo>
                  <a:pt x="183" y="104"/>
                  <a:pt x="180" y="107"/>
                  <a:pt x="177" y="108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7" y="112"/>
                  <a:pt x="157" y="112"/>
                </a:cubicBezTo>
                <a:cubicBezTo>
                  <a:pt x="156" y="116"/>
                  <a:pt x="155" y="119"/>
                  <a:pt x="153" y="123"/>
                </a:cubicBezTo>
                <a:cubicBezTo>
                  <a:pt x="153" y="123"/>
                  <a:pt x="153" y="124"/>
                  <a:pt x="153" y="125"/>
                </a:cubicBezTo>
                <a:cubicBezTo>
                  <a:pt x="164" y="139"/>
                  <a:pt x="164" y="139"/>
                  <a:pt x="164" y="139"/>
                </a:cubicBezTo>
                <a:cubicBezTo>
                  <a:pt x="166" y="143"/>
                  <a:pt x="166" y="147"/>
                  <a:pt x="163" y="150"/>
                </a:cubicBezTo>
                <a:cubicBezTo>
                  <a:pt x="150" y="162"/>
                  <a:pt x="150" y="162"/>
                  <a:pt x="150" y="162"/>
                </a:cubicBezTo>
                <a:cubicBezTo>
                  <a:pt x="148" y="165"/>
                  <a:pt x="143" y="165"/>
                  <a:pt x="140" y="163"/>
                </a:cubicBezTo>
                <a:cubicBezTo>
                  <a:pt x="125" y="152"/>
                  <a:pt x="125" y="152"/>
                  <a:pt x="125" y="152"/>
                </a:cubicBezTo>
                <a:cubicBezTo>
                  <a:pt x="125" y="152"/>
                  <a:pt x="124" y="152"/>
                  <a:pt x="123" y="152"/>
                </a:cubicBezTo>
                <a:cubicBezTo>
                  <a:pt x="120" y="154"/>
                  <a:pt x="116" y="155"/>
                  <a:pt x="113" y="157"/>
                </a:cubicBezTo>
                <a:cubicBezTo>
                  <a:pt x="112" y="157"/>
                  <a:pt x="111" y="157"/>
                  <a:pt x="111" y="158"/>
                </a:cubicBezTo>
                <a:cubicBezTo>
                  <a:pt x="109" y="176"/>
                  <a:pt x="109" y="176"/>
                  <a:pt x="109" y="176"/>
                </a:cubicBezTo>
                <a:cubicBezTo>
                  <a:pt x="108" y="180"/>
                  <a:pt x="105" y="183"/>
                  <a:pt x="101" y="183"/>
                </a:cubicBezTo>
                <a:close/>
                <a:moveTo>
                  <a:pt x="83" y="174"/>
                </a:moveTo>
                <a:cubicBezTo>
                  <a:pt x="100" y="174"/>
                  <a:pt x="100" y="174"/>
                  <a:pt x="100" y="174"/>
                </a:cubicBezTo>
                <a:cubicBezTo>
                  <a:pt x="103" y="157"/>
                  <a:pt x="103" y="157"/>
                  <a:pt x="103" y="157"/>
                </a:cubicBezTo>
                <a:cubicBezTo>
                  <a:pt x="104" y="153"/>
                  <a:pt x="106" y="150"/>
                  <a:pt x="110" y="149"/>
                </a:cubicBezTo>
                <a:cubicBezTo>
                  <a:pt x="113" y="148"/>
                  <a:pt x="116" y="146"/>
                  <a:pt x="119" y="145"/>
                </a:cubicBezTo>
                <a:cubicBezTo>
                  <a:pt x="123" y="143"/>
                  <a:pt x="127" y="143"/>
                  <a:pt x="130" y="146"/>
                </a:cubicBezTo>
                <a:cubicBezTo>
                  <a:pt x="145" y="156"/>
                  <a:pt x="145" y="156"/>
                  <a:pt x="145" y="156"/>
                </a:cubicBezTo>
                <a:cubicBezTo>
                  <a:pt x="157" y="144"/>
                  <a:pt x="157" y="144"/>
                  <a:pt x="157" y="144"/>
                </a:cubicBezTo>
                <a:cubicBezTo>
                  <a:pt x="146" y="130"/>
                  <a:pt x="146" y="130"/>
                  <a:pt x="146" y="130"/>
                </a:cubicBezTo>
                <a:cubicBezTo>
                  <a:pt x="144" y="126"/>
                  <a:pt x="144" y="122"/>
                  <a:pt x="145" y="119"/>
                </a:cubicBezTo>
                <a:cubicBezTo>
                  <a:pt x="147" y="116"/>
                  <a:pt x="148" y="113"/>
                  <a:pt x="149" y="110"/>
                </a:cubicBezTo>
                <a:cubicBezTo>
                  <a:pt x="150" y="106"/>
                  <a:pt x="154" y="103"/>
                  <a:pt x="157" y="103"/>
                </a:cubicBezTo>
                <a:cubicBezTo>
                  <a:pt x="175" y="100"/>
                  <a:pt x="175" y="100"/>
                  <a:pt x="175" y="100"/>
                </a:cubicBezTo>
                <a:cubicBezTo>
                  <a:pt x="175" y="83"/>
                  <a:pt x="175" y="83"/>
                  <a:pt x="175" y="83"/>
                </a:cubicBezTo>
                <a:cubicBezTo>
                  <a:pt x="157" y="80"/>
                  <a:pt x="157" y="80"/>
                  <a:pt x="157" y="80"/>
                </a:cubicBezTo>
                <a:cubicBezTo>
                  <a:pt x="154" y="79"/>
                  <a:pt x="150" y="77"/>
                  <a:pt x="149" y="73"/>
                </a:cubicBezTo>
                <a:cubicBezTo>
                  <a:pt x="148" y="70"/>
                  <a:pt x="147" y="67"/>
                  <a:pt x="145" y="64"/>
                </a:cubicBezTo>
                <a:cubicBezTo>
                  <a:pt x="144" y="60"/>
                  <a:pt x="144" y="56"/>
                  <a:pt x="146" y="53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45" y="26"/>
                  <a:pt x="145" y="26"/>
                  <a:pt x="145" y="26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27" y="39"/>
                  <a:pt x="123" y="39"/>
                  <a:pt x="119" y="38"/>
                </a:cubicBezTo>
                <a:cubicBezTo>
                  <a:pt x="116" y="36"/>
                  <a:pt x="113" y="35"/>
                  <a:pt x="110" y="34"/>
                </a:cubicBezTo>
                <a:cubicBezTo>
                  <a:pt x="106" y="33"/>
                  <a:pt x="104" y="29"/>
                  <a:pt x="103" y="26"/>
                </a:cubicBezTo>
                <a:cubicBezTo>
                  <a:pt x="100" y="8"/>
                  <a:pt x="100" y="8"/>
                  <a:pt x="100" y="8"/>
                </a:cubicBezTo>
                <a:cubicBezTo>
                  <a:pt x="83" y="8"/>
                  <a:pt x="83" y="8"/>
                  <a:pt x="83" y="8"/>
                </a:cubicBezTo>
                <a:cubicBezTo>
                  <a:pt x="81" y="26"/>
                  <a:pt x="81" y="26"/>
                  <a:pt x="81" y="26"/>
                </a:cubicBezTo>
                <a:cubicBezTo>
                  <a:pt x="80" y="29"/>
                  <a:pt x="77" y="33"/>
                  <a:pt x="73" y="34"/>
                </a:cubicBezTo>
                <a:cubicBezTo>
                  <a:pt x="70" y="35"/>
                  <a:pt x="67" y="36"/>
                  <a:pt x="64" y="38"/>
                </a:cubicBezTo>
                <a:cubicBezTo>
                  <a:pt x="61" y="39"/>
                  <a:pt x="57" y="39"/>
                  <a:pt x="53" y="37"/>
                </a:cubicBezTo>
                <a:cubicBezTo>
                  <a:pt x="39" y="26"/>
                  <a:pt x="39" y="26"/>
                  <a:pt x="39" y="26"/>
                </a:cubicBezTo>
                <a:cubicBezTo>
                  <a:pt x="27" y="38"/>
                  <a:pt x="27" y="38"/>
                  <a:pt x="27" y="38"/>
                </a:cubicBezTo>
                <a:cubicBezTo>
                  <a:pt x="37" y="53"/>
                  <a:pt x="37" y="53"/>
                  <a:pt x="37" y="53"/>
                </a:cubicBezTo>
                <a:cubicBezTo>
                  <a:pt x="40" y="56"/>
                  <a:pt x="40" y="60"/>
                  <a:pt x="38" y="64"/>
                </a:cubicBezTo>
                <a:cubicBezTo>
                  <a:pt x="37" y="67"/>
                  <a:pt x="35" y="70"/>
                  <a:pt x="34" y="73"/>
                </a:cubicBezTo>
                <a:cubicBezTo>
                  <a:pt x="33" y="77"/>
                  <a:pt x="30" y="79"/>
                  <a:pt x="26" y="80"/>
                </a:cubicBezTo>
                <a:cubicBezTo>
                  <a:pt x="9" y="83"/>
                  <a:pt x="9" y="83"/>
                  <a:pt x="9" y="83"/>
                </a:cubicBezTo>
                <a:cubicBezTo>
                  <a:pt x="9" y="100"/>
                  <a:pt x="9" y="100"/>
                  <a:pt x="9" y="100"/>
                </a:cubicBezTo>
                <a:cubicBezTo>
                  <a:pt x="26" y="103"/>
                  <a:pt x="26" y="103"/>
                  <a:pt x="26" y="103"/>
                </a:cubicBezTo>
                <a:cubicBezTo>
                  <a:pt x="30" y="103"/>
                  <a:pt x="33" y="106"/>
                  <a:pt x="34" y="110"/>
                </a:cubicBezTo>
                <a:cubicBezTo>
                  <a:pt x="35" y="113"/>
                  <a:pt x="37" y="116"/>
                  <a:pt x="38" y="119"/>
                </a:cubicBezTo>
                <a:cubicBezTo>
                  <a:pt x="40" y="122"/>
                  <a:pt x="40" y="126"/>
                  <a:pt x="37" y="130"/>
                </a:cubicBezTo>
                <a:cubicBezTo>
                  <a:pt x="27" y="144"/>
                  <a:pt x="27" y="144"/>
                  <a:pt x="27" y="144"/>
                </a:cubicBezTo>
                <a:cubicBezTo>
                  <a:pt x="39" y="156"/>
                  <a:pt x="39" y="156"/>
                  <a:pt x="39" y="156"/>
                </a:cubicBezTo>
                <a:cubicBezTo>
                  <a:pt x="53" y="146"/>
                  <a:pt x="53" y="146"/>
                  <a:pt x="53" y="146"/>
                </a:cubicBezTo>
                <a:cubicBezTo>
                  <a:pt x="57" y="143"/>
                  <a:pt x="61" y="143"/>
                  <a:pt x="64" y="145"/>
                </a:cubicBezTo>
                <a:cubicBezTo>
                  <a:pt x="67" y="146"/>
                  <a:pt x="70" y="148"/>
                  <a:pt x="73" y="149"/>
                </a:cubicBezTo>
                <a:cubicBezTo>
                  <a:pt x="77" y="150"/>
                  <a:pt x="80" y="153"/>
                  <a:pt x="81" y="157"/>
                </a:cubicBezTo>
                <a:lnTo>
                  <a:pt x="83" y="174"/>
                </a:lnTo>
                <a:close/>
                <a:moveTo>
                  <a:pt x="27" y="144"/>
                </a:moveTo>
                <a:cubicBezTo>
                  <a:pt x="27" y="144"/>
                  <a:pt x="27" y="144"/>
                  <a:pt x="27" y="144"/>
                </a:cubicBezTo>
                <a:cubicBezTo>
                  <a:pt x="27" y="144"/>
                  <a:pt x="27" y="144"/>
                  <a:pt x="27" y="144"/>
                </a:cubicBezTo>
                <a:close/>
                <a:moveTo>
                  <a:pt x="157" y="144"/>
                </a:moveTo>
                <a:cubicBezTo>
                  <a:pt x="157" y="144"/>
                  <a:pt x="157" y="144"/>
                  <a:pt x="157" y="144"/>
                </a:cubicBezTo>
                <a:close/>
                <a:moveTo>
                  <a:pt x="175" y="100"/>
                </a:moveTo>
                <a:cubicBezTo>
                  <a:pt x="175" y="100"/>
                  <a:pt x="175" y="100"/>
                  <a:pt x="175" y="100"/>
                </a:cubicBezTo>
                <a:close/>
                <a:moveTo>
                  <a:pt x="9" y="100"/>
                </a:moveTo>
                <a:cubicBezTo>
                  <a:pt x="9" y="100"/>
                  <a:pt x="9" y="100"/>
                  <a:pt x="9" y="100"/>
                </a:cubicBezTo>
                <a:close/>
                <a:moveTo>
                  <a:pt x="175" y="100"/>
                </a:moveTo>
                <a:cubicBezTo>
                  <a:pt x="175" y="100"/>
                  <a:pt x="175" y="100"/>
                  <a:pt x="175" y="100"/>
                </a:cubicBezTo>
                <a:close/>
                <a:moveTo>
                  <a:pt x="8" y="100"/>
                </a:moveTo>
                <a:cubicBezTo>
                  <a:pt x="8" y="100"/>
                  <a:pt x="8" y="100"/>
                  <a:pt x="8" y="100"/>
                </a:cubicBezTo>
                <a:cubicBezTo>
                  <a:pt x="8" y="100"/>
                  <a:pt x="8" y="100"/>
                  <a:pt x="8" y="100"/>
                </a:cubicBezTo>
                <a:close/>
                <a:moveTo>
                  <a:pt x="145" y="26"/>
                </a:moveTo>
                <a:cubicBezTo>
                  <a:pt x="145" y="26"/>
                  <a:pt x="145" y="26"/>
                  <a:pt x="145" y="26"/>
                </a:cubicBezTo>
                <a:cubicBezTo>
                  <a:pt x="145" y="26"/>
                  <a:pt x="145" y="26"/>
                  <a:pt x="145" y="26"/>
                </a:cubicBezTo>
                <a:close/>
                <a:moveTo>
                  <a:pt x="144" y="26"/>
                </a:moveTo>
                <a:cubicBezTo>
                  <a:pt x="144" y="26"/>
                  <a:pt x="144" y="26"/>
                  <a:pt x="144" y="26"/>
                </a:cubicBezTo>
                <a:close/>
                <a:moveTo>
                  <a:pt x="92" y="128"/>
                </a:moveTo>
                <a:cubicBezTo>
                  <a:pt x="82" y="128"/>
                  <a:pt x="73" y="124"/>
                  <a:pt x="66" y="117"/>
                </a:cubicBezTo>
                <a:cubicBezTo>
                  <a:pt x="57" y="108"/>
                  <a:pt x="54" y="95"/>
                  <a:pt x="56" y="83"/>
                </a:cubicBezTo>
                <a:cubicBezTo>
                  <a:pt x="59" y="69"/>
                  <a:pt x="70" y="59"/>
                  <a:pt x="84" y="56"/>
                </a:cubicBezTo>
                <a:cubicBezTo>
                  <a:pt x="96" y="53"/>
                  <a:pt x="109" y="57"/>
                  <a:pt x="118" y="65"/>
                </a:cubicBezTo>
                <a:cubicBezTo>
                  <a:pt x="126" y="74"/>
                  <a:pt x="130" y="87"/>
                  <a:pt x="127" y="99"/>
                </a:cubicBezTo>
                <a:cubicBezTo>
                  <a:pt x="124" y="113"/>
                  <a:pt x="114" y="124"/>
                  <a:pt x="100" y="127"/>
                </a:cubicBezTo>
                <a:cubicBezTo>
                  <a:pt x="97" y="127"/>
                  <a:pt x="95" y="128"/>
                  <a:pt x="92" y="128"/>
                </a:cubicBezTo>
                <a:close/>
                <a:moveTo>
                  <a:pt x="92" y="63"/>
                </a:moveTo>
                <a:cubicBezTo>
                  <a:pt x="90" y="63"/>
                  <a:pt x="88" y="63"/>
                  <a:pt x="85" y="64"/>
                </a:cubicBezTo>
                <a:cubicBezTo>
                  <a:pt x="75" y="66"/>
                  <a:pt x="67" y="74"/>
                  <a:pt x="65" y="85"/>
                </a:cubicBezTo>
                <a:cubicBezTo>
                  <a:pt x="62" y="94"/>
                  <a:pt x="65" y="104"/>
                  <a:pt x="72" y="111"/>
                </a:cubicBezTo>
                <a:cubicBezTo>
                  <a:pt x="79" y="118"/>
                  <a:pt x="89" y="121"/>
                  <a:pt x="98" y="119"/>
                </a:cubicBezTo>
                <a:cubicBezTo>
                  <a:pt x="98" y="119"/>
                  <a:pt x="98" y="119"/>
                  <a:pt x="98" y="119"/>
                </a:cubicBezTo>
                <a:cubicBezTo>
                  <a:pt x="109" y="116"/>
                  <a:pt x="117" y="108"/>
                  <a:pt x="119" y="98"/>
                </a:cubicBezTo>
                <a:cubicBezTo>
                  <a:pt x="121" y="88"/>
                  <a:pt x="118" y="78"/>
                  <a:pt x="112" y="71"/>
                </a:cubicBezTo>
                <a:cubicBezTo>
                  <a:pt x="106" y="66"/>
                  <a:pt x="99" y="63"/>
                  <a:pt x="92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2" name="Google Shape;574;p21"/>
          <p:cNvSpPr>
            <a:spLocks/>
          </p:cNvSpPr>
          <p:nvPr/>
        </p:nvSpPr>
        <p:spPr bwMode="auto">
          <a:xfrm>
            <a:off x="4194175" y="4702175"/>
            <a:ext cx="784225" cy="492125"/>
          </a:xfrm>
          <a:custGeom>
            <a:avLst/>
            <a:gdLst>
              <a:gd name="T0" fmla="*/ 168 w 193"/>
              <a:gd name="T1" fmla="*/ 121 h 121"/>
              <a:gd name="T2" fmla="*/ 24 w 193"/>
              <a:gd name="T3" fmla="*/ 121 h 121"/>
              <a:gd name="T4" fmla="*/ 0 w 193"/>
              <a:gd name="T5" fmla="*/ 97 h 121"/>
              <a:gd name="T6" fmla="*/ 0 w 193"/>
              <a:gd name="T7" fmla="*/ 24 h 121"/>
              <a:gd name="T8" fmla="*/ 24 w 193"/>
              <a:gd name="T9" fmla="*/ 0 h 121"/>
              <a:gd name="T10" fmla="*/ 168 w 193"/>
              <a:gd name="T11" fmla="*/ 0 h 121"/>
              <a:gd name="T12" fmla="*/ 193 w 193"/>
              <a:gd name="T13" fmla="*/ 24 h 121"/>
              <a:gd name="T14" fmla="*/ 193 w 193"/>
              <a:gd name="T15" fmla="*/ 97 h 121"/>
              <a:gd name="T16" fmla="*/ 168 w 193"/>
              <a:gd name="T17" fmla="*/ 121 h 121"/>
              <a:gd name="T18" fmla="*/ 24 w 193"/>
              <a:gd name="T19" fmla="*/ 7 h 121"/>
              <a:gd name="T20" fmla="*/ 7 w 193"/>
              <a:gd name="T21" fmla="*/ 24 h 121"/>
              <a:gd name="T22" fmla="*/ 7 w 193"/>
              <a:gd name="T23" fmla="*/ 97 h 121"/>
              <a:gd name="T24" fmla="*/ 24 w 193"/>
              <a:gd name="T25" fmla="*/ 113 h 121"/>
              <a:gd name="T26" fmla="*/ 168 w 193"/>
              <a:gd name="T27" fmla="*/ 113 h 121"/>
              <a:gd name="T28" fmla="*/ 185 w 193"/>
              <a:gd name="T29" fmla="*/ 97 h 121"/>
              <a:gd name="T30" fmla="*/ 185 w 193"/>
              <a:gd name="T31" fmla="*/ 24 h 121"/>
              <a:gd name="T32" fmla="*/ 168 w 193"/>
              <a:gd name="T33" fmla="*/ 7 h 121"/>
              <a:gd name="T34" fmla="*/ 24 w 193"/>
              <a:gd name="T35" fmla="*/ 7 h 121"/>
              <a:gd name="T36" fmla="*/ 165 w 193"/>
              <a:gd name="T37" fmla="*/ 102 h 121"/>
              <a:gd name="T38" fmla="*/ 163 w 193"/>
              <a:gd name="T39" fmla="*/ 101 h 121"/>
              <a:gd name="T40" fmla="*/ 120 w 193"/>
              <a:gd name="T41" fmla="*/ 66 h 121"/>
              <a:gd name="T42" fmla="*/ 98 w 193"/>
              <a:gd name="T43" fmla="*/ 83 h 121"/>
              <a:gd name="T44" fmla="*/ 94 w 193"/>
              <a:gd name="T45" fmla="*/ 83 h 121"/>
              <a:gd name="T46" fmla="*/ 71 w 193"/>
              <a:gd name="T47" fmla="*/ 65 h 121"/>
              <a:gd name="T48" fmla="*/ 29 w 193"/>
              <a:gd name="T49" fmla="*/ 101 h 121"/>
              <a:gd name="T50" fmla="*/ 24 w 193"/>
              <a:gd name="T51" fmla="*/ 100 h 121"/>
              <a:gd name="T52" fmla="*/ 24 w 193"/>
              <a:gd name="T53" fmla="*/ 95 h 121"/>
              <a:gd name="T54" fmla="*/ 65 w 193"/>
              <a:gd name="T55" fmla="*/ 61 h 121"/>
              <a:gd name="T56" fmla="*/ 24 w 193"/>
              <a:gd name="T57" fmla="*/ 29 h 121"/>
              <a:gd name="T58" fmla="*/ 24 w 193"/>
              <a:gd name="T59" fmla="*/ 23 h 121"/>
              <a:gd name="T60" fmla="*/ 29 w 193"/>
              <a:gd name="T61" fmla="*/ 23 h 121"/>
              <a:gd name="T62" fmla="*/ 96 w 193"/>
              <a:gd name="T63" fmla="*/ 75 h 121"/>
              <a:gd name="T64" fmla="*/ 163 w 193"/>
              <a:gd name="T65" fmla="*/ 23 h 121"/>
              <a:gd name="T66" fmla="*/ 168 w 193"/>
              <a:gd name="T67" fmla="*/ 23 h 121"/>
              <a:gd name="T68" fmla="*/ 168 w 193"/>
              <a:gd name="T69" fmla="*/ 29 h 121"/>
              <a:gd name="T70" fmla="*/ 127 w 193"/>
              <a:gd name="T71" fmla="*/ 61 h 121"/>
              <a:gd name="T72" fmla="*/ 168 w 193"/>
              <a:gd name="T73" fmla="*/ 95 h 121"/>
              <a:gd name="T74" fmla="*/ 168 w 193"/>
              <a:gd name="T75" fmla="*/ 100 h 121"/>
              <a:gd name="T76" fmla="*/ 165 w 193"/>
              <a:gd name="T77" fmla="*/ 102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3" h="121" extrusionOk="0">
                <a:moveTo>
                  <a:pt x="168" y="121"/>
                </a:moveTo>
                <a:cubicBezTo>
                  <a:pt x="24" y="121"/>
                  <a:pt x="24" y="121"/>
                  <a:pt x="24" y="121"/>
                </a:cubicBezTo>
                <a:cubicBezTo>
                  <a:pt x="11" y="121"/>
                  <a:pt x="0" y="110"/>
                  <a:pt x="0" y="9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0"/>
                  <a:pt x="11" y="0"/>
                  <a:pt x="24" y="0"/>
                </a:cubicBezTo>
                <a:cubicBezTo>
                  <a:pt x="168" y="0"/>
                  <a:pt x="168" y="0"/>
                  <a:pt x="168" y="0"/>
                </a:cubicBezTo>
                <a:cubicBezTo>
                  <a:pt x="182" y="0"/>
                  <a:pt x="193" y="10"/>
                  <a:pt x="193" y="24"/>
                </a:cubicBezTo>
                <a:cubicBezTo>
                  <a:pt x="193" y="97"/>
                  <a:pt x="193" y="97"/>
                  <a:pt x="193" y="97"/>
                </a:cubicBezTo>
                <a:cubicBezTo>
                  <a:pt x="193" y="110"/>
                  <a:pt x="182" y="121"/>
                  <a:pt x="168" y="121"/>
                </a:cubicBezTo>
                <a:close/>
                <a:moveTo>
                  <a:pt x="24" y="7"/>
                </a:moveTo>
                <a:cubicBezTo>
                  <a:pt x="15" y="7"/>
                  <a:pt x="7" y="15"/>
                  <a:pt x="7" y="24"/>
                </a:cubicBezTo>
                <a:cubicBezTo>
                  <a:pt x="7" y="97"/>
                  <a:pt x="7" y="97"/>
                  <a:pt x="7" y="97"/>
                </a:cubicBezTo>
                <a:cubicBezTo>
                  <a:pt x="7" y="106"/>
                  <a:pt x="15" y="113"/>
                  <a:pt x="24" y="113"/>
                </a:cubicBezTo>
                <a:cubicBezTo>
                  <a:pt x="168" y="113"/>
                  <a:pt x="168" y="113"/>
                  <a:pt x="168" y="113"/>
                </a:cubicBezTo>
                <a:cubicBezTo>
                  <a:pt x="178" y="113"/>
                  <a:pt x="185" y="106"/>
                  <a:pt x="185" y="97"/>
                </a:cubicBezTo>
                <a:cubicBezTo>
                  <a:pt x="185" y="24"/>
                  <a:pt x="185" y="24"/>
                  <a:pt x="185" y="24"/>
                </a:cubicBezTo>
                <a:cubicBezTo>
                  <a:pt x="185" y="15"/>
                  <a:pt x="178" y="7"/>
                  <a:pt x="168" y="7"/>
                </a:cubicBezTo>
                <a:lnTo>
                  <a:pt x="24" y="7"/>
                </a:lnTo>
                <a:close/>
                <a:moveTo>
                  <a:pt x="165" y="102"/>
                </a:moveTo>
                <a:cubicBezTo>
                  <a:pt x="164" y="102"/>
                  <a:pt x="164" y="102"/>
                  <a:pt x="163" y="101"/>
                </a:cubicBezTo>
                <a:cubicBezTo>
                  <a:pt x="120" y="66"/>
                  <a:pt x="120" y="66"/>
                  <a:pt x="120" y="66"/>
                </a:cubicBezTo>
                <a:cubicBezTo>
                  <a:pt x="98" y="83"/>
                  <a:pt x="98" y="83"/>
                  <a:pt x="98" y="83"/>
                </a:cubicBezTo>
                <a:cubicBezTo>
                  <a:pt x="97" y="84"/>
                  <a:pt x="95" y="84"/>
                  <a:pt x="94" y="83"/>
                </a:cubicBezTo>
                <a:cubicBezTo>
                  <a:pt x="71" y="65"/>
                  <a:pt x="71" y="65"/>
                  <a:pt x="71" y="65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7" y="102"/>
                  <a:pt x="25" y="102"/>
                  <a:pt x="24" y="100"/>
                </a:cubicBezTo>
                <a:cubicBezTo>
                  <a:pt x="22" y="99"/>
                  <a:pt x="22" y="96"/>
                  <a:pt x="24" y="95"/>
                </a:cubicBezTo>
                <a:cubicBezTo>
                  <a:pt x="65" y="61"/>
                  <a:pt x="65" y="61"/>
                  <a:pt x="65" y="61"/>
                </a:cubicBezTo>
                <a:cubicBezTo>
                  <a:pt x="24" y="29"/>
                  <a:pt x="24" y="29"/>
                  <a:pt x="24" y="29"/>
                </a:cubicBezTo>
                <a:cubicBezTo>
                  <a:pt x="23" y="27"/>
                  <a:pt x="22" y="25"/>
                  <a:pt x="24" y="23"/>
                </a:cubicBezTo>
                <a:cubicBezTo>
                  <a:pt x="25" y="22"/>
                  <a:pt x="27" y="21"/>
                  <a:pt x="29" y="23"/>
                </a:cubicBezTo>
                <a:cubicBezTo>
                  <a:pt x="96" y="75"/>
                  <a:pt x="96" y="75"/>
                  <a:pt x="96" y="75"/>
                </a:cubicBezTo>
                <a:cubicBezTo>
                  <a:pt x="163" y="23"/>
                  <a:pt x="163" y="23"/>
                  <a:pt x="163" y="23"/>
                </a:cubicBezTo>
                <a:cubicBezTo>
                  <a:pt x="165" y="21"/>
                  <a:pt x="167" y="22"/>
                  <a:pt x="168" y="23"/>
                </a:cubicBezTo>
                <a:cubicBezTo>
                  <a:pt x="170" y="25"/>
                  <a:pt x="169" y="27"/>
                  <a:pt x="168" y="29"/>
                </a:cubicBezTo>
                <a:cubicBezTo>
                  <a:pt x="127" y="61"/>
                  <a:pt x="127" y="61"/>
                  <a:pt x="127" y="61"/>
                </a:cubicBezTo>
                <a:cubicBezTo>
                  <a:pt x="168" y="95"/>
                  <a:pt x="168" y="95"/>
                  <a:pt x="168" y="95"/>
                </a:cubicBezTo>
                <a:cubicBezTo>
                  <a:pt x="169" y="96"/>
                  <a:pt x="170" y="99"/>
                  <a:pt x="168" y="100"/>
                </a:cubicBezTo>
                <a:cubicBezTo>
                  <a:pt x="167" y="101"/>
                  <a:pt x="166" y="102"/>
                  <a:pt x="165" y="10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3" name="Google Shape;575;p21"/>
          <p:cNvSpPr>
            <a:spLocks/>
          </p:cNvSpPr>
          <p:nvPr/>
        </p:nvSpPr>
        <p:spPr bwMode="auto">
          <a:xfrm>
            <a:off x="7223125" y="1560513"/>
            <a:ext cx="768350" cy="666750"/>
          </a:xfrm>
          <a:custGeom>
            <a:avLst/>
            <a:gdLst>
              <a:gd name="T0" fmla="*/ 22 w 189"/>
              <a:gd name="T1" fmla="*/ 164 h 164"/>
              <a:gd name="T2" fmla="*/ 0 w 189"/>
              <a:gd name="T3" fmla="*/ 106 h 164"/>
              <a:gd name="T4" fmla="*/ 9 w 189"/>
              <a:gd name="T5" fmla="*/ 106 h 164"/>
              <a:gd name="T6" fmla="*/ 22 w 189"/>
              <a:gd name="T7" fmla="*/ 156 h 164"/>
              <a:gd name="T8" fmla="*/ 181 w 189"/>
              <a:gd name="T9" fmla="*/ 142 h 164"/>
              <a:gd name="T10" fmla="*/ 185 w 189"/>
              <a:gd name="T11" fmla="*/ 103 h 164"/>
              <a:gd name="T12" fmla="*/ 189 w 189"/>
              <a:gd name="T13" fmla="*/ 142 h 164"/>
              <a:gd name="T14" fmla="*/ 102 w 189"/>
              <a:gd name="T15" fmla="*/ 118 h 164"/>
              <a:gd name="T16" fmla="*/ 76 w 189"/>
              <a:gd name="T17" fmla="*/ 106 h 164"/>
              <a:gd name="T18" fmla="*/ 87 w 189"/>
              <a:gd name="T19" fmla="*/ 76 h 164"/>
              <a:gd name="T20" fmla="*/ 113 w 189"/>
              <a:gd name="T21" fmla="*/ 88 h 164"/>
              <a:gd name="T22" fmla="*/ 102 w 189"/>
              <a:gd name="T23" fmla="*/ 118 h 164"/>
              <a:gd name="T24" fmla="*/ 85 w 189"/>
              <a:gd name="T25" fmla="*/ 88 h 164"/>
              <a:gd name="T26" fmla="*/ 87 w 189"/>
              <a:gd name="T27" fmla="*/ 109 h 164"/>
              <a:gd name="T28" fmla="*/ 105 w 189"/>
              <a:gd name="T29" fmla="*/ 106 h 164"/>
              <a:gd name="T30" fmla="*/ 102 w 189"/>
              <a:gd name="T31" fmla="*/ 84 h 164"/>
              <a:gd name="T32" fmla="*/ 167 w 189"/>
              <a:gd name="T33" fmla="*/ 101 h 164"/>
              <a:gd name="T34" fmla="*/ 121 w 189"/>
              <a:gd name="T35" fmla="*/ 97 h 164"/>
              <a:gd name="T36" fmla="*/ 167 w 189"/>
              <a:gd name="T37" fmla="*/ 93 h 164"/>
              <a:gd name="T38" fmla="*/ 181 w 189"/>
              <a:gd name="T39" fmla="*/ 51 h 164"/>
              <a:gd name="T40" fmla="*/ 22 w 189"/>
              <a:gd name="T41" fmla="*/ 38 h 164"/>
              <a:gd name="T42" fmla="*/ 9 w 189"/>
              <a:gd name="T43" fmla="*/ 79 h 164"/>
              <a:gd name="T44" fmla="*/ 65 w 189"/>
              <a:gd name="T45" fmla="*/ 93 h 164"/>
              <a:gd name="T46" fmla="*/ 65 w 189"/>
              <a:gd name="T47" fmla="*/ 101 h 164"/>
              <a:gd name="T48" fmla="*/ 0 w 189"/>
              <a:gd name="T49" fmla="*/ 79 h 164"/>
              <a:gd name="T50" fmla="*/ 22 w 189"/>
              <a:gd name="T51" fmla="*/ 29 h 164"/>
              <a:gd name="T52" fmla="*/ 189 w 189"/>
              <a:gd name="T53" fmla="*/ 51 h 164"/>
              <a:gd name="T54" fmla="*/ 189 w 189"/>
              <a:gd name="T55" fmla="*/ 84 h 164"/>
              <a:gd name="T56" fmla="*/ 126 w 189"/>
              <a:gd name="T57" fmla="*/ 22 h 164"/>
              <a:gd name="T58" fmla="*/ 111 w 189"/>
              <a:gd name="T59" fmla="*/ 8 h 164"/>
              <a:gd name="T60" fmla="*/ 68 w 189"/>
              <a:gd name="T61" fmla="*/ 18 h 164"/>
              <a:gd name="T62" fmla="*/ 59 w 189"/>
              <a:gd name="T63" fmla="*/ 18 h 164"/>
              <a:gd name="T64" fmla="*/ 111 w 189"/>
              <a:gd name="T65" fmla="*/ 0 h 164"/>
              <a:gd name="T66" fmla="*/ 126 w 189"/>
              <a:gd name="T67" fmla="*/ 22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9" h="164" extrusionOk="0">
                <a:moveTo>
                  <a:pt x="167" y="164"/>
                </a:moveTo>
                <a:cubicBezTo>
                  <a:pt x="22" y="164"/>
                  <a:pt x="22" y="164"/>
                  <a:pt x="22" y="164"/>
                </a:cubicBezTo>
                <a:cubicBezTo>
                  <a:pt x="10" y="164"/>
                  <a:pt x="0" y="155"/>
                  <a:pt x="0" y="142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104"/>
                  <a:pt x="2" y="102"/>
                  <a:pt x="4" y="102"/>
                </a:cubicBezTo>
                <a:cubicBezTo>
                  <a:pt x="7" y="102"/>
                  <a:pt x="9" y="104"/>
                  <a:pt x="9" y="106"/>
                </a:cubicBezTo>
                <a:cubicBezTo>
                  <a:pt x="9" y="142"/>
                  <a:pt x="9" y="142"/>
                  <a:pt x="9" y="142"/>
                </a:cubicBezTo>
                <a:cubicBezTo>
                  <a:pt x="9" y="150"/>
                  <a:pt x="15" y="156"/>
                  <a:pt x="22" y="156"/>
                </a:cubicBezTo>
                <a:cubicBezTo>
                  <a:pt x="167" y="156"/>
                  <a:pt x="167" y="156"/>
                  <a:pt x="167" y="156"/>
                </a:cubicBezTo>
                <a:cubicBezTo>
                  <a:pt x="175" y="156"/>
                  <a:pt x="181" y="150"/>
                  <a:pt x="181" y="142"/>
                </a:cubicBezTo>
                <a:cubicBezTo>
                  <a:pt x="181" y="107"/>
                  <a:pt x="181" y="107"/>
                  <a:pt x="181" y="107"/>
                </a:cubicBezTo>
                <a:cubicBezTo>
                  <a:pt x="181" y="105"/>
                  <a:pt x="183" y="103"/>
                  <a:pt x="185" y="103"/>
                </a:cubicBezTo>
                <a:cubicBezTo>
                  <a:pt x="187" y="103"/>
                  <a:pt x="189" y="105"/>
                  <a:pt x="189" y="107"/>
                </a:cubicBezTo>
                <a:cubicBezTo>
                  <a:pt x="189" y="142"/>
                  <a:pt x="189" y="142"/>
                  <a:pt x="189" y="142"/>
                </a:cubicBezTo>
                <a:cubicBezTo>
                  <a:pt x="189" y="155"/>
                  <a:pt x="179" y="164"/>
                  <a:pt x="167" y="164"/>
                </a:cubicBezTo>
                <a:close/>
                <a:moveTo>
                  <a:pt x="102" y="118"/>
                </a:moveTo>
                <a:cubicBezTo>
                  <a:pt x="87" y="118"/>
                  <a:pt x="87" y="118"/>
                  <a:pt x="87" y="118"/>
                </a:cubicBezTo>
                <a:cubicBezTo>
                  <a:pt x="81" y="118"/>
                  <a:pt x="76" y="112"/>
                  <a:pt x="76" y="106"/>
                </a:cubicBezTo>
                <a:cubicBezTo>
                  <a:pt x="76" y="88"/>
                  <a:pt x="76" y="88"/>
                  <a:pt x="76" y="88"/>
                </a:cubicBezTo>
                <a:cubicBezTo>
                  <a:pt x="76" y="81"/>
                  <a:pt x="81" y="76"/>
                  <a:pt x="87" y="76"/>
                </a:cubicBezTo>
                <a:cubicBezTo>
                  <a:pt x="102" y="76"/>
                  <a:pt x="102" y="76"/>
                  <a:pt x="102" y="76"/>
                </a:cubicBezTo>
                <a:cubicBezTo>
                  <a:pt x="108" y="76"/>
                  <a:pt x="113" y="81"/>
                  <a:pt x="113" y="88"/>
                </a:cubicBezTo>
                <a:cubicBezTo>
                  <a:pt x="113" y="106"/>
                  <a:pt x="113" y="106"/>
                  <a:pt x="113" y="106"/>
                </a:cubicBezTo>
                <a:cubicBezTo>
                  <a:pt x="113" y="112"/>
                  <a:pt x="108" y="118"/>
                  <a:pt x="102" y="118"/>
                </a:cubicBezTo>
                <a:close/>
                <a:moveTo>
                  <a:pt x="87" y="84"/>
                </a:moveTo>
                <a:cubicBezTo>
                  <a:pt x="86" y="84"/>
                  <a:pt x="85" y="86"/>
                  <a:pt x="85" y="88"/>
                </a:cubicBezTo>
                <a:cubicBezTo>
                  <a:pt x="85" y="106"/>
                  <a:pt x="85" y="106"/>
                  <a:pt x="85" y="106"/>
                </a:cubicBezTo>
                <a:cubicBezTo>
                  <a:pt x="85" y="108"/>
                  <a:pt x="86" y="109"/>
                  <a:pt x="87" y="109"/>
                </a:cubicBezTo>
                <a:cubicBezTo>
                  <a:pt x="102" y="109"/>
                  <a:pt x="102" y="109"/>
                  <a:pt x="102" y="109"/>
                </a:cubicBezTo>
                <a:cubicBezTo>
                  <a:pt x="104" y="109"/>
                  <a:pt x="105" y="108"/>
                  <a:pt x="105" y="106"/>
                </a:cubicBezTo>
                <a:cubicBezTo>
                  <a:pt x="105" y="88"/>
                  <a:pt x="105" y="88"/>
                  <a:pt x="105" y="88"/>
                </a:cubicBezTo>
                <a:cubicBezTo>
                  <a:pt x="105" y="86"/>
                  <a:pt x="104" y="84"/>
                  <a:pt x="102" y="84"/>
                </a:cubicBezTo>
                <a:lnTo>
                  <a:pt x="87" y="84"/>
                </a:lnTo>
                <a:close/>
                <a:moveTo>
                  <a:pt x="167" y="101"/>
                </a:moveTo>
                <a:cubicBezTo>
                  <a:pt x="125" y="101"/>
                  <a:pt x="125" y="101"/>
                  <a:pt x="125" y="101"/>
                </a:cubicBezTo>
                <a:cubicBezTo>
                  <a:pt x="122" y="101"/>
                  <a:pt x="121" y="99"/>
                  <a:pt x="121" y="97"/>
                </a:cubicBezTo>
                <a:cubicBezTo>
                  <a:pt x="121" y="95"/>
                  <a:pt x="122" y="93"/>
                  <a:pt x="125" y="93"/>
                </a:cubicBezTo>
                <a:cubicBezTo>
                  <a:pt x="167" y="93"/>
                  <a:pt x="167" y="93"/>
                  <a:pt x="167" y="93"/>
                </a:cubicBezTo>
                <a:cubicBezTo>
                  <a:pt x="175" y="93"/>
                  <a:pt x="181" y="87"/>
                  <a:pt x="181" y="79"/>
                </a:cubicBezTo>
                <a:cubicBezTo>
                  <a:pt x="181" y="51"/>
                  <a:pt x="181" y="51"/>
                  <a:pt x="181" y="51"/>
                </a:cubicBezTo>
                <a:cubicBezTo>
                  <a:pt x="181" y="44"/>
                  <a:pt x="175" y="38"/>
                  <a:pt x="167" y="38"/>
                </a:cubicBezTo>
                <a:cubicBezTo>
                  <a:pt x="22" y="38"/>
                  <a:pt x="22" y="38"/>
                  <a:pt x="22" y="38"/>
                </a:cubicBezTo>
                <a:cubicBezTo>
                  <a:pt x="15" y="38"/>
                  <a:pt x="9" y="44"/>
                  <a:pt x="9" y="51"/>
                </a:cubicBezTo>
                <a:cubicBezTo>
                  <a:pt x="9" y="79"/>
                  <a:pt x="9" y="79"/>
                  <a:pt x="9" y="79"/>
                </a:cubicBezTo>
                <a:cubicBezTo>
                  <a:pt x="9" y="87"/>
                  <a:pt x="15" y="93"/>
                  <a:pt x="22" y="93"/>
                </a:cubicBezTo>
                <a:cubicBezTo>
                  <a:pt x="65" y="93"/>
                  <a:pt x="65" y="93"/>
                  <a:pt x="65" y="93"/>
                </a:cubicBezTo>
                <a:cubicBezTo>
                  <a:pt x="67" y="93"/>
                  <a:pt x="69" y="95"/>
                  <a:pt x="69" y="97"/>
                </a:cubicBezTo>
                <a:cubicBezTo>
                  <a:pt x="69" y="99"/>
                  <a:pt x="67" y="101"/>
                  <a:pt x="65" y="101"/>
                </a:cubicBezTo>
                <a:cubicBezTo>
                  <a:pt x="22" y="101"/>
                  <a:pt x="22" y="101"/>
                  <a:pt x="22" y="101"/>
                </a:cubicBezTo>
                <a:cubicBezTo>
                  <a:pt x="10" y="101"/>
                  <a:pt x="0" y="91"/>
                  <a:pt x="0" y="7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39"/>
                  <a:pt x="10" y="29"/>
                  <a:pt x="22" y="29"/>
                </a:cubicBezTo>
                <a:cubicBezTo>
                  <a:pt x="167" y="29"/>
                  <a:pt x="167" y="29"/>
                  <a:pt x="167" y="29"/>
                </a:cubicBezTo>
                <a:cubicBezTo>
                  <a:pt x="179" y="29"/>
                  <a:pt x="189" y="39"/>
                  <a:pt x="189" y="51"/>
                </a:cubicBezTo>
                <a:cubicBezTo>
                  <a:pt x="189" y="82"/>
                  <a:pt x="189" y="82"/>
                  <a:pt x="189" y="82"/>
                </a:cubicBezTo>
                <a:cubicBezTo>
                  <a:pt x="189" y="83"/>
                  <a:pt x="189" y="84"/>
                  <a:pt x="189" y="84"/>
                </a:cubicBezTo>
                <a:cubicBezTo>
                  <a:pt x="186" y="94"/>
                  <a:pt x="178" y="101"/>
                  <a:pt x="167" y="101"/>
                </a:cubicBezTo>
                <a:close/>
                <a:moveTo>
                  <a:pt x="126" y="22"/>
                </a:moveTo>
                <a:cubicBezTo>
                  <a:pt x="124" y="22"/>
                  <a:pt x="122" y="20"/>
                  <a:pt x="122" y="18"/>
                </a:cubicBezTo>
                <a:cubicBezTo>
                  <a:pt x="122" y="13"/>
                  <a:pt x="117" y="8"/>
                  <a:pt x="111" y="8"/>
                </a:cubicBezTo>
                <a:cubicBezTo>
                  <a:pt x="79" y="8"/>
                  <a:pt x="79" y="8"/>
                  <a:pt x="79" y="8"/>
                </a:cubicBezTo>
                <a:cubicBezTo>
                  <a:pt x="73" y="8"/>
                  <a:pt x="68" y="13"/>
                  <a:pt x="68" y="18"/>
                </a:cubicBezTo>
                <a:cubicBezTo>
                  <a:pt x="68" y="20"/>
                  <a:pt x="66" y="22"/>
                  <a:pt x="63" y="22"/>
                </a:cubicBezTo>
                <a:cubicBezTo>
                  <a:pt x="61" y="22"/>
                  <a:pt x="59" y="20"/>
                  <a:pt x="59" y="18"/>
                </a:cubicBezTo>
                <a:cubicBezTo>
                  <a:pt x="59" y="8"/>
                  <a:pt x="68" y="0"/>
                  <a:pt x="79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21" y="0"/>
                  <a:pt x="130" y="8"/>
                  <a:pt x="130" y="18"/>
                </a:cubicBezTo>
                <a:cubicBezTo>
                  <a:pt x="130" y="20"/>
                  <a:pt x="128" y="22"/>
                  <a:pt x="126" y="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4" name="Google Shape;576;p21"/>
          <p:cNvSpPr>
            <a:spLocks/>
          </p:cNvSpPr>
          <p:nvPr/>
        </p:nvSpPr>
        <p:spPr bwMode="auto">
          <a:xfrm>
            <a:off x="4222750" y="1490663"/>
            <a:ext cx="731838" cy="858837"/>
          </a:xfrm>
          <a:custGeom>
            <a:avLst/>
            <a:gdLst>
              <a:gd name="T0" fmla="*/ 74 w 180"/>
              <a:gd name="T1" fmla="*/ 211 h 211"/>
              <a:gd name="T2" fmla="*/ 74 w 180"/>
              <a:gd name="T3" fmla="*/ 203 h 211"/>
              <a:gd name="T4" fmla="*/ 107 w 180"/>
              <a:gd name="T5" fmla="*/ 207 h 211"/>
              <a:gd name="T6" fmla="*/ 112 w 180"/>
              <a:gd name="T7" fmla="*/ 197 h 211"/>
              <a:gd name="T8" fmla="*/ 62 w 180"/>
              <a:gd name="T9" fmla="*/ 194 h 211"/>
              <a:gd name="T10" fmla="*/ 112 w 180"/>
              <a:gd name="T11" fmla="*/ 190 h 211"/>
              <a:gd name="T12" fmla="*/ 112 w 180"/>
              <a:gd name="T13" fmla="*/ 197 h 211"/>
              <a:gd name="T14" fmla="*/ 71 w 180"/>
              <a:gd name="T15" fmla="*/ 183 h 211"/>
              <a:gd name="T16" fmla="*/ 57 w 180"/>
              <a:gd name="T17" fmla="*/ 173 h 211"/>
              <a:gd name="T18" fmla="*/ 55 w 180"/>
              <a:gd name="T19" fmla="*/ 153 h 211"/>
              <a:gd name="T20" fmla="*/ 31 w 180"/>
              <a:gd name="T21" fmla="*/ 78 h 211"/>
              <a:gd name="T22" fmla="*/ 146 w 180"/>
              <a:gd name="T23" fmla="*/ 78 h 211"/>
              <a:gd name="T24" fmla="*/ 122 w 180"/>
              <a:gd name="T25" fmla="*/ 153 h 211"/>
              <a:gd name="T26" fmla="*/ 119 w 180"/>
              <a:gd name="T27" fmla="*/ 173 h 211"/>
              <a:gd name="T28" fmla="*/ 88 w 180"/>
              <a:gd name="T29" fmla="*/ 183 h 211"/>
              <a:gd name="T30" fmla="*/ 105 w 180"/>
              <a:gd name="T31" fmla="*/ 175 h 211"/>
              <a:gd name="T32" fmla="*/ 112 w 180"/>
              <a:gd name="T33" fmla="*/ 163 h 211"/>
              <a:gd name="T34" fmla="*/ 131 w 180"/>
              <a:gd name="T35" fmla="*/ 119 h 211"/>
              <a:gd name="T36" fmla="*/ 88 w 180"/>
              <a:gd name="T37" fmla="*/ 46 h 211"/>
              <a:gd name="T38" fmla="*/ 45 w 180"/>
              <a:gd name="T39" fmla="*/ 119 h 211"/>
              <a:gd name="T40" fmla="*/ 64 w 180"/>
              <a:gd name="T41" fmla="*/ 163 h 211"/>
              <a:gd name="T42" fmla="*/ 71 w 180"/>
              <a:gd name="T43" fmla="*/ 175 h 211"/>
              <a:gd name="T44" fmla="*/ 19 w 180"/>
              <a:gd name="T45" fmla="*/ 97 h 211"/>
              <a:gd name="T46" fmla="*/ 0 w 180"/>
              <a:gd name="T47" fmla="*/ 93 h 211"/>
              <a:gd name="T48" fmla="*/ 19 w 180"/>
              <a:gd name="T49" fmla="*/ 89 h 211"/>
              <a:gd name="T50" fmla="*/ 19 w 180"/>
              <a:gd name="T51" fmla="*/ 97 h 211"/>
              <a:gd name="T52" fmla="*/ 157 w 180"/>
              <a:gd name="T53" fmla="*/ 94 h 211"/>
              <a:gd name="T54" fmla="*/ 157 w 180"/>
              <a:gd name="T55" fmla="*/ 86 h 211"/>
              <a:gd name="T56" fmla="*/ 180 w 180"/>
              <a:gd name="T57" fmla="*/ 90 h 211"/>
              <a:gd name="T58" fmla="*/ 53 w 180"/>
              <a:gd name="T59" fmla="*/ 91 h 211"/>
              <a:gd name="T60" fmla="*/ 49 w 180"/>
              <a:gd name="T61" fmla="*/ 86 h 211"/>
              <a:gd name="T62" fmla="*/ 90 w 180"/>
              <a:gd name="T63" fmla="*/ 57 h 211"/>
              <a:gd name="T64" fmla="*/ 90 w 180"/>
              <a:gd name="T65" fmla="*/ 65 h 211"/>
              <a:gd name="T66" fmla="*/ 53 w 180"/>
              <a:gd name="T67" fmla="*/ 91 h 211"/>
              <a:gd name="T68" fmla="*/ 136 w 180"/>
              <a:gd name="T69" fmla="*/ 47 h 211"/>
              <a:gd name="T70" fmla="*/ 149 w 180"/>
              <a:gd name="T71" fmla="*/ 28 h 211"/>
              <a:gd name="T72" fmla="*/ 155 w 180"/>
              <a:gd name="T73" fmla="*/ 33 h 211"/>
              <a:gd name="T74" fmla="*/ 139 w 180"/>
              <a:gd name="T75" fmla="*/ 48 h 211"/>
              <a:gd name="T76" fmla="*/ 36 w 180"/>
              <a:gd name="T77" fmla="*/ 47 h 211"/>
              <a:gd name="T78" fmla="*/ 23 w 180"/>
              <a:gd name="T79" fmla="*/ 28 h 211"/>
              <a:gd name="T80" fmla="*/ 42 w 180"/>
              <a:gd name="T81" fmla="*/ 41 h 211"/>
              <a:gd name="T82" fmla="*/ 39 w 180"/>
              <a:gd name="T83" fmla="*/ 48 h 211"/>
              <a:gd name="T84" fmla="*/ 84 w 180"/>
              <a:gd name="T85" fmla="*/ 26 h 211"/>
              <a:gd name="T86" fmla="*/ 88 w 180"/>
              <a:gd name="T87" fmla="*/ 0 h 211"/>
              <a:gd name="T88" fmla="*/ 92 w 180"/>
              <a:gd name="T89" fmla="*/ 26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80" h="211" extrusionOk="0">
                <a:moveTo>
                  <a:pt x="103" y="211"/>
                </a:moveTo>
                <a:cubicBezTo>
                  <a:pt x="74" y="211"/>
                  <a:pt x="74" y="211"/>
                  <a:pt x="74" y="211"/>
                </a:cubicBezTo>
                <a:cubicBezTo>
                  <a:pt x="72" y="211"/>
                  <a:pt x="70" y="209"/>
                  <a:pt x="70" y="207"/>
                </a:cubicBezTo>
                <a:cubicBezTo>
                  <a:pt x="70" y="205"/>
                  <a:pt x="72" y="203"/>
                  <a:pt x="74" y="203"/>
                </a:cubicBezTo>
                <a:cubicBezTo>
                  <a:pt x="103" y="203"/>
                  <a:pt x="103" y="203"/>
                  <a:pt x="103" y="203"/>
                </a:cubicBezTo>
                <a:cubicBezTo>
                  <a:pt x="106" y="203"/>
                  <a:pt x="107" y="205"/>
                  <a:pt x="107" y="207"/>
                </a:cubicBezTo>
                <a:cubicBezTo>
                  <a:pt x="107" y="209"/>
                  <a:pt x="106" y="211"/>
                  <a:pt x="103" y="211"/>
                </a:cubicBezTo>
                <a:close/>
                <a:moveTo>
                  <a:pt x="112" y="197"/>
                </a:moveTo>
                <a:cubicBezTo>
                  <a:pt x="66" y="197"/>
                  <a:pt x="66" y="197"/>
                  <a:pt x="66" y="197"/>
                </a:cubicBezTo>
                <a:cubicBezTo>
                  <a:pt x="64" y="197"/>
                  <a:pt x="62" y="196"/>
                  <a:pt x="62" y="194"/>
                </a:cubicBezTo>
                <a:cubicBezTo>
                  <a:pt x="62" y="191"/>
                  <a:pt x="64" y="190"/>
                  <a:pt x="66" y="190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4" y="190"/>
                  <a:pt x="116" y="191"/>
                  <a:pt x="116" y="194"/>
                </a:cubicBezTo>
                <a:cubicBezTo>
                  <a:pt x="116" y="196"/>
                  <a:pt x="114" y="197"/>
                  <a:pt x="112" y="197"/>
                </a:cubicBezTo>
                <a:close/>
                <a:moveTo>
                  <a:pt x="88" y="183"/>
                </a:moveTo>
                <a:cubicBezTo>
                  <a:pt x="80" y="183"/>
                  <a:pt x="72" y="183"/>
                  <a:pt x="71" y="183"/>
                </a:cubicBezTo>
                <a:cubicBezTo>
                  <a:pt x="71" y="183"/>
                  <a:pt x="71" y="183"/>
                  <a:pt x="71" y="183"/>
                </a:cubicBezTo>
                <a:cubicBezTo>
                  <a:pt x="63" y="183"/>
                  <a:pt x="59" y="180"/>
                  <a:pt x="57" y="173"/>
                </a:cubicBezTo>
                <a:cubicBezTo>
                  <a:pt x="57" y="170"/>
                  <a:pt x="57" y="167"/>
                  <a:pt x="57" y="164"/>
                </a:cubicBezTo>
                <a:cubicBezTo>
                  <a:pt x="56" y="159"/>
                  <a:pt x="56" y="155"/>
                  <a:pt x="55" y="153"/>
                </a:cubicBezTo>
                <a:cubicBezTo>
                  <a:pt x="48" y="142"/>
                  <a:pt x="44" y="134"/>
                  <a:pt x="38" y="122"/>
                </a:cubicBezTo>
                <a:cubicBezTo>
                  <a:pt x="33" y="111"/>
                  <a:pt x="26" y="94"/>
                  <a:pt x="31" y="78"/>
                </a:cubicBezTo>
                <a:cubicBezTo>
                  <a:pt x="36" y="58"/>
                  <a:pt x="57" y="38"/>
                  <a:pt x="88" y="38"/>
                </a:cubicBezTo>
                <a:cubicBezTo>
                  <a:pt x="119" y="38"/>
                  <a:pt x="141" y="58"/>
                  <a:pt x="146" y="78"/>
                </a:cubicBezTo>
                <a:cubicBezTo>
                  <a:pt x="150" y="94"/>
                  <a:pt x="144" y="111"/>
                  <a:pt x="138" y="122"/>
                </a:cubicBezTo>
                <a:cubicBezTo>
                  <a:pt x="132" y="134"/>
                  <a:pt x="128" y="142"/>
                  <a:pt x="122" y="153"/>
                </a:cubicBezTo>
                <a:cubicBezTo>
                  <a:pt x="120" y="155"/>
                  <a:pt x="120" y="159"/>
                  <a:pt x="120" y="164"/>
                </a:cubicBezTo>
                <a:cubicBezTo>
                  <a:pt x="120" y="167"/>
                  <a:pt x="120" y="170"/>
                  <a:pt x="119" y="173"/>
                </a:cubicBezTo>
                <a:cubicBezTo>
                  <a:pt x="117" y="180"/>
                  <a:pt x="114" y="183"/>
                  <a:pt x="105" y="183"/>
                </a:cubicBezTo>
                <a:cubicBezTo>
                  <a:pt x="105" y="183"/>
                  <a:pt x="97" y="183"/>
                  <a:pt x="88" y="183"/>
                </a:cubicBezTo>
                <a:close/>
                <a:moveTo>
                  <a:pt x="71" y="175"/>
                </a:moveTo>
                <a:cubicBezTo>
                  <a:pt x="72" y="175"/>
                  <a:pt x="104" y="175"/>
                  <a:pt x="105" y="175"/>
                </a:cubicBezTo>
                <a:cubicBezTo>
                  <a:pt x="110" y="175"/>
                  <a:pt x="111" y="174"/>
                  <a:pt x="111" y="171"/>
                </a:cubicBezTo>
                <a:cubicBezTo>
                  <a:pt x="112" y="169"/>
                  <a:pt x="112" y="166"/>
                  <a:pt x="112" y="163"/>
                </a:cubicBezTo>
                <a:cubicBezTo>
                  <a:pt x="112" y="158"/>
                  <a:pt x="112" y="153"/>
                  <a:pt x="115" y="149"/>
                </a:cubicBezTo>
                <a:cubicBezTo>
                  <a:pt x="121" y="138"/>
                  <a:pt x="125" y="130"/>
                  <a:pt x="131" y="119"/>
                </a:cubicBezTo>
                <a:cubicBezTo>
                  <a:pt x="135" y="110"/>
                  <a:pt x="142" y="94"/>
                  <a:pt x="138" y="80"/>
                </a:cubicBezTo>
                <a:cubicBezTo>
                  <a:pt x="134" y="63"/>
                  <a:pt x="115" y="46"/>
                  <a:pt x="88" y="46"/>
                </a:cubicBezTo>
                <a:cubicBezTo>
                  <a:pt x="61" y="46"/>
                  <a:pt x="42" y="63"/>
                  <a:pt x="38" y="80"/>
                </a:cubicBezTo>
                <a:cubicBezTo>
                  <a:pt x="35" y="94"/>
                  <a:pt x="41" y="110"/>
                  <a:pt x="45" y="119"/>
                </a:cubicBezTo>
                <a:cubicBezTo>
                  <a:pt x="51" y="130"/>
                  <a:pt x="55" y="138"/>
                  <a:pt x="62" y="149"/>
                </a:cubicBezTo>
                <a:cubicBezTo>
                  <a:pt x="64" y="153"/>
                  <a:pt x="64" y="158"/>
                  <a:pt x="64" y="163"/>
                </a:cubicBezTo>
                <a:cubicBezTo>
                  <a:pt x="65" y="166"/>
                  <a:pt x="65" y="169"/>
                  <a:pt x="65" y="171"/>
                </a:cubicBezTo>
                <a:cubicBezTo>
                  <a:pt x="66" y="174"/>
                  <a:pt x="66" y="175"/>
                  <a:pt x="71" y="175"/>
                </a:cubicBezTo>
                <a:cubicBezTo>
                  <a:pt x="71" y="175"/>
                  <a:pt x="71" y="175"/>
                  <a:pt x="71" y="175"/>
                </a:cubicBezTo>
                <a:close/>
                <a:moveTo>
                  <a:pt x="19" y="97"/>
                </a:moveTo>
                <a:cubicBezTo>
                  <a:pt x="4" y="97"/>
                  <a:pt x="4" y="97"/>
                  <a:pt x="4" y="97"/>
                </a:cubicBezTo>
                <a:cubicBezTo>
                  <a:pt x="2" y="97"/>
                  <a:pt x="0" y="95"/>
                  <a:pt x="0" y="93"/>
                </a:cubicBezTo>
                <a:cubicBezTo>
                  <a:pt x="0" y="91"/>
                  <a:pt x="2" y="89"/>
                  <a:pt x="4" y="89"/>
                </a:cubicBezTo>
                <a:cubicBezTo>
                  <a:pt x="19" y="89"/>
                  <a:pt x="19" y="89"/>
                  <a:pt x="19" y="89"/>
                </a:cubicBezTo>
                <a:cubicBezTo>
                  <a:pt x="21" y="89"/>
                  <a:pt x="23" y="91"/>
                  <a:pt x="23" y="93"/>
                </a:cubicBezTo>
                <a:cubicBezTo>
                  <a:pt x="23" y="95"/>
                  <a:pt x="21" y="97"/>
                  <a:pt x="19" y="97"/>
                </a:cubicBezTo>
                <a:close/>
                <a:moveTo>
                  <a:pt x="176" y="94"/>
                </a:moveTo>
                <a:cubicBezTo>
                  <a:pt x="157" y="94"/>
                  <a:pt x="157" y="94"/>
                  <a:pt x="157" y="94"/>
                </a:cubicBezTo>
                <a:cubicBezTo>
                  <a:pt x="155" y="94"/>
                  <a:pt x="153" y="92"/>
                  <a:pt x="153" y="90"/>
                </a:cubicBezTo>
                <a:cubicBezTo>
                  <a:pt x="153" y="88"/>
                  <a:pt x="155" y="86"/>
                  <a:pt x="157" y="86"/>
                </a:cubicBezTo>
                <a:cubicBezTo>
                  <a:pt x="176" y="86"/>
                  <a:pt x="176" y="86"/>
                  <a:pt x="176" y="86"/>
                </a:cubicBezTo>
                <a:cubicBezTo>
                  <a:pt x="178" y="86"/>
                  <a:pt x="180" y="88"/>
                  <a:pt x="180" y="90"/>
                </a:cubicBezTo>
                <a:cubicBezTo>
                  <a:pt x="180" y="92"/>
                  <a:pt x="178" y="94"/>
                  <a:pt x="176" y="94"/>
                </a:cubicBezTo>
                <a:close/>
                <a:moveTo>
                  <a:pt x="53" y="91"/>
                </a:moveTo>
                <a:cubicBezTo>
                  <a:pt x="53" y="91"/>
                  <a:pt x="52" y="91"/>
                  <a:pt x="52" y="91"/>
                </a:cubicBezTo>
                <a:cubicBezTo>
                  <a:pt x="50" y="90"/>
                  <a:pt x="48" y="88"/>
                  <a:pt x="49" y="86"/>
                </a:cubicBezTo>
                <a:cubicBezTo>
                  <a:pt x="53" y="72"/>
                  <a:pt x="68" y="57"/>
                  <a:pt x="90" y="57"/>
                </a:cubicBezTo>
                <a:cubicBezTo>
                  <a:pt x="90" y="57"/>
                  <a:pt x="90" y="57"/>
                  <a:pt x="90" y="57"/>
                </a:cubicBezTo>
                <a:cubicBezTo>
                  <a:pt x="93" y="57"/>
                  <a:pt x="94" y="59"/>
                  <a:pt x="94" y="61"/>
                </a:cubicBezTo>
                <a:cubicBezTo>
                  <a:pt x="94" y="63"/>
                  <a:pt x="93" y="65"/>
                  <a:pt x="90" y="65"/>
                </a:cubicBezTo>
                <a:cubicBezTo>
                  <a:pt x="72" y="65"/>
                  <a:pt x="59" y="77"/>
                  <a:pt x="57" y="88"/>
                </a:cubicBezTo>
                <a:cubicBezTo>
                  <a:pt x="56" y="90"/>
                  <a:pt x="55" y="91"/>
                  <a:pt x="53" y="91"/>
                </a:cubicBezTo>
                <a:close/>
                <a:moveTo>
                  <a:pt x="139" y="48"/>
                </a:moveTo>
                <a:cubicBezTo>
                  <a:pt x="138" y="48"/>
                  <a:pt x="137" y="47"/>
                  <a:pt x="136" y="47"/>
                </a:cubicBezTo>
                <a:cubicBezTo>
                  <a:pt x="134" y="45"/>
                  <a:pt x="134" y="43"/>
                  <a:pt x="136" y="41"/>
                </a:cubicBezTo>
                <a:cubicBezTo>
                  <a:pt x="149" y="28"/>
                  <a:pt x="149" y="28"/>
                  <a:pt x="149" y="28"/>
                </a:cubicBezTo>
                <a:cubicBezTo>
                  <a:pt x="151" y="26"/>
                  <a:pt x="153" y="26"/>
                  <a:pt x="155" y="28"/>
                </a:cubicBezTo>
                <a:cubicBezTo>
                  <a:pt x="156" y="29"/>
                  <a:pt x="156" y="32"/>
                  <a:pt x="155" y="33"/>
                </a:cubicBezTo>
                <a:cubicBezTo>
                  <a:pt x="141" y="47"/>
                  <a:pt x="141" y="47"/>
                  <a:pt x="141" y="47"/>
                </a:cubicBezTo>
                <a:cubicBezTo>
                  <a:pt x="141" y="47"/>
                  <a:pt x="140" y="48"/>
                  <a:pt x="139" y="48"/>
                </a:cubicBezTo>
                <a:close/>
                <a:moveTo>
                  <a:pt x="39" y="48"/>
                </a:moveTo>
                <a:cubicBezTo>
                  <a:pt x="38" y="48"/>
                  <a:pt x="37" y="47"/>
                  <a:pt x="36" y="47"/>
                </a:cubicBezTo>
                <a:cubicBezTo>
                  <a:pt x="23" y="33"/>
                  <a:pt x="23" y="33"/>
                  <a:pt x="23" y="33"/>
                </a:cubicBezTo>
                <a:cubicBezTo>
                  <a:pt x="21" y="32"/>
                  <a:pt x="21" y="29"/>
                  <a:pt x="23" y="28"/>
                </a:cubicBezTo>
                <a:cubicBezTo>
                  <a:pt x="24" y="26"/>
                  <a:pt x="27" y="26"/>
                  <a:pt x="28" y="28"/>
                </a:cubicBezTo>
                <a:cubicBezTo>
                  <a:pt x="42" y="41"/>
                  <a:pt x="42" y="41"/>
                  <a:pt x="42" y="41"/>
                </a:cubicBezTo>
                <a:cubicBezTo>
                  <a:pt x="43" y="43"/>
                  <a:pt x="43" y="45"/>
                  <a:pt x="42" y="47"/>
                </a:cubicBezTo>
                <a:cubicBezTo>
                  <a:pt x="41" y="47"/>
                  <a:pt x="40" y="48"/>
                  <a:pt x="39" y="48"/>
                </a:cubicBezTo>
                <a:close/>
                <a:moveTo>
                  <a:pt x="88" y="30"/>
                </a:moveTo>
                <a:cubicBezTo>
                  <a:pt x="86" y="30"/>
                  <a:pt x="84" y="28"/>
                  <a:pt x="84" y="26"/>
                </a:cubicBezTo>
                <a:cubicBezTo>
                  <a:pt x="84" y="4"/>
                  <a:pt x="84" y="4"/>
                  <a:pt x="84" y="4"/>
                </a:cubicBezTo>
                <a:cubicBezTo>
                  <a:pt x="84" y="2"/>
                  <a:pt x="86" y="0"/>
                  <a:pt x="88" y="0"/>
                </a:cubicBezTo>
                <a:cubicBezTo>
                  <a:pt x="90" y="0"/>
                  <a:pt x="92" y="2"/>
                  <a:pt x="92" y="4"/>
                </a:cubicBezTo>
                <a:cubicBezTo>
                  <a:pt x="92" y="26"/>
                  <a:pt x="92" y="26"/>
                  <a:pt x="92" y="26"/>
                </a:cubicBezTo>
                <a:cubicBezTo>
                  <a:pt x="92" y="28"/>
                  <a:pt x="90" y="30"/>
                  <a:pt x="88" y="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0735" name="Google Shape;577;p21"/>
          <p:cNvSpPr txBox="1">
            <a:spLocks noChangeArrowheads="1"/>
          </p:cNvSpPr>
          <p:nvPr/>
        </p:nvSpPr>
        <p:spPr bwMode="auto">
          <a:xfrm>
            <a:off x="4913313" y="2833688"/>
            <a:ext cx="2424112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4100"/>
              <a:buFont typeface="Open Sans" panose="020B0606030504020204" pitchFamily="34" charset="0"/>
              <a:buNone/>
            </a:pPr>
            <a:r>
              <a:rPr lang="en-US" altLang="en-US" sz="4100" dirty="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CICLO DE NEGOCIO</a:t>
            </a:r>
            <a:endParaRPr lang="en-US" altLang="en-US" dirty="0"/>
          </a:p>
        </p:txBody>
      </p:sp>
      <p:sp>
        <p:nvSpPr>
          <p:cNvPr id="30736" name="Google Shape;578;p21"/>
          <p:cNvSpPr txBox="1">
            <a:spLocks noChangeArrowheads="1"/>
          </p:cNvSpPr>
          <p:nvPr/>
        </p:nvSpPr>
        <p:spPr bwMode="auto">
          <a:xfrm>
            <a:off x="1023938" y="1214438"/>
            <a:ext cx="17843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>
                <a:solidFill>
                  <a:srgbClr val="23929E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A</a:t>
            </a:r>
            <a:endParaRPr lang="en-US" altLang="en-US"/>
          </a:p>
        </p:txBody>
      </p:sp>
      <p:sp>
        <p:nvSpPr>
          <p:cNvPr id="30737" name="Google Shape;579;p21"/>
          <p:cNvSpPr txBox="1">
            <a:spLocks noChangeArrowheads="1"/>
          </p:cNvSpPr>
          <p:nvPr/>
        </p:nvSpPr>
        <p:spPr bwMode="auto">
          <a:xfrm>
            <a:off x="1006475" y="4249738"/>
            <a:ext cx="1817688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>
                <a:solidFill>
                  <a:srgbClr val="61605E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D</a:t>
            </a:r>
            <a:endParaRPr lang="en-US" altLang="en-US"/>
          </a:p>
        </p:txBody>
      </p:sp>
      <p:sp>
        <p:nvSpPr>
          <p:cNvPr id="30738" name="Google Shape;580;p21"/>
          <p:cNvSpPr txBox="1">
            <a:spLocks noChangeArrowheads="1"/>
          </p:cNvSpPr>
          <p:nvPr/>
        </p:nvSpPr>
        <p:spPr bwMode="auto">
          <a:xfrm>
            <a:off x="9601200" y="1214438"/>
            <a:ext cx="1789113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CADAD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>
                <a:solidFill>
                  <a:srgbClr val="ACADAD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B</a:t>
            </a:r>
            <a:endParaRPr lang="en-US" altLang="en-US"/>
          </a:p>
        </p:txBody>
      </p:sp>
      <p:sp>
        <p:nvSpPr>
          <p:cNvPr id="30739" name="Google Shape;581;p21"/>
          <p:cNvSpPr txBox="1">
            <a:spLocks noChangeArrowheads="1"/>
          </p:cNvSpPr>
          <p:nvPr/>
        </p:nvSpPr>
        <p:spPr bwMode="auto">
          <a:xfrm>
            <a:off x="9605963" y="4249738"/>
            <a:ext cx="17843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2700"/>
              <a:buFont typeface="Open Sans" panose="020B0606030504020204" pitchFamily="34" charset="0"/>
              <a:buNone/>
            </a:pPr>
            <a:r>
              <a:rPr lang="en-US" altLang="en-US" sz="2700">
                <a:solidFill>
                  <a:srgbClr val="2F526B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C</a:t>
            </a:r>
            <a:endParaRPr lang="en-US" altLang="en-US"/>
          </a:p>
        </p:txBody>
      </p:sp>
      <p:sp>
        <p:nvSpPr>
          <p:cNvPr id="30740" name="Google Shape;582;p21"/>
          <p:cNvSpPr txBox="1">
            <a:spLocks noChangeArrowheads="1"/>
          </p:cNvSpPr>
          <p:nvPr/>
        </p:nvSpPr>
        <p:spPr bwMode="auto">
          <a:xfrm>
            <a:off x="9523413" y="4702175"/>
            <a:ext cx="2178050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700"/>
              <a:buFont typeface="Open Sans" panose="020B0606030504020204" pitchFamily="34" charset="0"/>
              <a:buNone/>
            </a:pPr>
            <a:r>
              <a:rPr lang="en-US" altLang="en-US" sz="17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0741" name="Google Shape;583;p21"/>
          <p:cNvSpPr txBox="1">
            <a:spLocks noChangeArrowheads="1"/>
          </p:cNvSpPr>
          <p:nvPr/>
        </p:nvSpPr>
        <p:spPr bwMode="auto">
          <a:xfrm>
            <a:off x="527050" y="1619250"/>
            <a:ext cx="2176463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700"/>
              <a:buFont typeface="Open Sans" panose="020B0606030504020204" pitchFamily="34" charset="0"/>
              <a:buNone/>
            </a:pPr>
            <a:r>
              <a:rPr lang="en-US" altLang="en-US" sz="17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0742" name="Google Shape;584;p21"/>
          <p:cNvSpPr txBox="1">
            <a:spLocks noChangeArrowheads="1"/>
          </p:cNvSpPr>
          <p:nvPr/>
        </p:nvSpPr>
        <p:spPr bwMode="auto">
          <a:xfrm>
            <a:off x="527050" y="4664075"/>
            <a:ext cx="2176463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700"/>
              <a:buFont typeface="Open Sans" panose="020B0606030504020204" pitchFamily="34" charset="0"/>
              <a:buNone/>
            </a:pPr>
            <a:r>
              <a:rPr lang="en-US" altLang="en-US" sz="17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589;p22"/>
          <p:cNvSpPr txBox="1">
            <a:spLocks noChangeArrowheads="1"/>
          </p:cNvSpPr>
          <p:nvPr/>
        </p:nvSpPr>
        <p:spPr bwMode="auto">
          <a:xfrm>
            <a:off x="8015288" y="1700213"/>
            <a:ext cx="2849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2771" name="Google Shape;590;p22"/>
          <p:cNvSpPr>
            <a:spLocks noChangeArrowheads="1"/>
          </p:cNvSpPr>
          <p:nvPr/>
        </p:nvSpPr>
        <p:spPr bwMode="auto">
          <a:xfrm>
            <a:off x="4573588" y="5573713"/>
            <a:ext cx="822325" cy="823912"/>
          </a:xfrm>
          <a:prstGeom prst="ellipse">
            <a:avLst/>
          </a:pr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772" name="Google Shape;591;p22"/>
          <p:cNvSpPr>
            <a:spLocks noChangeArrowheads="1"/>
          </p:cNvSpPr>
          <p:nvPr/>
        </p:nvSpPr>
        <p:spPr bwMode="auto">
          <a:xfrm>
            <a:off x="4573588" y="4178300"/>
            <a:ext cx="822325" cy="822325"/>
          </a:xfrm>
          <a:prstGeom prst="ellipse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773" name="Google Shape;592;p22"/>
          <p:cNvSpPr>
            <a:spLocks noChangeArrowheads="1"/>
          </p:cNvSpPr>
          <p:nvPr/>
        </p:nvSpPr>
        <p:spPr bwMode="auto">
          <a:xfrm>
            <a:off x="4573588" y="2786063"/>
            <a:ext cx="822325" cy="819150"/>
          </a:xfrm>
          <a:prstGeom prst="ellipse">
            <a:avLst/>
          </a:pr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774" name="Google Shape;593;p22"/>
          <p:cNvSpPr>
            <a:spLocks noChangeArrowheads="1"/>
          </p:cNvSpPr>
          <p:nvPr/>
        </p:nvSpPr>
        <p:spPr bwMode="auto">
          <a:xfrm>
            <a:off x="4573588" y="1389063"/>
            <a:ext cx="822325" cy="819150"/>
          </a:xfrm>
          <a:prstGeom prst="ellipse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775" name="Google Shape;594;p22"/>
          <p:cNvSpPr>
            <a:spLocks noChangeArrowheads="1"/>
          </p:cNvSpPr>
          <p:nvPr/>
        </p:nvSpPr>
        <p:spPr bwMode="auto">
          <a:xfrm>
            <a:off x="6799263" y="5573713"/>
            <a:ext cx="822325" cy="823912"/>
          </a:xfrm>
          <a:prstGeom prst="ellipse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776" name="Google Shape;595;p22"/>
          <p:cNvSpPr>
            <a:spLocks noChangeArrowheads="1"/>
          </p:cNvSpPr>
          <p:nvPr/>
        </p:nvSpPr>
        <p:spPr bwMode="auto">
          <a:xfrm>
            <a:off x="6799263" y="4178300"/>
            <a:ext cx="822325" cy="822325"/>
          </a:xfrm>
          <a:prstGeom prst="ellipse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777" name="Google Shape;596;p22"/>
          <p:cNvSpPr>
            <a:spLocks noChangeArrowheads="1"/>
          </p:cNvSpPr>
          <p:nvPr/>
        </p:nvSpPr>
        <p:spPr bwMode="auto">
          <a:xfrm>
            <a:off x="6799263" y="2786063"/>
            <a:ext cx="822325" cy="819150"/>
          </a:xfrm>
          <a:prstGeom prst="ellipse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778" name="Google Shape;597;p22"/>
          <p:cNvSpPr>
            <a:spLocks noChangeArrowheads="1"/>
          </p:cNvSpPr>
          <p:nvPr/>
        </p:nvSpPr>
        <p:spPr bwMode="auto">
          <a:xfrm>
            <a:off x="6799263" y="1389063"/>
            <a:ext cx="822325" cy="819150"/>
          </a:xfrm>
          <a:prstGeom prst="ellipse">
            <a:avLst/>
          </a:pr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779" name="Google Shape;598;p22"/>
          <p:cNvSpPr>
            <a:spLocks/>
          </p:cNvSpPr>
          <p:nvPr/>
        </p:nvSpPr>
        <p:spPr bwMode="auto">
          <a:xfrm>
            <a:off x="6956425" y="4338638"/>
            <a:ext cx="503238" cy="504825"/>
          </a:xfrm>
          <a:custGeom>
            <a:avLst/>
            <a:gdLst>
              <a:gd name="T0" fmla="*/ 49 w 119"/>
              <a:gd name="T1" fmla="*/ 114 h 119"/>
              <a:gd name="T2" fmla="*/ 39 w 119"/>
              <a:gd name="T3" fmla="*/ 99 h 119"/>
              <a:gd name="T4" fmla="*/ 22 w 119"/>
              <a:gd name="T5" fmla="*/ 105 h 119"/>
              <a:gd name="T6" fmla="*/ 20 w 119"/>
              <a:gd name="T7" fmla="*/ 81 h 119"/>
              <a:gd name="T8" fmla="*/ 16 w 119"/>
              <a:gd name="T9" fmla="*/ 72 h 119"/>
              <a:gd name="T10" fmla="*/ 0 w 119"/>
              <a:gd name="T11" fmla="*/ 53 h 119"/>
              <a:gd name="T12" fmla="*/ 17 w 119"/>
              <a:gd name="T13" fmla="*/ 45 h 119"/>
              <a:gd name="T14" fmla="*/ 13 w 119"/>
              <a:gd name="T15" fmla="*/ 28 h 119"/>
              <a:gd name="T16" fmla="*/ 29 w 119"/>
              <a:gd name="T17" fmla="*/ 12 h 119"/>
              <a:gd name="T18" fmla="*/ 46 w 119"/>
              <a:gd name="T19" fmla="*/ 17 h 119"/>
              <a:gd name="T20" fmla="*/ 54 w 119"/>
              <a:gd name="T21" fmla="*/ 0 h 119"/>
              <a:gd name="T22" fmla="*/ 73 w 119"/>
              <a:gd name="T23" fmla="*/ 16 h 119"/>
              <a:gd name="T24" fmla="*/ 82 w 119"/>
              <a:gd name="T25" fmla="*/ 19 h 119"/>
              <a:gd name="T26" fmla="*/ 106 w 119"/>
              <a:gd name="T27" fmla="*/ 21 h 119"/>
              <a:gd name="T28" fmla="*/ 100 w 119"/>
              <a:gd name="T29" fmla="*/ 39 h 119"/>
              <a:gd name="T30" fmla="*/ 115 w 119"/>
              <a:gd name="T31" fmla="*/ 48 h 119"/>
              <a:gd name="T32" fmla="*/ 119 w 119"/>
              <a:gd name="T33" fmla="*/ 65 h 119"/>
              <a:gd name="T34" fmla="*/ 102 w 119"/>
              <a:gd name="T35" fmla="*/ 73 h 119"/>
              <a:gd name="T36" fmla="*/ 107 w 119"/>
              <a:gd name="T37" fmla="*/ 90 h 119"/>
              <a:gd name="T38" fmla="*/ 91 w 119"/>
              <a:gd name="T39" fmla="*/ 106 h 119"/>
              <a:gd name="T40" fmla="*/ 74 w 119"/>
              <a:gd name="T41" fmla="*/ 102 h 119"/>
              <a:gd name="T42" fmla="*/ 66 w 119"/>
              <a:gd name="T43" fmla="*/ 119 h 119"/>
              <a:gd name="T44" fmla="*/ 67 w 119"/>
              <a:gd name="T45" fmla="*/ 102 h 119"/>
              <a:gd name="T46" fmla="*/ 85 w 119"/>
              <a:gd name="T47" fmla="*/ 94 h 119"/>
              <a:gd name="T48" fmla="*/ 95 w 119"/>
              <a:gd name="T49" fmla="*/ 84 h 119"/>
              <a:gd name="T50" fmla="*/ 103 w 119"/>
              <a:gd name="T51" fmla="*/ 66 h 119"/>
              <a:gd name="T52" fmla="*/ 103 w 119"/>
              <a:gd name="T53" fmla="*/ 52 h 119"/>
              <a:gd name="T54" fmla="*/ 95 w 119"/>
              <a:gd name="T55" fmla="*/ 34 h 119"/>
              <a:gd name="T56" fmla="*/ 85 w 119"/>
              <a:gd name="T57" fmla="*/ 24 h 119"/>
              <a:gd name="T58" fmla="*/ 67 w 119"/>
              <a:gd name="T59" fmla="*/ 16 h 119"/>
              <a:gd name="T60" fmla="*/ 53 w 119"/>
              <a:gd name="T61" fmla="*/ 16 h 119"/>
              <a:gd name="T62" fmla="*/ 35 w 119"/>
              <a:gd name="T63" fmla="*/ 24 h 119"/>
              <a:gd name="T64" fmla="*/ 24 w 119"/>
              <a:gd name="T65" fmla="*/ 34 h 119"/>
              <a:gd name="T66" fmla="*/ 17 w 119"/>
              <a:gd name="T67" fmla="*/ 52 h 119"/>
              <a:gd name="T68" fmla="*/ 17 w 119"/>
              <a:gd name="T69" fmla="*/ 66 h 119"/>
              <a:gd name="T70" fmla="*/ 24 w 119"/>
              <a:gd name="T71" fmla="*/ 84 h 119"/>
              <a:gd name="T72" fmla="*/ 35 w 119"/>
              <a:gd name="T73" fmla="*/ 94 h 119"/>
              <a:gd name="T74" fmla="*/ 53 w 119"/>
              <a:gd name="T75" fmla="*/ 102 h 119"/>
              <a:gd name="T76" fmla="*/ 17 w 119"/>
              <a:gd name="T77" fmla="*/ 94 h 119"/>
              <a:gd name="T78" fmla="*/ 114 w 119"/>
              <a:gd name="T79" fmla="*/ 65 h 119"/>
              <a:gd name="T80" fmla="*/ 6 w 119"/>
              <a:gd name="T81" fmla="*/ 65 h 119"/>
              <a:gd name="T82" fmla="*/ 5 w 119"/>
              <a:gd name="T83" fmla="*/ 65 h 119"/>
              <a:gd name="T84" fmla="*/ 94 w 119"/>
              <a:gd name="T85" fmla="*/ 17 h 119"/>
              <a:gd name="T86" fmla="*/ 94 w 119"/>
              <a:gd name="T87" fmla="*/ 17 h 119"/>
              <a:gd name="T88" fmla="*/ 37 w 119"/>
              <a:gd name="T89" fmla="*/ 54 h 119"/>
              <a:gd name="T90" fmla="*/ 83 w 119"/>
              <a:gd name="T91" fmla="*/ 64 h 119"/>
              <a:gd name="T92" fmla="*/ 60 w 119"/>
              <a:gd name="T93" fmla="*/ 41 h 119"/>
              <a:gd name="T94" fmla="*/ 47 w 119"/>
              <a:gd name="T95" fmla="*/ 72 h 119"/>
              <a:gd name="T96" fmla="*/ 78 w 119"/>
              <a:gd name="T97" fmla="*/ 63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9" h="119" extrusionOk="0">
                <a:moveTo>
                  <a:pt x="66" y="119"/>
                </a:moveTo>
                <a:cubicBezTo>
                  <a:pt x="54" y="119"/>
                  <a:pt x="54" y="119"/>
                  <a:pt x="54" y="119"/>
                </a:cubicBezTo>
                <a:cubicBezTo>
                  <a:pt x="52" y="119"/>
                  <a:pt x="49" y="117"/>
                  <a:pt x="49" y="114"/>
                </a:cubicBezTo>
                <a:cubicBezTo>
                  <a:pt x="47" y="103"/>
                  <a:pt x="47" y="103"/>
                  <a:pt x="47" y="103"/>
                </a:cubicBezTo>
                <a:cubicBezTo>
                  <a:pt x="47" y="102"/>
                  <a:pt x="47" y="102"/>
                  <a:pt x="46" y="102"/>
                </a:cubicBezTo>
                <a:cubicBezTo>
                  <a:pt x="44" y="101"/>
                  <a:pt x="42" y="100"/>
                  <a:pt x="39" y="99"/>
                </a:cubicBezTo>
                <a:cubicBezTo>
                  <a:pt x="39" y="99"/>
                  <a:pt x="38" y="99"/>
                  <a:pt x="38" y="99"/>
                </a:cubicBezTo>
                <a:cubicBezTo>
                  <a:pt x="29" y="106"/>
                  <a:pt x="29" y="106"/>
                  <a:pt x="29" y="106"/>
                </a:cubicBezTo>
                <a:cubicBezTo>
                  <a:pt x="27" y="107"/>
                  <a:pt x="24" y="107"/>
                  <a:pt x="22" y="105"/>
                </a:cubicBezTo>
                <a:cubicBezTo>
                  <a:pt x="14" y="97"/>
                  <a:pt x="14" y="97"/>
                  <a:pt x="14" y="97"/>
                </a:cubicBezTo>
                <a:cubicBezTo>
                  <a:pt x="12" y="95"/>
                  <a:pt x="12" y="92"/>
                  <a:pt x="13" y="90"/>
                </a:cubicBezTo>
                <a:cubicBezTo>
                  <a:pt x="20" y="81"/>
                  <a:pt x="20" y="81"/>
                  <a:pt x="20" y="81"/>
                </a:cubicBezTo>
                <a:cubicBezTo>
                  <a:pt x="20" y="81"/>
                  <a:pt x="20" y="80"/>
                  <a:pt x="20" y="79"/>
                </a:cubicBezTo>
                <a:cubicBezTo>
                  <a:pt x="19" y="77"/>
                  <a:pt x="18" y="75"/>
                  <a:pt x="17" y="73"/>
                </a:cubicBezTo>
                <a:cubicBezTo>
                  <a:pt x="17" y="72"/>
                  <a:pt x="17" y="72"/>
                  <a:pt x="16" y="72"/>
                </a:cubicBezTo>
                <a:cubicBezTo>
                  <a:pt x="5" y="70"/>
                  <a:pt x="5" y="70"/>
                  <a:pt x="5" y="70"/>
                </a:cubicBezTo>
                <a:cubicBezTo>
                  <a:pt x="2" y="70"/>
                  <a:pt x="0" y="67"/>
                  <a:pt x="0" y="65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1"/>
                  <a:pt x="2" y="49"/>
                  <a:pt x="5" y="48"/>
                </a:cubicBezTo>
                <a:cubicBezTo>
                  <a:pt x="16" y="46"/>
                  <a:pt x="16" y="46"/>
                  <a:pt x="16" y="46"/>
                </a:cubicBezTo>
                <a:cubicBezTo>
                  <a:pt x="17" y="46"/>
                  <a:pt x="17" y="46"/>
                  <a:pt x="17" y="45"/>
                </a:cubicBezTo>
                <a:cubicBezTo>
                  <a:pt x="18" y="43"/>
                  <a:pt x="19" y="41"/>
                  <a:pt x="20" y="39"/>
                </a:cubicBezTo>
                <a:cubicBezTo>
                  <a:pt x="20" y="38"/>
                  <a:pt x="20" y="38"/>
                  <a:pt x="20" y="37"/>
                </a:cubicBezTo>
                <a:cubicBezTo>
                  <a:pt x="13" y="28"/>
                  <a:pt x="13" y="28"/>
                  <a:pt x="13" y="28"/>
                </a:cubicBezTo>
                <a:cubicBezTo>
                  <a:pt x="12" y="26"/>
                  <a:pt x="12" y="23"/>
                  <a:pt x="14" y="21"/>
                </a:cubicBezTo>
                <a:cubicBezTo>
                  <a:pt x="22" y="13"/>
                  <a:pt x="22" y="13"/>
                  <a:pt x="22" y="13"/>
                </a:cubicBezTo>
                <a:cubicBezTo>
                  <a:pt x="24" y="11"/>
                  <a:pt x="27" y="11"/>
                  <a:pt x="29" y="12"/>
                </a:cubicBezTo>
                <a:cubicBezTo>
                  <a:pt x="38" y="19"/>
                  <a:pt x="38" y="19"/>
                  <a:pt x="38" y="19"/>
                </a:cubicBezTo>
                <a:cubicBezTo>
                  <a:pt x="38" y="20"/>
                  <a:pt x="39" y="20"/>
                  <a:pt x="39" y="19"/>
                </a:cubicBezTo>
                <a:cubicBezTo>
                  <a:pt x="42" y="18"/>
                  <a:pt x="44" y="17"/>
                  <a:pt x="46" y="17"/>
                </a:cubicBezTo>
                <a:cubicBezTo>
                  <a:pt x="47" y="16"/>
                  <a:pt x="47" y="16"/>
                  <a:pt x="47" y="16"/>
                </a:cubicBezTo>
                <a:cubicBezTo>
                  <a:pt x="49" y="4"/>
                  <a:pt x="49" y="4"/>
                  <a:pt x="49" y="4"/>
                </a:cubicBezTo>
                <a:cubicBezTo>
                  <a:pt x="49" y="1"/>
                  <a:pt x="52" y="0"/>
                  <a:pt x="5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8" y="0"/>
                  <a:pt x="70" y="1"/>
                  <a:pt x="71" y="4"/>
                </a:cubicBezTo>
                <a:cubicBezTo>
                  <a:pt x="73" y="16"/>
                  <a:pt x="73" y="16"/>
                  <a:pt x="73" y="16"/>
                </a:cubicBezTo>
                <a:cubicBezTo>
                  <a:pt x="73" y="16"/>
                  <a:pt x="73" y="16"/>
                  <a:pt x="74" y="17"/>
                </a:cubicBezTo>
                <a:cubicBezTo>
                  <a:pt x="76" y="17"/>
                  <a:pt x="78" y="18"/>
                  <a:pt x="80" y="19"/>
                </a:cubicBezTo>
                <a:cubicBezTo>
                  <a:pt x="81" y="20"/>
                  <a:pt x="81" y="20"/>
                  <a:pt x="82" y="19"/>
                </a:cubicBezTo>
                <a:cubicBezTo>
                  <a:pt x="91" y="12"/>
                  <a:pt x="91" y="12"/>
                  <a:pt x="91" y="12"/>
                </a:cubicBezTo>
                <a:cubicBezTo>
                  <a:pt x="93" y="11"/>
                  <a:pt x="96" y="11"/>
                  <a:pt x="98" y="13"/>
                </a:cubicBezTo>
                <a:cubicBezTo>
                  <a:pt x="106" y="21"/>
                  <a:pt x="106" y="21"/>
                  <a:pt x="106" y="21"/>
                </a:cubicBezTo>
                <a:cubicBezTo>
                  <a:pt x="108" y="23"/>
                  <a:pt x="108" y="26"/>
                  <a:pt x="107" y="28"/>
                </a:cubicBezTo>
                <a:cubicBezTo>
                  <a:pt x="100" y="37"/>
                  <a:pt x="100" y="37"/>
                  <a:pt x="100" y="37"/>
                </a:cubicBezTo>
                <a:cubicBezTo>
                  <a:pt x="99" y="38"/>
                  <a:pt x="99" y="38"/>
                  <a:pt x="100" y="39"/>
                </a:cubicBezTo>
                <a:cubicBezTo>
                  <a:pt x="101" y="41"/>
                  <a:pt x="102" y="43"/>
                  <a:pt x="102" y="45"/>
                </a:cubicBezTo>
                <a:cubicBezTo>
                  <a:pt x="103" y="46"/>
                  <a:pt x="103" y="46"/>
                  <a:pt x="103" y="46"/>
                </a:cubicBezTo>
                <a:cubicBezTo>
                  <a:pt x="115" y="48"/>
                  <a:pt x="115" y="48"/>
                  <a:pt x="115" y="48"/>
                </a:cubicBezTo>
                <a:cubicBezTo>
                  <a:pt x="115" y="48"/>
                  <a:pt x="115" y="48"/>
                  <a:pt x="115" y="48"/>
                </a:cubicBezTo>
                <a:cubicBezTo>
                  <a:pt x="117" y="49"/>
                  <a:pt x="119" y="51"/>
                  <a:pt x="119" y="53"/>
                </a:cubicBezTo>
                <a:cubicBezTo>
                  <a:pt x="119" y="65"/>
                  <a:pt x="119" y="65"/>
                  <a:pt x="119" y="65"/>
                </a:cubicBezTo>
                <a:cubicBezTo>
                  <a:pt x="119" y="67"/>
                  <a:pt x="117" y="70"/>
                  <a:pt x="115" y="70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72"/>
                  <a:pt x="102" y="72"/>
                  <a:pt x="102" y="73"/>
                </a:cubicBezTo>
                <a:cubicBezTo>
                  <a:pt x="102" y="75"/>
                  <a:pt x="101" y="77"/>
                  <a:pt x="100" y="79"/>
                </a:cubicBezTo>
                <a:cubicBezTo>
                  <a:pt x="99" y="80"/>
                  <a:pt x="99" y="81"/>
                  <a:pt x="100" y="81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08" y="92"/>
                  <a:pt x="108" y="95"/>
                  <a:pt x="106" y="97"/>
                </a:cubicBezTo>
                <a:cubicBezTo>
                  <a:pt x="98" y="105"/>
                  <a:pt x="98" y="105"/>
                  <a:pt x="98" y="105"/>
                </a:cubicBezTo>
                <a:cubicBezTo>
                  <a:pt x="96" y="107"/>
                  <a:pt x="93" y="107"/>
                  <a:pt x="91" y="106"/>
                </a:cubicBezTo>
                <a:cubicBezTo>
                  <a:pt x="82" y="99"/>
                  <a:pt x="82" y="99"/>
                  <a:pt x="82" y="99"/>
                </a:cubicBezTo>
                <a:cubicBezTo>
                  <a:pt x="81" y="99"/>
                  <a:pt x="81" y="99"/>
                  <a:pt x="80" y="99"/>
                </a:cubicBezTo>
                <a:cubicBezTo>
                  <a:pt x="78" y="100"/>
                  <a:pt x="76" y="101"/>
                  <a:pt x="74" y="102"/>
                </a:cubicBezTo>
                <a:cubicBezTo>
                  <a:pt x="73" y="102"/>
                  <a:pt x="73" y="102"/>
                  <a:pt x="73" y="103"/>
                </a:cubicBezTo>
                <a:cubicBezTo>
                  <a:pt x="71" y="114"/>
                  <a:pt x="71" y="114"/>
                  <a:pt x="71" y="114"/>
                </a:cubicBezTo>
                <a:cubicBezTo>
                  <a:pt x="70" y="117"/>
                  <a:pt x="68" y="119"/>
                  <a:pt x="66" y="119"/>
                </a:cubicBezTo>
                <a:close/>
                <a:moveTo>
                  <a:pt x="54" y="113"/>
                </a:moveTo>
                <a:cubicBezTo>
                  <a:pt x="65" y="113"/>
                  <a:pt x="65" y="113"/>
                  <a:pt x="65" y="113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8" y="99"/>
                  <a:pt x="69" y="97"/>
                  <a:pt x="72" y="96"/>
                </a:cubicBezTo>
                <a:cubicBezTo>
                  <a:pt x="74" y="96"/>
                  <a:pt x="76" y="95"/>
                  <a:pt x="78" y="94"/>
                </a:cubicBezTo>
                <a:cubicBezTo>
                  <a:pt x="80" y="93"/>
                  <a:pt x="83" y="93"/>
                  <a:pt x="85" y="94"/>
                </a:cubicBezTo>
                <a:cubicBezTo>
                  <a:pt x="94" y="101"/>
                  <a:pt x="94" y="101"/>
                  <a:pt x="94" y="101"/>
                </a:cubicBezTo>
                <a:cubicBezTo>
                  <a:pt x="102" y="93"/>
                  <a:pt x="102" y="93"/>
                  <a:pt x="102" y="93"/>
                </a:cubicBezTo>
                <a:cubicBezTo>
                  <a:pt x="95" y="84"/>
                  <a:pt x="95" y="84"/>
                  <a:pt x="95" y="84"/>
                </a:cubicBezTo>
                <a:cubicBezTo>
                  <a:pt x="94" y="82"/>
                  <a:pt x="94" y="79"/>
                  <a:pt x="95" y="77"/>
                </a:cubicBezTo>
                <a:cubicBezTo>
                  <a:pt x="96" y="75"/>
                  <a:pt x="97" y="73"/>
                  <a:pt x="97" y="71"/>
                </a:cubicBezTo>
                <a:cubicBezTo>
                  <a:pt x="98" y="69"/>
                  <a:pt x="100" y="67"/>
                  <a:pt x="103" y="66"/>
                </a:cubicBezTo>
                <a:cubicBezTo>
                  <a:pt x="114" y="65"/>
                  <a:pt x="114" y="65"/>
                  <a:pt x="114" y="65"/>
                </a:cubicBezTo>
                <a:cubicBezTo>
                  <a:pt x="114" y="54"/>
                  <a:pt x="114" y="54"/>
                  <a:pt x="114" y="54"/>
                </a:cubicBezTo>
                <a:cubicBezTo>
                  <a:pt x="103" y="52"/>
                  <a:pt x="103" y="52"/>
                  <a:pt x="103" y="52"/>
                </a:cubicBezTo>
                <a:cubicBezTo>
                  <a:pt x="100" y="51"/>
                  <a:pt x="98" y="50"/>
                  <a:pt x="97" y="47"/>
                </a:cubicBezTo>
                <a:cubicBezTo>
                  <a:pt x="97" y="45"/>
                  <a:pt x="96" y="43"/>
                  <a:pt x="95" y="41"/>
                </a:cubicBezTo>
                <a:cubicBezTo>
                  <a:pt x="94" y="39"/>
                  <a:pt x="94" y="36"/>
                  <a:pt x="95" y="34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94" y="17"/>
                  <a:pt x="94" y="17"/>
                  <a:pt x="94" y="17"/>
                </a:cubicBezTo>
                <a:cubicBezTo>
                  <a:pt x="85" y="24"/>
                  <a:pt x="85" y="24"/>
                  <a:pt x="85" y="24"/>
                </a:cubicBezTo>
                <a:cubicBezTo>
                  <a:pt x="83" y="25"/>
                  <a:pt x="80" y="25"/>
                  <a:pt x="78" y="24"/>
                </a:cubicBezTo>
                <a:cubicBezTo>
                  <a:pt x="76" y="23"/>
                  <a:pt x="74" y="22"/>
                  <a:pt x="72" y="22"/>
                </a:cubicBezTo>
                <a:cubicBezTo>
                  <a:pt x="69" y="21"/>
                  <a:pt x="68" y="19"/>
                  <a:pt x="67" y="16"/>
                </a:cubicBezTo>
                <a:cubicBezTo>
                  <a:pt x="65" y="5"/>
                  <a:pt x="65" y="5"/>
                  <a:pt x="65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16"/>
                  <a:pt x="53" y="16"/>
                  <a:pt x="53" y="16"/>
                </a:cubicBezTo>
                <a:cubicBezTo>
                  <a:pt x="52" y="19"/>
                  <a:pt x="50" y="21"/>
                  <a:pt x="48" y="22"/>
                </a:cubicBezTo>
                <a:cubicBezTo>
                  <a:pt x="46" y="22"/>
                  <a:pt x="44" y="23"/>
                  <a:pt x="42" y="24"/>
                </a:cubicBezTo>
                <a:cubicBezTo>
                  <a:pt x="40" y="25"/>
                  <a:pt x="37" y="25"/>
                  <a:pt x="35" y="24"/>
                </a:cubicBezTo>
                <a:cubicBezTo>
                  <a:pt x="26" y="17"/>
                  <a:pt x="26" y="17"/>
                  <a:pt x="26" y="17"/>
                </a:cubicBezTo>
                <a:cubicBezTo>
                  <a:pt x="18" y="25"/>
                  <a:pt x="18" y="25"/>
                  <a:pt x="18" y="25"/>
                </a:cubicBezTo>
                <a:cubicBezTo>
                  <a:pt x="24" y="34"/>
                  <a:pt x="24" y="34"/>
                  <a:pt x="24" y="34"/>
                </a:cubicBezTo>
                <a:cubicBezTo>
                  <a:pt x="26" y="36"/>
                  <a:pt x="26" y="39"/>
                  <a:pt x="25" y="41"/>
                </a:cubicBezTo>
                <a:cubicBezTo>
                  <a:pt x="24" y="43"/>
                  <a:pt x="23" y="45"/>
                  <a:pt x="23" y="47"/>
                </a:cubicBezTo>
                <a:cubicBezTo>
                  <a:pt x="22" y="50"/>
                  <a:pt x="20" y="51"/>
                  <a:pt x="17" y="52"/>
                </a:cubicBezTo>
                <a:cubicBezTo>
                  <a:pt x="6" y="54"/>
                  <a:pt x="6" y="54"/>
                  <a:pt x="6" y="54"/>
                </a:cubicBezTo>
                <a:cubicBezTo>
                  <a:pt x="6" y="65"/>
                  <a:pt x="6" y="65"/>
                  <a:pt x="6" y="65"/>
                </a:cubicBezTo>
                <a:cubicBezTo>
                  <a:pt x="17" y="66"/>
                  <a:pt x="17" y="66"/>
                  <a:pt x="17" y="66"/>
                </a:cubicBezTo>
                <a:cubicBezTo>
                  <a:pt x="20" y="67"/>
                  <a:pt x="22" y="69"/>
                  <a:pt x="23" y="71"/>
                </a:cubicBezTo>
                <a:cubicBezTo>
                  <a:pt x="23" y="73"/>
                  <a:pt x="24" y="75"/>
                  <a:pt x="25" y="77"/>
                </a:cubicBezTo>
                <a:cubicBezTo>
                  <a:pt x="26" y="79"/>
                  <a:pt x="26" y="82"/>
                  <a:pt x="24" y="84"/>
                </a:cubicBezTo>
                <a:cubicBezTo>
                  <a:pt x="18" y="93"/>
                  <a:pt x="18" y="93"/>
                  <a:pt x="18" y="93"/>
                </a:cubicBezTo>
                <a:cubicBezTo>
                  <a:pt x="26" y="101"/>
                  <a:pt x="26" y="101"/>
                  <a:pt x="26" y="101"/>
                </a:cubicBezTo>
                <a:cubicBezTo>
                  <a:pt x="35" y="94"/>
                  <a:pt x="35" y="94"/>
                  <a:pt x="35" y="94"/>
                </a:cubicBezTo>
                <a:cubicBezTo>
                  <a:pt x="37" y="93"/>
                  <a:pt x="40" y="93"/>
                  <a:pt x="42" y="94"/>
                </a:cubicBezTo>
                <a:cubicBezTo>
                  <a:pt x="44" y="95"/>
                  <a:pt x="46" y="96"/>
                  <a:pt x="48" y="96"/>
                </a:cubicBezTo>
                <a:cubicBezTo>
                  <a:pt x="50" y="97"/>
                  <a:pt x="52" y="99"/>
                  <a:pt x="53" y="102"/>
                </a:cubicBezTo>
                <a:lnTo>
                  <a:pt x="54" y="113"/>
                </a:lnTo>
                <a:close/>
                <a:moveTo>
                  <a:pt x="17" y="94"/>
                </a:moveTo>
                <a:cubicBezTo>
                  <a:pt x="17" y="94"/>
                  <a:pt x="17" y="94"/>
                  <a:pt x="17" y="94"/>
                </a:cubicBezTo>
                <a:close/>
                <a:moveTo>
                  <a:pt x="102" y="93"/>
                </a:moveTo>
                <a:cubicBezTo>
                  <a:pt x="102" y="93"/>
                  <a:pt x="102" y="93"/>
                  <a:pt x="102" y="93"/>
                </a:cubicBezTo>
                <a:close/>
                <a:moveTo>
                  <a:pt x="114" y="65"/>
                </a:moveTo>
                <a:cubicBezTo>
                  <a:pt x="114" y="65"/>
                  <a:pt x="114" y="65"/>
                  <a:pt x="114" y="65"/>
                </a:cubicBezTo>
                <a:close/>
                <a:moveTo>
                  <a:pt x="6" y="65"/>
                </a:moveTo>
                <a:cubicBezTo>
                  <a:pt x="6" y="65"/>
                  <a:pt x="6" y="65"/>
                  <a:pt x="6" y="65"/>
                </a:cubicBezTo>
                <a:close/>
                <a:moveTo>
                  <a:pt x="114" y="65"/>
                </a:moveTo>
                <a:cubicBezTo>
                  <a:pt x="114" y="65"/>
                  <a:pt x="114" y="65"/>
                  <a:pt x="114" y="65"/>
                </a:cubicBezTo>
                <a:close/>
                <a:moveTo>
                  <a:pt x="5" y="65"/>
                </a:moveTo>
                <a:cubicBezTo>
                  <a:pt x="5" y="65"/>
                  <a:pt x="5" y="65"/>
                  <a:pt x="5" y="65"/>
                </a:cubicBezTo>
                <a:cubicBezTo>
                  <a:pt x="5" y="65"/>
                  <a:pt x="5" y="65"/>
                  <a:pt x="5" y="65"/>
                </a:cubicBezTo>
                <a:close/>
                <a:moveTo>
                  <a:pt x="94" y="17"/>
                </a:moveTo>
                <a:cubicBezTo>
                  <a:pt x="94" y="17"/>
                  <a:pt x="94" y="17"/>
                  <a:pt x="94" y="17"/>
                </a:cubicBezTo>
                <a:close/>
                <a:moveTo>
                  <a:pt x="94" y="17"/>
                </a:moveTo>
                <a:cubicBezTo>
                  <a:pt x="94" y="17"/>
                  <a:pt x="94" y="17"/>
                  <a:pt x="94" y="17"/>
                </a:cubicBezTo>
                <a:close/>
                <a:moveTo>
                  <a:pt x="60" y="83"/>
                </a:moveTo>
                <a:cubicBezTo>
                  <a:pt x="54" y="83"/>
                  <a:pt x="48" y="80"/>
                  <a:pt x="43" y="76"/>
                </a:cubicBezTo>
                <a:cubicBezTo>
                  <a:pt x="37" y="70"/>
                  <a:pt x="35" y="62"/>
                  <a:pt x="37" y="54"/>
                </a:cubicBezTo>
                <a:cubicBezTo>
                  <a:pt x="39" y="45"/>
                  <a:pt x="46" y="38"/>
                  <a:pt x="55" y="36"/>
                </a:cubicBezTo>
                <a:cubicBezTo>
                  <a:pt x="63" y="34"/>
                  <a:pt x="71" y="37"/>
                  <a:pt x="77" y="42"/>
                </a:cubicBezTo>
                <a:cubicBezTo>
                  <a:pt x="82" y="48"/>
                  <a:pt x="85" y="56"/>
                  <a:pt x="83" y="64"/>
                </a:cubicBezTo>
                <a:cubicBezTo>
                  <a:pt x="81" y="73"/>
                  <a:pt x="74" y="80"/>
                  <a:pt x="65" y="82"/>
                </a:cubicBezTo>
                <a:cubicBezTo>
                  <a:pt x="63" y="83"/>
                  <a:pt x="62" y="83"/>
                  <a:pt x="60" y="83"/>
                </a:cubicBezTo>
                <a:close/>
                <a:moveTo>
                  <a:pt x="60" y="41"/>
                </a:moveTo>
                <a:cubicBezTo>
                  <a:pt x="58" y="41"/>
                  <a:pt x="57" y="41"/>
                  <a:pt x="56" y="41"/>
                </a:cubicBezTo>
                <a:cubicBezTo>
                  <a:pt x="49" y="43"/>
                  <a:pt x="44" y="48"/>
                  <a:pt x="42" y="55"/>
                </a:cubicBezTo>
                <a:cubicBezTo>
                  <a:pt x="41" y="61"/>
                  <a:pt x="42" y="68"/>
                  <a:pt x="47" y="72"/>
                </a:cubicBezTo>
                <a:cubicBezTo>
                  <a:pt x="51" y="76"/>
                  <a:pt x="58" y="78"/>
                  <a:pt x="64" y="77"/>
                </a:cubicBezTo>
                <a:cubicBezTo>
                  <a:pt x="64" y="77"/>
                  <a:pt x="64" y="77"/>
                  <a:pt x="64" y="77"/>
                </a:cubicBezTo>
                <a:cubicBezTo>
                  <a:pt x="71" y="75"/>
                  <a:pt x="76" y="70"/>
                  <a:pt x="78" y="63"/>
                </a:cubicBezTo>
                <a:cubicBezTo>
                  <a:pt x="79" y="57"/>
                  <a:pt x="77" y="51"/>
                  <a:pt x="73" y="46"/>
                </a:cubicBezTo>
                <a:cubicBezTo>
                  <a:pt x="69" y="43"/>
                  <a:pt x="65" y="41"/>
                  <a:pt x="60" y="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2780" name="Google Shape;599;p22"/>
          <p:cNvSpPr>
            <a:spLocks/>
          </p:cNvSpPr>
          <p:nvPr/>
        </p:nvSpPr>
        <p:spPr bwMode="auto">
          <a:xfrm>
            <a:off x="6951663" y="5824538"/>
            <a:ext cx="517525" cy="322262"/>
          </a:xfrm>
          <a:custGeom>
            <a:avLst/>
            <a:gdLst>
              <a:gd name="T0" fmla="*/ 107 w 122"/>
              <a:gd name="T1" fmla="*/ 76 h 76"/>
              <a:gd name="T2" fmla="*/ 15 w 122"/>
              <a:gd name="T3" fmla="*/ 76 h 76"/>
              <a:gd name="T4" fmla="*/ 0 w 122"/>
              <a:gd name="T5" fmla="*/ 61 h 76"/>
              <a:gd name="T6" fmla="*/ 0 w 122"/>
              <a:gd name="T7" fmla="*/ 15 h 76"/>
              <a:gd name="T8" fmla="*/ 15 w 122"/>
              <a:gd name="T9" fmla="*/ 0 h 76"/>
              <a:gd name="T10" fmla="*/ 107 w 122"/>
              <a:gd name="T11" fmla="*/ 0 h 76"/>
              <a:gd name="T12" fmla="*/ 122 w 122"/>
              <a:gd name="T13" fmla="*/ 15 h 76"/>
              <a:gd name="T14" fmla="*/ 122 w 122"/>
              <a:gd name="T15" fmla="*/ 61 h 76"/>
              <a:gd name="T16" fmla="*/ 107 w 122"/>
              <a:gd name="T17" fmla="*/ 76 h 76"/>
              <a:gd name="T18" fmla="*/ 15 w 122"/>
              <a:gd name="T19" fmla="*/ 4 h 76"/>
              <a:gd name="T20" fmla="*/ 5 w 122"/>
              <a:gd name="T21" fmla="*/ 15 h 76"/>
              <a:gd name="T22" fmla="*/ 5 w 122"/>
              <a:gd name="T23" fmla="*/ 61 h 76"/>
              <a:gd name="T24" fmla="*/ 15 w 122"/>
              <a:gd name="T25" fmla="*/ 71 h 76"/>
              <a:gd name="T26" fmla="*/ 107 w 122"/>
              <a:gd name="T27" fmla="*/ 71 h 76"/>
              <a:gd name="T28" fmla="*/ 117 w 122"/>
              <a:gd name="T29" fmla="*/ 61 h 76"/>
              <a:gd name="T30" fmla="*/ 117 w 122"/>
              <a:gd name="T31" fmla="*/ 15 h 76"/>
              <a:gd name="T32" fmla="*/ 107 w 122"/>
              <a:gd name="T33" fmla="*/ 4 h 76"/>
              <a:gd name="T34" fmla="*/ 15 w 122"/>
              <a:gd name="T35" fmla="*/ 4 h 76"/>
              <a:gd name="T36" fmla="*/ 105 w 122"/>
              <a:gd name="T37" fmla="*/ 64 h 76"/>
              <a:gd name="T38" fmla="*/ 103 w 122"/>
              <a:gd name="T39" fmla="*/ 64 h 76"/>
              <a:gd name="T40" fmla="*/ 76 w 122"/>
              <a:gd name="T41" fmla="*/ 41 h 76"/>
              <a:gd name="T42" fmla="*/ 62 w 122"/>
              <a:gd name="T43" fmla="*/ 52 h 76"/>
              <a:gd name="T44" fmla="*/ 59 w 122"/>
              <a:gd name="T45" fmla="*/ 52 h 76"/>
              <a:gd name="T46" fmla="*/ 45 w 122"/>
              <a:gd name="T47" fmla="*/ 41 h 76"/>
              <a:gd name="T48" fmla="*/ 18 w 122"/>
              <a:gd name="T49" fmla="*/ 64 h 76"/>
              <a:gd name="T50" fmla="*/ 15 w 122"/>
              <a:gd name="T51" fmla="*/ 63 h 76"/>
              <a:gd name="T52" fmla="*/ 15 w 122"/>
              <a:gd name="T53" fmla="*/ 60 h 76"/>
              <a:gd name="T54" fmla="*/ 41 w 122"/>
              <a:gd name="T55" fmla="*/ 38 h 76"/>
              <a:gd name="T56" fmla="*/ 15 w 122"/>
              <a:gd name="T57" fmla="*/ 18 h 76"/>
              <a:gd name="T58" fmla="*/ 15 w 122"/>
              <a:gd name="T59" fmla="*/ 15 h 76"/>
              <a:gd name="T60" fmla="*/ 18 w 122"/>
              <a:gd name="T61" fmla="*/ 14 h 76"/>
              <a:gd name="T62" fmla="*/ 61 w 122"/>
              <a:gd name="T63" fmla="*/ 47 h 76"/>
              <a:gd name="T64" fmla="*/ 103 w 122"/>
              <a:gd name="T65" fmla="*/ 14 h 76"/>
              <a:gd name="T66" fmla="*/ 107 w 122"/>
              <a:gd name="T67" fmla="*/ 15 h 76"/>
              <a:gd name="T68" fmla="*/ 106 w 122"/>
              <a:gd name="T69" fmla="*/ 18 h 76"/>
              <a:gd name="T70" fmla="*/ 80 w 122"/>
              <a:gd name="T71" fmla="*/ 38 h 76"/>
              <a:gd name="T72" fmla="*/ 106 w 122"/>
              <a:gd name="T73" fmla="*/ 60 h 76"/>
              <a:gd name="T74" fmla="*/ 106 w 122"/>
              <a:gd name="T75" fmla="*/ 63 h 76"/>
              <a:gd name="T76" fmla="*/ 105 w 122"/>
              <a:gd name="T77" fmla="*/ 64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2" h="76" extrusionOk="0">
                <a:moveTo>
                  <a:pt x="107" y="76"/>
                </a:moveTo>
                <a:cubicBezTo>
                  <a:pt x="15" y="76"/>
                  <a:pt x="15" y="76"/>
                  <a:pt x="15" y="76"/>
                </a:cubicBezTo>
                <a:cubicBezTo>
                  <a:pt x="7" y="76"/>
                  <a:pt x="0" y="69"/>
                  <a:pt x="0" y="61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6"/>
                  <a:pt x="7" y="0"/>
                  <a:pt x="15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115" y="0"/>
                  <a:pt x="122" y="6"/>
                  <a:pt x="122" y="15"/>
                </a:cubicBezTo>
                <a:cubicBezTo>
                  <a:pt x="122" y="61"/>
                  <a:pt x="122" y="61"/>
                  <a:pt x="122" y="61"/>
                </a:cubicBezTo>
                <a:cubicBezTo>
                  <a:pt x="122" y="69"/>
                  <a:pt x="115" y="76"/>
                  <a:pt x="107" y="76"/>
                </a:cubicBezTo>
                <a:close/>
                <a:moveTo>
                  <a:pt x="15" y="4"/>
                </a:moveTo>
                <a:cubicBezTo>
                  <a:pt x="9" y="4"/>
                  <a:pt x="5" y="9"/>
                  <a:pt x="5" y="15"/>
                </a:cubicBezTo>
                <a:cubicBezTo>
                  <a:pt x="5" y="61"/>
                  <a:pt x="5" y="61"/>
                  <a:pt x="5" y="61"/>
                </a:cubicBezTo>
                <a:cubicBezTo>
                  <a:pt x="5" y="67"/>
                  <a:pt x="9" y="71"/>
                  <a:pt x="15" y="71"/>
                </a:cubicBezTo>
                <a:cubicBezTo>
                  <a:pt x="107" y="71"/>
                  <a:pt x="107" y="71"/>
                  <a:pt x="107" y="71"/>
                </a:cubicBezTo>
                <a:cubicBezTo>
                  <a:pt x="112" y="71"/>
                  <a:pt x="117" y="67"/>
                  <a:pt x="117" y="61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117" y="9"/>
                  <a:pt x="112" y="4"/>
                  <a:pt x="107" y="4"/>
                </a:cubicBezTo>
                <a:lnTo>
                  <a:pt x="15" y="4"/>
                </a:lnTo>
                <a:close/>
                <a:moveTo>
                  <a:pt x="105" y="64"/>
                </a:moveTo>
                <a:cubicBezTo>
                  <a:pt x="104" y="64"/>
                  <a:pt x="104" y="64"/>
                  <a:pt x="103" y="64"/>
                </a:cubicBezTo>
                <a:cubicBezTo>
                  <a:pt x="76" y="41"/>
                  <a:pt x="76" y="41"/>
                  <a:pt x="76" y="41"/>
                </a:cubicBezTo>
                <a:cubicBezTo>
                  <a:pt x="62" y="52"/>
                  <a:pt x="62" y="52"/>
                  <a:pt x="62" y="52"/>
                </a:cubicBezTo>
                <a:cubicBezTo>
                  <a:pt x="61" y="53"/>
                  <a:pt x="60" y="53"/>
                  <a:pt x="59" y="52"/>
                </a:cubicBezTo>
                <a:cubicBezTo>
                  <a:pt x="45" y="41"/>
                  <a:pt x="45" y="41"/>
                  <a:pt x="45" y="41"/>
                </a:cubicBezTo>
                <a:cubicBezTo>
                  <a:pt x="18" y="64"/>
                  <a:pt x="18" y="64"/>
                  <a:pt x="18" y="64"/>
                </a:cubicBezTo>
                <a:cubicBezTo>
                  <a:pt x="17" y="65"/>
                  <a:pt x="16" y="64"/>
                  <a:pt x="15" y="63"/>
                </a:cubicBezTo>
                <a:cubicBezTo>
                  <a:pt x="14" y="62"/>
                  <a:pt x="14" y="61"/>
                  <a:pt x="15" y="60"/>
                </a:cubicBezTo>
                <a:cubicBezTo>
                  <a:pt x="41" y="38"/>
                  <a:pt x="41" y="38"/>
                  <a:pt x="41" y="38"/>
                </a:cubicBezTo>
                <a:cubicBezTo>
                  <a:pt x="15" y="18"/>
                  <a:pt x="15" y="18"/>
                  <a:pt x="15" y="18"/>
                </a:cubicBezTo>
                <a:cubicBezTo>
                  <a:pt x="14" y="17"/>
                  <a:pt x="14" y="16"/>
                  <a:pt x="15" y="15"/>
                </a:cubicBezTo>
                <a:cubicBezTo>
                  <a:pt x="16" y="14"/>
                  <a:pt x="17" y="13"/>
                  <a:pt x="18" y="14"/>
                </a:cubicBezTo>
                <a:cubicBezTo>
                  <a:pt x="61" y="47"/>
                  <a:pt x="61" y="47"/>
                  <a:pt x="61" y="47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4" y="13"/>
                  <a:pt x="106" y="14"/>
                  <a:pt x="107" y="15"/>
                </a:cubicBezTo>
                <a:cubicBezTo>
                  <a:pt x="107" y="16"/>
                  <a:pt x="107" y="17"/>
                  <a:pt x="106" y="18"/>
                </a:cubicBezTo>
                <a:cubicBezTo>
                  <a:pt x="80" y="38"/>
                  <a:pt x="80" y="38"/>
                  <a:pt x="80" y="38"/>
                </a:cubicBezTo>
                <a:cubicBezTo>
                  <a:pt x="106" y="60"/>
                  <a:pt x="106" y="60"/>
                  <a:pt x="106" y="60"/>
                </a:cubicBezTo>
                <a:cubicBezTo>
                  <a:pt x="107" y="61"/>
                  <a:pt x="107" y="62"/>
                  <a:pt x="106" y="63"/>
                </a:cubicBezTo>
                <a:cubicBezTo>
                  <a:pt x="106" y="64"/>
                  <a:pt x="105" y="64"/>
                  <a:pt x="105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2781" name="Google Shape;600;p22"/>
          <p:cNvSpPr>
            <a:spLocks/>
          </p:cNvSpPr>
          <p:nvPr/>
        </p:nvSpPr>
        <p:spPr bwMode="auto">
          <a:xfrm>
            <a:off x="4733925" y="4335463"/>
            <a:ext cx="504825" cy="441325"/>
          </a:xfrm>
          <a:custGeom>
            <a:avLst/>
            <a:gdLst>
              <a:gd name="T0" fmla="*/ 13 w 119"/>
              <a:gd name="T1" fmla="*/ 104 h 104"/>
              <a:gd name="T2" fmla="*/ 0 w 119"/>
              <a:gd name="T3" fmla="*/ 67 h 104"/>
              <a:gd name="T4" fmla="*/ 5 w 119"/>
              <a:gd name="T5" fmla="*/ 67 h 104"/>
              <a:gd name="T6" fmla="*/ 13 w 119"/>
              <a:gd name="T7" fmla="*/ 98 h 104"/>
              <a:gd name="T8" fmla="*/ 114 w 119"/>
              <a:gd name="T9" fmla="*/ 90 h 104"/>
              <a:gd name="T10" fmla="*/ 116 w 119"/>
              <a:gd name="T11" fmla="*/ 65 h 104"/>
              <a:gd name="T12" fmla="*/ 119 w 119"/>
              <a:gd name="T13" fmla="*/ 90 h 104"/>
              <a:gd name="T14" fmla="*/ 64 w 119"/>
              <a:gd name="T15" fmla="*/ 74 h 104"/>
              <a:gd name="T16" fmla="*/ 48 w 119"/>
              <a:gd name="T17" fmla="*/ 67 h 104"/>
              <a:gd name="T18" fmla="*/ 54 w 119"/>
              <a:gd name="T19" fmla="*/ 48 h 104"/>
              <a:gd name="T20" fmla="*/ 71 w 119"/>
              <a:gd name="T21" fmla="*/ 55 h 104"/>
              <a:gd name="T22" fmla="*/ 64 w 119"/>
              <a:gd name="T23" fmla="*/ 74 h 104"/>
              <a:gd name="T24" fmla="*/ 53 w 119"/>
              <a:gd name="T25" fmla="*/ 55 h 104"/>
              <a:gd name="T26" fmla="*/ 54 w 119"/>
              <a:gd name="T27" fmla="*/ 69 h 104"/>
              <a:gd name="T28" fmla="*/ 66 w 119"/>
              <a:gd name="T29" fmla="*/ 67 h 104"/>
              <a:gd name="T30" fmla="*/ 64 w 119"/>
              <a:gd name="T31" fmla="*/ 53 h 104"/>
              <a:gd name="T32" fmla="*/ 105 w 119"/>
              <a:gd name="T33" fmla="*/ 64 h 104"/>
              <a:gd name="T34" fmla="*/ 75 w 119"/>
              <a:gd name="T35" fmla="*/ 61 h 104"/>
              <a:gd name="T36" fmla="*/ 105 w 119"/>
              <a:gd name="T37" fmla="*/ 58 h 104"/>
              <a:gd name="T38" fmla="*/ 114 w 119"/>
              <a:gd name="T39" fmla="*/ 32 h 104"/>
              <a:gd name="T40" fmla="*/ 13 w 119"/>
              <a:gd name="T41" fmla="*/ 24 h 104"/>
              <a:gd name="T42" fmla="*/ 5 w 119"/>
              <a:gd name="T43" fmla="*/ 50 h 104"/>
              <a:gd name="T44" fmla="*/ 41 w 119"/>
              <a:gd name="T45" fmla="*/ 58 h 104"/>
              <a:gd name="T46" fmla="*/ 41 w 119"/>
              <a:gd name="T47" fmla="*/ 64 h 104"/>
              <a:gd name="T48" fmla="*/ 0 w 119"/>
              <a:gd name="T49" fmla="*/ 50 h 104"/>
              <a:gd name="T50" fmla="*/ 13 w 119"/>
              <a:gd name="T51" fmla="*/ 19 h 104"/>
              <a:gd name="T52" fmla="*/ 119 w 119"/>
              <a:gd name="T53" fmla="*/ 32 h 104"/>
              <a:gd name="T54" fmla="*/ 118 w 119"/>
              <a:gd name="T55" fmla="*/ 53 h 104"/>
              <a:gd name="T56" fmla="*/ 79 w 119"/>
              <a:gd name="T57" fmla="*/ 14 h 104"/>
              <a:gd name="T58" fmla="*/ 69 w 119"/>
              <a:gd name="T59" fmla="*/ 5 h 104"/>
              <a:gd name="T60" fmla="*/ 42 w 119"/>
              <a:gd name="T61" fmla="*/ 11 h 104"/>
              <a:gd name="T62" fmla="*/ 37 w 119"/>
              <a:gd name="T63" fmla="*/ 11 h 104"/>
              <a:gd name="T64" fmla="*/ 69 w 119"/>
              <a:gd name="T65" fmla="*/ 0 h 104"/>
              <a:gd name="T66" fmla="*/ 79 w 119"/>
              <a:gd name="T67" fmla="*/ 1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9" h="104" extrusionOk="0">
                <a:moveTo>
                  <a:pt x="105" y="104"/>
                </a:moveTo>
                <a:cubicBezTo>
                  <a:pt x="13" y="104"/>
                  <a:pt x="13" y="104"/>
                  <a:pt x="13" y="104"/>
                </a:cubicBezTo>
                <a:cubicBezTo>
                  <a:pt x="6" y="104"/>
                  <a:pt x="0" y="97"/>
                  <a:pt x="0" y="90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66"/>
                  <a:pt x="1" y="65"/>
                  <a:pt x="2" y="65"/>
                </a:cubicBezTo>
                <a:cubicBezTo>
                  <a:pt x="4" y="65"/>
                  <a:pt x="5" y="66"/>
                  <a:pt x="5" y="67"/>
                </a:cubicBezTo>
                <a:cubicBezTo>
                  <a:pt x="5" y="90"/>
                  <a:pt x="5" y="90"/>
                  <a:pt x="5" y="90"/>
                </a:cubicBezTo>
                <a:cubicBezTo>
                  <a:pt x="5" y="95"/>
                  <a:pt x="9" y="98"/>
                  <a:pt x="13" y="98"/>
                </a:cubicBezTo>
                <a:cubicBezTo>
                  <a:pt x="105" y="98"/>
                  <a:pt x="105" y="98"/>
                  <a:pt x="105" y="98"/>
                </a:cubicBezTo>
                <a:cubicBezTo>
                  <a:pt x="110" y="98"/>
                  <a:pt x="114" y="95"/>
                  <a:pt x="114" y="90"/>
                </a:cubicBezTo>
                <a:cubicBezTo>
                  <a:pt x="114" y="67"/>
                  <a:pt x="114" y="67"/>
                  <a:pt x="114" y="67"/>
                </a:cubicBezTo>
                <a:cubicBezTo>
                  <a:pt x="114" y="66"/>
                  <a:pt x="115" y="65"/>
                  <a:pt x="116" y="65"/>
                </a:cubicBezTo>
                <a:cubicBezTo>
                  <a:pt x="118" y="65"/>
                  <a:pt x="119" y="66"/>
                  <a:pt x="119" y="67"/>
                </a:cubicBezTo>
                <a:cubicBezTo>
                  <a:pt x="119" y="90"/>
                  <a:pt x="119" y="90"/>
                  <a:pt x="119" y="90"/>
                </a:cubicBezTo>
                <a:cubicBezTo>
                  <a:pt x="119" y="97"/>
                  <a:pt x="113" y="104"/>
                  <a:pt x="105" y="104"/>
                </a:cubicBezTo>
                <a:close/>
                <a:moveTo>
                  <a:pt x="64" y="74"/>
                </a:moveTo>
                <a:cubicBezTo>
                  <a:pt x="54" y="74"/>
                  <a:pt x="54" y="74"/>
                  <a:pt x="54" y="74"/>
                </a:cubicBezTo>
                <a:cubicBezTo>
                  <a:pt x="51" y="74"/>
                  <a:pt x="48" y="71"/>
                  <a:pt x="48" y="67"/>
                </a:cubicBezTo>
                <a:cubicBezTo>
                  <a:pt x="48" y="55"/>
                  <a:pt x="48" y="55"/>
                  <a:pt x="48" y="55"/>
                </a:cubicBezTo>
                <a:cubicBezTo>
                  <a:pt x="48" y="51"/>
                  <a:pt x="51" y="48"/>
                  <a:pt x="54" y="48"/>
                </a:cubicBezTo>
                <a:cubicBezTo>
                  <a:pt x="64" y="48"/>
                  <a:pt x="64" y="48"/>
                  <a:pt x="64" y="48"/>
                </a:cubicBezTo>
                <a:cubicBezTo>
                  <a:pt x="68" y="48"/>
                  <a:pt x="71" y="51"/>
                  <a:pt x="71" y="55"/>
                </a:cubicBezTo>
                <a:cubicBezTo>
                  <a:pt x="71" y="67"/>
                  <a:pt x="71" y="67"/>
                  <a:pt x="71" y="67"/>
                </a:cubicBezTo>
                <a:cubicBezTo>
                  <a:pt x="71" y="71"/>
                  <a:pt x="68" y="74"/>
                  <a:pt x="64" y="74"/>
                </a:cubicBezTo>
                <a:close/>
                <a:moveTo>
                  <a:pt x="54" y="53"/>
                </a:moveTo>
                <a:cubicBezTo>
                  <a:pt x="54" y="53"/>
                  <a:pt x="53" y="54"/>
                  <a:pt x="53" y="55"/>
                </a:cubicBezTo>
                <a:cubicBezTo>
                  <a:pt x="53" y="67"/>
                  <a:pt x="53" y="67"/>
                  <a:pt x="53" y="67"/>
                </a:cubicBezTo>
                <a:cubicBezTo>
                  <a:pt x="53" y="68"/>
                  <a:pt x="54" y="69"/>
                  <a:pt x="54" y="69"/>
                </a:cubicBezTo>
                <a:cubicBezTo>
                  <a:pt x="64" y="69"/>
                  <a:pt x="64" y="69"/>
                  <a:pt x="64" y="69"/>
                </a:cubicBezTo>
                <a:cubicBezTo>
                  <a:pt x="65" y="69"/>
                  <a:pt x="66" y="68"/>
                  <a:pt x="66" y="67"/>
                </a:cubicBezTo>
                <a:cubicBezTo>
                  <a:pt x="66" y="55"/>
                  <a:pt x="66" y="55"/>
                  <a:pt x="66" y="55"/>
                </a:cubicBezTo>
                <a:cubicBezTo>
                  <a:pt x="66" y="54"/>
                  <a:pt x="65" y="53"/>
                  <a:pt x="64" y="53"/>
                </a:cubicBezTo>
                <a:lnTo>
                  <a:pt x="54" y="53"/>
                </a:lnTo>
                <a:close/>
                <a:moveTo>
                  <a:pt x="105" y="64"/>
                </a:moveTo>
                <a:cubicBezTo>
                  <a:pt x="78" y="64"/>
                  <a:pt x="78" y="64"/>
                  <a:pt x="78" y="64"/>
                </a:cubicBezTo>
                <a:cubicBezTo>
                  <a:pt x="77" y="64"/>
                  <a:pt x="75" y="63"/>
                  <a:pt x="75" y="61"/>
                </a:cubicBezTo>
                <a:cubicBezTo>
                  <a:pt x="75" y="60"/>
                  <a:pt x="77" y="58"/>
                  <a:pt x="78" y="58"/>
                </a:cubicBezTo>
                <a:cubicBezTo>
                  <a:pt x="105" y="58"/>
                  <a:pt x="105" y="58"/>
                  <a:pt x="105" y="58"/>
                </a:cubicBezTo>
                <a:cubicBezTo>
                  <a:pt x="110" y="58"/>
                  <a:pt x="114" y="55"/>
                  <a:pt x="114" y="50"/>
                </a:cubicBezTo>
                <a:cubicBezTo>
                  <a:pt x="114" y="32"/>
                  <a:pt x="114" y="32"/>
                  <a:pt x="114" y="32"/>
                </a:cubicBezTo>
                <a:cubicBezTo>
                  <a:pt x="114" y="28"/>
                  <a:pt x="110" y="24"/>
                  <a:pt x="105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9" y="24"/>
                  <a:pt x="5" y="28"/>
                  <a:pt x="5" y="32"/>
                </a:cubicBezTo>
                <a:cubicBezTo>
                  <a:pt x="5" y="50"/>
                  <a:pt x="5" y="50"/>
                  <a:pt x="5" y="50"/>
                </a:cubicBezTo>
                <a:cubicBezTo>
                  <a:pt x="5" y="55"/>
                  <a:pt x="9" y="58"/>
                  <a:pt x="13" y="58"/>
                </a:cubicBezTo>
                <a:cubicBezTo>
                  <a:pt x="41" y="58"/>
                  <a:pt x="41" y="58"/>
                  <a:pt x="41" y="58"/>
                </a:cubicBezTo>
                <a:cubicBezTo>
                  <a:pt x="42" y="58"/>
                  <a:pt x="43" y="60"/>
                  <a:pt x="43" y="61"/>
                </a:cubicBezTo>
                <a:cubicBezTo>
                  <a:pt x="43" y="63"/>
                  <a:pt x="42" y="64"/>
                  <a:pt x="41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6" y="64"/>
                  <a:pt x="0" y="58"/>
                  <a:pt x="0" y="50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25"/>
                  <a:pt x="6" y="19"/>
                  <a:pt x="13" y="19"/>
                </a:cubicBezTo>
                <a:cubicBezTo>
                  <a:pt x="105" y="19"/>
                  <a:pt x="105" y="19"/>
                  <a:pt x="105" y="19"/>
                </a:cubicBezTo>
                <a:cubicBezTo>
                  <a:pt x="113" y="19"/>
                  <a:pt x="119" y="25"/>
                  <a:pt x="119" y="32"/>
                </a:cubicBezTo>
                <a:cubicBezTo>
                  <a:pt x="119" y="52"/>
                  <a:pt x="119" y="52"/>
                  <a:pt x="119" y="52"/>
                </a:cubicBezTo>
                <a:cubicBezTo>
                  <a:pt x="119" y="52"/>
                  <a:pt x="119" y="53"/>
                  <a:pt x="118" y="53"/>
                </a:cubicBezTo>
                <a:cubicBezTo>
                  <a:pt x="117" y="59"/>
                  <a:pt x="111" y="64"/>
                  <a:pt x="105" y="64"/>
                </a:cubicBezTo>
                <a:close/>
                <a:moveTo>
                  <a:pt x="79" y="14"/>
                </a:moveTo>
                <a:cubicBezTo>
                  <a:pt x="78" y="14"/>
                  <a:pt x="76" y="13"/>
                  <a:pt x="76" y="11"/>
                </a:cubicBezTo>
                <a:cubicBezTo>
                  <a:pt x="76" y="8"/>
                  <a:pt x="73" y="5"/>
                  <a:pt x="69" y="5"/>
                </a:cubicBezTo>
                <a:cubicBezTo>
                  <a:pt x="49" y="5"/>
                  <a:pt x="49" y="5"/>
                  <a:pt x="49" y="5"/>
                </a:cubicBezTo>
                <a:cubicBezTo>
                  <a:pt x="45" y="5"/>
                  <a:pt x="42" y="8"/>
                  <a:pt x="42" y="11"/>
                </a:cubicBezTo>
                <a:cubicBezTo>
                  <a:pt x="42" y="13"/>
                  <a:pt x="41" y="14"/>
                  <a:pt x="39" y="14"/>
                </a:cubicBezTo>
                <a:cubicBezTo>
                  <a:pt x="38" y="14"/>
                  <a:pt x="37" y="13"/>
                  <a:pt x="37" y="11"/>
                </a:cubicBezTo>
                <a:cubicBezTo>
                  <a:pt x="37" y="5"/>
                  <a:pt x="42" y="0"/>
                  <a:pt x="49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6" y="0"/>
                  <a:pt x="82" y="5"/>
                  <a:pt x="82" y="11"/>
                </a:cubicBezTo>
                <a:cubicBezTo>
                  <a:pt x="82" y="13"/>
                  <a:pt x="80" y="14"/>
                  <a:pt x="79" y="1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2782" name="Google Shape;601;p22"/>
          <p:cNvSpPr>
            <a:spLocks/>
          </p:cNvSpPr>
          <p:nvPr/>
        </p:nvSpPr>
        <p:spPr bwMode="auto">
          <a:xfrm>
            <a:off x="6888163" y="2989263"/>
            <a:ext cx="665162" cy="331787"/>
          </a:xfrm>
          <a:custGeom>
            <a:avLst/>
            <a:gdLst>
              <a:gd name="T0" fmla="*/ 46 w 157"/>
              <a:gd name="T1" fmla="*/ 77 h 78"/>
              <a:gd name="T2" fmla="*/ 30 w 157"/>
              <a:gd name="T3" fmla="*/ 78 h 78"/>
              <a:gd name="T4" fmla="*/ 5 w 157"/>
              <a:gd name="T5" fmla="*/ 75 h 78"/>
              <a:gd name="T6" fmla="*/ 14 w 157"/>
              <a:gd name="T7" fmla="*/ 56 h 78"/>
              <a:gd name="T8" fmla="*/ 21 w 157"/>
              <a:gd name="T9" fmla="*/ 52 h 78"/>
              <a:gd name="T10" fmla="*/ 25 w 157"/>
              <a:gd name="T11" fmla="*/ 17 h 78"/>
              <a:gd name="T12" fmla="*/ 46 w 157"/>
              <a:gd name="T13" fmla="*/ 31 h 78"/>
              <a:gd name="T14" fmla="*/ 40 w 157"/>
              <a:gd name="T15" fmla="*/ 54 h 78"/>
              <a:gd name="T16" fmla="*/ 42 w 157"/>
              <a:gd name="T17" fmla="*/ 58 h 78"/>
              <a:gd name="T18" fmla="*/ 35 w 157"/>
              <a:gd name="T19" fmla="*/ 52 h 78"/>
              <a:gd name="T20" fmla="*/ 33 w 157"/>
              <a:gd name="T21" fmla="*/ 20 h 78"/>
              <a:gd name="T22" fmla="*/ 17 w 157"/>
              <a:gd name="T23" fmla="*/ 31 h 78"/>
              <a:gd name="T24" fmla="*/ 20 w 157"/>
              <a:gd name="T25" fmla="*/ 57 h 78"/>
              <a:gd name="T26" fmla="*/ 5 w 157"/>
              <a:gd name="T27" fmla="*/ 66 h 78"/>
              <a:gd name="T28" fmla="*/ 12 w 157"/>
              <a:gd name="T29" fmla="*/ 73 h 78"/>
              <a:gd name="T30" fmla="*/ 46 w 157"/>
              <a:gd name="T31" fmla="*/ 74 h 78"/>
              <a:gd name="T32" fmla="*/ 81 w 157"/>
              <a:gd name="T33" fmla="*/ 78 h 78"/>
              <a:gd name="T34" fmla="*/ 57 w 157"/>
              <a:gd name="T35" fmla="*/ 75 h 78"/>
              <a:gd name="T36" fmla="*/ 47 w 157"/>
              <a:gd name="T37" fmla="*/ 59 h 78"/>
              <a:gd name="T38" fmla="*/ 68 w 157"/>
              <a:gd name="T39" fmla="*/ 47 h 78"/>
              <a:gd name="T40" fmla="*/ 60 w 157"/>
              <a:gd name="T41" fmla="*/ 17 h 78"/>
              <a:gd name="T42" fmla="*/ 87 w 157"/>
              <a:gd name="T43" fmla="*/ 0 h 78"/>
              <a:gd name="T44" fmla="*/ 92 w 157"/>
              <a:gd name="T45" fmla="*/ 44 h 78"/>
              <a:gd name="T46" fmla="*/ 101 w 157"/>
              <a:gd name="T47" fmla="*/ 50 h 78"/>
              <a:gd name="T48" fmla="*/ 112 w 157"/>
              <a:gd name="T49" fmla="*/ 73 h 78"/>
              <a:gd name="T50" fmla="*/ 62 w 157"/>
              <a:gd name="T51" fmla="*/ 53 h 78"/>
              <a:gd name="T52" fmla="*/ 52 w 157"/>
              <a:gd name="T53" fmla="*/ 70 h 78"/>
              <a:gd name="T54" fmla="*/ 104 w 157"/>
              <a:gd name="T55" fmla="*/ 72 h 78"/>
              <a:gd name="T56" fmla="*/ 113 w 157"/>
              <a:gd name="T57" fmla="*/ 61 h 78"/>
              <a:gd name="T58" fmla="*/ 93 w 157"/>
              <a:gd name="T59" fmla="*/ 50 h 78"/>
              <a:gd name="T60" fmla="*/ 98 w 157"/>
              <a:gd name="T61" fmla="*/ 18 h 78"/>
              <a:gd name="T62" fmla="*/ 76 w 157"/>
              <a:gd name="T63" fmla="*/ 4 h 78"/>
              <a:gd name="T64" fmla="*/ 74 w 157"/>
              <a:gd name="T65" fmla="*/ 45 h 78"/>
              <a:gd name="T66" fmla="*/ 145 w 157"/>
              <a:gd name="T67" fmla="*/ 58 h 78"/>
              <a:gd name="T68" fmla="*/ 138 w 157"/>
              <a:gd name="T69" fmla="*/ 54 h 78"/>
              <a:gd name="T70" fmla="*/ 134 w 157"/>
              <a:gd name="T71" fmla="*/ 22 h 78"/>
              <a:gd name="T72" fmla="*/ 115 w 157"/>
              <a:gd name="T73" fmla="*/ 35 h 78"/>
              <a:gd name="T74" fmla="*/ 120 w 157"/>
              <a:gd name="T75" fmla="*/ 56 h 78"/>
              <a:gd name="T76" fmla="*/ 125 w 157"/>
              <a:gd name="T77" fmla="*/ 55 h 78"/>
              <a:gd name="T78" fmla="*/ 127 w 157"/>
              <a:gd name="T79" fmla="*/ 26 h 78"/>
              <a:gd name="T80" fmla="*/ 142 w 157"/>
              <a:gd name="T81" fmla="*/ 35 h 78"/>
              <a:gd name="T82" fmla="*/ 139 w 157"/>
              <a:gd name="T83" fmla="*/ 59 h 78"/>
              <a:gd name="T84" fmla="*/ 152 w 157"/>
              <a:gd name="T85" fmla="*/ 67 h 78"/>
              <a:gd name="T86" fmla="*/ 146 w 157"/>
              <a:gd name="T87" fmla="*/ 74 h 78"/>
              <a:gd name="T88" fmla="*/ 117 w 157"/>
              <a:gd name="T89" fmla="*/ 74 h 78"/>
              <a:gd name="T90" fmla="*/ 116 w 157"/>
              <a:gd name="T91" fmla="*/ 78 h 78"/>
              <a:gd name="T92" fmla="*/ 130 w 157"/>
              <a:gd name="T93" fmla="*/ 78 h 78"/>
              <a:gd name="T94" fmla="*/ 156 w 157"/>
              <a:gd name="T95" fmla="*/ 70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57" h="78" extrusionOk="0">
                <a:moveTo>
                  <a:pt x="46" y="74"/>
                </a:moveTo>
                <a:cubicBezTo>
                  <a:pt x="46" y="75"/>
                  <a:pt x="46" y="75"/>
                  <a:pt x="47" y="75"/>
                </a:cubicBezTo>
                <a:cubicBezTo>
                  <a:pt x="47" y="76"/>
                  <a:pt x="46" y="76"/>
                  <a:pt x="46" y="77"/>
                </a:cubicBezTo>
                <a:cubicBezTo>
                  <a:pt x="46" y="77"/>
                  <a:pt x="46" y="77"/>
                  <a:pt x="45" y="77"/>
                </a:cubicBezTo>
                <a:cubicBezTo>
                  <a:pt x="40" y="78"/>
                  <a:pt x="35" y="78"/>
                  <a:pt x="30" y="78"/>
                </a:cubicBezTo>
                <a:cubicBezTo>
                  <a:pt x="30" y="78"/>
                  <a:pt x="30" y="78"/>
                  <a:pt x="30" y="78"/>
                </a:cubicBezTo>
                <a:cubicBezTo>
                  <a:pt x="30" y="78"/>
                  <a:pt x="30" y="78"/>
                  <a:pt x="30" y="78"/>
                </a:cubicBezTo>
                <a:cubicBezTo>
                  <a:pt x="23" y="78"/>
                  <a:pt x="17" y="78"/>
                  <a:pt x="11" y="77"/>
                </a:cubicBezTo>
                <a:cubicBezTo>
                  <a:pt x="9" y="76"/>
                  <a:pt x="7" y="76"/>
                  <a:pt x="5" y="75"/>
                </a:cubicBezTo>
                <a:cubicBezTo>
                  <a:pt x="2" y="73"/>
                  <a:pt x="1" y="71"/>
                  <a:pt x="0" y="69"/>
                </a:cubicBezTo>
                <a:cubicBezTo>
                  <a:pt x="0" y="67"/>
                  <a:pt x="1" y="65"/>
                  <a:pt x="3" y="63"/>
                </a:cubicBezTo>
                <a:cubicBezTo>
                  <a:pt x="5" y="60"/>
                  <a:pt x="9" y="58"/>
                  <a:pt x="14" y="56"/>
                </a:cubicBezTo>
                <a:cubicBezTo>
                  <a:pt x="15" y="55"/>
                  <a:pt x="16" y="55"/>
                  <a:pt x="18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20" y="53"/>
                  <a:pt x="21" y="53"/>
                  <a:pt x="21" y="52"/>
                </a:cubicBezTo>
                <a:cubicBezTo>
                  <a:pt x="21" y="51"/>
                  <a:pt x="21" y="50"/>
                  <a:pt x="20" y="49"/>
                </a:cubicBezTo>
                <a:cubicBezTo>
                  <a:pt x="15" y="44"/>
                  <a:pt x="13" y="38"/>
                  <a:pt x="13" y="31"/>
                </a:cubicBezTo>
                <a:cubicBezTo>
                  <a:pt x="13" y="23"/>
                  <a:pt x="17" y="19"/>
                  <a:pt x="25" y="17"/>
                </a:cubicBezTo>
                <a:cubicBezTo>
                  <a:pt x="27" y="16"/>
                  <a:pt x="28" y="16"/>
                  <a:pt x="30" y="16"/>
                </a:cubicBezTo>
                <a:cubicBezTo>
                  <a:pt x="31" y="16"/>
                  <a:pt x="33" y="16"/>
                  <a:pt x="34" y="17"/>
                </a:cubicBezTo>
                <a:cubicBezTo>
                  <a:pt x="42" y="19"/>
                  <a:pt x="46" y="23"/>
                  <a:pt x="46" y="31"/>
                </a:cubicBezTo>
                <a:cubicBezTo>
                  <a:pt x="47" y="38"/>
                  <a:pt x="44" y="45"/>
                  <a:pt x="39" y="50"/>
                </a:cubicBezTo>
                <a:cubicBezTo>
                  <a:pt x="39" y="50"/>
                  <a:pt x="38" y="51"/>
                  <a:pt x="38" y="52"/>
                </a:cubicBezTo>
                <a:cubicBezTo>
                  <a:pt x="39" y="53"/>
                  <a:pt x="39" y="53"/>
                  <a:pt x="40" y="54"/>
                </a:cubicBezTo>
                <a:cubicBezTo>
                  <a:pt x="42" y="54"/>
                  <a:pt x="42" y="54"/>
                  <a:pt x="42" y="54"/>
                </a:cubicBezTo>
                <a:cubicBezTo>
                  <a:pt x="43" y="55"/>
                  <a:pt x="44" y="56"/>
                  <a:pt x="43" y="57"/>
                </a:cubicBezTo>
                <a:cubicBezTo>
                  <a:pt x="43" y="57"/>
                  <a:pt x="43" y="57"/>
                  <a:pt x="42" y="58"/>
                </a:cubicBezTo>
                <a:cubicBezTo>
                  <a:pt x="42" y="58"/>
                  <a:pt x="42" y="58"/>
                  <a:pt x="41" y="58"/>
                </a:cubicBezTo>
                <a:cubicBezTo>
                  <a:pt x="39" y="57"/>
                  <a:pt x="39" y="57"/>
                  <a:pt x="39" y="57"/>
                </a:cubicBezTo>
                <a:cubicBezTo>
                  <a:pt x="37" y="56"/>
                  <a:pt x="35" y="54"/>
                  <a:pt x="35" y="52"/>
                </a:cubicBezTo>
                <a:cubicBezTo>
                  <a:pt x="35" y="51"/>
                  <a:pt x="35" y="49"/>
                  <a:pt x="37" y="47"/>
                </a:cubicBezTo>
                <a:cubicBezTo>
                  <a:pt x="41" y="43"/>
                  <a:pt x="43" y="37"/>
                  <a:pt x="43" y="31"/>
                </a:cubicBezTo>
                <a:cubicBezTo>
                  <a:pt x="43" y="25"/>
                  <a:pt x="40" y="22"/>
                  <a:pt x="33" y="20"/>
                </a:cubicBezTo>
                <a:cubicBezTo>
                  <a:pt x="32" y="20"/>
                  <a:pt x="31" y="20"/>
                  <a:pt x="30" y="20"/>
                </a:cubicBezTo>
                <a:cubicBezTo>
                  <a:pt x="28" y="20"/>
                  <a:pt x="27" y="20"/>
                  <a:pt x="26" y="20"/>
                </a:cubicBezTo>
                <a:cubicBezTo>
                  <a:pt x="20" y="22"/>
                  <a:pt x="17" y="25"/>
                  <a:pt x="17" y="31"/>
                </a:cubicBezTo>
                <a:cubicBezTo>
                  <a:pt x="16" y="37"/>
                  <a:pt x="18" y="43"/>
                  <a:pt x="23" y="47"/>
                </a:cubicBezTo>
                <a:cubicBezTo>
                  <a:pt x="24" y="49"/>
                  <a:pt x="25" y="51"/>
                  <a:pt x="24" y="52"/>
                </a:cubicBezTo>
                <a:cubicBezTo>
                  <a:pt x="24" y="54"/>
                  <a:pt x="22" y="56"/>
                  <a:pt x="20" y="57"/>
                </a:cubicBezTo>
                <a:cubicBezTo>
                  <a:pt x="19" y="57"/>
                  <a:pt x="19" y="57"/>
                  <a:pt x="19" y="57"/>
                </a:cubicBezTo>
                <a:cubicBezTo>
                  <a:pt x="18" y="58"/>
                  <a:pt x="16" y="58"/>
                  <a:pt x="15" y="59"/>
                </a:cubicBezTo>
                <a:cubicBezTo>
                  <a:pt x="11" y="61"/>
                  <a:pt x="8" y="63"/>
                  <a:pt x="5" y="66"/>
                </a:cubicBezTo>
                <a:cubicBezTo>
                  <a:pt x="4" y="67"/>
                  <a:pt x="4" y="68"/>
                  <a:pt x="4" y="69"/>
                </a:cubicBezTo>
                <a:cubicBezTo>
                  <a:pt x="4" y="70"/>
                  <a:pt x="5" y="71"/>
                  <a:pt x="7" y="72"/>
                </a:cubicBezTo>
                <a:cubicBezTo>
                  <a:pt x="8" y="72"/>
                  <a:pt x="10" y="73"/>
                  <a:pt x="12" y="73"/>
                </a:cubicBezTo>
                <a:cubicBezTo>
                  <a:pt x="17" y="75"/>
                  <a:pt x="23" y="75"/>
                  <a:pt x="30" y="75"/>
                </a:cubicBezTo>
                <a:cubicBezTo>
                  <a:pt x="35" y="75"/>
                  <a:pt x="40" y="75"/>
                  <a:pt x="45" y="74"/>
                </a:cubicBezTo>
                <a:cubicBezTo>
                  <a:pt x="45" y="74"/>
                  <a:pt x="45" y="74"/>
                  <a:pt x="46" y="74"/>
                </a:cubicBezTo>
                <a:close/>
                <a:moveTo>
                  <a:pt x="112" y="73"/>
                </a:moveTo>
                <a:cubicBezTo>
                  <a:pt x="110" y="74"/>
                  <a:pt x="108" y="75"/>
                  <a:pt x="105" y="75"/>
                </a:cubicBezTo>
                <a:cubicBezTo>
                  <a:pt x="98" y="77"/>
                  <a:pt x="90" y="77"/>
                  <a:pt x="81" y="78"/>
                </a:cubicBezTo>
                <a:cubicBezTo>
                  <a:pt x="81" y="78"/>
                  <a:pt x="81" y="78"/>
                  <a:pt x="81" y="78"/>
                </a:cubicBezTo>
                <a:cubicBezTo>
                  <a:pt x="81" y="78"/>
                  <a:pt x="81" y="78"/>
                  <a:pt x="81" y="78"/>
                </a:cubicBezTo>
                <a:cubicBezTo>
                  <a:pt x="72" y="77"/>
                  <a:pt x="65" y="77"/>
                  <a:pt x="57" y="75"/>
                </a:cubicBezTo>
                <a:cubicBezTo>
                  <a:pt x="55" y="75"/>
                  <a:pt x="52" y="74"/>
                  <a:pt x="50" y="73"/>
                </a:cubicBezTo>
                <a:cubicBezTo>
                  <a:pt x="46" y="71"/>
                  <a:pt x="45" y="68"/>
                  <a:pt x="44" y="66"/>
                </a:cubicBezTo>
                <a:cubicBezTo>
                  <a:pt x="44" y="64"/>
                  <a:pt x="45" y="61"/>
                  <a:pt x="47" y="59"/>
                </a:cubicBezTo>
                <a:cubicBezTo>
                  <a:pt x="51" y="55"/>
                  <a:pt x="55" y="53"/>
                  <a:pt x="61" y="50"/>
                </a:cubicBezTo>
                <a:cubicBezTo>
                  <a:pt x="63" y="49"/>
                  <a:pt x="64" y="48"/>
                  <a:pt x="66" y="48"/>
                </a:cubicBezTo>
                <a:cubicBezTo>
                  <a:pt x="68" y="47"/>
                  <a:pt x="68" y="47"/>
                  <a:pt x="68" y="47"/>
                </a:cubicBezTo>
                <a:cubicBezTo>
                  <a:pt x="69" y="46"/>
                  <a:pt x="70" y="45"/>
                  <a:pt x="70" y="44"/>
                </a:cubicBezTo>
                <a:cubicBezTo>
                  <a:pt x="71" y="43"/>
                  <a:pt x="70" y="42"/>
                  <a:pt x="69" y="41"/>
                </a:cubicBezTo>
                <a:cubicBezTo>
                  <a:pt x="63" y="35"/>
                  <a:pt x="60" y="27"/>
                  <a:pt x="60" y="17"/>
                </a:cubicBezTo>
                <a:cubicBezTo>
                  <a:pt x="61" y="8"/>
                  <a:pt x="66" y="3"/>
                  <a:pt x="76" y="0"/>
                </a:cubicBezTo>
                <a:cubicBezTo>
                  <a:pt x="77" y="0"/>
                  <a:pt x="79" y="0"/>
                  <a:pt x="81" y="0"/>
                </a:cubicBezTo>
                <a:cubicBezTo>
                  <a:pt x="83" y="0"/>
                  <a:pt x="85" y="0"/>
                  <a:pt x="87" y="0"/>
                </a:cubicBezTo>
                <a:cubicBezTo>
                  <a:pt x="96" y="3"/>
                  <a:pt x="101" y="8"/>
                  <a:pt x="102" y="17"/>
                </a:cubicBezTo>
                <a:cubicBezTo>
                  <a:pt x="102" y="27"/>
                  <a:pt x="99" y="35"/>
                  <a:pt x="93" y="41"/>
                </a:cubicBezTo>
                <a:cubicBezTo>
                  <a:pt x="92" y="42"/>
                  <a:pt x="91" y="43"/>
                  <a:pt x="92" y="44"/>
                </a:cubicBezTo>
                <a:cubicBezTo>
                  <a:pt x="92" y="45"/>
                  <a:pt x="93" y="46"/>
                  <a:pt x="95" y="47"/>
                </a:cubicBezTo>
                <a:cubicBezTo>
                  <a:pt x="96" y="48"/>
                  <a:pt x="96" y="48"/>
                  <a:pt x="96" y="48"/>
                </a:cubicBezTo>
                <a:cubicBezTo>
                  <a:pt x="98" y="48"/>
                  <a:pt x="99" y="49"/>
                  <a:pt x="101" y="50"/>
                </a:cubicBezTo>
                <a:cubicBezTo>
                  <a:pt x="107" y="53"/>
                  <a:pt x="112" y="55"/>
                  <a:pt x="115" y="59"/>
                </a:cubicBezTo>
                <a:cubicBezTo>
                  <a:pt x="117" y="60"/>
                  <a:pt x="118" y="63"/>
                  <a:pt x="117" y="66"/>
                </a:cubicBezTo>
                <a:cubicBezTo>
                  <a:pt x="117" y="68"/>
                  <a:pt x="116" y="71"/>
                  <a:pt x="112" y="73"/>
                </a:cubicBezTo>
                <a:close/>
                <a:moveTo>
                  <a:pt x="69" y="50"/>
                </a:moveTo>
                <a:cubicBezTo>
                  <a:pt x="67" y="51"/>
                  <a:pt x="67" y="51"/>
                  <a:pt x="67" y="51"/>
                </a:cubicBezTo>
                <a:cubicBezTo>
                  <a:pt x="66" y="51"/>
                  <a:pt x="64" y="52"/>
                  <a:pt x="62" y="53"/>
                </a:cubicBezTo>
                <a:cubicBezTo>
                  <a:pt x="57" y="56"/>
                  <a:pt x="53" y="58"/>
                  <a:pt x="50" y="61"/>
                </a:cubicBezTo>
                <a:cubicBezTo>
                  <a:pt x="48" y="63"/>
                  <a:pt x="48" y="64"/>
                  <a:pt x="48" y="66"/>
                </a:cubicBezTo>
                <a:cubicBezTo>
                  <a:pt x="48" y="67"/>
                  <a:pt x="49" y="69"/>
                  <a:pt x="52" y="70"/>
                </a:cubicBezTo>
                <a:cubicBezTo>
                  <a:pt x="54" y="71"/>
                  <a:pt x="56" y="71"/>
                  <a:pt x="58" y="72"/>
                </a:cubicBezTo>
                <a:cubicBezTo>
                  <a:pt x="65" y="74"/>
                  <a:pt x="72" y="74"/>
                  <a:pt x="81" y="74"/>
                </a:cubicBezTo>
                <a:cubicBezTo>
                  <a:pt x="90" y="74"/>
                  <a:pt x="97" y="74"/>
                  <a:pt x="104" y="72"/>
                </a:cubicBezTo>
                <a:cubicBezTo>
                  <a:pt x="107" y="71"/>
                  <a:pt x="109" y="71"/>
                  <a:pt x="110" y="70"/>
                </a:cubicBezTo>
                <a:cubicBezTo>
                  <a:pt x="112" y="69"/>
                  <a:pt x="114" y="68"/>
                  <a:pt x="114" y="66"/>
                </a:cubicBezTo>
                <a:cubicBezTo>
                  <a:pt x="114" y="64"/>
                  <a:pt x="113" y="62"/>
                  <a:pt x="113" y="61"/>
                </a:cubicBezTo>
                <a:cubicBezTo>
                  <a:pt x="109" y="58"/>
                  <a:pt x="106" y="56"/>
                  <a:pt x="100" y="53"/>
                </a:cubicBezTo>
                <a:cubicBezTo>
                  <a:pt x="98" y="52"/>
                  <a:pt x="96" y="51"/>
                  <a:pt x="95" y="51"/>
                </a:cubicBezTo>
                <a:cubicBezTo>
                  <a:pt x="93" y="50"/>
                  <a:pt x="93" y="50"/>
                  <a:pt x="93" y="50"/>
                </a:cubicBezTo>
                <a:cubicBezTo>
                  <a:pt x="91" y="49"/>
                  <a:pt x="89" y="47"/>
                  <a:pt x="88" y="45"/>
                </a:cubicBezTo>
                <a:cubicBezTo>
                  <a:pt x="88" y="43"/>
                  <a:pt x="89" y="40"/>
                  <a:pt x="90" y="39"/>
                </a:cubicBezTo>
                <a:cubicBezTo>
                  <a:pt x="96" y="33"/>
                  <a:pt x="99" y="26"/>
                  <a:pt x="98" y="18"/>
                </a:cubicBezTo>
                <a:cubicBezTo>
                  <a:pt x="98" y="10"/>
                  <a:pt x="94" y="6"/>
                  <a:pt x="86" y="4"/>
                </a:cubicBezTo>
                <a:cubicBezTo>
                  <a:pt x="84" y="3"/>
                  <a:pt x="83" y="3"/>
                  <a:pt x="81" y="3"/>
                </a:cubicBezTo>
                <a:cubicBezTo>
                  <a:pt x="79" y="3"/>
                  <a:pt x="78" y="3"/>
                  <a:pt x="76" y="4"/>
                </a:cubicBezTo>
                <a:cubicBezTo>
                  <a:pt x="68" y="6"/>
                  <a:pt x="64" y="10"/>
                  <a:pt x="64" y="18"/>
                </a:cubicBezTo>
                <a:cubicBezTo>
                  <a:pt x="64" y="26"/>
                  <a:pt x="66" y="33"/>
                  <a:pt x="72" y="39"/>
                </a:cubicBezTo>
                <a:cubicBezTo>
                  <a:pt x="73" y="40"/>
                  <a:pt x="74" y="43"/>
                  <a:pt x="74" y="45"/>
                </a:cubicBezTo>
                <a:cubicBezTo>
                  <a:pt x="73" y="47"/>
                  <a:pt x="71" y="49"/>
                  <a:pt x="69" y="50"/>
                </a:cubicBezTo>
                <a:close/>
                <a:moveTo>
                  <a:pt x="155" y="64"/>
                </a:moveTo>
                <a:cubicBezTo>
                  <a:pt x="152" y="62"/>
                  <a:pt x="149" y="60"/>
                  <a:pt x="145" y="58"/>
                </a:cubicBezTo>
                <a:cubicBezTo>
                  <a:pt x="143" y="57"/>
                  <a:pt x="142" y="57"/>
                  <a:pt x="141" y="56"/>
                </a:cubicBezTo>
                <a:cubicBezTo>
                  <a:pt x="140" y="56"/>
                  <a:pt x="140" y="56"/>
                  <a:pt x="140" y="56"/>
                </a:cubicBezTo>
                <a:cubicBezTo>
                  <a:pt x="139" y="55"/>
                  <a:pt x="138" y="55"/>
                  <a:pt x="138" y="54"/>
                </a:cubicBezTo>
                <a:cubicBezTo>
                  <a:pt x="138" y="53"/>
                  <a:pt x="138" y="53"/>
                  <a:pt x="139" y="52"/>
                </a:cubicBezTo>
                <a:cubicBezTo>
                  <a:pt x="143" y="48"/>
                  <a:pt x="146" y="42"/>
                  <a:pt x="145" y="35"/>
                </a:cubicBezTo>
                <a:cubicBezTo>
                  <a:pt x="145" y="28"/>
                  <a:pt x="141" y="24"/>
                  <a:pt x="134" y="22"/>
                </a:cubicBezTo>
                <a:cubicBezTo>
                  <a:pt x="133" y="22"/>
                  <a:pt x="131" y="22"/>
                  <a:pt x="130" y="22"/>
                </a:cubicBezTo>
                <a:cubicBezTo>
                  <a:pt x="129" y="22"/>
                  <a:pt x="127" y="22"/>
                  <a:pt x="126" y="22"/>
                </a:cubicBezTo>
                <a:cubicBezTo>
                  <a:pt x="119" y="24"/>
                  <a:pt x="115" y="28"/>
                  <a:pt x="115" y="35"/>
                </a:cubicBezTo>
                <a:cubicBezTo>
                  <a:pt x="115" y="42"/>
                  <a:pt x="117" y="48"/>
                  <a:pt x="121" y="52"/>
                </a:cubicBezTo>
                <a:cubicBezTo>
                  <a:pt x="122" y="53"/>
                  <a:pt x="122" y="54"/>
                  <a:pt x="122" y="54"/>
                </a:cubicBezTo>
                <a:cubicBezTo>
                  <a:pt x="122" y="55"/>
                  <a:pt x="121" y="55"/>
                  <a:pt x="120" y="56"/>
                </a:cubicBezTo>
                <a:cubicBezTo>
                  <a:pt x="119" y="56"/>
                  <a:pt x="119" y="57"/>
                  <a:pt x="119" y="58"/>
                </a:cubicBezTo>
                <a:cubicBezTo>
                  <a:pt x="120" y="59"/>
                  <a:pt x="121" y="59"/>
                  <a:pt x="122" y="59"/>
                </a:cubicBezTo>
                <a:cubicBezTo>
                  <a:pt x="124" y="58"/>
                  <a:pt x="125" y="57"/>
                  <a:pt x="125" y="55"/>
                </a:cubicBezTo>
                <a:cubicBezTo>
                  <a:pt x="126" y="53"/>
                  <a:pt x="125" y="51"/>
                  <a:pt x="124" y="50"/>
                </a:cubicBezTo>
                <a:cubicBezTo>
                  <a:pt x="120" y="46"/>
                  <a:pt x="118" y="41"/>
                  <a:pt x="118" y="35"/>
                </a:cubicBezTo>
                <a:cubicBezTo>
                  <a:pt x="119" y="30"/>
                  <a:pt x="121" y="27"/>
                  <a:pt x="127" y="26"/>
                </a:cubicBezTo>
                <a:cubicBezTo>
                  <a:pt x="128" y="25"/>
                  <a:pt x="129" y="25"/>
                  <a:pt x="130" y="25"/>
                </a:cubicBezTo>
                <a:cubicBezTo>
                  <a:pt x="131" y="25"/>
                  <a:pt x="132" y="25"/>
                  <a:pt x="133" y="26"/>
                </a:cubicBezTo>
                <a:cubicBezTo>
                  <a:pt x="139" y="27"/>
                  <a:pt x="142" y="30"/>
                  <a:pt x="142" y="35"/>
                </a:cubicBezTo>
                <a:cubicBezTo>
                  <a:pt x="142" y="41"/>
                  <a:pt x="140" y="46"/>
                  <a:pt x="136" y="50"/>
                </a:cubicBezTo>
                <a:cubicBezTo>
                  <a:pt x="135" y="51"/>
                  <a:pt x="134" y="53"/>
                  <a:pt x="135" y="55"/>
                </a:cubicBezTo>
                <a:cubicBezTo>
                  <a:pt x="135" y="57"/>
                  <a:pt x="137" y="58"/>
                  <a:pt x="139" y="59"/>
                </a:cubicBezTo>
                <a:cubicBezTo>
                  <a:pt x="140" y="59"/>
                  <a:pt x="140" y="59"/>
                  <a:pt x="140" y="59"/>
                </a:cubicBezTo>
                <a:cubicBezTo>
                  <a:pt x="141" y="60"/>
                  <a:pt x="142" y="60"/>
                  <a:pt x="143" y="61"/>
                </a:cubicBezTo>
                <a:cubicBezTo>
                  <a:pt x="147" y="63"/>
                  <a:pt x="150" y="65"/>
                  <a:pt x="152" y="67"/>
                </a:cubicBezTo>
                <a:cubicBezTo>
                  <a:pt x="153" y="67"/>
                  <a:pt x="153" y="68"/>
                  <a:pt x="153" y="70"/>
                </a:cubicBezTo>
                <a:cubicBezTo>
                  <a:pt x="153" y="71"/>
                  <a:pt x="152" y="71"/>
                  <a:pt x="151" y="72"/>
                </a:cubicBezTo>
                <a:cubicBezTo>
                  <a:pt x="149" y="73"/>
                  <a:pt x="148" y="73"/>
                  <a:pt x="146" y="74"/>
                </a:cubicBezTo>
                <a:cubicBezTo>
                  <a:pt x="141" y="75"/>
                  <a:pt x="136" y="75"/>
                  <a:pt x="130" y="75"/>
                </a:cubicBezTo>
                <a:cubicBezTo>
                  <a:pt x="129" y="75"/>
                  <a:pt x="129" y="75"/>
                  <a:pt x="129" y="75"/>
                </a:cubicBezTo>
                <a:cubicBezTo>
                  <a:pt x="124" y="75"/>
                  <a:pt x="121" y="75"/>
                  <a:pt x="117" y="74"/>
                </a:cubicBezTo>
                <a:cubicBezTo>
                  <a:pt x="116" y="74"/>
                  <a:pt x="115" y="75"/>
                  <a:pt x="115" y="76"/>
                </a:cubicBezTo>
                <a:cubicBezTo>
                  <a:pt x="115" y="76"/>
                  <a:pt x="115" y="76"/>
                  <a:pt x="115" y="77"/>
                </a:cubicBezTo>
                <a:cubicBezTo>
                  <a:pt x="115" y="77"/>
                  <a:pt x="116" y="77"/>
                  <a:pt x="116" y="78"/>
                </a:cubicBezTo>
                <a:cubicBezTo>
                  <a:pt x="120" y="78"/>
                  <a:pt x="124" y="78"/>
                  <a:pt x="129" y="78"/>
                </a:cubicBezTo>
                <a:cubicBezTo>
                  <a:pt x="130" y="78"/>
                  <a:pt x="130" y="78"/>
                  <a:pt x="130" y="78"/>
                </a:cubicBezTo>
                <a:cubicBezTo>
                  <a:pt x="130" y="78"/>
                  <a:pt x="130" y="78"/>
                  <a:pt x="130" y="78"/>
                </a:cubicBezTo>
                <a:cubicBezTo>
                  <a:pt x="137" y="78"/>
                  <a:pt x="142" y="78"/>
                  <a:pt x="147" y="77"/>
                </a:cubicBezTo>
                <a:cubicBezTo>
                  <a:pt x="149" y="76"/>
                  <a:pt x="151" y="76"/>
                  <a:pt x="152" y="75"/>
                </a:cubicBezTo>
                <a:cubicBezTo>
                  <a:pt x="154" y="74"/>
                  <a:pt x="156" y="72"/>
                  <a:pt x="156" y="70"/>
                </a:cubicBezTo>
                <a:cubicBezTo>
                  <a:pt x="157" y="68"/>
                  <a:pt x="156" y="66"/>
                  <a:pt x="155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2783" name="Google Shape;602;p22"/>
          <p:cNvSpPr>
            <a:spLocks/>
          </p:cNvSpPr>
          <p:nvPr/>
        </p:nvSpPr>
        <p:spPr bwMode="auto">
          <a:xfrm>
            <a:off x="4751388" y="1503363"/>
            <a:ext cx="474662" cy="560387"/>
          </a:xfrm>
          <a:custGeom>
            <a:avLst/>
            <a:gdLst>
              <a:gd name="T0" fmla="*/ 12 w 112"/>
              <a:gd name="T1" fmla="*/ 61 h 132"/>
              <a:gd name="T2" fmla="*/ 0 w 112"/>
              <a:gd name="T3" fmla="*/ 58 h 132"/>
              <a:gd name="T4" fmla="*/ 12 w 112"/>
              <a:gd name="T5" fmla="*/ 56 h 132"/>
              <a:gd name="T6" fmla="*/ 64 w 112"/>
              <a:gd name="T7" fmla="*/ 127 h 132"/>
              <a:gd name="T8" fmla="*/ 44 w 112"/>
              <a:gd name="T9" fmla="*/ 129 h 132"/>
              <a:gd name="T10" fmla="*/ 64 w 112"/>
              <a:gd name="T11" fmla="*/ 132 h 132"/>
              <a:gd name="T12" fmla="*/ 64 w 112"/>
              <a:gd name="T13" fmla="*/ 127 h 132"/>
              <a:gd name="T14" fmla="*/ 24 w 112"/>
              <a:gd name="T15" fmla="*/ 30 h 132"/>
              <a:gd name="T16" fmla="*/ 26 w 112"/>
              <a:gd name="T17" fmla="*/ 26 h 132"/>
              <a:gd name="T18" fmla="*/ 14 w 112"/>
              <a:gd name="T19" fmla="*/ 17 h 132"/>
              <a:gd name="T20" fmla="*/ 22 w 112"/>
              <a:gd name="T21" fmla="*/ 29 h 132"/>
              <a:gd name="T22" fmla="*/ 88 w 112"/>
              <a:gd name="T23" fmla="*/ 29 h 132"/>
              <a:gd name="T24" fmla="*/ 96 w 112"/>
              <a:gd name="T25" fmla="*/ 17 h 132"/>
              <a:gd name="T26" fmla="*/ 84 w 112"/>
              <a:gd name="T27" fmla="*/ 26 h 132"/>
              <a:gd name="T28" fmla="*/ 84 w 112"/>
              <a:gd name="T29" fmla="*/ 29 h 132"/>
              <a:gd name="T30" fmla="*/ 55 w 112"/>
              <a:gd name="T31" fmla="*/ 19 h 132"/>
              <a:gd name="T32" fmla="*/ 57 w 112"/>
              <a:gd name="T33" fmla="*/ 3 h 132"/>
              <a:gd name="T34" fmla="*/ 52 w 112"/>
              <a:gd name="T35" fmla="*/ 3 h 132"/>
              <a:gd name="T36" fmla="*/ 55 w 112"/>
              <a:gd name="T37" fmla="*/ 19 h 132"/>
              <a:gd name="T38" fmla="*/ 41 w 112"/>
              <a:gd name="T39" fmla="*/ 118 h 132"/>
              <a:gd name="T40" fmla="*/ 41 w 112"/>
              <a:gd name="T41" fmla="*/ 123 h 132"/>
              <a:gd name="T42" fmla="*/ 72 w 112"/>
              <a:gd name="T43" fmla="*/ 121 h 132"/>
              <a:gd name="T44" fmla="*/ 91 w 112"/>
              <a:gd name="T45" fmla="*/ 49 h 132"/>
              <a:gd name="T46" fmla="*/ 76 w 112"/>
              <a:gd name="T47" fmla="*/ 95 h 132"/>
              <a:gd name="T48" fmla="*/ 74 w 112"/>
              <a:gd name="T49" fmla="*/ 108 h 132"/>
              <a:gd name="T50" fmla="*/ 55 w 112"/>
              <a:gd name="T51" fmla="*/ 114 h 132"/>
              <a:gd name="T52" fmla="*/ 36 w 112"/>
              <a:gd name="T53" fmla="*/ 108 h 132"/>
              <a:gd name="T54" fmla="*/ 34 w 112"/>
              <a:gd name="T55" fmla="*/ 95 h 132"/>
              <a:gd name="T56" fmla="*/ 19 w 112"/>
              <a:gd name="T57" fmla="*/ 49 h 132"/>
              <a:gd name="T58" fmla="*/ 91 w 112"/>
              <a:gd name="T59" fmla="*/ 49 h 132"/>
              <a:gd name="T60" fmla="*/ 55 w 112"/>
              <a:gd name="T61" fmla="*/ 28 h 132"/>
              <a:gd name="T62" fmla="*/ 28 w 112"/>
              <a:gd name="T63" fmla="*/ 74 h 132"/>
              <a:gd name="T64" fmla="*/ 40 w 112"/>
              <a:gd name="T65" fmla="*/ 102 h 132"/>
              <a:gd name="T66" fmla="*/ 44 w 112"/>
              <a:gd name="T67" fmla="*/ 109 h 132"/>
              <a:gd name="T68" fmla="*/ 69 w 112"/>
              <a:gd name="T69" fmla="*/ 107 h 132"/>
              <a:gd name="T70" fmla="*/ 71 w 112"/>
              <a:gd name="T71" fmla="*/ 93 h 132"/>
              <a:gd name="T72" fmla="*/ 86 w 112"/>
              <a:gd name="T73" fmla="*/ 50 h 132"/>
              <a:gd name="T74" fmla="*/ 98 w 112"/>
              <a:gd name="T75" fmla="*/ 54 h 132"/>
              <a:gd name="T76" fmla="*/ 98 w 112"/>
              <a:gd name="T77" fmla="*/ 59 h 132"/>
              <a:gd name="T78" fmla="*/ 112 w 112"/>
              <a:gd name="T79" fmla="*/ 56 h 132"/>
              <a:gd name="T80" fmla="*/ 56 w 112"/>
              <a:gd name="T81" fmla="*/ 36 h 132"/>
              <a:gd name="T82" fmla="*/ 31 w 112"/>
              <a:gd name="T83" fmla="*/ 56 h 132"/>
              <a:gd name="T84" fmla="*/ 33 w 112"/>
              <a:gd name="T85" fmla="*/ 57 h 132"/>
              <a:gd name="T86" fmla="*/ 56 w 112"/>
              <a:gd name="T87" fmla="*/ 40 h 132"/>
              <a:gd name="T88" fmla="*/ 56 w 112"/>
              <a:gd name="T89" fmla="*/ 36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2" h="132" extrusionOk="0">
                <a:moveTo>
                  <a:pt x="14" y="58"/>
                </a:moveTo>
                <a:cubicBezTo>
                  <a:pt x="14" y="59"/>
                  <a:pt x="13" y="61"/>
                  <a:pt x="12" y="61"/>
                </a:cubicBezTo>
                <a:cubicBezTo>
                  <a:pt x="2" y="61"/>
                  <a:pt x="2" y="61"/>
                  <a:pt x="2" y="61"/>
                </a:cubicBezTo>
                <a:cubicBezTo>
                  <a:pt x="1" y="61"/>
                  <a:pt x="0" y="59"/>
                  <a:pt x="0" y="58"/>
                </a:cubicBezTo>
                <a:cubicBezTo>
                  <a:pt x="0" y="57"/>
                  <a:pt x="1" y="56"/>
                  <a:pt x="2" y="56"/>
                </a:cubicBezTo>
                <a:cubicBezTo>
                  <a:pt x="12" y="56"/>
                  <a:pt x="12" y="56"/>
                  <a:pt x="12" y="56"/>
                </a:cubicBezTo>
                <a:cubicBezTo>
                  <a:pt x="13" y="56"/>
                  <a:pt x="14" y="57"/>
                  <a:pt x="14" y="58"/>
                </a:cubicBezTo>
                <a:close/>
                <a:moveTo>
                  <a:pt x="64" y="127"/>
                </a:moveTo>
                <a:cubicBezTo>
                  <a:pt x="46" y="127"/>
                  <a:pt x="46" y="127"/>
                  <a:pt x="46" y="127"/>
                </a:cubicBezTo>
                <a:cubicBezTo>
                  <a:pt x="45" y="127"/>
                  <a:pt x="44" y="128"/>
                  <a:pt x="44" y="129"/>
                </a:cubicBezTo>
                <a:cubicBezTo>
                  <a:pt x="44" y="131"/>
                  <a:pt x="45" y="132"/>
                  <a:pt x="46" y="132"/>
                </a:cubicBezTo>
                <a:cubicBezTo>
                  <a:pt x="64" y="132"/>
                  <a:pt x="64" y="132"/>
                  <a:pt x="64" y="132"/>
                </a:cubicBezTo>
                <a:cubicBezTo>
                  <a:pt x="66" y="132"/>
                  <a:pt x="67" y="131"/>
                  <a:pt x="67" y="129"/>
                </a:cubicBezTo>
                <a:cubicBezTo>
                  <a:pt x="67" y="128"/>
                  <a:pt x="66" y="127"/>
                  <a:pt x="64" y="127"/>
                </a:cubicBezTo>
                <a:close/>
                <a:moveTo>
                  <a:pt x="22" y="29"/>
                </a:moveTo>
                <a:cubicBezTo>
                  <a:pt x="23" y="30"/>
                  <a:pt x="23" y="30"/>
                  <a:pt x="24" y="30"/>
                </a:cubicBezTo>
                <a:cubicBezTo>
                  <a:pt x="25" y="30"/>
                  <a:pt x="25" y="30"/>
                  <a:pt x="26" y="29"/>
                </a:cubicBezTo>
                <a:cubicBezTo>
                  <a:pt x="27" y="28"/>
                  <a:pt x="27" y="27"/>
                  <a:pt x="26" y="26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6"/>
                  <a:pt x="15" y="16"/>
                  <a:pt x="14" y="17"/>
                </a:cubicBezTo>
                <a:cubicBezTo>
                  <a:pt x="13" y="18"/>
                  <a:pt x="13" y="20"/>
                  <a:pt x="14" y="21"/>
                </a:cubicBezTo>
                <a:lnTo>
                  <a:pt x="22" y="29"/>
                </a:lnTo>
                <a:close/>
                <a:moveTo>
                  <a:pt x="86" y="30"/>
                </a:moveTo>
                <a:cubicBezTo>
                  <a:pt x="87" y="30"/>
                  <a:pt x="87" y="30"/>
                  <a:pt x="88" y="29"/>
                </a:cubicBezTo>
                <a:cubicBezTo>
                  <a:pt x="96" y="21"/>
                  <a:pt x="96" y="21"/>
                  <a:pt x="96" y="21"/>
                </a:cubicBezTo>
                <a:cubicBezTo>
                  <a:pt x="97" y="20"/>
                  <a:pt x="97" y="18"/>
                  <a:pt x="96" y="17"/>
                </a:cubicBezTo>
                <a:cubicBezTo>
                  <a:pt x="95" y="16"/>
                  <a:pt x="94" y="16"/>
                  <a:pt x="93" y="17"/>
                </a:cubicBezTo>
                <a:cubicBezTo>
                  <a:pt x="84" y="26"/>
                  <a:pt x="84" y="26"/>
                  <a:pt x="84" y="26"/>
                </a:cubicBezTo>
                <a:cubicBezTo>
                  <a:pt x="84" y="26"/>
                  <a:pt x="84" y="27"/>
                  <a:pt x="84" y="27"/>
                </a:cubicBezTo>
                <a:cubicBezTo>
                  <a:pt x="84" y="28"/>
                  <a:pt x="84" y="29"/>
                  <a:pt x="84" y="29"/>
                </a:cubicBezTo>
                <a:cubicBezTo>
                  <a:pt x="85" y="30"/>
                  <a:pt x="85" y="30"/>
                  <a:pt x="86" y="30"/>
                </a:cubicBezTo>
                <a:close/>
                <a:moveTo>
                  <a:pt x="55" y="19"/>
                </a:moveTo>
                <a:cubicBezTo>
                  <a:pt x="56" y="19"/>
                  <a:pt x="57" y="18"/>
                  <a:pt x="57" y="16"/>
                </a:cubicBezTo>
                <a:cubicBezTo>
                  <a:pt x="57" y="3"/>
                  <a:pt x="57" y="3"/>
                  <a:pt x="57" y="3"/>
                </a:cubicBezTo>
                <a:cubicBezTo>
                  <a:pt x="57" y="1"/>
                  <a:pt x="56" y="0"/>
                  <a:pt x="55" y="0"/>
                </a:cubicBezTo>
                <a:cubicBezTo>
                  <a:pt x="53" y="0"/>
                  <a:pt x="52" y="1"/>
                  <a:pt x="52" y="3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8"/>
                  <a:pt x="53" y="19"/>
                  <a:pt x="55" y="19"/>
                </a:cubicBezTo>
                <a:close/>
                <a:moveTo>
                  <a:pt x="69" y="118"/>
                </a:moveTo>
                <a:cubicBezTo>
                  <a:pt x="41" y="118"/>
                  <a:pt x="41" y="118"/>
                  <a:pt x="41" y="118"/>
                </a:cubicBezTo>
                <a:cubicBezTo>
                  <a:pt x="39" y="118"/>
                  <a:pt x="38" y="119"/>
                  <a:pt x="38" y="121"/>
                </a:cubicBezTo>
                <a:cubicBezTo>
                  <a:pt x="38" y="122"/>
                  <a:pt x="39" y="123"/>
                  <a:pt x="41" y="123"/>
                </a:cubicBezTo>
                <a:cubicBezTo>
                  <a:pt x="69" y="123"/>
                  <a:pt x="69" y="123"/>
                  <a:pt x="69" y="123"/>
                </a:cubicBezTo>
                <a:cubicBezTo>
                  <a:pt x="71" y="123"/>
                  <a:pt x="72" y="122"/>
                  <a:pt x="72" y="121"/>
                </a:cubicBezTo>
                <a:cubicBezTo>
                  <a:pt x="72" y="119"/>
                  <a:pt x="71" y="118"/>
                  <a:pt x="69" y="118"/>
                </a:cubicBezTo>
                <a:close/>
                <a:moveTo>
                  <a:pt x="91" y="49"/>
                </a:moveTo>
                <a:cubicBezTo>
                  <a:pt x="93" y="59"/>
                  <a:pt x="89" y="69"/>
                  <a:pt x="86" y="76"/>
                </a:cubicBezTo>
                <a:cubicBezTo>
                  <a:pt x="82" y="83"/>
                  <a:pt x="80" y="88"/>
                  <a:pt x="76" y="95"/>
                </a:cubicBezTo>
                <a:cubicBezTo>
                  <a:pt x="75" y="97"/>
                  <a:pt x="74" y="100"/>
                  <a:pt x="74" y="102"/>
                </a:cubicBezTo>
                <a:cubicBezTo>
                  <a:pt x="74" y="104"/>
                  <a:pt x="74" y="106"/>
                  <a:pt x="74" y="108"/>
                </a:cubicBezTo>
                <a:cubicBezTo>
                  <a:pt x="73" y="112"/>
                  <a:pt x="70" y="114"/>
                  <a:pt x="65" y="114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44" y="114"/>
                  <a:pt x="44" y="114"/>
                  <a:pt x="44" y="114"/>
                </a:cubicBezTo>
                <a:cubicBezTo>
                  <a:pt x="39" y="114"/>
                  <a:pt x="37" y="112"/>
                  <a:pt x="36" y="108"/>
                </a:cubicBezTo>
                <a:cubicBezTo>
                  <a:pt x="35" y="106"/>
                  <a:pt x="35" y="104"/>
                  <a:pt x="35" y="102"/>
                </a:cubicBezTo>
                <a:cubicBezTo>
                  <a:pt x="35" y="100"/>
                  <a:pt x="35" y="97"/>
                  <a:pt x="34" y="95"/>
                </a:cubicBezTo>
                <a:cubicBezTo>
                  <a:pt x="30" y="88"/>
                  <a:pt x="27" y="83"/>
                  <a:pt x="24" y="76"/>
                </a:cubicBezTo>
                <a:cubicBezTo>
                  <a:pt x="20" y="69"/>
                  <a:pt x="16" y="59"/>
                  <a:pt x="19" y="49"/>
                </a:cubicBezTo>
                <a:cubicBezTo>
                  <a:pt x="22" y="36"/>
                  <a:pt x="35" y="24"/>
                  <a:pt x="55" y="24"/>
                </a:cubicBezTo>
                <a:cubicBezTo>
                  <a:pt x="74" y="24"/>
                  <a:pt x="87" y="36"/>
                  <a:pt x="91" y="49"/>
                </a:cubicBezTo>
                <a:close/>
                <a:moveTo>
                  <a:pt x="86" y="50"/>
                </a:moveTo>
                <a:cubicBezTo>
                  <a:pt x="83" y="39"/>
                  <a:pt x="72" y="28"/>
                  <a:pt x="55" y="28"/>
                </a:cubicBezTo>
                <a:cubicBezTo>
                  <a:pt x="38" y="28"/>
                  <a:pt x="26" y="39"/>
                  <a:pt x="23" y="50"/>
                </a:cubicBezTo>
                <a:cubicBezTo>
                  <a:pt x="22" y="57"/>
                  <a:pt x="23" y="65"/>
                  <a:pt x="28" y="74"/>
                </a:cubicBezTo>
                <a:cubicBezTo>
                  <a:pt x="32" y="81"/>
                  <a:pt x="34" y="86"/>
                  <a:pt x="38" y="93"/>
                </a:cubicBezTo>
                <a:cubicBezTo>
                  <a:pt x="40" y="96"/>
                  <a:pt x="40" y="99"/>
                  <a:pt x="40" y="102"/>
                </a:cubicBezTo>
                <a:cubicBezTo>
                  <a:pt x="40" y="104"/>
                  <a:pt x="40" y="105"/>
                  <a:pt x="40" y="107"/>
                </a:cubicBezTo>
                <a:cubicBezTo>
                  <a:pt x="41" y="109"/>
                  <a:pt x="41" y="109"/>
                  <a:pt x="44" y="109"/>
                </a:cubicBezTo>
                <a:cubicBezTo>
                  <a:pt x="44" y="109"/>
                  <a:pt x="65" y="109"/>
                  <a:pt x="65" y="109"/>
                </a:cubicBezTo>
                <a:cubicBezTo>
                  <a:pt x="68" y="109"/>
                  <a:pt x="69" y="109"/>
                  <a:pt x="69" y="107"/>
                </a:cubicBezTo>
                <a:cubicBezTo>
                  <a:pt x="69" y="105"/>
                  <a:pt x="70" y="104"/>
                  <a:pt x="70" y="102"/>
                </a:cubicBezTo>
                <a:cubicBezTo>
                  <a:pt x="70" y="99"/>
                  <a:pt x="70" y="96"/>
                  <a:pt x="71" y="93"/>
                </a:cubicBezTo>
                <a:cubicBezTo>
                  <a:pt x="75" y="86"/>
                  <a:pt x="78" y="81"/>
                  <a:pt x="81" y="74"/>
                </a:cubicBezTo>
                <a:cubicBezTo>
                  <a:pt x="86" y="65"/>
                  <a:pt x="88" y="57"/>
                  <a:pt x="86" y="50"/>
                </a:cubicBezTo>
                <a:close/>
                <a:moveTo>
                  <a:pt x="110" y="54"/>
                </a:moveTo>
                <a:cubicBezTo>
                  <a:pt x="98" y="54"/>
                  <a:pt x="98" y="54"/>
                  <a:pt x="98" y="54"/>
                </a:cubicBezTo>
                <a:cubicBezTo>
                  <a:pt x="97" y="54"/>
                  <a:pt x="95" y="55"/>
                  <a:pt x="95" y="56"/>
                </a:cubicBezTo>
                <a:cubicBezTo>
                  <a:pt x="95" y="58"/>
                  <a:pt x="97" y="59"/>
                  <a:pt x="98" y="59"/>
                </a:cubicBezTo>
                <a:cubicBezTo>
                  <a:pt x="110" y="59"/>
                  <a:pt x="110" y="59"/>
                  <a:pt x="110" y="59"/>
                </a:cubicBezTo>
                <a:cubicBezTo>
                  <a:pt x="111" y="59"/>
                  <a:pt x="112" y="58"/>
                  <a:pt x="112" y="56"/>
                </a:cubicBezTo>
                <a:cubicBezTo>
                  <a:pt x="112" y="55"/>
                  <a:pt x="111" y="54"/>
                  <a:pt x="110" y="54"/>
                </a:cubicBezTo>
                <a:close/>
                <a:moveTo>
                  <a:pt x="56" y="36"/>
                </a:moveTo>
                <a:cubicBezTo>
                  <a:pt x="42" y="36"/>
                  <a:pt x="33" y="45"/>
                  <a:pt x="30" y="54"/>
                </a:cubicBezTo>
                <a:cubicBezTo>
                  <a:pt x="30" y="54"/>
                  <a:pt x="30" y="55"/>
                  <a:pt x="31" y="56"/>
                </a:cubicBezTo>
                <a:cubicBezTo>
                  <a:pt x="31" y="56"/>
                  <a:pt x="31" y="56"/>
                  <a:pt x="32" y="57"/>
                </a:cubicBezTo>
                <a:cubicBezTo>
                  <a:pt x="32" y="57"/>
                  <a:pt x="32" y="57"/>
                  <a:pt x="33" y="57"/>
                </a:cubicBezTo>
                <a:cubicBezTo>
                  <a:pt x="34" y="57"/>
                  <a:pt x="35" y="56"/>
                  <a:pt x="35" y="55"/>
                </a:cubicBezTo>
                <a:cubicBezTo>
                  <a:pt x="37" y="48"/>
                  <a:pt x="45" y="40"/>
                  <a:pt x="56" y="40"/>
                </a:cubicBezTo>
                <a:cubicBezTo>
                  <a:pt x="57" y="40"/>
                  <a:pt x="58" y="39"/>
                  <a:pt x="58" y="38"/>
                </a:cubicBezTo>
                <a:cubicBezTo>
                  <a:pt x="58" y="37"/>
                  <a:pt x="57" y="36"/>
                  <a:pt x="56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2784" name="Google Shape;603;p22"/>
          <p:cNvSpPr>
            <a:spLocks/>
          </p:cNvSpPr>
          <p:nvPr/>
        </p:nvSpPr>
        <p:spPr bwMode="auto">
          <a:xfrm>
            <a:off x="4700588" y="3011488"/>
            <a:ext cx="568325" cy="368300"/>
          </a:xfrm>
          <a:custGeom>
            <a:avLst/>
            <a:gdLst>
              <a:gd name="T0" fmla="*/ 88 w 134"/>
              <a:gd name="T1" fmla="*/ 66 h 87"/>
              <a:gd name="T2" fmla="*/ 99 w 134"/>
              <a:gd name="T3" fmla="*/ 70 h 87"/>
              <a:gd name="T4" fmla="*/ 132 w 134"/>
              <a:gd name="T5" fmla="*/ 66 h 87"/>
              <a:gd name="T6" fmla="*/ 130 w 134"/>
              <a:gd name="T7" fmla="*/ 42 h 87"/>
              <a:gd name="T8" fmla="*/ 126 w 134"/>
              <a:gd name="T9" fmla="*/ 33 h 87"/>
              <a:gd name="T10" fmla="*/ 124 w 134"/>
              <a:gd name="T11" fmla="*/ 9 h 87"/>
              <a:gd name="T12" fmla="*/ 94 w 134"/>
              <a:gd name="T13" fmla="*/ 0 h 87"/>
              <a:gd name="T14" fmla="*/ 86 w 134"/>
              <a:gd name="T15" fmla="*/ 4 h 87"/>
              <a:gd name="T16" fmla="*/ 58 w 134"/>
              <a:gd name="T17" fmla="*/ 0 h 87"/>
              <a:gd name="T18" fmla="*/ 49 w 134"/>
              <a:gd name="T19" fmla="*/ 3 h 87"/>
              <a:gd name="T20" fmla="*/ 23 w 134"/>
              <a:gd name="T21" fmla="*/ 0 h 87"/>
              <a:gd name="T22" fmla="*/ 7 w 134"/>
              <a:gd name="T23" fmla="*/ 27 h 87"/>
              <a:gd name="T24" fmla="*/ 10 w 134"/>
              <a:gd name="T25" fmla="*/ 35 h 87"/>
              <a:gd name="T26" fmla="*/ 1 w 134"/>
              <a:gd name="T27" fmla="*/ 60 h 87"/>
              <a:gd name="T28" fmla="*/ 11 w 134"/>
              <a:gd name="T29" fmla="*/ 70 h 87"/>
              <a:gd name="T30" fmla="*/ 45 w 134"/>
              <a:gd name="T31" fmla="*/ 65 h 87"/>
              <a:gd name="T32" fmla="*/ 55 w 134"/>
              <a:gd name="T33" fmla="*/ 70 h 87"/>
              <a:gd name="T34" fmla="*/ 65 w 134"/>
              <a:gd name="T35" fmla="*/ 83 h 87"/>
              <a:gd name="T36" fmla="*/ 9 w 134"/>
              <a:gd name="T37" fmla="*/ 85 h 87"/>
              <a:gd name="T38" fmla="*/ 124 w 134"/>
              <a:gd name="T39" fmla="*/ 87 h 87"/>
              <a:gd name="T40" fmla="*/ 124 w 134"/>
              <a:gd name="T41" fmla="*/ 83 h 87"/>
              <a:gd name="T42" fmla="*/ 69 w 134"/>
              <a:gd name="T43" fmla="*/ 70 h 87"/>
              <a:gd name="T44" fmla="*/ 44 w 134"/>
              <a:gd name="T45" fmla="*/ 39 h 87"/>
              <a:gd name="T46" fmla="*/ 44 w 134"/>
              <a:gd name="T47" fmla="*/ 60 h 87"/>
              <a:gd name="T48" fmla="*/ 11 w 134"/>
              <a:gd name="T49" fmla="*/ 66 h 87"/>
              <a:gd name="T50" fmla="*/ 5 w 134"/>
              <a:gd name="T51" fmla="*/ 60 h 87"/>
              <a:gd name="T52" fmla="*/ 17 w 134"/>
              <a:gd name="T53" fmla="*/ 37 h 87"/>
              <a:gd name="T54" fmla="*/ 44 w 134"/>
              <a:gd name="T55" fmla="*/ 39 h 87"/>
              <a:gd name="T56" fmla="*/ 126 w 134"/>
              <a:gd name="T57" fmla="*/ 43 h 87"/>
              <a:gd name="T58" fmla="*/ 129 w 134"/>
              <a:gd name="T59" fmla="*/ 63 h 87"/>
              <a:gd name="T60" fmla="*/ 99 w 134"/>
              <a:gd name="T61" fmla="*/ 66 h 87"/>
              <a:gd name="T62" fmla="*/ 90 w 134"/>
              <a:gd name="T63" fmla="*/ 42 h 87"/>
              <a:gd name="T64" fmla="*/ 96 w 134"/>
              <a:gd name="T65" fmla="*/ 37 h 87"/>
              <a:gd name="T66" fmla="*/ 118 w 134"/>
              <a:gd name="T67" fmla="*/ 33 h 87"/>
              <a:gd name="T68" fmla="*/ 89 w 134"/>
              <a:gd name="T69" fmla="*/ 27 h 87"/>
              <a:gd name="T70" fmla="*/ 89 w 134"/>
              <a:gd name="T71" fmla="*/ 6 h 87"/>
              <a:gd name="T72" fmla="*/ 113 w 134"/>
              <a:gd name="T73" fmla="*/ 4 h 87"/>
              <a:gd name="T74" fmla="*/ 124 w 134"/>
              <a:gd name="T75" fmla="*/ 28 h 87"/>
              <a:gd name="T76" fmla="*/ 118 w 134"/>
              <a:gd name="T77" fmla="*/ 33 h 87"/>
              <a:gd name="T78" fmla="*/ 88 w 134"/>
              <a:gd name="T79" fmla="*/ 36 h 87"/>
              <a:gd name="T80" fmla="*/ 85 w 134"/>
              <a:gd name="T81" fmla="*/ 35 h 87"/>
              <a:gd name="T82" fmla="*/ 87 w 134"/>
              <a:gd name="T83" fmla="*/ 33 h 87"/>
              <a:gd name="T84" fmla="*/ 48 w 134"/>
              <a:gd name="T85" fmla="*/ 33 h 87"/>
              <a:gd name="T86" fmla="*/ 50 w 134"/>
              <a:gd name="T87" fmla="*/ 35 h 87"/>
              <a:gd name="T88" fmla="*/ 47 w 134"/>
              <a:gd name="T89" fmla="*/ 36 h 87"/>
              <a:gd name="T90" fmla="*/ 48 w 134"/>
              <a:gd name="T91" fmla="*/ 33 h 87"/>
              <a:gd name="T92" fmla="*/ 78 w 134"/>
              <a:gd name="T93" fmla="*/ 33 h 87"/>
              <a:gd name="T94" fmla="*/ 51 w 134"/>
              <a:gd name="T95" fmla="*/ 31 h 87"/>
              <a:gd name="T96" fmla="*/ 51 w 134"/>
              <a:gd name="T97" fmla="*/ 10 h 87"/>
              <a:gd name="T98" fmla="*/ 77 w 134"/>
              <a:gd name="T99" fmla="*/ 4 h 87"/>
              <a:gd name="T100" fmla="*/ 85 w 134"/>
              <a:gd name="T101" fmla="*/ 27 h 87"/>
              <a:gd name="T102" fmla="*/ 46 w 134"/>
              <a:gd name="T103" fmla="*/ 27 h 87"/>
              <a:gd name="T104" fmla="*/ 17 w 134"/>
              <a:gd name="T105" fmla="*/ 33 h 87"/>
              <a:gd name="T106" fmla="*/ 11 w 134"/>
              <a:gd name="T107" fmla="*/ 28 h 87"/>
              <a:gd name="T108" fmla="*/ 23 w 134"/>
              <a:gd name="T109" fmla="*/ 4 h 87"/>
              <a:gd name="T110" fmla="*/ 46 w 134"/>
              <a:gd name="T111" fmla="*/ 6 h 87"/>
              <a:gd name="T112" fmla="*/ 46 w 134"/>
              <a:gd name="T113" fmla="*/ 27 h 87"/>
              <a:gd name="T114" fmla="*/ 57 w 134"/>
              <a:gd name="T115" fmla="*/ 37 h 87"/>
              <a:gd name="T116" fmla="*/ 86 w 134"/>
              <a:gd name="T117" fmla="*/ 43 h 87"/>
              <a:gd name="T118" fmla="*/ 85 w 134"/>
              <a:gd name="T119" fmla="*/ 63 h 87"/>
              <a:gd name="T120" fmla="*/ 55 w 134"/>
              <a:gd name="T121" fmla="*/ 66 h 87"/>
              <a:gd name="T122" fmla="*/ 48 w 134"/>
              <a:gd name="T123" fmla="*/ 6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34" h="87" extrusionOk="0">
                <a:moveTo>
                  <a:pt x="79" y="70"/>
                </a:moveTo>
                <a:cubicBezTo>
                  <a:pt x="83" y="70"/>
                  <a:pt x="86" y="68"/>
                  <a:pt x="88" y="66"/>
                </a:cubicBezTo>
                <a:cubicBezTo>
                  <a:pt x="89" y="66"/>
                  <a:pt x="89" y="66"/>
                  <a:pt x="89" y="65"/>
                </a:cubicBezTo>
                <a:cubicBezTo>
                  <a:pt x="91" y="68"/>
                  <a:pt x="95" y="70"/>
                  <a:pt x="99" y="70"/>
                </a:cubicBezTo>
                <a:cubicBezTo>
                  <a:pt x="123" y="70"/>
                  <a:pt x="123" y="70"/>
                  <a:pt x="123" y="70"/>
                </a:cubicBezTo>
                <a:cubicBezTo>
                  <a:pt x="127" y="70"/>
                  <a:pt x="130" y="68"/>
                  <a:pt x="132" y="66"/>
                </a:cubicBezTo>
                <a:cubicBezTo>
                  <a:pt x="134" y="64"/>
                  <a:pt x="134" y="62"/>
                  <a:pt x="134" y="60"/>
                </a:cubicBezTo>
                <a:cubicBezTo>
                  <a:pt x="130" y="42"/>
                  <a:pt x="130" y="42"/>
                  <a:pt x="130" y="42"/>
                </a:cubicBezTo>
                <a:cubicBezTo>
                  <a:pt x="130" y="39"/>
                  <a:pt x="128" y="36"/>
                  <a:pt x="125" y="35"/>
                </a:cubicBezTo>
                <a:cubicBezTo>
                  <a:pt x="125" y="34"/>
                  <a:pt x="126" y="34"/>
                  <a:pt x="126" y="33"/>
                </a:cubicBezTo>
                <a:cubicBezTo>
                  <a:pt x="127" y="32"/>
                  <a:pt x="128" y="29"/>
                  <a:pt x="128" y="27"/>
                </a:cubicBezTo>
                <a:cubicBezTo>
                  <a:pt x="124" y="9"/>
                  <a:pt x="124" y="9"/>
                  <a:pt x="124" y="9"/>
                </a:cubicBezTo>
                <a:cubicBezTo>
                  <a:pt x="123" y="4"/>
                  <a:pt x="118" y="0"/>
                  <a:pt x="113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91" y="0"/>
                  <a:pt x="88" y="1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3" y="1"/>
                  <a:pt x="80" y="0"/>
                  <a:pt x="77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5" y="0"/>
                  <a:pt x="52" y="1"/>
                  <a:pt x="50" y="4"/>
                </a:cubicBezTo>
                <a:cubicBezTo>
                  <a:pt x="49" y="4"/>
                  <a:pt x="49" y="3"/>
                  <a:pt x="49" y="3"/>
                </a:cubicBezTo>
                <a:cubicBezTo>
                  <a:pt x="47" y="1"/>
                  <a:pt x="45" y="0"/>
                  <a:pt x="42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17" y="0"/>
                  <a:pt x="12" y="4"/>
                  <a:pt x="11" y="9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9"/>
                  <a:pt x="7" y="32"/>
                  <a:pt x="9" y="33"/>
                </a:cubicBezTo>
                <a:cubicBezTo>
                  <a:pt x="9" y="34"/>
                  <a:pt x="10" y="34"/>
                  <a:pt x="10" y="35"/>
                </a:cubicBezTo>
                <a:cubicBezTo>
                  <a:pt x="7" y="36"/>
                  <a:pt x="5" y="39"/>
                  <a:pt x="4" y="42"/>
                </a:cubicBezTo>
                <a:cubicBezTo>
                  <a:pt x="1" y="60"/>
                  <a:pt x="1" y="60"/>
                  <a:pt x="1" y="60"/>
                </a:cubicBezTo>
                <a:cubicBezTo>
                  <a:pt x="0" y="62"/>
                  <a:pt x="1" y="64"/>
                  <a:pt x="2" y="66"/>
                </a:cubicBezTo>
                <a:cubicBezTo>
                  <a:pt x="4" y="68"/>
                  <a:pt x="8" y="70"/>
                  <a:pt x="11" y="70"/>
                </a:cubicBezTo>
                <a:cubicBezTo>
                  <a:pt x="35" y="70"/>
                  <a:pt x="35" y="70"/>
                  <a:pt x="35" y="70"/>
                </a:cubicBezTo>
                <a:cubicBezTo>
                  <a:pt x="39" y="70"/>
                  <a:pt x="43" y="68"/>
                  <a:pt x="45" y="65"/>
                </a:cubicBezTo>
                <a:cubicBezTo>
                  <a:pt x="46" y="66"/>
                  <a:pt x="46" y="66"/>
                  <a:pt x="46" y="66"/>
                </a:cubicBezTo>
                <a:cubicBezTo>
                  <a:pt x="48" y="68"/>
                  <a:pt x="52" y="70"/>
                  <a:pt x="55" y="70"/>
                </a:cubicBezTo>
                <a:cubicBezTo>
                  <a:pt x="65" y="70"/>
                  <a:pt x="65" y="70"/>
                  <a:pt x="65" y="70"/>
                </a:cubicBezTo>
                <a:cubicBezTo>
                  <a:pt x="65" y="83"/>
                  <a:pt x="65" y="83"/>
                  <a:pt x="65" y="83"/>
                </a:cubicBezTo>
                <a:cubicBezTo>
                  <a:pt x="11" y="83"/>
                  <a:pt x="11" y="83"/>
                  <a:pt x="11" y="83"/>
                </a:cubicBezTo>
                <a:cubicBezTo>
                  <a:pt x="10" y="83"/>
                  <a:pt x="9" y="83"/>
                  <a:pt x="9" y="85"/>
                </a:cubicBezTo>
                <a:cubicBezTo>
                  <a:pt x="9" y="86"/>
                  <a:pt x="10" y="87"/>
                  <a:pt x="11" y="87"/>
                </a:cubicBezTo>
                <a:cubicBezTo>
                  <a:pt x="124" y="87"/>
                  <a:pt x="124" y="87"/>
                  <a:pt x="124" y="87"/>
                </a:cubicBezTo>
                <a:cubicBezTo>
                  <a:pt x="125" y="87"/>
                  <a:pt x="126" y="86"/>
                  <a:pt x="126" y="85"/>
                </a:cubicBezTo>
                <a:cubicBezTo>
                  <a:pt x="126" y="83"/>
                  <a:pt x="125" y="83"/>
                  <a:pt x="124" y="83"/>
                </a:cubicBezTo>
                <a:cubicBezTo>
                  <a:pt x="69" y="83"/>
                  <a:pt x="69" y="83"/>
                  <a:pt x="69" y="83"/>
                </a:cubicBezTo>
                <a:cubicBezTo>
                  <a:pt x="69" y="70"/>
                  <a:pt x="69" y="70"/>
                  <a:pt x="69" y="70"/>
                </a:cubicBezTo>
                <a:lnTo>
                  <a:pt x="79" y="70"/>
                </a:lnTo>
                <a:close/>
                <a:moveTo>
                  <a:pt x="44" y="39"/>
                </a:moveTo>
                <a:cubicBezTo>
                  <a:pt x="45" y="40"/>
                  <a:pt x="45" y="41"/>
                  <a:pt x="45" y="42"/>
                </a:cubicBezTo>
                <a:cubicBezTo>
                  <a:pt x="44" y="60"/>
                  <a:pt x="44" y="60"/>
                  <a:pt x="44" y="60"/>
                </a:cubicBezTo>
                <a:cubicBezTo>
                  <a:pt x="43" y="63"/>
                  <a:pt x="40" y="66"/>
                  <a:pt x="35" y="66"/>
                </a:cubicBezTo>
                <a:cubicBezTo>
                  <a:pt x="11" y="66"/>
                  <a:pt x="11" y="66"/>
                  <a:pt x="11" y="66"/>
                </a:cubicBezTo>
                <a:cubicBezTo>
                  <a:pt x="9" y="66"/>
                  <a:pt x="7" y="65"/>
                  <a:pt x="6" y="63"/>
                </a:cubicBezTo>
                <a:cubicBezTo>
                  <a:pt x="5" y="63"/>
                  <a:pt x="5" y="62"/>
                  <a:pt x="5" y="60"/>
                </a:cubicBezTo>
                <a:cubicBezTo>
                  <a:pt x="8" y="43"/>
                  <a:pt x="8" y="43"/>
                  <a:pt x="8" y="43"/>
                </a:cubicBezTo>
                <a:cubicBezTo>
                  <a:pt x="9" y="40"/>
                  <a:pt x="13" y="37"/>
                  <a:pt x="17" y="37"/>
                </a:cubicBezTo>
                <a:cubicBezTo>
                  <a:pt x="38" y="37"/>
                  <a:pt x="38" y="37"/>
                  <a:pt x="38" y="37"/>
                </a:cubicBezTo>
                <a:cubicBezTo>
                  <a:pt x="41" y="37"/>
                  <a:pt x="42" y="38"/>
                  <a:pt x="44" y="39"/>
                </a:cubicBezTo>
                <a:close/>
                <a:moveTo>
                  <a:pt x="118" y="37"/>
                </a:moveTo>
                <a:cubicBezTo>
                  <a:pt x="122" y="37"/>
                  <a:pt x="126" y="40"/>
                  <a:pt x="126" y="43"/>
                </a:cubicBezTo>
                <a:cubicBezTo>
                  <a:pt x="130" y="60"/>
                  <a:pt x="130" y="60"/>
                  <a:pt x="130" y="60"/>
                </a:cubicBezTo>
                <a:cubicBezTo>
                  <a:pt x="130" y="62"/>
                  <a:pt x="130" y="62"/>
                  <a:pt x="129" y="63"/>
                </a:cubicBezTo>
                <a:cubicBezTo>
                  <a:pt x="128" y="65"/>
                  <a:pt x="125" y="66"/>
                  <a:pt x="123" y="66"/>
                </a:cubicBezTo>
                <a:cubicBezTo>
                  <a:pt x="99" y="66"/>
                  <a:pt x="99" y="66"/>
                  <a:pt x="99" y="66"/>
                </a:cubicBezTo>
                <a:cubicBezTo>
                  <a:pt x="95" y="66"/>
                  <a:pt x="91" y="63"/>
                  <a:pt x="91" y="60"/>
                </a:cubicBezTo>
                <a:cubicBezTo>
                  <a:pt x="90" y="42"/>
                  <a:pt x="90" y="42"/>
                  <a:pt x="90" y="42"/>
                </a:cubicBezTo>
                <a:cubicBezTo>
                  <a:pt x="90" y="41"/>
                  <a:pt x="90" y="40"/>
                  <a:pt x="91" y="39"/>
                </a:cubicBezTo>
                <a:cubicBezTo>
                  <a:pt x="92" y="38"/>
                  <a:pt x="94" y="37"/>
                  <a:pt x="96" y="37"/>
                </a:cubicBezTo>
                <a:lnTo>
                  <a:pt x="118" y="37"/>
                </a:lnTo>
                <a:close/>
                <a:moveTo>
                  <a:pt x="118" y="33"/>
                </a:moveTo>
                <a:cubicBezTo>
                  <a:pt x="96" y="33"/>
                  <a:pt x="96" y="33"/>
                  <a:pt x="96" y="33"/>
                </a:cubicBezTo>
                <a:cubicBezTo>
                  <a:pt x="92" y="33"/>
                  <a:pt x="89" y="30"/>
                  <a:pt x="89" y="27"/>
                </a:cubicBezTo>
                <a:cubicBezTo>
                  <a:pt x="88" y="10"/>
                  <a:pt x="88" y="10"/>
                  <a:pt x="88" y="10"/>
                </a:cubicBezTo>
                <a:cubicBezTo>
                  <a:pt x="88" y="8"/>
                  <a:pt x="88" y="7"/>
                  <a:pt x="89" y="6"/>
                </a:cubicBezTo>
                <a:cubicBezTo>
                  <a:pt x="90" y="5"/>
                  <a:pt x="92" y="4"/>
                  <a:pt x="94" y="4"/>
                </a:cubicBezTo>
                <a:cubicBezTo>
                  <a:pt x="113" y="4"/>
                  <a:pt x="113" y="4"/>
                  <a:pt x="113" y="4"/>
                </a:cubicBezTo>
                <a:cubicBezTo>
                  <a:pt x="116" y="4"/>
                  <a:pt x="120" y="7"/>
                  <a:pt x="120" y="10"/>
                </a:cubicBezTo>
                <a:cubicBezTo>
                  <a:pt x="124" y="28"/>
                  <a:pt x="124" y="28"/>
                  <a:pt x="124" y="28"/>
                </a:cubicBezTo>
                <a:cubicBezTo>
                  <a:pt x="124" y="29"/>
                  <a:pt x="123" y="30"/>
                  <a:pt x="123" y="31"/>
                </a:cubicBezTo>
                <a:cubicBezTo>
                  <a:pt x="122" y="32"/>
                  <a:pt x="120" y="33"/>
                  <a:pt x="118" y="33"/>
                </a:cubicBezTo>
                <a:close/>
                <a:moveTo>
                  <a:pt x="90" y="35"/>
                </a:moveTo>
                <a:cubicBezTo>
                  <a:pt x="89" y="35"/>
                  <a:pt x="88" y="36"/>
                  <a:pt x="88" y="36"/>
                </a:cubicBezTo>
                <a:cubicBezTo>
                  <a:pt x="88" y="36"/>
                  <a:pt x="88" y="37"/>
                  <a:pt x="87" y="37"/>
                </a:cubicBezTo>
                <a:cubicBezTo>
                  <a:pt x="87" y="36"/>
                  <a:pt x="86" y="35"/>
                  <a:pt x="85" y="35"/>
                </a:cubicBezTo>
                <a:cubicBezTo>
                  <a:pt x="86" y="34"/>
                  <a:pt x="86" y="34"/>
                  <a:pt x="86" y="34"/>
                </a:cubicBezTo>
                <a:cubicBezTo>
                  <a:pt x="87" y="33"/>
                  <a:pt x="87" y="33"/>
                  <a:pt x="87" y="33"/>
                </a:cubicBezTo>
                <a:cubicBezTo>
                  <a:pt x="88" y="34"/>
                  <a:pt x="89" y="34"/>
                  <a:pt x="90" y="35"/>
                </a:cubicBezTo>
                <a:close/>
                <a:moveTo>
                  <a:pt x="48" y="33"/>
                </a:moveTo>
                <a:cubicBezTo>
                  <a:pt x="48" y="33"/>
                  <a:pt x="48" y="33"/>
                  <a:pt x="48" y="34"/>
                </a:cubicBezTo>
                <a:cubicBezTo>
                  <a:pt x="49" y="34"/>
                  <a:pt x="49" y="34"/>
                  <a:pt x="50" y="35"/>
                </a:cubicBezTo>
                <a:cubicBezTo>
                  <a:pt x="49" y="35"/>
                  <a:pt x="48" y="36"/>
                  <a:pt x="47" y="37"/>
                </a:cubicBezTo>
                <a:cubicBezTo>
                  <a:pt x="47" y="37"/>
                  <a:pt x="47" y="36"/>
                  <a:pt x="47" y="36"/>
                </a:cubicBezTo>
                <a:cubicBezTo>
                  <a:pt x="46" y="36"/>
                  <a:pt x="46" y="35"/>
                  <a:pt x="45" y="35"/>
                </a:cubicBezTo>
                <a:cubicBezTo>
                  <a:pt x="46" y="34"/>
                  <a:pt x="47" y="34"/>
                  <a:pt x="48" y="33"/>
                </a:cubicBezTo>
                <a:close/>
                <a:moveTo>
                  <a:pt x="83" y="31"/>
                </a:moveTo>
                <a:cubicBezTo>
                  <a:pt x="82" y="32"/>
                  <a:pt x="80" y="33"/>
                  <a:pt x="78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5" y="33"/>
                  <a:pt x="53" y="32"/>
                  <a:pt x="51" y="31"/>
                </a:cubicBezTo>
                <a:cubicBezTo>
                  <a:pt x="50" y="30"/>
                  <a:pt x="50" y="29"/>
                  <a:pt x="50" y="27"/>
                </a:cubicBezTo>
                <a:cubicBezTo>
                  <a:pt x="51" y="10"/>
                  <a:pt x="51" y="10"/>
                  <a:pt x="51" y="10"/>
                </a:cubicBezTo>
                <a:cubicBezTo>
                  <a:pt x="52" y="7"/>
                  <a:pt x="55" y="4"/>
                  <a:pt x="58" y="4"/>
                </a:cubicBezTo>
                <a:cubicBezTo>
                  <a:pt x="77" y="4"/>
                  <a:pt x="77" y="4"/>
                  <a:pt x="77" y="4"/>
                </a:cubicBezTo>
                <a:cubicBezTo>
                  <a:pt x="81" y="4"/>
                  <a:pt x="84" y="7"/>
                  <a:pt x="84" y="10"/>
                </a:cubicBezTo>
                <a:cubicBezTo>
                  <a:pt x="85" y="27"/>
                  <a:pt x="85" y="27"/>
                  <a:pt x="85" y="27"/>
                </a:cubicBezTo>
                <a:cubicBezTo>
                  <a:pt x="85" y="29"/>
                  <a:pt x="84" y="30"/>
                  <a:pt x="83" y="31"/>
                </a:cubicBezTo>
                <a:close/>
                <a:moveTo>
                  <a:pt x="46" y="27"/>
                </a:moveTo>
                <a:cubicBezTo>
                  <a:pt x="46" y="30"/>
                  <a:pt x="42" y="33"/>
                  <a:pt x="38" y="33"/>
                </a:cubicBezTo>
                <a:cubicBezTo>
                  <a:pt x="17" y="33"/>
                  <a:pt x="17" y="33"/>
                  <a:pt x="17" y="33"/>
                </a:cubicBezTo>
                <a:cubicBezTo>
                  <a:pt x="15" y="33"/>
                  <a:pt x="13" y="32"/>
                  <a:pt x="12" y="31"/>
                </a:cubicBezTo>
                <a:cubicBezTo>
                  <a:pt x="11" y="30"/>
                  <a:pt x="11" y="29"/>
                  <a:pt x="11" y="28"/>
                </a:cubicBezTo>
                <a:cubicBezTo>
                  <a:pt x="15" y="10"/>
                  <a:pt x="15" y="10"/>
                  <a:pt x="15" y="10"/>
                </a:cubicBezTo>
                <a:cubicBezTo>
                  <a:pt x="16" y="7"/>
                  <a:pt x="19" y="4"/>
                  <a:pt x="23" y="4"/>
                </a:cubicBezTo>
                <a:cubicBezTo>
                  <a:pt x="42" y="4"/>
                  <a:pt x="42" y="4"/>
                  <a:pt x="42" y="4"/>
                </a:cubicBezTo>
                <a:cubicBezTo>
                  <a:pt x="43" y="4"/>
                  <a:pt x="45" y="5"/>
                  <a:pt x="46" y="6"/>
                </a:cubicBezTo>
                <a:cubicBezTo>
                  <a:pt x="47" y="7"/>
                  <a:pt x="47" y="8"/>
                  <a:pt x="47" y="10"/>
                </a:cubicBezTo>
                <a:lnTo>
                  <a:pt x="46" y="27"/>
                </a:lnTo>
                <a:close/>
                <a:moveTo>
                  <a:pt x="49" y="43"/>
                </a:moveTo>
                <a:cubicBezTo>
                  <a:pt x="49" y="39"/>
                  <a:pt x="53" y="37"/>
                  <a:pt x="57" y="37"/>
                </a:cubicBezTo>
                <a:cubicBezTo>
                  <a:pt x="78" y="37"/>
                  <a:pt x="78" y="37"/>
                  <a:pt x="78" y="37"/>
                </a:cubicBezTo>
                <a:cubicBezTo>
                  <a:pt x="82" y="37"/>
                  <a:pt x="85" y="39"/>
                  <a:pt x="86" y="43"/>
                </a:cubicBezTo>
                <a:cubicBezTo>
                  <a:pt x="87" y="60"/>
                  <a:pt x="87" y="60"/>
                  <a:pt x="87" y="60"/>
                </a:cubicBezTo>
                <a:cubicBezTo>
                  <a:pt x="87" y="61"/>
                  <a:pt x="86" y="62"/>
                  <a:pt x="85" y="63"/>
                </a:cubicBezTo>
                <a:cubicBezTo>
                  <a:pt x="84" y="65"/>
                  <a:pt x="82" y="66"/>
                  <a:pt x="79" y="66"/>
                </a:cubicBezTo>
                <a:cubicBezTo>
                  <a:pt x="55" y="66"/>
                  <a:pt x="55" y="66"/>
                  <a:pt x="55" y="66"/>
                </a:cubicBezTo>
                <a:cubicBezTo>
                  <a:pt x="53" y="66"/>
                  <a:pt x="50" y="65"/>
                  <a:pt x="49" y="63"/>
                </a:cubicBezTo>
                <a:cubicBezTo>
                  <a:pt x="48" y="62"/>
                  <a:pt x="48" y="61"/>
                  <a:pt x="48" y="60"/>
                </a:cubicBezTo>
                <a:lnTo>
                  <a:pt x="49" y="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2785" name="Google Shape;604;p22"/>
          <p:cNvSpPr>
            <a:spLocks/>
          </p:cNvSpPr>
          <p:nvPr/>
        </p:nvSpPr>
        <p:spPr bwMode="auto">
          <a:xfrm>
            <a:off x="6926263" y="1517650"/>
            <a:ext cx="568325" cy="563563"/>
          </a:xfrm>
          <a:custGeom>
            <a:avLst/>
            <a:gdLst>
              <a:gd name="T0" fmla="*/ 19 w 134"/>
              <a:gd name="T1" fmla="*/ 69 h 133"/>
              <a:gd name="T2" fmla="*/ 0 w 134"/>
              <a:gd name="T3" fmla="*/ 67 h 133"/>
              <a:gd name="T4" fmla="*/ 19 w 134"/>
              <a:gd name="T5" fmla="*/ 64 h 133"/>
              <a:gd name="T6" fmla="*/ 32 w 134"/>
              <a:gd name="T7" fmla="*/ 99 h 133"/>
              <a:gd name="T8" fmla="*/ 22 w 134"/>
              <a:gd name="T9" fmla="*/ 110 h 133"/>
              <a:gd name="T10" fmla="*/ 24 w 134"/>
              <a:gd name="T11" fmla="*/ 112 h 133"/>
              <a:gd name="T12" fmla="*/ 35 w 134"/>
              <a:gd name="T13" fmla="*/ 102 h 133"/>
              <a:gd name="T14" fmla="*/ 32 w 134"/>
              <a:gd name="T15" fmla="*/ 99 h 133"/>
              <a:gd name="T16" fmla="*/ 33 w 134"/>
              <a:gd name="T17" fmla="*/ 35 h 133"/>
              <a:gd name="T18" fmla="*/ 35 w 134"/>
              <a:gd name="T19" fmla="*/ 31 h 133"/>
              <a:gd name="T20" fmla="*/ 22 w 134"/>
              <a:gd name="T21" fmla="*/ 22 h 133"/>
              <a:gd name="T22" fmla="*/ 22 w 134"/>
              <a:gd name="T23" fmla="*/ 25 h 133"/>
              <a:gd name="T24" fmla="*/ 67 w 134"/>
              <a:gd name="T25" fmla="*/ 21 h 133"/>
              <a:gd name="T26" fmla="*/ 69 w 134"/>
              <a:gd name="T27" fmla="*/ 2 h 133"/>
              <a:gd name="T28" fmla="*/ 65 w 134"/>
              <a:gd name="T29" fmla="*/ 2 h 133"/>
              <a:gd name="T30" fmla="*/ 67 w 134"/>
              <a:gd name="T31" fmla="*/ 21 h 133"/>
              <a:gd name="T32" fmla="*/ 67 w 134"/>
              <a:gd name="T33" fmla="*/ 108 h 133"/>
              <a:gd name="T34" fmla="*/ 67 w 134"/>
              <a:gd name="T35" fmla="*/ 25 h 133"/>
              <a:gd name="T36" fmla="*/ 67 w 134"/>
              <a:gd name="T37" fmla="*/ 29 h 133"/>
              <a:gd name="T38" fmla="*/ 67 w 134"/>
              <a:gd name="T39" fmla="*/ 104 h 133"/>
              <a:gd name="T40" fmla="*/ 67 w 134"/>
              <a:gd name="T41" fmla="*/ 29 h 133"/>
              <a:gd name="T42" fmla="*/ 65 w 134"/>
              <a:gd name="T43" fmla="*/ 114 h 133"/>
              <a:gd name="T44" fmla="*/ 67 w 134"/>
              <a:gd name="T45" fmla="*/ 133 h 133"/>
              <a:gd name="T46" fmla="*/ 69 w 134"/>
              <a:gd name="T47" fmla="*/ 114 h 133"/>
              <a:gd name="T48" fmla="*/ 102 w 134"/>
              <a:gd name="T49" fmla="*/ 99 h 133"/>
              <a:gd name="T50" fmla="*/ 99 w 134"/>
              <a:gd name="T51" fmla="*/ 102 h 133"/>
              <a:gd name="T52" fmla="*/ 110 w 134"/>
              <a:gd name="T53" fmla="*/ 112 h 133"/>
              <a:gd name="T54" fmla="*/ 112 w 134"/>
              <a:gd name="T55" fmla="*/ 110 h 133"/>
              <a:gd name="T56" fmla="*/ 102 w 134"/>
              <a:gd name="T57" fmla="*/ 99 h 133"/>
              <a:gd name="T58" fmla="*/ 99 w 134"/>
              <a:gd name="T59" fmla="*/ 31 h 133"/>
              <a:gd name="T60" fmla="*/ 101 w 134"/>
              <a:gd name="T61" fmla="*/ 35 h 133"/>
              <a:gd name="T62" fmla="*/ 111 w 134"/>
              <a:gd name="T63" fmla="*/ 25 h 133"/>
              <a:gd name="T64" fmla="*/ 111 w 134"/>
              <a:gd name="T65" fmla="*/ 22 h 133"/>
              <a:gd name="T66" fmla="*/ 131 w 134"/>
              <a:gd name="T67" fmla="*/ 64 h 133"/>
              <a:gd name="T68" fmla="*/ 112 w 134"/>
              <a:gd name="T69" fmla="*/ 67 h 133"/>
              <a:gd name="T70" fmla="*/ 131 w 134"/>
              <a:gd name="T71" fmla="*/ 69 h 133"/>
              <a:gd name="T72" fmla="*/ 131 w 134"/>
              <a:gd name="T73" fmla="*/ 64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34" h="133" extrusionOk="0">
                <a:moveTo>
                  <a:pt x="21" y="67"/>
                </a:moveTo>
                <a:cubicBezTo>
                  <a:pt x="21" y="68"/>
                  <a:pt x="20" y="69"/>
                  <a:pt x="19" y="69"/>
                </a:cubicBezTo>
                <a:cubicBezTo>
                  <a:pt x="2" y="69"/>
                  <a:pt x="2" y="69"/>
                  <a:pt x="2" y="69"/>
                </a:cubicBezTo>
                <a:cubicBezTo>
                  <a:pt x="1" y="69"/>
                  <a:pt x="0" y="68"/>
                  <a:pt x="0" y="67"/>
                </a:cubicBezTo>
                <a:cubicBezTo>
                  <a:pt x="0" y="65"/>
                  <a:pt x="1" y="64"/>
                  <a:pt x="2" y="64"/>
                </a:cubicBezTo>
                <a:cubicBezTo>
                  <a:pt x="19" y="64"/>
                  <a:pt x="19" y="64"/>
                  <a:pt x="19" y="64"/>
                </a:cubicBezTo>
                <a:cubicBezTo>
                  <a:pt x="20" y="64"/>
                  <a:pt x="21" y="65"/>
                  <a:pt x="21" y="67"/>
                </a:cubicBezTo>
                <a:close/>
                <a:moveTo>
                  <a:pt x="32" y="99"/>
                </a:moveTo>
                <a:cubicBezTo>
                  <a:pt x="22" y="108"/>
                  <a:pt x="22" y="108"/>
                  <a:pt x="22" y="108"/>
                </a:cubicBezTo>
                <a:cubicBezTo>
                  <a:pt x="22" y="108"/>
                  <a:pt x="22" y="109"/>
                  <a:pt x="22" y="110"/>
                </a:cubicBezTo>
                <a:cubicBezTo>
                  <a:pt x="22" y="110"/>
                  <a:pt x="22" y="111"/>
                  <a:pt x="22" y="111"/>
                </a:cubicBezTo>
                <a:cubicBezTo>
                  <a:pt x="23" y="111"/>
                  <a:pt x="23" y="112"/>
                  <a:pt x="24" y="112"/>
                </a:cubicBezTo>
                <a:cubicBezTo>
                  <a:pt x="24" y="112"/>
                  <a:pt x="25" y="111"/>
                  <a:pt x="25" y="111"/>
                </a:cubicBezTo>
                <a:cubicBezTo>
                  <a:pt x="35" y="102"/>
                  <a:pt x="35" y="102"/>
                  <a:pt x="35" y="102"/>
                </a:cubicBezTo>
                <a:cubicBezTo>
                  <a:pt x="35" y="101"/>
                  <a:pt x="35" y="100"/>
                  <a:pt x="35" y="99"/>
                </a:cubicBezTo>
                <a:cubicBezTo>
                  <a:pt x="34" y="98"/>
                  <a:pt x="32" y="98"/>
                  <a:pt x="32" y="99"/>
                </a:cubicBezTo>
                <a:close/>
                <a:moveTo>
                  <a:pt x="32" y="34"/>
                </a:moveTo>
                <a:cubicBezTo>
                  <a:pt x="32" y="35"/>
                  <a:pt x="33" y="35"/>
                  <a:pt x="33" y="35"/>
                </a:cubicBezTo>
                <a:cubicBezTo>
                  <a:pt x="34" y="35"/>
                  <a:pt x="34" y="35"/>
                  <a:pt x="35" y="34"/>
                </a:cubicBezTo>
                <a:cubicBezTo>
                  <a:pt x="35" y="33"/>
                  <a:pt x="35" y="32"/>
                  <a:pt x="35" y="31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21"/>
                  <a:pt x="23" y="21"/>
                  <a:pt x="22" y="22"/>
                </a:cubicBezTo>
                <a:cubicBezTo>
                  <a:pt x="22" y="22"/>
                  <a:pt x="22" y="23"/>
                  <a:pt x="22" y="24"/>
                </a:cubicBezTo>
                <a:cubicBezTo>
                  <a:pt x="22" y="24"/>
                  <a:pt x="22" y="25"/>
                  <a:pt x="22" y="25"/>
                </a:cubicBezTo>
                <a:lnTo>
                  <a:pt x="32" y="34"/>
                </a:lnTo>
                <a:close/>
                <a:moveTo>
                  <a:pt x="67" y="21"/>
                </a:moveTo>
                <a:cubicBezTo>
                  <a:pt x="68" y="21"/>
                  <a:pt x="69" y="20"/>
                  <a:pt x="69" y="19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1"/>
                  <a:pt x="68" y="0"/>
                  <a:pt x="67" y="0"/>
                </a:cubicBezTo>
                <a:cubicBezTo>
                  <a:pt x="66" y="0"/>
                  <a:pt x="65" y="1"/>
                  <a:pt x="65" y="2"/>
                </a:cubicBezTo>
                <a:cubicBezTo>
                  <a:pt x="65" y="19"/>
                  <a:pt x="65" y="19"/>
                  <a:pt x="65" y="19"/>
                </a:cubicBezTo>
                <a:cubicBezTo>
                  <a:pt x="65" y="20"/>
                  <a:pt x="66" y="21"/>
                  <a:pt x="67" y="21"/>
                </a:cubicBezTo>
                <a:close/>
                <a:moveTo>
                  <a:pt x="108" y="67"/>
                </a:moveTo>
                <a:cubicBezTo>
                  <a:pt x="108" y="89"/>
                  <a:pt x="90" y="108"/>
                  <a:pt x="67" y="108"/>
                </a:cubicBezTo>
                <a:cubicBezTo>
                  <a:pt x="44" y="108"/>
                  <a:pt x="25" y="89"/>
                  <a:pt x="25" y="67"/>
                </a:cubicBezTo>
                <a:cubicBezTo>
                  <a:pt x="25" y="44"/>
                  <a:pt x="44" y="25"/>
                  <a:pt x="67" y="25"/>
                </a:cubicBezTo>
                <a:cubicBezTo>
                  <a:pt x="90" y="25"/>
                  <a:pt x="108" y="44"/>
                  <a:pt x="108" y="67"/>
                </a:cubicBezTo>
                <a:close/>
                <a:moveTo>
                  <a:pt x="67" y="29"/>
                </a:moveTo>
                <a:cubicBezTo>
                  <a:pt x="46" y="29"/>
                  <a:pt x="30" y="46"/>
                  <a:pt x="30" y="67"/>
                </a:cubicBezTo>
                <a:cubicBezTo>
                  <a:pt x="30" y="87"/>
                  <a:pt x="46" y="104"/>
                  <a:pt x="67" y="104"/>
                </a:cubicBezTo>
                <a:cubicBezTo>
                  <a:pt x="87" y="104"/>
                  <a:pt x="104" y="87"/>
                  <a:pt x="104" y="67"/>
                </a:cubicBezTo>
                <a:cubicBezTo>
                  <a:pt x="104" y="46"/>
                  <a:pt x="87" y="29"/>
                  <a:pt x="67" y="29"/>
                </a:cubicBezTo>
                <a:close/>
                <a:moveTo>
                  <a:pt x="67" y="112"/>
                </a:moveTo>
                <a:cubicBezTo>
                  <a:pt x="66" y="112"/>
                  <a:pt x="65" y="113"/>
                  <a:pt x="65" y="114"/>
                </a:cubicBezTo>
                <a:cubicBezTo>
                  <a:pt x="65" y="131"/>
                  <a:pt x="65" y="131"/>
                  <a:pt x="65" y="131"/>
                </a:cubicBezTo>
                <a:cubicBezTo>
                  <a:pt x="65" y="132"/>
                  <a:pt x="66" y="133"/>
                  <a:pt x="67" y="133"/>
                </a:cubicBezTo>
                <a:cubicBezTo>
                  <a:pt x="68" y="133"/>
                  <a:pt x="69" y="132"/>
                  <a:pt x="69" y="131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9" y="113"/>
                  <a:pt x="68" y="112"/>
                  <a:pt x="67" y="112"/>
                </a:cubicBezTo>
                <a:close/>
                <a:moveTo>
                  <a:pt x="102" y="99"/>
                </a:moveTo>
                <a:cubicBezTo>
                  <a:pt x="101" y="98"/>
                  <a:pt x="100" y="98"/>
                  <a:pt x="99" y="99"/>
                </a:cubicBezTo>
                <a:cubicBezTo>
                  <a:pt x="98" y="100"/>
                  <a:pt x="98" y="101"/>
                  <a:pt x="99" y="102"/>
                </a:cubicBezTo>
                <a:cubicBezTo>
                  <a:pt x="108" y="111"/>
                  <a:pt x="108" y="111"/>
                  <a:pt x="108" y="111"/>
                </a:cubicBezTo>
                <a:cubicBezTo>
                  <a:pt x="109" y="111"/>
                  <a:pt x="109" y="112"/>
                  <a:pt x="110" y="112"/>
                </a:cubicBezTo>
                <a:cubicBezTo>
                  <a:pt x="110" y="112"/>
                  <a:pt x="111" y="111"/>
                  <a:pt x="111" y="111"/>
                </a:cubicBezTo>
                <a:cubicBezTo>
                  <a:pt x="112" y="111"/>
                  <a:pt x="112" y="110"/>
                  <a:pt x="112" y="110"/>
                </a:cubicBezTo>
                <a:cubicBezTo>
                  <a:pt x="112" y="109"/>
                  <a:pt x="112" y="108"/>
                  <a:pt x="111" y="108"/>
                </a:cubicBezTo>
                <a:lnTo>
                  <a:pt x="102" y="99"/>
                </a:lnTo>
                <a:close/>
                <a:moveTo>
                  <a:pt x="108" y="22"/>
                </a:moveTo>
                <a:cubicBezTo>
                  <a:pt x="99" y="31"/>
                  <a:pt x="99" y="31"/>
                  <a:pt x="99" y="31"/>
                </a:cubicBezTo>
                <a:cubicBezTo>
                  <a:pt x="98" y="32"/>
                  <a:pt x="98" y="33"/>
                  <a:pt x="99" y="34"/>
                </a:cubicBezTo>
                <a:cubicBezTo>
                  <a:pt x="99" y="35"/>
                  <a:pt x="100" y="35"/>
                  <a:pt x="101" y="35"/>
                </a:cubicBezTo>
                <a:cubicBezTo>
                  <a:pt x="101" y="35"/>
                  <a:pt x="102" y="35"/>
                  <a:pt x="102" y="34"/>
                </a:cubicBezTo>
                <a:cubicBezTo>
                  <a:pt x="111" y="25"/>
                  <a:pt x="111" y="25"/>
                  <a:pt x="111" y="25"/>
                </a:cubicBezTo>
                <a:cubicBezTo>
                  <a:pt x="112" y="25"/>
                  <a:pt x="112" y="24"/>
                  <a:pt x="112" y="24"/>
                </a:cubicBezTo>
                <a:cubicBezTo>
                  <a:pt x="112" y="23"/>
                  <a:pt x="112" y="22"/>
                  <a:pt x="111" y="22"/>
                </a:cubicBezTo>
                <a:cubicBezTo>
                  <a:pt x="111" y="21"/>
                  <a:pt x="109" y="21"/>
                  <a:pt x="108" y="22"/>
                </a:cubicBezTo>
                <a:close/>
                <a:moveTo>
                  <a:pt x="131" y="64"/>
                </a:moveTo>
                <a:cubicBezTo>
                  <a:pt x="115" y="64"/>
                  <a:pt x="115" y="64"/>
                  <a:pt x="115" y="64"/>
                </a:cubicBezTo>
                <a:cubicBezTo>
                  <a:pt x="113" y="64"/>
                  <a:pt x="112" y="65"/>
                  <a:pt x="112" y="67"/>
                </a:cubicBezTo>
                <a:cubicBezTo>
                  <a:pt x="112" y="68"/>
                  <a:pt x="113" y="69"/>
                  <a:pt x="115" y="69"/>
                </a:cubicBezTo>
                <a:cubicBezTo>
                  <a:pt x="131" y="69"/>
                  <a:pt x="131" y="69"/>
                  <a:pt x="131" y="69"/>
                </a:cubicBezTo>
                <a:cubicBezTo>
                  <a:pt x="133" y="69"/>
                  <a:pt x="134" y="68"/>
                  <a:pt x="134" y="67"/>
                </a:cubicBezTo>
                <a:cubicBezTo>
                  <a:pt x="134" y="65"/>
                  <a:pt x="133" y="64"/>
                  <a:pt x="131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2786" name="Google Shape;605;p22"/>
          <p:cNvSpPr>
            <a:spLocks/>
          </p:cNvSpPr>
          <p:nvPr/>
        </p:nvSpPr>
        <p:spPr bwMode="auto">
          <a:xfrm>
            <a:off x="4741863" y="5727700"/>
            <a:ext cx="487362" cy="517525"/>
          </a:xfrm>
          <a:custGeom>
            <a:avLst/>
            <a:gdLst>
              <a:gd name="T0" fmla="*/ 81 w 115"/>
              <a:gd name="T1" fmla="*/ 20 h 122"/>
              <a:gd name="T2" fmla="*/ 33 w 115"/>
              <a:gd name="T3" fmla="*/ 20 h 122"/>
              <a:gd name="T4" fmla="*/ 9 w 115"/>
              <a:gd name="T5" fmla="*/ 60 h 122"/>
              <a:gd name="T6" fmla="*/ 10 w 115"/>
              <a:gd name="T7" fmla="*/ 61 h 122"/>
              <a:gd name="T8" fmla="*/ 28 w 115"/>
              <a:gd name="T9" fmla="*/ 102 h 122"/>
              <a:gd name="T10" fmla="*/ 57 w 115"/>
              <a:gd name="T11" fmla="*/ 122 h 122"/>
              <a:gd name="T12" fmla="*/ 86 w 115"/>
              <a:gd name="T13" fmla="*/ 102 h 122"/>
              <a:gd name="T14" fmla="*/ 105 w 115"/>
              <a:gd name="T15" fmla="*/ 61 h 122"/>
              <a:gd name="T16" fmla="*/ 89 w 115"/>
              <a:gd name="T17" fmla="*/ 51 h 122"/>
              <a:gd name="T18" fmla="*/ 89 w 115"/>
              <a:gd name="T19" fmla="*/ 71 h 122"/>
              <a:gd name="T20" fmla="*/ 89 w 115"/>
              <a:gd name="T21" fmla="*/ 51 h 122"/>
              <a:gd name="T22" fmla="*/ 83 w 115"/>
              <a:gd name="T23" fmla="*/ 25 h 122"/>
              <a:gd name="T24" fmla="*/ 102 w 115"/>
              <a:gd name="T25" fmla="*/ 57 h 122"/>
              <a:gd name="T26" fmla="*/ 88 w 115"/>
              <a:gd name="T27" fmla="*/ 79 h 122"/>
              <a:gd name="T28" fmla="*/ 106 w 115"/>
              <a:gd name="T29" fmla="*/ 89 h 122"/>
              <a:gd name="T30" fmla="*/ 88 w 115"/>
              <a:gd name="T31" fmla="*/ 79 h 122"/>
              <a:gd name="T32" fmla="*/ 76 w 115"/>
              <a:gd name="T33" fmla="*/ 101 h 122"/>
              <a:gd name="T34" fmla="*/ 39 w 115"/>
              <a:gd name="T35" fmla="*/ 101 h 122"/>
              <a:gd name="T36" fmla="*/ 41 w 115"/>
              <a:gd name="T37" fmla="*/ 89 h 122"/>
              <a:gd name="T38" fmla="*/ 37 w 115"/>
              <a:gd name="T39" fmla="*/ 97 h 122"/>
              <a:gd name="T40" fmla="*/ 41 w 115"/>
              <a:gd name="T41" fmla="*/ 89 h 122"/>
              <a:gd name="T42" fmla="*/ 57 w 115"/>
              <a:gd name="T43" fmla="*/ 5 h 122"/>
              <a:gd name="T44" fmla="*/ 57 w 115"/>
              <a:gd name="T45" fmla="*/ 26 h 122"/>
              <a:gd name="T46" fmla="*/ 73 w 115"/>
              <a:gd name="T47" fmla="*/ 33 h 122"/>
              <a:gd name="T48" fmla="*/ 78 w 115"/>
              <a:gd name="T49" fmla="*/ 25 h 122"/>
              <a:gd name="T50" fmla="*/ 73 w 115"/>
              <a:gd name="T51" fmla="*/ 33 h 122"/>
              <a:gd name="T52" fmla="*/ 83 w 115"/>
              <a:gd name="T53" fmla="*/ 76 h 122"/>
              <a:gd name="T54" fmla="*/ 57 w 115"/>
              <a:gd name="T55" fmla="*/ 91 h 122"/>
              <a:gd name="T56" fmla="*/ 31 w 115"/>
              <a:gd name="T57" fmla="*/ 76 h 122"/>
              <a:gd name="T58" fmla="*/ 31 w 115"/>
              <a:gd name="T59" fmla="*/ 46 h 122"/>
              <a:gd name="T60" fmla="*/ 57 w 115"/>
              <a:gd name="T61" fmla="*/ 31 h 122"/>
              <a:gd name="T62" fmla="*/ 83 w 115"/>
              <a:gd name="T63" fmla="*/ 46 h 122"/>
              <a:gd name="T64" fmla="*/ 50 w 115"/>
              <a:gd name="T65" fmla="*/ 29 h 122"/>
              <a:gd name="T66" fmla="*/ 33 w 115"/>
              <a:gd name="T67" fmla="*/ 39 h 122"/>
              <a:gd name="T68" fmla="*/ 50 w 115"/>
              <a:gd name="T69" fmla="*/ 29 h 122"/>
              <a:gd name="T70" fmla="*/ 73 w 115"/>
              <a:gd name="T71" fmla="*/ 89 h 122"/>
              <a:gd name="T72" fmla="*/ 78 w 115"/>
              <a:gd name="T73" fmla="*/ 97 h 122"/>
              <a:gd name="T74" fmla="*/ 26 w 115"/>
              <a:gd name="T75" fmla="*/ 71 h 122"/>
              <a:gd name="T76" fmla="*/ 26 w 115"/>
              <a:gd name="T77" fmla="*/ 51 h 122"/>
              <a:gd name="T78" fmla="*/ 26 w 115"/>
              <a:gd name="T79" fmla="*/ 71 h 122"/>
              <a:gd name="T80" fmla="*/ 13 w 115"/>
              <a:gd name="T81" fmla="*/ 57 h 122"/>
              <a:gd name="T82" fmla="*/ 28 w 115"/>
              <a:gd name="T83" fmla="*/ 25 h 122"/>
              <a:gd name="T84" fmla="*/ 27 w 115"/>
              <a:gd name="T85" fmla="*/ 43 h 122"/>
              <a:gd name="T86" fmla="*/ 27 w 115"/>
              <a:gd name="T87" fmla="*/ 79 h 122"/>
              <a:gd name="T88" fmla="*/ 9 w 115"/>
              <a:gd name="T89" fmla="*/ 89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5" h="122" extrusionOk="0">
                <a:moveTo>
                  <a:pt x="110" y="30"/>
                </a:moveTo>
                <a:cubicBezTo>
                  <a:pt x="106" y="22"/>
                  <a:pt x="95" y="18"/>
                  <a:pt x="81" y="20"/>
                </a:cubicBezTo>
                <a:cubicBezTo>
                  <a:pt x="75" y="7"/>
                  <a:pt x="67" y="0"/>
                  <a:pt x="57" y="0"/>
                </a:cubicBezTo>
                <a:cubicBezTo>
                  <a:pt x="48" y="0"/>
                  <a:pt x="39" y="7"/>
                  <a:pt x="33" y="20"/>
                </a:cubicBezTo>
                <a:cubicBezTo>
                  <a:pt x="19" y="18"/>
                  <a:pt x="9" y="22"/>
                  <a:pt x="4" y="30"/>
                </a:cubicBezTo>
                <a:cubicBezTo>
                  <a:pt x="0" y="38"/>
                  <a:pt x="1" y="48"/>
                  <a:pt x="9" y="60"/>
                </a:cubicBezTo>
                <a:cubicBezTo>
                  <a:pt x="9" y="60"/>
                  <a:pt x="9" y="60"/>
                  <a:pt x="10" y="61"/>
                </a:cubicBezTo>
                <a:cubicBezTo>
                  <a:pt x="10" y="61"/>
                  <a:pt x="10" y="61"/>
                  <a:pt x="10" y="61"/>
                </a:cubicBezTo>
                <a:cubicBezTo>
                  <a:pt x="1" y="73"/>
                  <a:pt x="0" y="83"/>
                  <a:pt x="4" y="92"/>
                </a:cubicBezTo>
                <a:cubicBezTo>
                  <a:pt x="8" y="98"/>
                  <a:pt x="17" y="102"/>
                  <a:pt x="28" y="102"/>
                </a:cubicBezTo>
                <a:cubicBezTo>
                  <a:pt x="30" y="102"/>
                  <a:pt x="32" y="102"/>
                  <a:pt x="33" y="102"/>
                </a:cubicBezTo>
                <a:cubicBezTo>
                  <a:pt x="39" y="115"/>
                  <a:pt x="48" y="122"/>
                  <a:pt x="57" y="122"/>
                </a:cubicBezTo>
                <a:cubicBezTo>
                  <a:pt x="67" y="122"/>
                  <a:pt x="75" y="115"/>
                  <a:pt x="81" y="102"/>
                </a:cubicBezTo>
                <a:cubicBezTo>
                  <a:pt x="83" y="102"/>
                  <a:pt x="84" y="102"/>
                  <a:pt x="86" y="102"/>
                </a:cubicBezTo>
                <a:cubicBezTo>
                  <a:pt x="98" y="102"/>
                  <a:pt x="106" y="98"/>
                  <a:pt x="110" y="92"/>
                </a:cubicBezTo>
                <a:cubicBezTo>
                  <a:pt x="115" y="83"/>
                  <a:pt x="113" y="73"/>
                  <a:pt x="105" y="61"/>
                </a:cubicBezTo>
                <a:cubicBezTo>
                  <a:pt x="113" y="49"/>
                  <a:pt x="115" y="38"/>
                  <a:pt x="110" y="30"/>
                </a:cubicBezTo>
                <a:close/>
                <a:moveTo>
                  <a:pt x="89" y="51"/>
                </a:moveTo>
                <a:cubicBezTo>
                  <a:pt x="92" y="54"/>
                  <a:pt x="96" y="57"/>
                  <a:pt x="98" y="61"/>
                </a:cubicBezTo>
                <a:cubicBezTo>
                  <a:pt x="96" y="64"/>
                  <a:pt x="92" y="68"/>
                  <a:pt x="89" y="71"/>
                </a:cubicBezTo>
                <a:cubicBezTo>
                  <a:pt x="89" y="68"/>
                  <a:pt x="89" y="64"/>
                  <a:pt x="89" y="61"/>
                </a:cubicBezTo>
                <a:cubicBezTo>
                  <a:pt x="89" y="57"/>
                  <a:pt x="89" y="54"/>
                  <a:pt x="89" y="51"/>
                </a:cubicBezTo>
                <a:close/>
                <a:moveTo>
                  <a:pt x="88" y="43"/>
                </a:moveTo>
                <a:cubicBezTo>
                  <a:pt x="87" y="37"/>
                  <a:pt x="85" y="30"/>
                  <a:pt x="83" y="25"/>
                </a:cubicBezTo>
                <a:cubicBezTo>
                  <a:pt x="94" y="24"/>
                  <a:pt x="102" y="27"/>
                  <a:pt x="106" y="33"/>
                </a:cubicBezTo>
                <a:cubicBezTo>
                  <a:pt x="109" y="39"/>
                  <a:pt x="108" y="47"/>
                  <a:pt x="102" y="57"/>
                </a:cubicBezTo>
                <a:cubicBezTo>
                  <a:pt x="98" y="52"/>
                  <a:pt x="93" y="47"/>
                  <a:pt x="88" y="43"/>
                </a:cubicBezTo>
                <a:close/>
                <a:moveTo>
                  <a:pt x="88" y="79"/>
                </a:moveTo>
                <a:cubicBezTo>
                  <a:pt x="93" y="74"/>
                  <a:pt x="98" y="70"/>
                  <a:pt x="102" y="65"/>
                </a:cubicBezTo>
                <a:cubicBezTo>
                  <a:pt x="108" y="75"/>
                  <a:pt x="109" y="83"/>
                  <a:pt x="106" y="89"/>
                </a:cubicBezTo>
                <a:cubicBezTo>
                  <a:pt x="102" y="95"/>
                  <a:pt x="94" y="98"/>
                  <a:pt x="83" y="97"/>
                </a:cubicBezTo>
                <a:cubicBezTo>
                  <a:pt x="85" y="91"/>
                  <a:pt x="87" y="85"/>
                  <a:pt x="88" y="79"/>
                </a:cubicBezTo>
                <a:close/>
                <a:moveTo>
                  <a:pt x="57" y="96"/>
                </a:moveTo>
                <a:cubicBezTo>
                  <a:pt x="64" y="99"/>
                  <a:pt x="70" y="100"/>
                  <a:pt x="76" y="101"/>
                </a:cubicBezTo>
                <a:cubicBezTo>
                  <a:pt x="71" y="112"/>
                  <a:pt x="64" y="117"/>
                  <a:pt x="57" y="117"/>
                </a:cubicBezTo>
                <a:cubicBezTo>
                  <a:pt x="50" y="117"/>
                  <a:pt x="44" y="112"/>
                  <a:pt x="39" y="101"/>
                </a:cubicBezTo>
                <a:cubicBezTo>
                  <a:pt x="45" y="100"/>
                  <a:pt x="51" y="99"/>
                  <a:pt x="57" y="96"/>
                </a:cubicBezTo>
                <a:close/>
                <a:moveTo>
                  <a:pt x="41" y="89"/>
                </a:moveTo>
                <a:cubicBezTo>
                  <a:pt x="44" y="90"/>
                  <a:pt x="47" y="92"/>
                  <a:pt x="50" y="93"/>
                </a:cubicBezTo>
                <a:cubicBezTo>
                  <a:pt x="46" y="95"/>
                  <a:pt x="41" y="96"/>
                  <a:pt x="37" y="97"/>
                </a:cubicBezTo>
                <a:cubicBezTo>
                  <a:pt x="35" y="93"/>
                  <a:pt x="34" y="88"/>
                  <a:pt x="33" y="83"/>
                </a:cubicBezTo>
                <a:cubicBezTo>
                  <a:pt x="35" y="85"/>
                  <a:pt x="38" y="87"/>
                  <a:pt x="41" y="89"/>
                </a:cubicBezTo>
                <a:close/>
                <a:moveTo>
                  <a:pt x="39" y="20"/>
                </a:moveTo>
                <a:cubicBezTo>
                  <a:pt x="44" y="10"/>
                  <a:pt x="50" y="5"/>
                  <a:pt x="57" y="5"/>
                </a:cubicBezTo>
                <a:cubicBezTo>
                  <a:pt x="64" y="5"/>
                  <a:pt x="71" y="10"/>
                  <a:pt x="76" y="20"/>
                </a:cubicBezTo>
                <a:cubicBezTo>
                  <a:pt x="70" y="21"/>
                  <a:pt x="64" y="23"/>
                  <a:pt x="57" y="26"/>
                </a:cubicBezTo>
                <a:cubicBezTo>
                  <a:pt x="51" y="23"/>
                  <a:pt x="45" y="21"/>
                  <a:pt x="39" y="20"/>
                </a:cubicBezTo>
                <a:close/>
                <a:moveTo>
                  <a:pt x="73" y="33"/>
                </a:moveTo>
                <a:cubicBezTo>
                  <a:pt x="70" y="32"/>
                  <a:pt x="67" y="30"/>
                  <a:pt x="64" y="29"/>
                </a:cubicBezTo>
                <a:cubicBezTo>
                  <a:pt x="69" y="27"/>
                  <a:pt x="73" y="26"/>
                  <a:pt x="78" y="25"/>
                </a:cubicBezTo>
                <a:cubicBezTo>
                  <a:pt x="79" y="29"/>
                  <a:pt x="81" y="34"/>
                  <a:pt x="82" y="39"/>
                </a:cubicBezTo>
                <a:cubicBezTo>
                  <a:pt x="79" y="37"/>
                  <a:pt x="76" y="35"/>
                  <a:pt x="73" y="33"/>
                </a:cubicBezTo>
                <a:close/>
                <a:moveTo>
                  <a:pt x="84" y="61"/>
                </a:moveTo>
                <a:cubicBezTo>
                  <a:pt x="84" y="66"/>
                  <a:pt x="84" y="71"/>
                  <a:pt x="83" y="76"/>
                </a:cubicBezTo>
                <a:cubicBezTo>
                  <a:pt x="79" y="79"/>
                  <a:pt x="75" y="82"/>
                  <a:pt x="71" y="84"/>
                </a:cubicBezTo>
                <a:cubicBezTo>
                  <a:pt x="66" y="87"/>
                  <a:pt x="62" y="89"/>
                  <a:pt x="57" y="91"/>
                </a:cubicBezTo>
                <a:cubicBezTo>
                  <a:pt x="53" y="89"/>
                  <a:pt x="48" y="87"/>
                  <a:pt x="44" y="84"/>
                </a:cubicBezTo>
                <a:cubicBezTo>
                  <a:pt x="40" y="82"/>
                  <a:pt x="35" y="79"/>
                  <a:pt x="31" y="76"/>
                </a:cubicBezTo>
                <a:cubicBezTo>
                  <a:pt x="31" y="71"/>
                  <a:pt x="30" y="66"/>
                  <a:pt x="30" y="61"/>
                </a:cubicBezTo>
                <a:cubicBezTo>
                  <a:pt x="30" y="56"/>
                  <a:pt x="31" y="51"/>
                  <a:pt x="31" y="46"/>
                </a:cubicBezTo>
                <a:cubicBezTo>
                  <a:pt x="35" y="43"/>
                  <a:pt x="40" y="40"/>
                  <a:pt x="44" y="38"/>
                </a:cubicBezTo>
                <a:cubicBezTo>
                  <a:pt x="48" y="35"/>
                  <a:pt x="53" y="33"/>
                  <a:pt x="57" y="31"/>
                </a:cubicBezTo>
                <a:cubicBezTo>
                  <a:pt x="62" y="33"/>
                  <a:pt x="66" y="35"/>
                  <a:pt x="71" y="38"/>
                </a:cubicBezTo>
                <a:cubicBezTo>
                  <a:pt x="75" y="40"/>
                  <a:pt x="79" y="43"/>
                  <a:pt x="83" y="46"/>
                </a:cubicBezTo>
                <a:cubicBezTo>
                  <a:pt x="84" y="51"/>
                  <a:pt x="84" y="56"/>
                  <a:pt x="84" y="61"/>
                </a:cubicBezTo>
                <a:close/>
                <a:moveTo>
                  <a:pt x="50" y="29"/>
                </a:moveTo>
                <a:cubicBezTo>
                  <a:pt x="47" y="30"/>
                  <a:pt x="44" y="32"/>
                  <a:pt x="41" y="33"/>
                </a:cubicBezTo>
                <a:cubicBezTo>
                  <a:pt x="38" y="35"/>
                  <a:pt x="35" y="37"/>
                  <a:pt x="33" y="39"/>
                </a:cubicBezTo>
                <a:cubicBezTo>
                  <a:pt x="34" y="34"/>
                  <a:pt x="35" y="29"/>
                  <a:pt x="37" y="25"/>
                </a:cubicBezTo>
                <a:cubicBezTo>
                  <a:pt x="41" y="26"/>
                  <a:pt x="46" y="27"/>
                  <a:pt x="50" y="29"/>
                </a:cubicBezTo>
                <a:close/>
                <a:moveTo>
                  <a:pt x="64" y="93"/>
                </a:moveTo>
                <a:cubicBezTo>
                  <a:pt x="67" y="92"/>
                  <a:pt x="70" y="90"/>
                  <a:pt x="73" y="89"/>
                </a:cubicBezTo>
                <a:cubicBezTo>
                  <a:pt x="76" y="87"/>
                  <a:pt x="79" y="85"/>
                  <a:pt x="82" y="83"/>
                </a:cubicBezTo>
                <a:cubicBezTo>
                  <a:pt x="81" y="88"/>
                  <a:pt x="79" y="93"/>
                  <a:pt x="78" y="97"/>
                </a:cubicBezTo>
                <a:cubicBezTo>
                  <a:pt x="73" y="96"/>
                  <a:pt x="69" y="95"/>
                  <a:pt x="64" y="93"/>
                </a:cubicBezTo>
                <a:close/>
                <a:moveTo>
                  <a:pt x="26" y="71"/>
                </a:moveTo>
                <a:cubicBezTo>
                  <a:pt x="22" y="68"/>
                  <a:pt x="19" y="64"/>
                  <a:pt x="16" y="61"/>
                </a:cubicBezTo>
                <a:cubicBezTo>
                  <a:pt x="19" y="57"/>
                  <a:pt x="22" y="54"/>
                  <a:pt x="26" y="51"/>
                </a:cubicBezTo>
                <a:cubicBezTo>
                  <a:pt x="25" y="54"/>
                  <a:pt x="25" y="57"/>
                  <a:pt x="25" y="61"/>
                </a:cubicBezTo>
                <a:cubicBezTo>
                  <a:pt x="25" y="64"/>
                  <a:pt x="25" y="68"/>
                  <a:pt x="26" y="71"/>
                </a:cubicBezTo>
                <a:close/>
                <a:moveTo>
                  <a:pt x="27" y="43"/>
                </a:moveTo>
                <a:cubicBezTo>
                  <a:pt x="21" y="47"/>
                  <a:pt x="17" y="52"/>
                  <a:pt x="13" y="57"/>
                </a:cubicBezTo>
                <a:cubicBezTo>
                  <a:pt x="7" y="47"/>
                  <a:pt x="5" y="39"/>
                  <a:pt x="9" y="33"/>
                </a:cubicBezTo>
                <a:cubicBezTo>
                  <a:pt x="12" y="27"/>
                  <a:pt x="19" y="25"/>
                  <a:pt x="28" y="25"/>
                </a:cubicBezTo>
                <a:cubicBezTo>
                  <a:pt x="29" y="25"/>
                  <a:pt x="30" y="25"/>
                  <a:pt x="31" y="25"/>
                </a:cubicBezTo>
                <a:cubicBezTo>
                  <a:pt x="29" y="30"/>
                  <a:pt x="28" y="37"/>
                  <a:pt x="27" y="43"/>
                </a:cubicBezTo>
                <a:close/>
                <a:moveTo>
                  <a:pt x="13" y="65"/>
                </a:moveTo>
                <a:cubicBezTo>
                  <a:pt x="17" y="70"/>
                  <a:pt x="21" y="74"/>
                  <a:pt x="27" y="79"/>
                </a:cubicBezTo>
                <a:cubicBezTo>
                  <a:pt x="28" y="85"/>
                  <a:pt x="29" y="91"/>
                  <a:pt x="31" y="97"/>
                </a:cubicBezTo>
                <a:cubicBezTo>
                  <a:pt x="20" y="98"/>
                  <a:pt x="12" y="95"/>
                  <a:pt x="9" y="89"/>
                </a:cubicBezTo>
                <a:cubicBezTo>
                  <a:pt x="5" y="83"/>
                  <a:pt x="7" y="75"/>
                  <a:pt x="13" y="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2787" name="Google Shape;606;p22"/>
          <p:cNvSpPr txBox="1">
            <a:spLocks noChangeArrowheads="1"/>
          </p:cNvSpPr>
          <p:nvPr/>
        </p:nvSpPr>
        <p:spPr bwMode="auto">
          <a:xfrm>
            <a:off x="1989504" y="138054"/>
            <a:ext cx="920603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4300"/>
              <a:buFont typeface="Montserrat" panose="02000505000000020004" pitchFamily="2" charset="0"/>
              <a:buNone/>
            </a:pPr>
            <a:r>
              <a:rPr lang="en-US" altLang="en-US" sz="4300" dirty="0">
                <a:latin typeface="Montserrat" panose="02000505000000020004" pitchFamily="2" charset="0"/>
                <a:sym typeface="Montserrat" panose="02000505000000020004" pitchFamily="2" charset="0"/>
              </a:rPr>
              <a:t>INSTRUCCIONES DE NUESTRO NEGOCIO</a:t>
            </a:r>
            <a:endParaRPr lang="en-US" altLang="en-US" dirty="0"/>
          </a:p>
        </p:txBody>
      </p:sp>
      <p:sp>
        <p:nvSpPr>
          <p:cNvPr id="32788" name="Google Shape;607;p22"/>
          <p:cNvSpPr txBox="1">
            <a:spLocks noChangeArrowheads="1"/>
          </p:cNvSpPr>
          <p:nvPr/>
        </p:nvSpPr>
        <p:spPr bwMode="auto">
          <a:xfrm>
            <a:off x="8113713" y="1389063"/>
            <a:ext cx="137795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000"/>
              <a:buFont typeface="Open Sans" panose="020B0606030504020204" pitchFamily="34" charset="0"/>
              <a:buNone/>
            </a:pPr>
            <a:r>
              <a:rPr lang="en-US" altLang="en-US" sz="2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E</a:t>
            </a:r>
            <a:endParaRPr lang="en-US" altLang="en-US"/>
          </a:p>
        </p:txBody>
      </p:sp>
      <p:sp>
        <p:nvSpPr>
          <p:cNvPr id="32789" name="Google Shape;608;p22"/>
          <p:cNvSpPr txBox="1">
            <a:spLocks noChangeArrowheads="1"/>
          </p:cNvSpPr>
          <p:nvPr/>
        </p:nvSpPr>
        <p:spPr bwMode="auto">
          <a:xfrm>
            <a:off x="8113713" y="2771775"/>
            <a:ext cx="1365250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000"/>
              <a:buFont typeface="Open Sans" panose="020B0606030504020204" pitchFamily="34" charset="0"/>
              <a:buNone/>
            </a:pPr>
            <a:r>
              <a:rPr lang="en-US" altLang="en-US" sz="2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F</a:t>
            </a:r>
            <a:endParaRPr lang="en-US" altLang="en-US"/>
          </a:p>
        </p:txBody>
      </p:sp>
      <p:sp>
        <p:nvSpPr>
          <p:cNvPr id="32790" name="Google Shape;609;p22"/>
          <p:cNvSpPr txBox="1">
            <a:spLocks noChangeArrowheads="1"/>
          </p:cNvSpPr>
          <p:nvPr/>
        </p:nvSpPr>
        <p:spPr bwMode="auto">
          <a:xfrm>
            <a:off x="8113713" y="4168775"/>
            <a:ext cx="1419225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000"/>
              <a:buFont typeface="Open Sans" panose="020B0606030504020204" pitchFamily="34" charset="0"/>
              <a:buNone/>
            </a:pPr>
            <a:r>
              <a:rPr lang="en-US" altLang="en-US" sz="2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G</a:t>
            </a:r>
            <a:endParaRPr lang="en-US" altLang="en-US"/>
          </a:p>
        </p:txBody>
      </p:sp>
      <p:sp>
        <p:nvSpPr>
          <p:cNvPr id="32791" name="Google Shape;610;p22"/>
          <p:cNvSpPr txBox="1">
            <a:spLocks noChangeArrowheads="1"/>
          </p:cNvSpPr>
          <p:nvPr/>
        </p:nvSpPr>
        <p:spPr bwMode="auto">
          <a:xfrm>
            <a:off x="8113713" y="5565775"/>
            <a:ext cx="1423987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000"/>
              <a:buFont typeface="Open Sans" panose="020B0606030504020204" pitchFamily="34" charset="0"/>
              <a:buNone/>
            </a:pPr>
            <a:r>
              <a:rPr lang="en-US" altLang="en-US" sz="2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H</a:t>
            </a:r>
            <a:endParaRPr lang="en-US" altLang="en-US"/>
          </a:p>
        </p:txBody>
      </p:sp>
      <p:sp>
        <p:nvSpPr>
          <p:cNvPr id="32792" name="Google Shape;611;p22"/>
          <p:cNvSpPr txBox="1">
            <a:spLocks noChangeArrowheads="1"/>
          </p:cNvSpPr>
          <p:nvPr/>
        </p:nvSpPr>
        <p:spPr bwMode="auto">
          <a:xfrm>
            <a:off x="2886075" y="1389063"/>
            <a:ext cx="1393825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000"/>
              <a:buFont typeface="Open Sans" panose="020B0606030504020204" pitchFamily="34" charset="0"/>
              <a:buNone/>
            </a:pPr>
            <a:r>
              <a:rPr lang="en-US" altLang="en-US" sz="2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A</a:t>
            </a:r>
            <a:endParaRPr lang="en-US" altLang="en-US"/>
          </a:p>
        </p:txBody>
      </p:sp>
      <p:sp>
        <p:nvSpPr>
          <p:cNvPr id="32793" name="Google Shape;612;p22"/>
          <p:cNvSpPr txBox="1">
            <a:spLocks noChangeArrowheads="1"/>
          </p:cNvSpPr>
          <p:nvPr/>
        </p:nvSpPr>
        <p:spPr bwMode="auto">
          <a:xfrm>
            <a:off x="2881313" y="2771775"/>
            <a:ext cx="1398587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000"/>
              <a:buFont typeface="Open Sans" panose="020B0606030504020204" pitchFamily="34" charset="0"/>
              <a:buNone/>
            </a:pPr>
            <a:r>
              <a:rPr lang="en-US" altLang="en-US" sz="2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B</a:t>
            </a:r>
            <a:endParaRPr lang="en-US" altLang="en-US"/>
          </a:p>
        </p:txBody>
      </p:sp>
      <p:sp>
        <p:nvSpPr>
          <p:cNvPr id="32794" name="Google Shape;613;p22"/>
          <p:cNvSpPr txBox="1">
            <a:spLocks noChangeArrowheads="1"/>
          </p:cNvSpPr>
          <p:nvPr/>
        </p:nvSpPr>
        <p:spPr bwMode="auto">
          <a:xfrm>
            <a:off x="2886075" y="4168775"/>
            <a:ext cx="1393825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000"/>
              <a:buFont typeface="Open Sans" panose="020B0606030504020204" pitchFamily="34" charset="0"/>
              <a:buNone/>
            </a:pPr>
            <a:r>
              <a:rPr lang="en-US" altLang="en-US" sz="2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C</a:t>
            </a:r>
            <a:endParaRPr lang="en-US" altLang="en-US"/>
          </a:p>
        </p:txBody>
      </p:sp>
      <p:sp>
        <p:nvSpPr>
          <p:cNvPr id="32795" name="Google Shape;614;p22"/>
          <p:cNvSpPr txBox="1">
            <a:spLocks noChangeArrowheads="1"/>
          </p:cNvSpPr>
          <p:nvPr/>
        </p:nvSpPr>
        <p:spPr bwMode="auto">
          <a:xfrm>
            <a:off x="2860675" y="5565775"/>
            <a:ext cx="1419225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000"/>
              <a:buFont typeface="Open Sans" panose="020B0606030504020204" pitchFamily="34" charset="0"/>
              <a:buNone/>
            </a:pPr>
            <a:r>
              <a:rPr lang="en-US" altLang="en-US" sz="2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OPCIÓN D</a:t>
            </a:r>
            <a:endParaRPr lang="en-US" altLang="en-US"/>
          </a:p>
        </p:txBody>
      </p:sp>
      <p:cxnSp>
        <p:nvCxnSpPr>
          <p:cNvPr id="32796" name="Google Shape;615;p22"/>
          <p:cNvCxnSpPr>
            <a:cxnSpLocks noChangeShapeType="1"/>
          </p:cNvCxnSpPr>
          <p:nvPr/>
        </p:nvCxnSpPr>
        <p:spPr bwMode="auto">
          <a:xfrm>
            <a:off x="5518150" y="1763713"/>
            <a:ext cx="1157288" cy="0"/>
          </a:xfrm>
          <a:prstGeom prst="straightConnector1">
            <a:avLst/>
          </a:prstGeom>
          <a:noFill/>
          <a:ln w="15875">
            <a:solidFill>
              <a:srgbClr val="231F2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7" name="Google Shape;616;p22"/>
          <p:cNvCxnSpPr>
            <a:cxnSpLocks noChangeShapeType="1"/>
          </p:cNvCxnSpPr>
          <p:nvPr/>
        </p:nvCxnSpPr>
        <p:spPr bwMode="auto">
          <a:xfrm>
            <a:off x="5518150" y="5989638"/>
            <a:ext cx="1157288" cy="0"/>
          </a:xfrm>
          <a:prstGeom prst="straightConnector1">
            <a:avLst/>
          </a:prstGeom>
          <a:noFill/>
          <a:ln w="15875">
            <a:solidFill>
              <a:srgbClr val="231F2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8" name="Google Shape;617;p22"/>
          <p:cNvCxnSpPr>
            <a:cxnSpLocks noChangeShapeType="1"/>
          </p:cNvCxnSpPr>
          <p:nvPr/>
        </p:nvCxnSpPr>
        <p:spPr bwMode="auto">
          <a:xfrm rot="10800000">
            <a:off x="7210425" y="5094288"/>
            <a:ext cx="0" cy="407987"/>
          </a:xfrm>
          <a:prstGeom prst="straightConnector1">
            <a:avLst/>
          </a:prstGeom>
          <a:noFill/>
          <a:ln w="15875">
            <a:solidFill>
              <a:srgbClr val="231F2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9" name="Google Shape;618;p22"/>
          <p:cNvCxnSpPr>
            <a:cxnSpLocks noChangeShapeType="1"/>
          </p:cNvCxnSpPr>
          <p:nvPr/>
        </p:nvCxnSpPr>
        <p:spPr bwMode="auto">
          <a:xfrm rot="10800000">
            <a:off x="4984750" y="5094288"/>
            <a:ext cx="0" cy="407987"/>
          </a:xfrm>
          <a:prstGeom prst="straightConnector1">
            <a:avLst/>
          </a:prstGeom>
          <a:noFill/>
          <a:ln w="15875">
            <a:solidFill>
              <a:srgbClr val="231F2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0" name="Google Shape;619;p22"/>
          <p:cNvCxnSpPr>
            <a:cxnSpLocks noChangeShapeType="1"/>
          </p:cNvCxnSpPr>
          <p:nvPr/>
        </p:nvCxnSpPr>
        <p:spPr bwMode="auto">
          <a:xfrm rot="10800000">
            <a:off x="7210425" y="3681413"/>
            <a:ext cx="0" cy="411162"/>
          </a:xfrm>
          <a:prstGeom prst="straightConnector1">
            <a:avLst/>
          </a:prstGeom>
          <a:noFill/>
          <a:ln w="15875">
            <a:solidFill>
              <a:srgbClr val="231F2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1" name="Google Shape;620;p22"/>
          <p:cNvCxnSpPr>
            <a:cxnSpLocks noChangeShapeType="1"/>
          </p:cNvCxnSpPr>
          <p:nvPr/>
        </p:nvCxnSpPr>
        <p:spPr bwMode="auto">
          <a:xfrm rot="10800000">
            <a:off x="4984750" y="3681413"/>
            <a:ext cx="0" cy="411162"/>
          </a:xfrm>
          <a:prstGeom prst="straightConnector1">
            <a:avLst/>
          </a:prstGeom>
          <a:noFill/>
          <a:ln w="15875">
            <a:solidFill>
              <a:srgbClr val="231F2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2" name="Google Shape;621;p22"/>
          <p:cNvCxnSpPr>
            <a:cxnSpLocks noChangeShapeType="1"/>
          </p:cNvCxnSpPr>
          <p:nvPr/>
        </p:nvCxnSpPr>
        <p:spPr bwMode="auto">
          <a:xfrm rot="10800000">
            <a:off x="7210425" y="2293938"/>
            <a:ext cx="0" cy="411162"/>
          </a:xfrm>
          <a:prstGeom prst="straightConnector1">
            <a:avLst/>
          </a:prstGeom>
          <a:noFill/>
          <a:ln w="15875">
            <a:solidFill>
              <a:srgbClr val="231F2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3" name="Google Shape;622;p22"/>
          <p:cNvCxnSpPr>
            <a:cxnSpLocks noChangeShapeType="1"/>
          </p:cNvCxnSpPr>
          <p:nvPr/>
        </p:nvCxnSpPr>
        <p:spPr bwMode="auto">
          <a:xfrm rot="10800000">
            <a:off x="4984750" y="2293938"/>
            <a:ext cx="0" cy="411162"/>
          </a:xfrm>
          <a:prstGeom prst="straightConnector1">
            <a:avLst/>
          </a:prstGeom>
          <a:noFill/>
          <a:ln w="15875">
            <a:solidFill>
              <a:srgbClr val="231F2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04" name="Google Shape;623;p22"/>
          <p:cNvSpPr txBox="1">
            <a:spLocks noChangeArrowheads="1"/>
          </p:cNvSpPr>
          <p:nvPr/>
        </p:nvSpPr>
        <p:spPr bwMode="auto">
          <a:xfrm>
            <a:off x="8015288" y="3081338"/>
            <a:ext cx="2849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2805" name="Google Shape;624;p22"/>
          <p:cNvSpPr txBox="1">
            <a:spLocks noChangeArrowheads="1"/>
          </p:cNvSpPr>
          <p:nvPr/>
        </p:nvSpPr>
        <p:spPr bwMode="auto">
          <a:xfrm>
            <a:off x="8015288" y="4476750"/>
            <a:ext cx="2849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2806" name="Google Shape;625;p22"/>
          <p:cNvSpPr txBox="1">
            <a:spLocks noChangeArrowheads="1"/>
          </p:cNvSpPr>
          <p:nvPr/>
        </p:nvSpPr>
        <p:spPr bwMode="auto">
          <a:xfrm>
            <a:off x="8015288" y="5870575"/>
            <a:ext cx="2849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2807" name="Google Shape;626;p22"/>
          <p:cNvSpPr txBox="1">
            <a:spLocks noChangeArrowheads="1"/>
          </p:cNvSpPr>
          <p:nvPr/>
        </p:nvSpPr>
        <p:spPr bwMode="auto">
          <a:xfrm>
            <a:off x="1336675" y="1684338"/>
            <a:ext cx="2849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2808" name="Google Shape;627;p22"/>
          <p:cNvSpPr txBox="1">
            <a:spLocks noChangeArrowheads="1"/>
          </p:cNvSpPr>
          <p:nvPr/>
        </p:nvSpPr>
        <p:spPr bwMode="auto">
          <a:xfrm>
            <a:off x="1336675" y="3065463"/>
            <a:ext cx="2849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2809" name="Google Shape;628;p22"/>
          <p:cNvSpPr txBox="1">
            <a:spLocks noChangeArrowheads="1"/>
          </p:cNvSpPr>
          <p:nvPr/>
        </p:nvSpPr>
        <p:spPr bwMode="auto">
          <a:xfrm>
            <a:off x="1336675" y="4460875"/>
            <a:ext cx="2849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2810" name="Google Shape;629;p22"/>
          <p:cNvSpPr txBox="1">
            <a:spLocks noChangeArrowheads="1"/>
          </p:cNvSpPr>
          <p:nvPr/>
        </p:nvSpPr>
        <p:spPr bwMode="auto">
          <a:xfrm>
            <a:off x="1336675" y="5854700"/>
            <a:ext cx="2849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18" name="Google Shape;634;p23"/>
          <p:cNvCxnSpPr>
            <a:cxnSpLocks noChangeShapeType="1"/>
          </p:cNvCxnSpPr>
          <p:nvPr/>
        </p:nvCxnSpPr>
        <p:spPr bwMode="auto">
          <a:xfrm>
            <a:off x="2146300" y="4151313"/>
            <a:ext cx="8596313" cy="0"/>
          </a:xfrm>
          <a:prstGeom prst="straightConnector1">
            <a:avLst/>
          </a:prstGeom>
          <a:noFill/>
          <a:ln w="20625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19" name="Google Shape;635;p23"/>
          <p:cNvCxnSpPr>
            <a:cxnSpLocks noChangeShapeType="1"/>
          </p:cNvCxnSpPr>
          <p:nvPr/>
        </p:nvCxnSpPr>
        <p:spPr bwMode="auto">
          <a:xfrm>
            <a:off x="2146300" y="3154363"/>
            <a:ext cx="8596313" cy="0"/>
          </a:xfrm>
          <a:prstGeom prst="straightConnector1">
            <a:avLst/>
          </a:prstGeom>
          <a:noFill/>
          <a:ln w="20625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0" name="Google Shape;636;p23"/>
          <p:cNvCxnSpPr>
            <a:cxnSpLocks noChangeShapeType="1"/>
          </p:cNvCxnSpPr>
          <p:nvPr/>
        </p:nvCxnSpPr>
        <p:spPr bwMode="auto">
          <a:xfrm>
            <a:off x="2146300" y="2160588"/>
            <a:ext cx="8596313" cy="0"/>
          </a:xfrm>
          <a:prstGeom prst="straightConnector1">
            <a:avLst/>
          </a:prstGeom>
          <a:noFill/>
          <a:ln w="20625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1" name="Google Shape;637;p23"/>
          <p:cNvSpPr>
            <a:spLocks/>
          </p:cNvSpPr>
          <p:nvPr/>
        </p:nvSpPr>
        <p:spPr bwMode="auto">
          <a:xfrm>
            <a:off x="2146300" y="936625"/>
            <a:ext cx="8596313" cy="4551363"/>
          </a:xfrm>
          <a:custGeom>
            <a:avLst/>
            <a:gdLst>
              <a:gd name="T0" fmla="*/ 0 w 2053"/>
              <a:gd name="T1" fmla="*/ 0 h 1086"/>
              <a:gd name="T2" fmla="*/ 0 w 2053"/>
              <a:gd name="T3" fmla="*/ 1035 h 1086"/>
              <a:gd name="T4" fmla="*/ 51 w 2053"/>
              <a:gd name="T5" fmla="*/ 1086 h 1086"/>
              <a:gd name="T6" fmla="*/ 2053 w 2053"/>
              <a:gd name="T7" fmla="*/ 1086 h 1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53" h="1086" extrusionOk="0">
                <a:moveTo>
                  <a:pt x="0" y="0"/>
                </a:moveTo>
                <a:cubicBezTo>
                  <a:pt x="0" y="1035"/>
                  <a:pt x="0" y="1035"/>
                  <a:pt x="0" y="1035"/>
                </a:cubicBezTo>
                <a:cubicBezTo>
                  <a:pt x="0" y="1063"/>
                  <a:pt x="23" y="1086"/>
                  <a:pt x="51" y="1086"/>
                </a:cubicBezTo>
                <a:cubicBezTo>
                  <a:pt x="2053" y="1086"/>
                  <a:pt x="2053" y="1086"/>
                  <a:pt x="2053" y="1086"/>
                </a:cubicBezTo>
              </a:path>
            </a:pathLst>
          </a:custGeom>
          <a:noFill/>
          <a:ln w="38100" cap="flat" cmpd="sng">
            <a:solidFill>
              <a:srgbClr val="A8A8A8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4822" name="Google Shape;638;p23"/>
          <p:cNvSpPr>
            <a:spLocks/>
          </p:cNvSpPr>
          <p:nvPr/>
        </p:nvSpPr>
        <p:spPr bwMode="auto">
          <a:xfrm>
            <a:off x="1920875" y="765175"/>
            <a:ext cx="439738" cy="271463"/>
          </a:xfrm>
          <a:custGeom>
            <a:avLst/>
            <a:gdLst>
              <a:gd name="T0" fmla="*/ 0 w 277"/>
              <a:gd name="T1" fmla="*/ 171 h 171"/>
              <a:gd name="T2" fmla="*/ 142 w 277"/>
              <a:gd name="T3" fmla="*/ 0 h 171"/>
              <a:gd name="T4" fmla="*/ 277 w 277"/>
              <a:gd name="T5" fmla="*/ 171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7" h="171" extrusionOk="0">
                <a:moveTo>
                  <a:pt x="0" y="171"/>
                </a:moveTo>
                <a:lnTo>
                  <a:pt x="142" y="0"/>
                </a:lnTo>
                <a:lnTo>
                  <a:pt x="277" y="171"/>
                </a:lnTo>
              </a:path>
            </a:pathLst>
          </a:custGeom>
          <a:noFill/>
          <a:ln w="38100" cap="flat" cmpd="sng">
            <a:solidFill>
              <a:srgbClr val="A8A8A8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4823" name="Google Shape;639;p23"/>
          <p:cNvSpPr>
            <a:spLocks/>
          </p:cNvSpPr>
          <p:nvPr/>
        </p:nvSpPr>
        <p:spPr bwMode="auto">
          <a:xfrm>
            <a:off x="10647363" y="5270500"/>
            <a:ext cx="271462" cy="439738"/>
          </a:xfrm>
          <a:custGeom>
            <a:avLst/>
            <a:gdLst>
              <a:gd name="T0" fmla="*/ 0 w 171"/>
              <a:gd name="T1" fmla="*/ 0 h 277"/>
              <a:gd name="T2" fmla="*/ 171 w 171"/>
              <a:gd name="T3" fmla="*/ 143 h 277"/>
              <a:gd name="T4" fmla="*/ 0 w 171"/>
              <a:gd name="T5" fmla="*/ 277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1" h="277" extrusionOk="0">
                <a:moveTo>
                  <a:pt x="0" y="0"/>
                </a:moveTo>
                <a:lnTo>
                  <a:pt x="171" y="143"/>
                </a:lnTo>
                <a:lnTo>
                  <a:pt x="0" y="277"/>
                </a:lnTo>
              </a:path>
            </a:pathLst>
          </a:custGeom>
          <a:noFill/>
          <a:ln w="38100" cap="flat" cmpd="sng">
            <a:solidFill>
              <a:srgbClr val="A8A8A8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4824" name="Google Shape;640;p23"/>
          <p:cNvSpPr txBox="1">
            <a:spLocks noChangeArrowheads="1"/>
          </p:cNvSpPr>
          <p:nvPr/>
        </p:nvSpPr>
        <p:spPr bwMode="auto">
          <a:xfrm>
            <a:off x="2728913" y="5613400"/>
            <a:ext cx="10223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1999</a:t>
            </a:r>
            <a:endParaRPr lang="en-US" altLang="en-US"/>
          </a:p>
        </p:txBody>
      </p:sp>
      <p:sp>
        <p:nvSpPr>
          <p:cNvPr id="34825" name="Google Shape;641;p23"/>
          <p:cNvSpPr txBox="1">
            <a:spLocks noChangeArrowheads="1"/>
          </p:cNvSpPr>
          <p:nvPr/>
        </p:nvSpPr>
        <p:spPr bwMode="auto">
          <a:xfrm>
            <a:off x="4378325" y="5613400"/>
            <a:ext cx="10223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2005</a:t>
            </a:r>
            <a:endParaRPr lang="en-US" altLang="en-US"/>
          </a:p>
        </p:txBody>
      </p:sp>
      <p:sp>
        <p:nvSpPr>
          <p:cNvPr id="34826" name="Google Shape;642;p23"/>
          <p:cNvSpPr txBox="1">
            <a:spLocks noChangeArrowheads="1"/>
          </p:cNvSpPr>
          <p:nvPr/>
        </p:nvSpPr>
        <p:spPr bwMode="auto">
          <a:xfrm>
            <a:off x="6027738" y="5613400"/>
            <a:ext cx="10223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2009</a:t>
            </a:r>
            <a:endParaRPr lang="en-US" altLang="en-US"/>
          </a:p>
        </p:txBody>
      </p:sp>
      <p:sp>
        <p:nvSpPr>
          <p:cNvPr id="34827" name="Google Shape;643;p23"/>
          <p:cNvSpPr txBox="1">
            <a:spLocks noChangeArrowheads="1"/>
          </p:cNvSpPr>
          <p:nvPr/>
        </p:nvSpPr>
        <p:spPr bwMode="auto">
          <a:xfrm>
            <a:off x="7669213" y="5613400"/>
            <a:ext cx="10223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2014</a:t>
            </a:r>
            <a:endParaRPr lang="en-US" altLang="en-US"/>
          </a:p>
        </p:txBody>
      </p:sp>
      <p:sp>
        <p:nvSpPr>
          <p:cNvPr id="34828" name="Google Shape;644;p23"/>
          <p:cNvSpPr txBox="1">
            <a:spLocks noChangeArrowheads="1"/>
          </p:cNvSpPr>
          <p:nvPr/>
        </p:nvSpPr>
        <p:spPr bwMode="auto">
          <a:xfrm>
            <a:off x="9318625" y="5613400"/>
            <a:ext cx="10223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2017</a:t>
            </a:r>
            <a:endParaRPr lang="en-US" altLang="en-US"/>
          </a:p>
        </p:txBody>
      </p:sp>
      <p:sp>
        <p:nvSpPr>
          <p:cNvPr id="34829" name="Google Shape;645;p23"/>
          <p:cNvSpPr txBox="1">
            <a:spLocks noChangeArrowheads="1"/>
          </p:cNvSpPr>
          <p:nvPr/>
        </p:nvSpPr>
        <p:spPr bwMode="auto">
          <a:xfrm>
            <a:off x="1284288" y="3903663"/>
            <a:ext cx="9080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25%</a:t>
            </a:r>
            <a:endParaRPr lang="en-US" altLang="en-US"/>
          </a:p>
        </p:txBody>
      </p:sp>
      <p:sp>
        <p:nvSpPr>
          <p:cNvPr id="34830" name="Google Shape;646;p23"/>
          <p:cNvSpPr txBox="1">
            <a:spLocks noChangeArrowheads="1"/>
          </p:cNvSpPr>
          <p:nvPr/>
        </p:nvSpPr>
        <p:spPr bwMode="auto">
          <a:xfrm>
            <a:off x="1284288" y="2905125"/>
            <a:ext cx="9080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50%</a:t>
            </a:r>
            <a:endParaRPr lang="en-US" altLang="en-US"/>
          </a:p>
        </p:txBody>
      </p:sp>
      <p:sp>
        <p:nvSpPr>
          <p:cNvPr id="34831" name="Google Shape;647;p23"/>
          <p:cNvSpPr txBox="1">
            <a:spLocks noChangeArrowheads="1"/>
          </p:cNvSpPr>
          <p:nvPr/>
        </p:nvSpPr>
        <p:spPr bwMode="auto">
          <a:xfrm>
            <a:off x="1284288" y="1890713"/>
            <a:ext cx="9080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75%</a:t>
            </a:r>
            <a:endParaRPr lang="en-US" altLang="en-US"/>
          </a:p>
        </p:txBody>
      </p:sp>
      <p:sp>
        <p:nvSpPr>
          <p:cNvPr id="34832" name="Google Shape;648;p23"/>
          <p:cNvSpPr>
            <a:spLocks/>
          </p:cNvSpPr>
          <p:nvPr/>
        </p:nvSpPr>
        <p:spPr bwMode="auto">
          <a:xfrm>
            <a:off x="3201988" y="1887538"/>
            <a:ext cx="6565900" cy="750887"/>
          </a:xfrm>
          <a:custGeom>
            <a:avLst/>
            <a:gdLst>
              <a:gd name="T0" fmla="*/ 0 w 1568"/>
              <a:gd name="T1" fmla="*/ 102 h 179"/>
              <a:gd name="T2" fmla="*/ 344 w 1568"/>
              <a:gd name="T3" fmla="*/ 9 h 179"/>
              <a:gd name="T4" fmla="*/ 437 w 1568"/>
              <a:gd name="T5" fmla="*/ 17 h 179"/>
              <a:gd name="T6" fmla="*/ 733 w 1568"/>
              <a:gd name="T7" fmla="*/ 161 h 179"/>
              <a:gd name="T8" fmla="*/ 837 w 1568"/>
              <a:gd name="T9" fmla="*/ 166 h 179"/>
              <a:gd name="T10" fmla="*/ 1140 w 1568"/>
              <a:gd name="T11" fmla="*/ 55 h 179"/>
              <a:gd name="T12" fmla="*/ 1214 w 1568"/>
              <a:gd name="T13" fmla="*/ 50 h 179"/>
              <a:gd name="T14" fmla="*/ 1568 w 1568"/>
              <a:gd name="T15" fmla="*/ 126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68" h="179" extrusionOk="0">
                <a:moveTo>
                  <a:pt x="0" y="102"/>
                </a:moveTo>
                <a:cubicBezTo>
                  <a:pt x="344" y="9"/>
                  <a:pt x="344" y="9"/>
                  <a:pt x="344" y="9"/>
                </a:cubicBezTo>
                <a:cubicBezTo>
                  <a:pt x="375" y="0"/>
                  <a:pt x="408" y="3"/>
                  <a:pt x="437" y="17"/>
                </a:cubicBezTo>
                <a:cubicBezTo>
                  <a:pt x="733" y="161"/>
                  <a:pt x="733" y="161"/>
                  <a:pt x="733" y="161"/>
                </a:cubicBezTo>
                <a:cubicBezTo>
                  <a:pt x="766" y="177"/>
                  <a:pt x="803" y="179"/>
                  <a:pt x="837" y="166"/>
                </a:cubicBezTo>
                <a:cubicBezTo>
                  <a:pt x="1140" y="55"/>
                  <a:pt x="1140" y="55"/>
                  <a:pt x="1140" y="55"/>
                </a:cubicBezTo>
                <a:cubicBezTo>
                  <a:pt x="1163" y="46"/>
                  <a:pt x="1189" y="45"/>
                  <a:pt x="1214" y="50"/>
                </a:cubicBezTo>
                <a:cubicBezTo>
                  <a:pt x="1568" y="126"/>
                  <a:pt x="1568" y="126"/>
                  <a:pt x="1568" y="126"/>
                </a:cubicBezTo>
              </a:path>
            </a:pathLst>
          </a:custGeom>
          <a:noFill/>
          <a:ln w="38100" cap="rnd" cmpd="sng">
            <a:solidFill>
              <a:srgbClr val="FAC344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4833" name="Google Shape;649;p23"/>
          <p:cNvSpPr>
            <a:spLocks/>
          </p:cNvSpPr>
          <p:nvPr/>
        </p:nvSpPr>
        <p:spPr bwMode="auto">
          <a:xfrm>
            <a:off x="3201988" y="2605088"/>
            <a:ext cx="6565900" cy="938212"/>
          </a:xfrm>
          <a:custGeom>
            <a:avLst/>
            <a:gdLst>
              <a:gd name="T0" fmla="*/ 0 w 1568"/>
              <a:gd name="T1" fmla="*/ 0 h 224"/>
              <a:gd name="T2" fmla="*/ 345 w 1568"/>
              <a:gd name="T3" fmla="*/ 201 h 224"/>
              <a:gd name="T4" fmla="*/ 445 w 1568"/>
              <a:gd name="T5" fmla="*/ 216 h 224"/>
              <a:gd name="T6" fmla="*/ 762 w 1568"/>
              <a:gd name="T7" fmla="*/ 137 h 224"/>
              <a:gd name="T8" fmla="*/ 807 w 1568"/>
              <a:gd name="T9" fmla="*/ 134 h 224"/>
              <a:gd name="T10" fmla="*/ 1149 w 1568"/>
              <a:gd name="T11" fmla="*/ 167 h 224"/>
              <a:gd name="T12" fmla="*/ 1201 w 1568"/>
              <a:gd name="T13" fmla="*/ 162 h 224"/>
              <a:gd name="T14" fmla="*/ 1568 w 1568"/>
              <a:gd name="T15" fmla="*/ 52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68" h="224" extrusionOk="0">
                <a:moveTo>
                  <a:pt x="0" y="0"/>
                </a:moveTo>
                <a:cubicBezTo>
                  <a:pt x="345" y="201"/>
                  <a:pt x="345" y="201"/>
                  <a:pt x="345" y="201"/>
                </a:cubicBezTo>
                <a:cubicBezTo>
                  <a:pt x="375" y="219"/>
                  <a:pt x="411" y="224"/>
                  <a:pt x="445" y="216"/>
                </a:cubicBezTo>
                <a:cubicBezTo>
                  <a:pt x="762" y="137"/>
                  <a:pt x="762" y="137"/>
                  <a:pt x="762" y="137"/>
                </a:cubicBezTo>
                <a:cubicBezTo>
                  <a:pt x="776" y="133"/>
                  <a:pt x="792" y="132"/>
                  <a:pt x="807" y="134"/>
                </a:cubicBezTo>
                <a:cubicBezTo>
                  <a:pt x="1149" y="167"/>
                  <a:pt x="1149" y="167"/>
                  <a:pt x="1149" y="167"/>
                </a:cubicBezTo>
                <a:cubicBezTo>
                  <a:pt x="1167" y="169"/>
                  <a:pt x="1184" y="167"/>
                  <a:pt x="1201" y="162"/>
                </a:cubicBezTo>
                <a:cubicBezTo>
                  <a:pt x="1568" y="52"/>
                  <a:pt x="1568" y="52"/>
                  <a:pt x="1568" y="52"/>
                </a:cubicBezTo>
              </a:path>
            </a:pathLst>
          </a:custGeom>
          <a:noFill/>
          <a:ln w="38100" cap="rnd" cmpd="sng">
            <a:solidFill>
              <a:srgbClr val="23929E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4834" name="Google Shape;650;p23"/>
          <p:cNvSpPr>
            <a:spLocks/>
          </p:cNvSpPr>
          <p:nvPr/>
        </p:nvSpPr>
        <p:spPr bwMode="auto">
          <a:xfrm>
            <a:off x="3201988" y="3798888"/>
            <a:ext cx="6565900" cy="465137"/>
          </a:xfrm>
          <a:custGeom>
            <a:avLst/>
            <a:gdLst>
              <a:gd name="T0" fmla="*/ 0 w 1568"/>
              <a:gd name="T1" fmla="*/ 21 h 111"/>
              <a:gd name="T2" fmla="*/ 369 w 1568"/>
              <a:gd name="T3" fmla="*/ 1 h 111"/>
              <a:gd name="T4" fmla="*/ 414 w 1568"/>
              <a:gd name="T5" fmla="*/ 6 h 111"/>
              <a:gd name="T6" fmla="*/ 746 w 1568"/>
              <a:gd name="T7" fmla="*/ 104 h 111"/>
              <a:gd name="T8" fmla="*/ 822 w 1568"/>
              <a:gd name="T9" fmla="*/ 104 h 111"/>
              <a:gd name="T10" fmla="*/ 1156 w 1568"/>
              <a:gd name="T11" fmla="*/ 6 h 111"/>
              <a:gd name="T12" fmla="*/ 1197 w 1568"/>
              <a:gd name="T13" fmla="*/ 0 h 111"/>
              <a:gd name="T14" fmla="*/ 1568 w 1568"/>
              <a:gd name="T15" fmla="*/ 8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68" h="111" extrusionOk="0">
                <a:moveTo>
                  <a:pt x="0" y="21"/>
                </a:moveTo>
                <a:cubicBezTo>
                  <a:pt x="369" y="1"/>
                  <a:pt x="369" y="1"/>
                  <a:pt x="369" y="1"/>
                </a:cubicBezTo>
                <a:cubicBezTo>
                  <a:pt x="384" y="0"/>
                  <a:pt x="400" y="2"/>
                  <a:pt x="414" y="6"/>
                </a:cubicBezTo>
                <a:cubicBezTo>
                  <a:pt x="746" y="104"/>
                  <a:pt x="746" y="104"/>
                  <a:pt x="746" y="104"/>
                </a:cubicBezTo>
                <a:cubicBezTo>
                  <a:pt x="771" y="111"/>
                  <a:pt x="797" y="111"/>
                  <a:pt x="822" y="104"/>
                </a:cubicBezTo>
                <a:cubicBezTo>
                  <a:pt x="1156" y="6"/>
                  <a:pt x="1156" y="6"/>
                  <a:pt x="1156" y="6"/>
                </a:cubicBezTo>
                <a:cubicBezTo>
                  <a:pt x="1169" y="2"/>
                  <a:pt x="1183" y="0"/>
                  <a:pt x="1197" y="0"/>
                </a:cubicBezTo>
                <a:cubicBezTo>
                  <a:pt x="1568" y="8"/>
                  <a:pt x="1568" y="8"/>
                  <a:pt x="1568" y="8"/>
                </a:cubicBezTo>
              </a:path>
            </a:pathLst>
          </a:custGeom>
          <a:noFill/>
          <a:ln w="38100" cap="rnd" cmpd="sng">
            <a:solidFill>
              <a:srgbClr val="E2412A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4835" name="Google Shape;651;p23"/>
          <p:cNvSpPr>
            <a:spLocks noChangeArrowheads="1"/>
          </p:cNvSpPr>
          <p:nvPr/>
        </p:nvSpPr>
        <p:spPr bwMode="auto">
          <a:xfrm>
            <a:off x="3201988" y="923925"/>
            <a:ext cx="334962" cy="330200"/>
          </a:xfrm>
          <a:prstGeom prst="ellipse">
            <a:avLst/>
          </a:pr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36" name="Google Shape;652;p23"/>
          <p:cNvSpPr>
            <a:spLocks noChangeArrowheads="1"/>
          </p:cNvSpPr>
          <p:nvPr/>
        </p:nvSpPr>
        <p:spPr bwMode="auto">
          <a:xfrm>
            <a:off x="5789613" y="923925"/>
            <a:ext cx="334962" cy="330200"/>
          </a:xfrm>
          <a:prstGeom prst="ellipse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37" name="Google Shape;653;p23"/>
          <p:cNvSpPr>
            <a:spLocks noChangeArrowheads="1"/>
          </p:cNvSpPr>
          <p:nvPr/>
        </p:nvSpPr>
        <p:spPr bwMode="auto">
          <a:xfrm>
            <a:off x="8377238" y="923925"/>
            <a:ext cx="334962" cy="330200"/>
          </a:xfrm>
          <a:prstGeom prst="ellipse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38" name="Google Shape;654;p23"/>
          <p:cNvSpPr txBox="1">
            <a:spLocks noChangeArrowheads="1"/>
          </p:cNvSpPr>
          <p:nvPr/>
        </p:nvSpPr>
        <p:spPr bwMode="auto">
          <a:xfrm>
            <a:off x="3665538" y="919163"/>
            <a:ext cx="15748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303030"/>
              </a:buClr>
              <a:buSzPts val="2400"/>
              <a:buFont typeface="Open Sans" panose="020B0606030504020204" pitchFamily="34" charset="0"/>
              <a:buNone/>
            </a:pPr>
            <a:r>
              <a:rPr lang="en-US" altLang="en-US" sz="2400" dirty="0" err="1">
                <a:solidFill>
                  <a:srgbClr val="303030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Producto</a:t>
            </a:r>
            <a:r>
              <a:rPr lang="en-US" altLang="en-US" sz="2400" dirty="0">
                <a:solidFill>
                  <a:srgbClr val="303030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A</a:t>
            </a:r>
            <a:endParaRPr lang="en-US" altLang="en-US" dirty="0"/>
          </a:p>
        </p:txBody>
      </p:sp>
      <p:sp>
        <p:nvSpPr>
          <p:cNvPr id="34839" name="Google Shape;655;p23"/>
          <p:cNvSpPr txBox="1">
            <a:spLocks noChangeArrowheads="1"/>
          </p:cNvSpPr>
          <p:nvPr/>
        </p:nvSpPr>
        <p:spPr bwMode="auto">
          <a:xfrm>
            <a:off x="6253163" y="919163"/>
            <a:ext cx="15779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303030"/>
              </a:buClr>
              <a:buSzPts val="2400"/>
              <a:buFont typeface="Open Sans" panose="020B0606030504020204" pitchFamily="34" charset="0"/>
              <a:buNone/>
            </a:pPr>
            <a:r>
              <a:rPr lang="en-US" altLang="en-US" sz="2400" dirty="0" err="1">
                <a:solidFill>
                  <a:srgbClr val="303030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Producto</a:t>
            </a:r>
            <a:r>
              <a:rPr lang="en-US" altLang="en-US" sz="2400" dirty="0">
                <a:solidFill>
                  <a:srgbClr val="303030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B</a:t>
            </a:r>
            <a:endParaRPr lang="en-US" altLang="en-US" dirty="0"/>
          </a:p>
        </p:txBody>
      </p:sp>
      <p:sp>
        <p:nvSpPr>
          <p:cNvPr id="34840" name="Google Shape;656;p23"/>
          <p:cNvSpPr txBox="1">
            <a:spLocks noChangeArrowheads="1"/>
          </p:cNvSpPr>
          <p:nvPr/>
        </p:nvSpPr>
        <p:spPr bwMode="auto">
          <a:xfrm>
            <a:off x="8837613" y="919163"/>
            <a:ext cx="15748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303030"/>
              </a:buClr>
              <a:buSzPts val="2400"/>
              <a:buFont typeface="Open Sans" panose="020B0606030504020204" pitchFamily="34" charset="0"/>
              <a:buNone/>
            </a:pPr>
            <a:r>
              <a:rPr lang="en-US" altLang="en-US" sz="2400" dirty="0" err="1">
                <a:solidFill>
                  <a:srgbClr val="303030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Producto</a:t>
            </a:r>
            <a:r>
              <a:rPr lang="en-US" altLang="en-US" sz="2400" dirty="0">
                <a:solidFill>
                  <a:srgbClr val="303030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C</a:t>
            </a: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866" name="Google Shape;661;p24"/>
          <p:cNvCxnSpPr>
            <a:cxnSpLocks noChangeShapeType="1"/>
          </p:cNvCxnSpPr>
          <p:nvPr/>
        </p:nvCxnSpPr>
        <p:spPr bwMode="auto">
          <a:xfrm>
            <a:off x="2268538" y="4754563"/>
            <a:ext cx="8164512" cy="0"/>
          </a:xfrm>
          <a:prstGeom prst="straightConnector1">
            <a:avLst/>
          </a:prstGeom>
          <a:noFill/>
          <a:ln w="20625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67" name="Google Shape;662;p24"/>
          <p:cNvCxnSpPr>
            <a:cxnSpLocks noChangeShapeType="1"/>
          </p:cNvCxnSpPr>
          <p:nvPr/>
        </p:nvCxnSpPr>
        <p:spPr bwMode="auto">
          <a:xfrm>
            <a:off x="2268538" y="3808413"/>
            <a:ext cx="8164512" cy="0"/>
          </a:xfrm>
          <a:prstGeom prst="straightConnector1">
            <a:avLst/>
          </a:prstGeom>
          <a:noFill/>
          <a:ln w="20625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68" name="Google Shape;663;p24"/>
          <p:cNvCxnSpPr>
            <a:cxnSpLocks noChangeShapeType="1"/>
          </p:cNvCxnSpPr>
          <p:nvPr/>
        </p:nvCxnSpPr>
        <p:spPr bwMode="auto">
          <a:xfrm>
            <a:off x="2268538" y="2865438"/>
            <a:ext cx="8164512" cy="0"/>
          </a:xfrm>
          <a:prstGeom prst="straightConnector1">
            <a:avLst/>
          </a:prstGeom>
          <a:noFill/>
          <a:ln w="20625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69" name="Google Shape;664;p24"/>
          <p:cNvSpPr>
            <a:spLocks/>
          </p:cNvSpPr>
          <p:nvPr/>
        </p:nvSpPr>
        <p:spPr bwMode="auto">
          <a:xfrm>
            <a:off x="2268538" y="1703388"/>
            <a:ext cx="8164512" cy="4324350"/>
          </a:xfrm>
          <a:custGeom>
            <a:avLst/>
            <a:gdLst>
              <a:gd name="T0" fmla="*/ 0 w 5143"/>
              <a:gd name="T1" fmla="*/ 0 h 2724"/>
              <a:gd name="T2" fmla="*/ 0 w 5143"/>
              <a:gd name="T3" fmla="*/ 2724 h 2724"/>
              <a:gd name="T4" fmla="*/ 5143 w 5143"/>
              <a:gd name="T5" fmla="*/ 2724 h 27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143" h="2724" extrusionOk="0">
                <a:moveTo>
                  <a:pt x="0" y="0"/>
                </a:moveTo>
                <a:lnTo>
                  <a:pt x="0" y="2724"/>
                </a:lnTo>
                <a:lnTo>
                  <a:pt x="5143" y="2724"/>
                </a:lnTo>
              </a:path>
            </a:pathLst>
          </a:custGeom>
          <a:noFill/>
          <a:ln w="36500" cap="flat" cmpd="sng">
            <a:solidFill>
              <a:srgbClr val="BABABA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6870" name="Google Shape;665;p24"/>
          <p:cNvSpPr>
            <a:spLocks/>
          </p:cNvSpPr>
          <p:nvPr/>
        </p:nvSpPr>
        <p:spPr bwMode="auto">
          <a:xfrm>
            <a:off x="2052638" y="1539875"/>
            <a:ext cx="419100" cy="255588"/>
          </a:xfrm>
          <a:custGeom>
            <a:avLst/>
            <a:gdLst>
              <a:gd name="T0" fmla="*/ 0 w 264"/>
              <a:gd name="T1" fmla="*/ 161 h 161"/>
              <a:gd name="T2" fmla="*/ 136 w 264"/>
              <a:gd name="T3" fmla="*/ 0 h 161"/>
              <a:gd name="T4" fmla="*/ 264 w 264"/>
              <a:gd name="T5" fmla="*/ 16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4" h="161" extrusionOk="0">
                <a:moveTo>
                  <a:pt x="0" y="161"/>
                </a:moveTo>
                <a:lnTo>
                  <a:pt x="136" y="0"/>
                </a:lnTo>
                <a:lnTo>
                  <a:pt x="264" y="161"/>
                </a:lnTo>
              </a:path>
            </a:pathLst>
          </a:custGeom>
          <a:noFill/>
          <a:ln w="36500" cap="flat" cmpd="sng">
            <a:solidFill>
              <a:srgbClr val="BABABA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6871" name="Google Shape;666;p24"/>
          <p:cNvSpPr>
            <a:spLocks/>
          </p:cNvSpPr>
          <p:nvPr/>
        </p:nvSpPr>
        <p:spPr bwMode="auto">
          <a:xfrm>
            <a:off x="10340975" y="5816600"/>
            <a:ext cx="258763" cy="419100"/>
          </a:xfrm>
          <a:custGeom>
            <a:avLst/>
            <a:gdLst>
              <a:gd name="T0" fmla="*/ 0 w 163"/>
              <a:gd name="T1" fmla="*/ 0 h 264"/>
              <a:gd name="T2" fmla="*/ 163 w 163"/>
              <a:gd name="T3" fmla="*/ 136 h 264"/>
              <a:gd name="T4" fmla="*/ 0 w 163"/>
              <a:gd name="T5" fmla="*/ 264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3" h="264" extrusionOk="0">
                <a:moveTo>
                  <a:pt x="0" y="0"/>
                </a:moveTo>
                <a:lnTo>
                  <a:pt x="163" y="136"/>
                </a:lnTo>
                <a:lnTo>
                  <a:pt x="0" y="264"/>
                </a:lnTo>
              </a:path>
            </a:pathLst>
          </a:custGeom>
          <a:noFill/>
          <a:ln w="36500" cap="flat" cmpd="sng">
            <a:solidFill>
              <a:srgbClr val="BABABA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6872" name="Google Shape;667;p24"/>
          <p:cNvSpPr txBox="1">
            <a:spLocks noChangeArrowheads="1"/>
          </p:cNvSpPr>
          <p:nvPr/>
        </p:nvSpPr>
        <p:spPr bwMode="auto">
          <a:xfrm>
            <a:off x="3043238" y="6145213"/>
            <a:ext cx="822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600"/>
              <a:buFont typeface="Open Sans" panose="020B0606030504020204" pitchFamily="34" charset="0"/>
              <a:buNone/>
            </a:pPr>
            <a:r>
              <a:rPr lang="en-US" altLang="en-US" sz="26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2014</a:t>
            </a:r>
            <a:endParaRPr lang="en-US" altLang="en-US"/>
          </a:p>
        </p:txBody>
      </p:sp>
      <p:sp>
        <p:nvSpPr>
          <p:cNvPr id="36873" name="Google Shape;668;p24"/>
          <p:cNvSpPr txBox="1">
            <a:spLocks noChangeArrowheads="1"/>
          </p:cNvSpPr>
          <p:nvPr/>
        </p:nvSpPr>
        <p:spPr bwMode="auto">
          <a:xfrm>
            <a:off x="4946650" y="6145213"/>
            <a:ext cx="862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600"/>
              <a:buFont typeface="Open Sans" panose="020B0606030504020204" pitchFamily="34" charset="0"/>
              <a:buNone/>
            </a:pPr>
            <a:r>
              <a:rPr lang="en-US" altLang="en-US" sz="26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2015</a:t>
            </a:r>
            <a:endParaRPr lang="en-US" altLang="en-US"/>
          </a:p>
        </p:txBody>
      </p:sp>
      <p:sp>
        <p:nvSpPr>
          <p:cNvPr id="36874" name="Google Shape;669;p24"/>
          <p:cNvSpPr txBox="1">
            <a:spLocks noChangeArrowheads="1"/>
          </p:cNvSpPr>
          <p:nvPr/>
        </p:nvSpPr>
        <p:spPr bwMode="auto">
          <a:xfrm>
            <a:off x="6773863" y="6145213"/>
            <a:ext cx="8175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600"/>
              <a:buFont typeface="Open Sans" panose="020B0606030504020204" pitchFamily="34" charset="0"/>
              <a:buNone/>
            </a:pPr>
            <a:r>
              <a:rPr lang="en-US" altLang="en-US" sz="26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2016</a:t>
            </a:r>
            <a:endParaRPr lang="en-US" altLang="en-US"/>
          </a:p>
        </p:txBody>
      </p:sp>
      <p:sp>
        <p:nvSpPr>
          <p:cNvPr id="36875" name="Google Shape;670;p24"/>
          <p:cNvSpPr txBox="1">
            <a:spLocks noChangeArrowheads="1"/>
          </p:cNvSpPr>
          <p:nvPr/>
        </p:nvSpPr>
        <p:spPr bwMode="auto">
          <a:xfrm>
            <a:off x="8672513" y="6145213"/>
            <a:ext cx="822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600"/>
              <a:buFont typeface="Open Sans" panose="020B0606030504020204" pitchFamily="34" charset="0"/>
              <a:buNone/>
            </a:pPr>
            <a:r>
              <a:rPr lang="en-US" altLang="en-US" sz="26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2017</a:t>
            </a:r>
            <a:endParaRPr lang="en-US" altLang="en-US"/>
          </a:p>
        </p:txBody>
      </p:sp>
      <p:sp>
        <p:nvSpPr>
          <p:cNvPr id="36876" name="Google Shape;671;p24"/>
          <p:cNvSpPr txBox="1">
            <a:spLocks noChangeArrowheads="1"/>
          </p:cNvSpPr>
          <p:nvPr/>
        </p:nvSpPr>
        <p:spPr bwMode="auto">
          <a:xfrm>
            <a:off x="1450975" y="4519613"/>
            <a:ext cx="782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600"/>
              <a:buFont typeface="Open Sans" panose="020B0606030504020204" pitchFamily="34" charset="0"/>
              <a:buNone/>
            </a:pPr>
            <a:r>
              <a:rPr lang="en-US" altLang="en-US" sz="26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25%</a:t>
            </a:r>
            <a:endParaRPr lang="en-US" altLang="en-US"/>
          </a:p>
        </p:txBody>
      </p:sp>
      <p:sp>
        <p:nvSpPr>
          <p:cNvPr id="36877" name="Google Shape;672;p24"/>
          <p:cNvSpPr txBox="1">
            <a:spLocks noChangeArrowheads="1"/>
          </p:cNvSpPr>
          <p:nvPr/>
        </p:nvSpPr>
        <p:spPr bwMode="auto">
          <a:xfrm>
            <a:off x="1450975" y="3573463"/>
            <a:ext cx="71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600"/>
              <a:buFont typeface="Open Sans" panose="020B0606030504020204" pitchFamily="34" charset="0"/>
              <a:buNone/>
            </a:pPr>
            <a:r>
              <a:rPr lang="en-US" altLang="en-US" sz="26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50%</a:t>
            </a:r>
            <a:endParaRPr lang="en-US" altLang="en-US"/>
          </a:p>
        </p:txBody>
      </p:sp>
      <p:sp>
        <p:nvSpPr>
          <p:cNvPr id="36878" name="Google Shape;673;p24"/>
          <p:cNvSpPr txBox="1">
            <a:spLocks noChangeArrowheads="1"/>
          </p:cNvSpPr>
          <p:nvPr/>
        </p:nvSpPr>
        <p:spPr bwMode="auto">
          <a:xfrm>
            <a:off x="1450975" y="2611438"/>
            <a:ext cx="7112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600"/>
              <a:buFont typeface="Open Sans" panose="020B0606030504020204" pitchFamily="34" charset="0"/>
              <a:buNone/>
            </a:pPr>
            <a:r>
              <a:rPr lang="en-US" altLang="en-US" sz="26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75%</a:t>
            </a:r>
            <a:endParaRPr lang="en-US" altLang="en-US"/>
          </a:p>
        </p:txBody>
      </p:sp>
      <p:sp>
        <p:nvSpPr>
          <p:cNvPr id="36879" name="Google Shape;674;p24"/>
          <p:cNvSpPr txBox="1">
            <a:spLocks noChangeArrowheads="1"/>
          </p:cNvSpPr>
          <p:nvPr/>
        </p:nvSpPr>
        <p:spPr bwMode="auto">
          <a:xfrm>
            <a:off x="2967038" y="3629025"/>
            <a:ext cx="292100" cy="2379663"/>
          </a:xfrm>
          <a:prstGeom prst="rect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0" name="Google Shape;675;p24"/>
          <p:cNvSpPr txBox="1">
            <a:spLocks noChangeArrowheads="1"/>
          </p:cNvSpPr>
          <p:nvPr/>
        </p:nvSpPr>
        <p:spPr bwMode="auto">
          <a:xfrm>
            <a:off x="3259138" y="2454275"/>
            <a:ext cx="290512" cy="3554413"/>
          </a:xfrm>
          <a:prstGeom prst="rect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1" name="Google Shape;676;p24"/>
          <p:cNvSpPr txBox="1">
            <a:spLocks noChangeArrowheads="1"/>
          </p:cNvSpPr>
          <p:nvPr/>
        </p:nvSpPr>
        <p:spPr bwMode="auto">
          <a:xfrm>
            <a:off x="3549650" y="2738438"/>
            <a:ext cx="290513" cy="3270250"/>
          </a:xfrm>
          <a:prstGeom prst="rect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2" name="Google Shape;677;p24"/>
          <p:cNvSpPr txBox="1">
            <a:spLocks noChangeArrowheads="1"/>
          </p:cNvSpPr>
          <p:nvPr/>
        </p:nvSpPr>
        <p:spPr bwMode="auto">
          <a:xfrm>
            <a:off x="4886325" y="2949575"/>
            <a:ext cx="290513" cy="3059113"/>
          </a:xfrm>
          <a:prstGeom prst="rect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3" name="Google Shape;678;p24"/>
          <p:cNvSpPr txBox="1">
            <a:spLocks noChangeArrowheads="1"/>
          </p:cNvSpPr>
          <p:nvPr/>
        </p:nvSpPr>
        <p:spPr bwMode="auto">
          <a:xfrm>
            <a:off x="5176838" y="3457575"/>
            <a:ext cx="292100" cy="2551113"/>
          </a:xfrm>
          <a:prstGeom prst="rect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4" name="Google Shape;679;p24"/>
          <p:cNvSpPr txBox="1">
            <a:spLocks noChangeArrowheads="1"/>
          </p:cNvSpPr>
          <p:nvPr/>
        </p:nvSpPr>
        <p:spPr bwMode="auto">
          <a:xfrm>
            <a:off x="5468938" y="2124075"/>
            <a:ext cx="295275" cy="3884613"/>
          </a:xfrm>
          <a:prstGeom prst="rect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5" name="Google Shape;680;p24"/>
          <p:cNvSpPr txBox="1">
            <a:spLocks noChangeArrowheads="1"/>
          </p:cNvSpPr>
          <p:nvPr/>
        </p:nvSpPr>
        <p:spPr bwMode="auto">
          <a:xfrm>
            <a:off x="6713538" y="3165475"/>
            <a:ext cx="295275" cy="2843213"/>
          </a:xfrm>
          <a:prstGeom prst="rect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6" name="Google Shape;681;p24"/>
          <p:cNvSpPr txBox="1">
            <a:spLocks noChangeArrowheads="1"/>
          </p:cNvSpPr>
          <p:nvPr/>
        </p:nvSpPr>
        <p:spPr bwMode="auto">
          <a:xfrm>
            <a:off x="7008813" y="3811588"/>
            <a:ext cx="292100" cy="2197100"/>
          </a:xfrm>
          <a:prstGeom prst="rect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7" name="Google Shape;682;p24"/>
          <p:cNvSpPr txBox="1">
            <a:spLocks noChangeArrowheads="1"/>
          </p:cNvSpPr>
          <p:nvPr/>
        </p:nvSpPr>
        <p:spPr bwMode="auto">
          <a:xfrm>
            <a:off x="7300913" y="3697288"/>
            <a:ext cx="290512" cy="2311400"/>
          </a:xfrm>
          <a:prstGeom prst="rect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8" name="Google Shape;683;p24"/>
          <p:cNvSpPr txBox="1">
            <a:spLocks noChangeArrowheads="1"/>
          </p:cNvSpPr>
          <p:nvPr/>
        </p:nvSpPr>
        <p:spPr bwMode="auto">
          <a:xfrm>
            <a:off x="8616950" y="3500438"/>
            <a:ext cx="290513" cy="2508250"/>
          </a:xfrm>
          <a:prstGeom prst="rect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89" name="Google Shape;684;p24"/>
          <p:cNvSpPr txBox="1">
            <a:spLocks noChangeArrowheads="1"/>
          </p:cNvSpPr>
          <p:nvPr/>
        </p:nvSpPr>
        <p:spPr bwMode="auto">
          <a:xfrm>
            <a:off x="8907463" y="3144838"/>
            <a:ext cx="292100" cy="2863850"/>
          </a:xfrm>
          <a:prstGeom prst="rect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90" name="Google Shape;685;p24"/>
          <p:cNvSpPr txBox="1">
            <a:spLocks noChangeArrowheads="1"/>
          </p:cNvSpPr>
          <p:nvPr/>
        </p:nvSpPr>
        <p:spPr bwMode="auto">
          <a:xfrm>
            <a:off x="9199563" y="2693988"/>
            <a:ext cx="295275" cy="3314700"/>
          </a:xfrm>
          <a:prstGeom prst="rect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91" name="Google Shape;686;p24"/>
          <p:cNvSpPr txBox="1">
            <a:spLocks noChangeArrowheads="1"/>
          </p:cNvSpPr>
          <p:nvPr/>
        </p:nvSpPr>
        <p:spPr bwMode="auto">
          <a:xfrm>
            <a:off x="1579867" y="397670"/>
            <a:ext cx="9803241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4800"/>
              <a:buFont typeface="Montserrat" panose="02000505000000020004" pitchFamily="2" charset="0"/>
              <a:buNone/>
            </a:pPr>
            <a:r>
              <a:rPr lang="en-US" altLang="en-US" sz="4800" dirty="0">
                <a:latin typeface="Montserrat" panose="02000505000000020004" pitchFamily="2" charset="0"/>
                <a:sym typeface="Montserrat" panose="02000505000000020004" pitchFamily="2" charset="0"/>
              </a:rPr>
              <a:t>ESTADÍSTICAS DE PRODUCTOS</a:t>
            </a: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691;p25"/>
          <p:cNvSpPr txBox="1">
            <a:spLocks noChangeArrowheads="1"/>
          </p:cNvSpPr>
          <p:nvPr/>
        </p:nvSpPr>
        <p:spPr bwMode="auto">
          <a:xfrm>
            <a:off x="2940050" y="765175"/>
            <a:ext cx="15128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8915" name="Google Shape;692;p25"/>
          <p:cNvSpPr txBox="1">
            <a:spLocks noChangeArrowheads="1"/>
          </p:cNvSpPr>
          <p:nvPr/>
        </p:nvSpPr>
        <p:spPr bwMode="auto">
          <a:xfrm>
            <a:off x="1588" y="-3175"/>
            <a:ext cx="12185650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916" name="Google Shape;693;p25"/>
          <p:cNvSpPr>
            <a:spLocks/>
          </p:cNvSpPr>
          <p:nvPr/>
        </p:nvSpPr>
        <p:spPr bwMode="auto">
          <a:xfrm>
            <a:off x="1009650" y="2303463"/>
            <a:ext cx="1916113" cy="2249487"/>
          </a:xfrm>
          <a:custGeom>
            <a:avLst/>
            <a:gdLst>
              <a:gd name="T0" fmla="*/ 709 w 1207"/>
              <a:gd name="T1" fmla="*/ 0 h 1417"/>
              <a:gd name="T2" fmla="*/ 0 w 1207"/>
              <a:gd name="T3" fmla="*/ 710 h 1417"/>
              <a:gd name="T4" fmla="*/ 709 w 1207"/>
              <a:gd name="T5" fmla="*/ 1417 h 1417"/>
              <a:gd name="T6" fmla="*/ 1207 w 1207"/>
              <a:gd name="T7" fmla="*/ 918 h 1417"/>
              <a:gd name="T8" fmla="*/ 999 w 1207"/>
              <a:gd name="T9" fmla="*/ 710 h 1417"/>
              <a:gd name="T10" fmla="*/ 1207 w 1207"/>
              <a:gd name="T11" fmla="*/ 499 h 1417"/>
              <a:gd name="T12" fmla="*/ 709 w 1207"/>
              <a:gd name="T13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07" h="1417" extrusionOk="0">
                <a:moveTo>
                  <a:pt x="709" y="0"/>
                </a:moveTo>
                <a:lnTo>
                  <a:pt x="0" y="710"/>
                </a:lnTo>
                <a:lnTo>
                  <a:pt x="709" y="1417"/>
                </a:lnTo>
                <a:lnTo>
                  <a:pt x="1207" y="918"/>
                </a:lnTo>
                <a:lnTo>
                  <a:pt x="999" y="710"/>
                </a:lnTo>
                <a:lnTo>
                  <a:pt x="1207" y="499"/>
                </a:lnTo>
                <a:lnTo>
                  <a:pt x="709" y="0"/>
                </a:lnTo>
                <a:close/>
              </a:path>
            </a:pathLst>
          </a:custGeom>
          <a:solidFill>
            <a:srgbClr val="4FA8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17" name="Google Shape;694;p25"/>
          <p:cNvSpPr>
            <a:spLocks/>
          </p:cNvSpPr>
          <p:nvPr/>
        </p:nvSpPr>
        <p:spPr bwMode="auto">
          <a:xfrm>
            <a:off x="1009650" y="2303463"/>
            <a:ext cx="1916113" cy="2249487"/>
          </a:xfrm>
          <a:custGeom>
            <a:avLst/>
            <a:gdLst>
              <a:gd name="T0" fmla="*/ 709 w 1207"/>
              <a:gd name="T1" fmla="*/ 0 h 1417"/>
              <a:gd name="T2" fmla="*/ 0 w 1207"/>
              <a:gd name="T3" fmla="*/ 710 h 1417"/>
              <a:gd name="T4" fmla="*/ 709 w 1207"/>
              <a:gd name="T5" fmla="*/ 1417 h 1417"/>
              <a:gd name="T6" fmla="*/ 1207 w 1207"/>
              <a:gd name="T7" fmla="*/ 918 h 1417"/>
              <a:gd name="T8" fmla="*/ 999 w 1207"/>
              <a:gd name="T9" fmla="*/ 710 h 1417"/>
              <a:gd name="T10" fmla="*/ 1207 w 1207"/>
              <a:gd name="T11" fmla="*/ 499 h 1417"/>
              <a:gd name="T12" fmla="*/ 709 w 1207"/>
              <a:gd name="T13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07" h="1417" extrusionOk="0">
                <a:moveTo>
                  <a:pt x="709" y="0"/>
                </a:moveTo>
                <a:lnTo>
                  <a:pt x="0" y="710"/>
                </a:lnTo>
                <a:lnTo>
                  <a:pt x="709" y="1417"/>
                </a:lnTo>
                <a:lnTo>
                  <a:pt x="1207" y="918"/>
                </a:lnTo>
                <a:lnTo>
                  <a:pt x="999" y="710"/>
                </a:lnTo>
                <a:lnTo>
                  <a:pt x="1207" y="499"/>
                </a:lnTo>
                <a:lnTo>
                  <a:pt x="709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18" name="Google Shape;695;p25"/>
          <p:cNvSpPr>
            <a:spLocks/>
          </p:cNvSpPr>
          <p:nvPr/>
        </p:nvSpPr>
        <p:spPr bwMode="auto">
          <a:xfrm>
            <a:off x="2925763" y="2303463"/>
            <a:ext cx="1587500" cy="2249487"/>
          </a:xfrm>
          <a:custGeom>
            <a:avLst/>
            <a:gdLst>
              <a:gd name="T0" fmla="*/ 499 w 1000"/>
              <a:gd name="T1" fmla="*/ 0 h 1417"/>
              <a:gd name="T2" fmla="*/ 0 w 1000"/>
              <a:gd name="T3" fmla="*/ 499 h 1417"/>
              <a:gd name="T4" fmla="*/ 211 w 1000"/>
              <a:gd name="T5" fmla="*/ 710 h 1417"/>
              <a:gd name="T6" fmla="*/ 0 w 1000"/>
              <a:gd name="T7" fmla="*/ 918 h 1417"/>
              <a:gd name="T8" fmla="*/ 499 w 1000"/>
              <a:gd name="T9" fmla="*/ 1417 h 1417"/>
              <a:gd name="T10" fmla="*/ 1000 w 1000"/>
              <a:gd name="T11" fmla="*/ 918 h 1417"/>
              <a:gd name="T12" fmla="*/ 789 w 1000"/>
              <a:gd name="T13" fmla="*/ 710 h 1417"/>
              <a:gd name="T14" fmla="*/ 1000 w 1000"/>
              <a:gd name="T15" fmla="*/ 499 h 1417"/>
              <a:gd name="T16" fmla="*/ 499 w 1000"/>
              <a:gd name="T17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00" h="1417" extrusionOk="0">
                <a:moveTo>
                  <a:pt x="499" y="0"/>
                </a:moveTo>
                <a:lnTo>
                  <a:pt x="0" y="499"/>
                </a:lnTo>
                <a:lnTo>
                  <a:pt x="211" y="710"/>
                </a:lnTo>
                <a:lnTo>
                  <a:pt x="0" y="918"/>
                </a:lnTo>
                <a:lnTo>
                  <a:pt x="499" y="1417"/>
                </a:lnTo>
                <a:lnTo>
                  <a:pt x="1000" y="918"/>
                </a:lnTo>
                <a:lnTo>
                  <a:pt x="789" y="710"/>
                </a:lnTo>
                <a:lnTo>
                  <a:pt x="1000" y="499"/>
                </a:lnTo>
                <a:lnTo>
                  <a:pt x="499" y="0"/>
                </a:lnTo>
                <a:close/>
              </a:path>
            </a:pathLst>
          </a:custGeom>
          <a:solidFill>
            <a:srgbClr val="5975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19" name="Google Shape;696;p25"/>
          <p:cNvSpPr>
            <a:spLocks/>
          </p:cNvSpPr>
          <p:nvPr/>
        </p:nvSpPr>
        <p:spPr bwMode="auto">
          <a:xfrm>
            <a:off x="2925763" y="2303463"/>
            <a:ext cx="1587500" cy="2249487"/>
          </a:xfrm>
          <a:custGeom>
            <a:avLst/>
            <a:gdLst>
              <a:gd name="T0" fmla="*/ 499 w 1000"/>
              <a:gd name="T1" fmla="*/ 0 h 1417"/>
              <a:gd name="T2" fmla="*/ 0 w 1000"/>
              <a:gd name="T3" fmla="*/ 499 h 1417"/>
              <a:gd name="T4" fmla="*/ 211 w 1000"/>
              <a:gd name="T5" fmla="*/ 710 h 1417"/>
              <a:gd name="T6" fmla="*/ 0 w 1000"/>
              <a:gd name="T7" fmla="*/ 918 h 1417"/>
              <a:gd name="T8" fmla="*/ 499 w 1000"/>
              <a:gd name="T9" fmla="*/ 1417 h 1417"/>
              <a:gd name="T10" fmla="*/ 1000 w 1000"/>
              <a:gd name="T11" fmla="*/ 918 h 1417"/>
              <a:gd name="T12" fmla="*/ 789 w 1000"/>
              <a:gd name="T13" fmla="*/ 710 h 1417"/>
              <a:gd name="T14" fmla="*/ 1000 w 1000"/>
              <a:gd name="T15" fmla="*/ 499 h 1417"/>
              <a:gd name="T16" fmla="*/ 499 w 1000"/>
              <a:gd name="T17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00" h="1417" extrusionOk="0">
                <a:moveTo>
                  <a:pt x="499" y="0"/>
                </a:moveTo>
                <a:lnTo>
                  <a:pt x="0" y="499"/>
                </a:lnTo>
                <a:lnTo>
                  <a:pt x="211" y="710"/>
                </a:lnTo>
                <a:lnTo>
                  <a:pt x="0" y="918"/>
                </a:lnTo>
                <a:lnTo>
                  <a:pt x="499" y="1417"/>
                </a:lnTo>
                <a:lnTo>
                  <a:pt x="1000" y="918"/>
                </a:lnTo>
                <a:lnTo>
                  <a:pt x="789" y="710"/>
                </a:lnTo>
                <a:lnTo>
                  <a:pt x="1000" y="499"/>
                </a:lnTo>
                <a:lnTo>
                  <a:pt x="499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20" name="Google Shape;697;p25"/>
          <p:cNvSpPr>
            <a:spLocks/>
          </p:cNvSpPr>
          <p:nvPr/>
        </p:nvSpPr>
        <p:spPr bwMode="auto">
          <a:xfrm>
            <a:off x="2595563" y="3095625"/>
            <a:ext cx="665162" cy="665163"/>
          </a:xfrm>
          <a:custGeom>
            <a:avLst/>
            <a:gdLst>
              <a:gd name="T0" fmla="*/ 208 w 419"/>
              <a:gd name="T1" fmla="*/ 0 h 419"/>
              <a:gd name="T2" fmla="*/ 0 w 419"/>
              <a:gd name="T3" fmla="*/ 211 h 419"/>
              <a:gd name="T4" fmla="*/ 208 w 419"/>
              <a:gd name="T5" fmla="*/ 419 h 419"/>
              <a:gd name="T6" fmla="*/ 419 w 419"/>
              <a:gd name="T7" fmla="*/ 211 h 419"/>
              <a:gd name="T8" fmla="*/ 208 w 419"/>
              <a:gd name="T9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9" h="419" extrusionOk="0">
                <a:moveTo>
                  <a:pt x="208" y="0"/>
                </a:moveTo>
                <a:lnTo>
                  <a:pt x="0" y="211"/>
                </a:lnTo>
                <a:lnTo>
                  <a:pt x="208" y="419"/>
                </a:lnTo>
                <a:lnTo>
                  <a:pt x="419" y="211"/>
                </a:lnTo>
                <a:lnTo>
                  <a:pt x="208" y="0"/>
                </a:lnTo>
                <a:close/>
              </a:path>
            </a:pathLst>
          </a:custGeom>
          <a:solidFill>
            <a:srgbClr val="35637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21" name="Google Shape;698;p25"/>
          <p:cNvSpPr>
            <a:spLocks/>
          </p:cNvSpPr>
          <p:nvPr/>
        </p:nvSpPr>
        <p:spPr bwMode="auto">
          <a:xfrm>
            <a:off x="2595563" y="3095625"/>
            <a:ext cx="665162" cy="665163"/>
          </a:xfrm>
          <a:custGeom>
            <a:avLst/>
            <a:gdLst>
              <a:gd name="T0" fmla="*/ 208 w 419"/>
              <a:gd name="T1" fmla="*/ 0 h 419"/>
              <a:gd name="T2" fmla="*/ 0 w 419"/>
              <a:gd name="T3" fmla="*/ 211 h 419"/>
              <a:gd name="T4" fmla="*/ 208 w 419"/>
              <a:gd name="T5" fmla="*/ 419 h 419"/>
              <a:gd name="T6" fmla="*/ 419 w 419"/>
              <a:gd name="T7" fmla="*/ 211 h 419"/>
              <a:gd name="T8" fmla="*/ 208 w 419"/>
              <a:gd name="T9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9" h="419" extrusionOk="0">
                <a:moveTo>
                  <a:pt x="208" y="0"/>
                </a:moveTo>
                <a:lnTo>
                  <a:pt x="0" y="211"/>
                </a:lnTo>
                <a:lnTo>
                  <a:pt x="208" y="419"/>
                </a:lnTo>
                <a:lnTo>
                  <a:pt x="419" y="211"/>
                </a:lnTo>
                <a:lnTo>
                  <a:pt x="20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22" name="Google Shape;699;p25"/>
          <p:cNvSpPr>
            <a:spLocks/>
          </p:cNvSpPr>
          <p:nvPr/>
        </p:nvSpPr>
        <p:spPr bwMode="auto">
          <a:xfrm>
            <a:off x="4513263" y="2303463"/>
            <a:ext cx="1581150" cy="2249487"/>
          </a:xfrm>
          <a:custGeom>
            <a:avLst/>
            <a:gdLst>
              <a:gd name="T0" fmla="*/ 498 w 996"/>
              <a:gd name="T1" fmla="*/ 0 h 1417"/>
              <a:gd name="T2" fmla="*/ 0 w 996"/>
              <a:gd name="T3" fmla="*/ 499 h 1417"/>
              <a:gd name="T4" fmla="*/ 208 w 996"/>
              <a:gd name="T5" fmla="*/ 710 h 1417"/>
              <a:gd name="T6" fmla="*/ 0 w 996"/>
              <a:gd name="T7" fmla="*/ 918 h 1417"/>
              <a:gd name="T8" fmla="*/ 498 w 996"/>
              <a:gd name="T9" fmla="*/ 1417 h 1417"/>
              <a:gd name="T10" fmla="*/ 996 w 996"/>
              <a:gd name="T11" fmla="*/ 918 h 1417"/>
              <a:gd name="T12" fmla="*/ 788 w 996"/>
              <a:gd name="T13" fmla="*/ 710 h 1417"/>
              <a:gd name="T14" fmla="*/ 996 w 996"/>
              <a:gd name="T15" fmla="*/ 499 h 1417"/>
              <a:gd name="T16" fmla="*/ 498 w 996"/>
              <a:gd name="T17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6" h="1417" extrusionOk="0">
                <a:moveTo>
                  <a:pt x="498" y="0"/>
                </a:moveTo>
                <a:lnTo>
                  <a:pt x="0" y="499"/>
                </a:lnTo>
                <a:lnTo>
                  <a:pt x="208" y="710"/>
                </a:lnTo>
                <a:lnTo>
                  <a:pt x="0" y="918"/>
                </a:lnTo>
                <a:lnTo>
                  <a:pt x="498" y="1417"/>
                </a:lnTo>
                <a:lnTo>
                  <a:pt x="996" y="918"/>
                </a:lnTo>
                <a:lnTo>
                  <a:pt x="788" y="710"/>
                </a:lnTo>
                <a:lnTo>
                  <a:pt x="996" y="499"/>
                </a:lnTo>
                <a:lnTo>
                  <a:pt x="498" y="0"/>
                </a:lnTo>
                <a:close/>
              </a:path>
            </a:pathLst>
          </a:custGeom>
          <a:solidFill>
            <a:srgbClr val="8180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23" name="Google Shape;700;p25"/>
          <p:cNvSpPr>
            <a:spLocks/>
          </p:cNvSpPr>
          <p:nvPr/>
        </p:nvSpPr>
        <p:spPr bwMode="auto">
          <a:xfrm>
            <a:off x="4513263" y="2303463"/>
            <a:ext cx="1581150" cy="2249487"/>
          </a:xfrm>
          <a:custGeom>
            <a:avLst/>
            <a:gdLst>
              <a:gd name="T0" fmla="*/ 498 w 996"/>
              <a:gd name="T1" fmla="*/ 0 h 1417"/>
              <a:gd name="T2" fmla="*/ 0 w 996"/>
              <a:gd name="T3" fmla="*/ 499 h 1417"/>
              <a:gd name="T4" fmla="*/ 208 w 996"/>
              <a:gd name="T5" fmla="*/ 710 h 1417"/>
              <a:gd name="T6" fmla="*/ 0 w 996"/>
              <a:gd name="T7" fmla="*/ 918 h 1417"/>
              <a:gd name="T8" fmla="*/ 498 w 996"/>
              <a:gd name="T9" fmla="*/ 1417 h 1417"/>
              <a:gd name="T10" fmla="*/ 996 w 996"/>
              <a:gd name="T11" fmla="*/ 918 h 1417"/>
              <a:gd name="T12" fmla="*/ 788 w 996"/>
              <a:gd name="T13" fmla="*/ 710 h 1417"/>
              <a:gd name="T14" fmla="*/ 996 w 996"/>
              <a:gd name="T15" fmla="*/ 499 h 1417"/>
              <a:gd name="T16" fmla="*/ 498 w 996"/>
              <a:gd name="T17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6" h="1417" extrusionOk="0">
                <a:moveTo>
                  <a:pt x="498" y="0"/>
                </a:moveTo>
                <a:lnTo>
                  <a:pt x="0" y="499"/>
                </a:lnTo>
                <a:lnTo>
                  <a:pt x="208" y="710"/>
                </a:lnTo>
                <a:lnTo>
                  <a:pt x="0" y="918"/>
                </a:lnTo>
                <a:lnTo>
                  <a:pt x="498" y="1417"/>
                </a:lnTo>
                <a:lnTo>
                  <a:pt x="996" y="918"/>
                </a:lnTo>
                <a:lnTo>
                  <a:pt x="788" y="710"/>
                </a:lnTo>
                <a:lnTo>
                  <a:pt x="996" y="499"/>
                </a:lnTo>
                <a:lnTo>
                  <a:pt x="49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24" name="Google Shape;701;p25"/>
          <p:cNvSpPr>
            <a:spLocks/>
          </p:cNvSpPr>
          <p:nvPr/>
        </p:nvSpPr>
        <p:spPr bwMode="auto">
          <a:xfrm>
            <a:off x="4178300" y="3095625"/>
            <a:ext cx="665163" cy="665163"/>
          </a:xfrm>
          <a:custGeom>
            <a:avLst/>
            <a:gdLst>
              <a:gd name="T0" fmla="*/ 211 w 419"/>
              <a:gd name="T1" fmla="*/ 0 h 419"/>
              <a:gd name="T2" fmla="*/ 0 w 419"/>
              <a:gd name="T3" fmla="*/ 211 h 419"/>
              <a:gd name="T4" fmla="*/ 211 w 419"/>
              <a:gd name="T5" fmla="*/ 419 h 419"/>
              <a:gd name="T6" fmla="*/ 419 w 419"/>
              <a:gd name="T7" fmla="*/ 211 h 419"/>
              <a:gd name="T8" fmla="*/ 211 w 419"/>
              <a:gd name="T9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9" h="419" extrusionOk="0">
                <a:moveTo>
                  <a:pt x="211" y="0"/>
                </a:moveTo>
                <a:lnTo>
                  <a:pt x="0" y="211"/>
                </a:lnTo>
                <a:lnTo>
                  <a:pt x="211" y="419"/>
                </a:lnTo>
                <a:lnTo>
                  <a:pt x="419" y="211"/>
                </a:lnTo>
                <a:lnTo>
                  <a:pt x="211" y="0"/>
                </a:lnTo>
                <a:close/>
              </a:path>
            </a:pathLst>
          </a:custGeom>
          <a:solidFill>
            <a:srgbClr val="5F64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25" name="Google Shape;702;p25"/>
          <p:cNvSpPr>
            <a:spLocks/>
          </p:cNvSpPr>
          <p:nvPr/>
        </p:nvSpPr>
        <p:spPr bwMode="auto">
          <a:xfrm>
            <a:off x="4178300" y="3095625"/>
            <a:ext cx="665163" cy="665163"/>
          </a:xfrm>
          <a:custGeom>
            <a:avLst/>
            <a:gdLst>
              <a:gd name="T0" fmla="*/ 211 w 419"/>
              <a:gd name="T1" fmla="*/ 0 h 419"/>
              <a:gd name="T2" fmla="*/ 0 w 419"/>
              <a:gd name="T3" fmla="*/ 211 h 419"/>
              <a:gd name="T4" fmla="*/ 211 w 419"/>
              <a:gd name="T5" fmla="*/ 419 h 419"/>
              <a:gd name="T6" fmla="*/ 419 w 419"/>
              <a:gd name="T7" fmla="*/ 211 h 419"/>
              <a:gd name="T8" fmla="*/ 211 w 419"/>
              <a:gd name="T9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9" h="419" extrusionOk="0">
                <a:moveTo>
                  <a:pt x="211" y="0"/>
                </a:moveTo>
                <a:lnTo>
                  <a:pt x="0" y="211"/>
                </a:lnTo>
                <a:lnTo>
                  <a:pt x="211" y="419"/>
                </a:lnTo>
                <a:lnTo>
                  <a:pt x="419" y="211"/>
                </a:lnTo>
                <a:lnTo>
                  <a:pt x="21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26" name="Google Shape;703;p25"/>
          <p:cNvSpPr>
            <a:spLocks/>
          </p:cNvSpPr>
          <p:nvPr/>
        </p:nvSpPr>
        <p:spPr bwMode="auto">
          <a:xfrm>
            <a:off x="6094413" y="2303463"/>
            <a:ext cx="1582737" cy="2249487"/>
          </a:xfrm>
          <a:custGeom>
            <a:avLst/>
            <a:gdLst>
              <a:gd name="T0" fmla="*/ 499 w 997"/>
              <a:gd name="T1" fmla="*/ 0 h 1417"/>
              <a:gd name="T2" fmla="*/ 0 w 997"/>
              <a:gd name="T3" fmla="*/ 499 h 1417"/>
              <a:gd name="T4" fmla="*/ 208 w 997"/>
              <a:gd name="T5" fmla="*/ 710 h 1417"/>
              <a:gd name="T6" fmla="*/ 0 w 997"/>
              <a:gd name="T7" fmla="*/ 918 h 1417"/>
              <a:gd name="T8" fmla="*/ 499 w 997"/>
              <a:gd name="T9" fmla="*/ 1417 h 1417"/>
              <a:gd name="T10" fmla="*/ 997 w 997"/>
              <a:gd name="T11" fmla="*/ 918 h 1417"/>
              <a:gd name="T12" fmla="*/ 789 w 997"/>
              <a:gd name="T13" fmla="*/ 710 h 1417"/>
              <a:gd name="T14" fmla="*/ 997 w 997"/>
              <a:gd name="T15" fmla="*/ 499 h 1417"/>
              <a:gd name="T16" fmla="*/ 499 w 997"/>
              <a:gd name="T17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7" h="1417" extrusionOk="0">
                <a:moveTo>
                  <a:pt x="499" y="0"/>
                </a:moveTo>
                <a:lnTo>
                  <a:pt x="0" y="499"/>
                </a:lnTo>
                <a:lnTo>
                  <a:pt x="208" y="710"/>
                </a:lnTo>
                <a:lnTo>
                  <a:pt x="0" y="918"/>
                </a:lnTo>
                <a:lnTo>
                  <a:pt x="499" y="1417"/>
                </a:lnTo>
                <a:lnTo>
                  <a:pt x="997" y="918"/>
                </a:lnTo>
                <a:lnTo>
                  <a:pt x="789" y="710"/>
                </a:lnTo>
                <a:lnTo>
                  <a:pt x="997" y="499"/>
                </a:lnTo>
                <a:lnTo>
                  <a:pt x="499" y="0"/>
                </a:lnTo>
                <a:close/>
              </a:path>
            </a:pathLst>
          </a:custGeom>
          <a:solidFill>
            <a:srgbClr val="CFD1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27" name="Google Shape;704;p25"/>
          <p:cNvSpPr>
            <a:spLocks/>
          </p:cNvSpPr>
          <p:nvPr/>
        </p:nvSpPr>
        <p:spPr bwMode="auto">
          <a:xfrm>
            <a:off x="6094413" y="2303463"/>
            <a:ext cx="1582737" cy="2249487"/>
          </a:xfrm>
          <a:custGeom>
            <a:avLst/>
            <a:gdLst>
              <a:gd name="T0" fmla="*/ 499 w 997"/>
              <a:gd name="T1" fmla="*/ 0 h 1417"/>
              <a:gd name="T2" fmla="*/ 0 w 997"/>
              <a:gd name="T3" fmla="*/ 499 h 1417"/>
              <a:gd name="T4" fmla="*/ 208 w 997"/>
              <a:gd name="T5" fmla="*/ 710 h 1417"/>
              <a:gd name="T6" fmla="*/ 0 w 997"/>
              <a:gd name="T7" fmla="*/ 918 h 1417"/>
              <a:gd name="T8" fmla="*/ 499 w 997"/>
              <a:gd name="T9" fmla="*/ 1417 h 1417"/>
              <a:gd name="T10" fmla="*/ 997 w 997"/>
              <a:gd name="T11" fmla="*/ 918 h 1417"/>
              <a:gd name="T12" fmla="*/ 789 w 997"/>
              <a:gd name="T13" fmla="*/ 710 h 1417"/>
              <a:gd name="T14" fmla="*/ 997 w 997"/>
              <a:gd name="T15" fmla="*/ 499 h 1417"/>
              <a:gd name="T16" fmla="*/ 499 w 997"/>
              <a:gd name="T17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7" h="1417" extrusionOk="0">
                <a:moveTo>
                  <a:pt x="499" y="0"/>
                </a:moveTo>
                <a:lnTo>
                  <a:pt x="0" y="499"/>
                </a:lnTo>
                <a:lnTo>
                  <a:pt x="208" y="710"/>
                </a:lnTo>
                <a:lnTo>
                  <a:pt x="0" y="918"/>
                </a:lnTo>
                <a:lnTo>
                  <a:pt x="499" y="1417"/>
                </a:lnTo>
                <a:lnTo>
                  <a:pt x="997" y="918"/>
                </a:lnTo>
                <a:lnTo>
                  <a:pt x="789" y="710"/>
                </a:lnTo>
                <a:lnTo>
                  <a:pt x="997" y="499"/>
                </a:lnTo>
                <a:lnTo>
                  <a:pt x="499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28" name="Google Shape;705;p25"/>
          <p:cNvSpPr>
            <a:spLocks/>
          </p:cNvSpPr>
          <p:nvPr/>
        </p:nvSpPr>
        <p:spPr bwMode="auto">
          <a:xfrm>
            <a:off x="5764213" y="3095625"/>
            <a:ext cx="660400" cy="665163"/>
          </a:xfrm>
          <a:custGeom>
            <a:avLst/>
            <a:gdLst>
              <a:gd name="T0" fmla="*/ 208 w 416"/>
              <a:gd name="T1" fmla="*/ 0 h 419"/>
              <a:gd name="T2" fmla="*/ 0 w 416"/>
              <a:gd name="T3" fmla="*/ 211 h 419"/>
              <a:gd name="T4" fmla="*/ 208 w 416"/>
              <a:gd name="T5" fmla="*/ 419 h 419"/>
              <a:gd name="T6" fmla="*/ 416 w 416"/>
              <a:gd name="T7" fmla="*/ 211 h 419"/>
              <a:gd name="T8" fmla="*/ 208 w 416"/>
              <a:gd name="T9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419" extrusionOk="0">
                <a:moveTo>
                  <a:pt x="208" y="0"/>
                </a:moveTo>
                <a:lnTo>
                  <a:pt x="0" y="211"/>
                </a:lnTo>
                <a:lnTo>
                  <a:pt x="208" y="419"/>
                </a:lnTo>
                <a:lnTo>
                  <a:pt x="416" y="211"/>
                </a:lnTo>
                <a:lnTo>
                  <a:pt x="208" y="0"/>
                </a:lnTo>
                <a:close/>
              </a:path>
            </a:pathLst>
          </a:custGeom>
          <a:solidFill>
            <a:srgbClr val="B6B7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29" name="Google Shape;706;p25"/>
          <p:cNvSpPr>
            <a:spLocks/>
          </p:cNvSpPr>
          <p:nvPr/>
        </p:nvSpPr>
        <p:spPr bwMode="auto">
          <a:xfrm>
            <a:off x="5764213" y="3095625"/>
            <a:ext cx="660400" cy="665163"/>
          </a:xfrm>
          <a:custGeom>
            <a:avLst/>
            <a:gdLst>
              <a:gd name="T0" fmla="*/ 208 w 416"/>
              <a:gd name="T1" fmla="*/ 0 h 419"/>
              <a:gd name="T2" fmla="*/ 0 w 416"/>
              <a:gd name="T3" fmla="*/ 211 h 419"/>
              <a:gd name="T4" fmla="*/ 208 w 416"/>
              <a:gd name="T5" fmla="*/ 419 h 419"/>
              <a:gd name="T6" fmla="*/ 416 w 416"/>
              <a:gd name="T7" fmla="*/ 211 h 419"/>
              <a:gd name="T8" fmla="*/ 208 w 416"/>
              <a:gd name="T9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6" h="419" extrusionOk="0">
                <a:moveTo>
                  <a:pt x="208" y="0"/>
                </a:moveTo>
                <a:lnTo>
                  <a:pt x="0" y="211"/>
                </a:lnTo>
                <a:lnTo>
                  <a:pt x="208" y="419"/>
                </a:lnTo>
                <a:lnTo>
                  <a:pt x="416" y="211"/>
                </a:lnTo>
                <a:lnTo>
                  <a:pt x="20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30" name="Google Shape;707;p25"/>
          <p:cNvSpPr>
            <a:spLocks/>
          </p:cNvSpPr>
          <p:nvPr/>
        </p:nvSpPr>
        <p:spPr bwMode="auto">
          <a:xfrm>
            <a:off x="7677150" y="2303463"/>
            <a:ext cx="1585913" cy="2249487"/>
          </a:xfrm>
          <a:custGeom>
            <a:avLst/>
            <a:gdLst>
              <a:gd name="T0" fmla="*/ 501 w 999"/>
              <a:gd name="T1" fmla="*/ 0 h 1417"/>
              <a:gd name="T2" fmla="*/ 0 w 999"/>
              <a:gd name="T3" fmla="*/ 499 h 1417"/>
              <a:gd name="T4" fmla="*/ 211 w 999"/>
              <a:gd name="T5" fmla="*/ 710 h 1417"/>
              <a:gd name="T6" fmla="*/ 0 w 999"/>
              <a:gd name="T7" fmla="*/ 918 h 1417"/>
              <a:gd name="T8" fmla="*/ 501 w 999"/>
              <a:gd name="T9" fmla="*/ 1417 h 1417"/>
              <a:gd name="T10" fmla="*/ 999 w 999"/>
              <a:gd name="T11" fmla="*/ 918 h 1417"/>
              <a:gd name="T12" fmla="*/ 789 w 999"/>
              <a:gd name="T13" fmla="*/ 710 h 1417"/>
              <a:gd name="T14" fmla="*/ 999 w 999"/>
              <a:gd name="T15" fmla="*/ 499 h 1417"/>
              <a:gd name="T16" fmla="*/ 501 w 999"/>
              <a:gd name="T17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9" h="1417" extrusionOk="0">
                <a:moveTo>
                  <a:pt x="501" y="0"/>
                </a:moveTo>
                <a:lnTo>
                  <a:pt x="0" y="499"/>
                </a:lnTo>
                <a:lnTo>
                  <a:pt x="211" y="710"/>
                </a:lnTo>
                <a:lnTo>
                  <a:pt x="0" y="918"/>
                </a:lnTo>
                <a:lnTo>
                  <a:pt x="501" y="1417"/>
                </a:lnTo>
                <a:lnTo>
                  <a:pt x="999" y="918"/>
                </a:lnTo>
                <a:lnTo>
                  <a:pt x="789" y="710"/>
                </a:lnTo>
                <a:lnTo>
                  <a:pt x="999" y="499"/>
                </a:lnTo>
                <a:lnTo>
                  <a:pt x="501" y="0"/>
                </a:lnTo>
                <a:close/>
              </a:path>
            </a:pathLst>
          </a:custGeom>
          <a:solidFill>
            <a:srgbClr val="E867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31" name="Google Shape;708;p25"/>
          <p:cNvSpPr>
            <a:spLocks/>
          </p:cNvSpPr>
          <p:nvPr/>
        </p:nvSpPr>
        <p:spPr bwMode="auto">
          <a:xfrm>
            <a:off x="7677150" y="2303463"/>
            <a:ext cx="1585913" cy="2249487"/>
          </a:xfrm>
          <a:custGeom>
            <a:avLst/>
            <a:gdLst>
              <a:gd name="T0" fmla="*/ 501 w 999"/>
              <a:gd name="T1" fmla="*/ 0 h 1417"/>
              <a:gd name="T2" fmla="*/ 0 w 999"/>
              <a:gd name="T3" fmla="*/ 499 h 1417"/>
              <a:gd name="T4" fmla="*/ 211 w 999"/>
              <a:gd name="T5" fmla="*/ 710 h 1417"/>
              <a:gd name="T6" fmla="*/ 0 w 999"/>
              <a:gd name="T7" fmla="*/ 918 h 1417"/>
              <a:gd name="T8" fmla="*/ 501 w 999"/>
              <a:gd name="T9" fmla="*/ 1417 h 1417"/>
              <a:gd name="T10" fmla="*/ 999 w 999"/>
              <a:gd name="T11" fmla="*/ 918 h 1417"/>
              <a:gd name="T12" fmla="*/ 789 w 999"/>
              <a:gd name="T13" fmla="*/ 710 h 1417"/>
              <a:gd name="T14" fmla="*/ 999 w 999"/>
              <a:gd name="T15" fmla="*/ 499 h 1417"/>
              <a:gd name="T16" fmla="*/ 501 w 999"/>
              <a:gd name="T17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9" h="1417" extrusionOk="0">
                <a:moveTo>
                  <a:pt x="501" y="0"/>
                </a:moveTo>
                <a:lnTo>
                  <a:pt x="0" y="499"/>
                </a:lnTo>
                <a:lnTo>
                  <a:pt x="211" y="710"/>
                </a:lnTo>
                <a:lnTo>
                  <a:pt x="0" y="918"/>
                </a:lnTo>
                <a:lnTo>
                  <a:pt x="501" y="1417"/>
                </a:lnTo>
                <a:lnTo>
                  <a:pt x="999" y="918"/>
                </a:lnTo>
                <a:lnTo>
                  <a:pt x="789" y="710"/>
                </a:lnTo>
                <a:lnTo>
                  <a:pt x="999" y="499"/>
                </a:lnTo>
                <a:lnTo>
                  <a:pt x="50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32" name="Google Shape;709;p25"/>
          <p:cNvSpPr>
            <a:spLocks/>
          </p:cNvSpPr>
          <p:nvPr/>
        </p:nvSpPr>
        <p:spPr bwMode="auto">
          <a:xfrm>
            <a:off x="7346950" y="3095625"/>
            <a:ext cx="665163" cy="665163"/>
          </a:xfrm>
          <a:custGeom>
            <a:avLst/>
            <a:gdLst>
              <a:gd name="T0" fmla="*/ 208 w 419"/>
              <a:gd name="T1" fmla="*/ 0 h 419"/>
              <a:gd name="T2" fmla="*/ 0 w 419"/>
              <a:gd name="T3" fmla="*/ 211 h 419"/>
              <a:gd name="T4" fmla="*/ 208 w 419"/>
              <a:gd name="T5" fmla="*/ 419 h 419"/>
              <a:gd name="T6" fmla="*/ 419 w 419"/>
              <a:gd name="T7" fmla="*/ 211 h 419"/>
              <a:gd name="T8" fmla="*/ 208 w 419"/>
              <a:gd name="T9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9" h="419" extrusionOk="0">
                <a:moveTo>
                  <a:pt x="208" y="0"/>
                </a:moveTo>
                <a:lnTo>
                  <a:pt x="0" y="211"/>
                </a:lnTo>
                <a:lnTo>
                  <a:pt x="208" y="419"/>
                </a:lnTo>
                <a:lnTo>
                  <a:pt x="419" y="211"/>
                </a:lnTo>
                <a:lnTo>
                  <a:pt x="208" y="0"/>
                </a:lnTo>
                <a:close/>
              </a:path>
            </a:pathLst>
          </a:custGeom>
          <a:solidFill>
            <a:srgbClr val="DE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33" name="Google Shape;710;p25"/>
          <p:cNvSpPr>
            <a:spLocks/>
          </p:cNvSpPr>
          <p:nvPr/>
        </p:nvSpPr>
        <p:spPr bwMode="auto">
          <a:xfrm>
            <a:off x="7346950" y="3095625"/>
            <a:ext cx="665163" cy="665163"/>
          </a:xfrm>
          <a:custGeom>
            <a:avLst/>
            <a:gdLst>
              <a:gd name="T0" fmla="*/ 208 w 419"/>
              <a:gd name="T1" fmla="*/ 0 h 419"/>
              <a:gd name="T2" fmla="*/ 0 w 419"/>
              <a:gd name="T3" fmla="*/ 211 h 419"/>
              <a:gd name="T4" fmla="*/ 208 w 419"/>
              <a:gd name="T5" fmla="*/ 419 h 419"/>
              <a:gd name="T6" fmla="*/ 419 w 419"/>
              <a:gd name="T7" fmla="*/ 211 h 419"/>
              <a:gd name="T8" fmla="*/ 208 w 419"/>
              <a:gd name="T9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9" h="419" extrusionOk="0">
                <a:moveTo>
                  <a:pt x="208" y="0"/>
                </a:moveTo>
                <a:lnTo>
                  <a:pt x="0" y="211"/>
                </a:lnTo>
                <a:lnTo>
                  <a:pt x="208" y="419"/>
                </a:lnTo>
                <a:lnTo>
                  <a:pt x="419" y="211"/>
                </a:lnTo>
                <a:lnTo>
                  <a:pt x="20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34" name="Google Shape;711;p25"/>
          <p:cNvSpPr>
            <a:spLocks/>
          </p:cNvSpPr>
          <p:nvPr/>
        </p:nvSpPr>
        <p:spPr bwMode="auto">
          <a:xfrm>
            <a:off x="9263063" y="2303463"/>
            <a:ext cx="1917700" cy="2249487"/>
          </a:xfrm>
          <a:custGeom>
            <a:avLst/>
            <a:gdLst>
              <a:gd name="T0" fmla="*/ 499 w 1208"/>
              <a:gd name="T1" fmla="*/ 0 h 1417"/>
              <a:gd name="T2" fmla="*/ 0 w 1208"/>
              <a:gd name="T3" fmla="*/ 499 h 1417"/>
              <a:gd name="T4" fmla="*/ 209 w 1208"/>
              <a:gd name="T5" fmla="*/ 710 h 1417"/>
              <a:gd name="T6" fmla="*/ 0 w 1208"/>
              <a:gd name="T7" fmla="*/ 918 h 1417"/>
              <a:gd name="T8" fmla="*/ 499 w 1208"/>
              <a:gd name="T9" fmla="*/ 1417 h 1417"/>
              <a:gd name="T10" fmla="*/ 1208 w 1208"/>
              <a:gd name="T11" fmla="*/ 710 h 1417"/>
              <a:gd name="T12" fmla="*/ 499 w 1208"/>
              <a:gd name="T13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08" h="1417" extrusionOk="0">
                <a:moveTo>
                  <a:pt x="499" y="0"/>
                </a:moveTo>
                <a:lnTo>
                  <a:pt x="0" y="499"/>
                </a:lnTo>
                <a:lnTo>
                  <a:pt x="209" y="710"/>
                </a:lnTo>
                <a:lnTo>
                  <a:pt x="0" y="918"/>
                </a:lnTo>
                <a:lnTo>
                  <a:pt x="499" y="1417"/>
                </a:lnTo>
                <a:lnTo>
                  <a:pt x="1208" y="710"/>
                </a:lnTo>
                <a:lnTo>
                  <a:pt x="499" y="0"/>
                </a:lnTo>
                <a:close/>
              </a:path>
            </a:pathLst>
          </a:custGeom>
          <a:solidFill>
            <a:srgbClr val="FBCF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35" name="Google Shape;712;p25"/>
          <p:cNvSpPr>
            <a:spLocks/>
          </p:cNvSpPr>
          <p:nvPr/>
        </p:nvSpPr>
        <p:spPr bwMode="auto">
          <a:xfrm>
            <a:off x="9263063" y="2303463"/>
            <a:ext cx="1917700" cy="2249487"/>
          </a:xfrm>
          <a:custGeom>
            <a:avLst/>
            <a:gdLst>
              <a:gd name="T0" fmla="*/ 499 w 1208"/>
              <a:gd name="T1" fmla="*/ 0 h 1417"/>
              <a:gd name="T2" fmla="*/ 0 w 1208"/>
              <a:gd name="T3" fmla="*/ 499 h 1417"/>
              <a:gd name="T4" fmla="*/ 209 w 1208"/>
              <a:gd name="T5" fmla="*/ 710 h 1417"/>
              <a:gd name="T6" fmla="*/ 0 w 1208"/>
              <a:gd name="T7" fmla="*/ 918 h 1417"/>
              <a:gd name="T8" fmla="*/ 499 w 1208"/>
              <a:gd name="T9" fmla="*/ 1417 h 1417"/>
              <a:gd name="T10" fmla="*/ 1208 w 1208"/>
              <a:gd name="T11" fmla="*/ 710 h 1417"/>
              <a:gd name="T12" fmla="*/ 499 w 1208"/>
              <a:gd name="T13" fmla="*/ 0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08" h="1417" extrusionOk="0">
                <a:moveTo>
                  <a:pt x="499" y="0"/>
                </a:moveTo>
                <a:lnTo>
                  <a:pt x="0" y="499"/>
                </a:lnTo>
                <a:lnTo>
                  <a:pt x="209" y="710"/>
                </a:lnTo>
                <a:lnTo>
                  <a:pt x="0" y="918"/>
                </a:lnTo>
                <a:lnTo>
                  <a:pt x="499" y="1417"/>
                </a:lnTo>
                <a:lnTo>
                  <a:pt x="1208" y="710"/>
                </a:lnTo>
                <a:lnTo>
                  <a:pt x="499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36" name="Google Shape;713;p25"/>
          <p:cNvSpPr>
            <a:spLocks/>
          </p:cNvSpPr>
          <p:nvPr/>
        </p:nvSpPr>
        <p:spPr bwMode="auto">
          <a:xfrm>
            <a:off x="8929688" y="3095625"/>
            <a:ext cx="665162" cy="665163"/>
          </a:xfrm>
          <a:custGeom>
            <a:avLst/>
            <a:gdLst>
              <a:gd name="T0" fmla="*/ 210 w 419"/>
              <a:gd name="T1" fmla="*/ 0 h 419"/>
              <a:gd name="T2" fmla="*/ 0 w 419"/>
              <a:gd name="T3" fmla="*/ 211 h 419"/>
              <a:gd name="T4" fmla="*/ 210 w 419"/>
              <a:gd name="T5" fmla="*/ 419 h 419"/>
              <a:gd name="T6" fmla="*/ 419 w 419"/>
              <a:gd name="T7" fmla="*/ 211 h 419"/>
              <a:gd name="T8" fmla="*/ 210 w 419"/>
              <a:gd name="T9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9" h="419" extrusionOk="0">
                <a:moveTo>
                  <a:pt x="210" y="0"/>
                </a:moveTo>
                <a:lnTo>
                  <a:pt x="0" y="211"/>
                </a:lnTo>
                <a:lnTo>
                  <a:pt x="210" y="419"/>
                </a:lnTo>
                <a:lnTo>
                  <a:pt x="419" y="211"/>
                </a:lnTo>
                <a:lnTo>
                  <a:pt x="210" y="0"/>
                </a:lnTo>
                <a:close/>
              </a:path>
            </a:pathLst>
          </a:custGeom>
          <a:solidFill>
            <a:srgbClr val="F6B1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37" name="Google Shape;714;p25"/>
          <p:cNvSpPr>
            <a:spLocks/>
          </p:cNvSpPr>
          <p:nvPr/>
        </p:nvSpPr>
        <p:spPr bwMode="auto">
          <a:xfrm>
            <a:off x="8929688" y="3095625"/>
            <a:ext cx="665162" cy="665163"/>
          </a:xfrm>
          <a:custGeom>
            <a:avLst/>
            <a:gdLst>
              <a:gd name="T0" fmla="*/ 210 w 419"/>
              <a:gd name="T1" fmla="*/ 0 h 419"/>
              <a:gd name="T2" fmla="*/ 0 w 419"/>
              <a:gd name="T3" fmla="*/ 211 h 419"/>
              <a:gd name="T4" fmla="*/ 210 w 419"/>
              <a:gd name="T5" fmla="*/ 419 h 419"/>
              <a:gd name="T6" fmla="*/ 419 w 419"/>
              <a:gd name="T7" fmla="*/ 211 h 419"/>
              <a:gd name="T8" fmla="*/ 210 w 419"/>
              <a:gd name="T9" fmla="*/ 0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9" h="419" extrusionOk="0">
                <a:moveTo>
                  <a:pt x="210" y="0"/>
                </a:moveTo>
                <a:lnTo>
                  <a:pt x="0" y="211"/>
                </a:lnTo>
                <a:lnTo>
                  <a:pt x="210" y="419"/>
                </a:lnTo>
                <a:lnTo>
                  <a:pt x="419" y="211"/>
                </a:lnTo>
                <a:lnTo>
                  <a:pt x="21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38" name="Google Shape;715;p25"/>
          <p:cNvSpPr txBox="1">
            <a:spLocks noChangeArrowheads="1"/>
          </p:cNvSpPr>
          <p:nvPr/>
        </p:nvSpPr>
        <p:spPr bwMode="auto">
          <a:xfrm>
            <a:off x="1804988" y="809625"/>
            <a:ext cx="741362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55A8B1"/>
              </a:buClr>
              <a:buSzPts val="4900"/>
              <a:buFont typeface="Montserrat" panose="02000505000000020004" pitchFamily="2" charset="0"/>
              <a:buNone/>
            </a:pPr>
            <a:r>
              <a:rPr lang="en-US" altLang="en-US" sz="4900">
                <a:solidFill>
                  <a:srgbClr val="55A8B1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01</a:t>
            </a:r>
            <a:endParaRPr lang="en-US" altLang="en-US"/>
          </a:p>
        </p:txBody>
      </p:sp>
      <p:sp>
        <p:nvSpPr>
          <p:cNvPr id="38939" name="Google Shape;716;p25"/>
          <p:cNvSpPr txBox="1">
            <a:spLocks noChangeArrowheads="1"/>
          </p:cNvSpPr>
          <p:nvPr/>
        </p:nvSpPr>
        <p:spPr bwMode="auto">
          <a:xfrm>
            <a:off x="4916488" y="809625"/>
            <a:ext cx="847725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81807E"/>
              </a:buClr>
              <a:buSzPts val="4900"/>
              <a:buFont typeface="Montserrat" panose="02000505000000020004" pitchFamily="2" charset="0"/>
              <a:buNone/>
            </a:pPr>
            <a:r>
              <a:rPr lang="en-US" altLang="en-US" sz="4900">
                <a:solidFill>
                  <a:srgbClr val="81807E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03</a:t>
            </a:r>
            <a:endParaRPr lang="en-US" altLang="en-US"/>
          </a:p>
        </p:txBody>
      </p:sp>
      <p:sp>
        <p:nvSpPr>
          <p:cNvPr id="38940" name="Google Shape;717;p25"/>
          <p:cNvSpPr txBox="1">
            <a:spLocks noChangeArrowheads="1"/>
          </p:cNvSpPr>
          <p:nvPr/>
        </p:nvSpPr>
        <p:spPr bwMode="auto">
          <a:xfrm>
            <a:off x="8077200" y="809625"/>
            <a:ext cx="852488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6685C"/>
              </a:buClr>
              <a:buSzPts val="4900"/>
              <a:buFont typeface="Montserrat" panose="02000505000000020004" pitchFamily="2" charset="0"/>
              <a:buNone/>
            </a:pPr>
            <a:r>
              <a:rPr lang="en-US" altLang="en-US" sz="4900">
                <a:solidFill>
                  <a:srgbClr val="E6685C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05</a:t>
            </a:r>
            <a:endParaRPr lang="en-US" altLang="en-US"/>
          </a:p>
        </p:txBody>
      </p:sp>
      <p:sp>
        <p:nvSpPr>
          <p:cNvPr id="38941" name="Google Shape;718;p25"/>
          <p:cNvSpPr txBox="1">
            <a:spLocks noChangeArrowheads="1"/>
          </p:cNvSpPr>
          <p:nvPr/>
        </p:nvSpPr>
        <p:spPr bwMode="auto">
          <a:xfrm>
            <a:off x="3322638" y="5205413"/>
            <a:ext cx="922337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5A7589"/>
              </a:buClr>
              <a:buSzPts val="4900"/>
              <a:buFont typeface="Montserrat" panose="02000505000000020004" pitchFamily="2" charset="0"/>
              <a:buNone/>
            </a:pPr>
            <a:r>
              <a:rPr lang="en-US" altLang="en-US" sz="4900">
                <a:solidFill>
                  <a:srgbClr val="5A7589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02</a:t>
            </a:r>
            <a:endParaRPr lang="en-US" altLang="en-US"/>
          </a:p>
        </p:txBody>
      </p:sp>
      <p:sp>
        <p:nvSpPr>
          <p:cNvPr id="38942" name="Google Shape;719;p25"/>
          <p:cNvSpPr txBox="1">
            <a:spLocks noChangeArrowheads="1"/>
          </p:cNvSpPr>
          <p:nvPr/>
        </p:nvSpPr>
        <p:spPr bwMode="auto">
          <a:xfrm>
            <a:off x="6499225" y="5205413"/>
            <a:ext cx="917575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C0C2C1"/>
              </a:buClr>
              <a:buSzPts val="4900"/>
              <a:buFont typeface="Montserrat" panose="02000505000000020004" pitchFamily="2" charset="0"/>
              <a:buNone/>
            </a:pPr>
            <a:r>
              <a:rPr lang="en-US" altLang="en-US" sz="4900">
                <a:solidFill>
                  <a:srgbClr val="C0C2C1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04</a:t>
            </a:r>
            <a:endParaRPr lang="en-US" altLang="en-US"/>
          </a:p>
        </p:txBody>
      </p:sp>
      <p:sp>
        <p:nvSpPr>
          <p:cNvPr id="38943" name="Google Shape;720;p25"/>
          <p:cNvSpPr txBox="1">
            <a:spLocks noChangeArrowheads="1"/>
          </p:cNvSpPr>
          <p:nvPr/>
        </p:nvSpPr>
        <p:spPr bwMode="auto">
          <a:xfrm>
            <a:off x="9647238" y="5205413"/>
            <a:ext cx="828675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E74"/>
              </a:buClr>
              <a:buSzPts val="4900"/>
              <a:buFont typeface="Montserrat" panose="02000505000000020004" pitchFamily="2" charset="0"/>
              <a:buNone/>
            </a:pPr>
            <a:r>
              <a:rPr lang="en-US" altLang="en-US" sz="4900">
                <a:solidFill>
                  <a:srgbClr val="FACE74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06</a:t>
            </a:r>
            <a:endParaRPr lang="en-US" altLang="en-US"/>
          </a:p>
        </p:txBody>
      </p:sp>
      <p:sp>
        <p:nvSpPr>
          <p:cNvPr id="38944" name="Google Shape;721;p25"/>
          <p:cNvSpPr>
            <a:spLocks/>
          </p:cNvSpPr>
          <p:nvPr/>
        </p:nvSpPr>
        <p:spPr bwMode="auto">
          <a:xfrm>
            <a:off x="3416300" y="3067050"/>
            <a:ext cx="606425" cy="722313"/>
          </a:xfrm>
          <a:custGeom>
            <a:avLst/>
            <a:gdLst>
              <a:gd name="T0" fmla="*/ 56 w 149"/>
              <a:gd name="T1" fmla="*/ 177 h 177"/>
              <a:gd name="T2" fmla="*/ 93 w 149"/>
              <a:gd name="T3" fmla="*/ 165 h 177"/>
              <a:gd name="T4" fmla="*/ 93 w 149"/>
              <a:gd name="T5" fmla="*/ 149 h 177"/>
              <a:gd name="T6" fmla="*/ 56 w 149"/>
              <a:gd name="T7" fmla="*/ 161 h 177"/>
              <a:gd name="T8" fmla="*/ 81 w 149"/>
              <a:gd name="T9" fmla="*/ 87 h 177"/>
              <a:gd name="T10" fmla="*/ 69 w 149"/>
              <a:gd name="T11" fmla="*/ 145 h 177"/>
              <a:gd name="T12" fmla="*/ 75 w 149"/>
              <a:gd name="T13" fmla="*/ 145 h 177"/>
              <a:gd name="T14" fmla="*/ 81 w 149"/>
              <a:gd name="T15" fmla="*/ 87 h 177"/>
              <a:gd name="T16" fmla="*/ 54 w 149"/>
              <a:gd name="T17" fmla="*/ 82 h 177"/>
              <a:gd name="T18" fmla="*/ 54 w 149"/>
              <a:gd name="T19" fmla="*/ 64 h 177"/>
              <a:gd name="T20" fmla="*/ 86 w 149"/>
              <a:gd name="T21" fmla="*/ 73 h 177"/>
              <a:gd name="T22" fmla="*/ 104 w 149"/>
              <a:gd name="T23" fmla="*/ 73 h 177"/>
              <a:gd name="T24" fmla="*/ 26 w 149"/>
              <a:gd name="T25" fmla="*/ 57 h 177"/>
              <a:gd name="T26" fmla="*/ 51 w 149"/>
              <a:gd name="T27" fmla="*/ 139 h 177"/>
              <a:gd name="T28" fmla="*/ 63 w 149"/>
              <a:gd name="T29" fmla="*/ 87 h 177"/>
              <a:gd name="T30" fmla="*/ 40 w 149"/>
              <a:gd name="T31" fmla="*/ 73 h 177"/>
              <a:gd name="T32" fmla="*/ 69 w 149"/>
              <a:gd name="T33" fmla="*/ 72 h 177"/>
              <a:gd name="T34" fmla="*/ 81 w 149"/>
              <a:gd name="T35" fmla="*/ 82 h 177"/>
              <a:gd name="T36" fmla="*/ 85 w 149"/>
              <a:gd name="T37" fmla="*/ 62 h 177"/>
              <a:gd name="T38" fmla="*/ 110 w 149"/>
              <a:gd name="T39" fmla="*/ 73 h 177"/>
              <a:gd name="T40" fmla="*/ 86 w 149"/>
              <a:gd name="T41" fmla="*/ 87 h 177"/>
              <a:gd name="T42" fmla="*/ 99 w 149"/>
              <a:gd name="T43" fmla="*/ 139 h 177"/>
              <a:gd name="T44" fmla="*/ 124 w 149"/>
              <a:gd name="T45" fmla="*/ 57 h 177"/>
              <a:gd name="T46" fmla="*/ 69 w 149"/>
              <a:gd name="T47" fmla="*/ 5 h 177"/>
              <a:gd name="T48" fmla="*/ 80 w 149"/>
              <a:gd name="T49" fmla="*/ 15 h 177"/>
              <a:gd name="T50" fmla="*/ 108 w 149"/>
              <a:gd name="T51" fmla="*/ 7 h 177"/>
              <a:gd name="T52" fmla="*/ 98 w 149"/>
              <a:gd name="T53" fmla="*/ 25 h 177"/>
              <a:gd name="T54" fmla="*/ 132 w 149"/>
              <a:gd name="T55" fmla="*/ 32 h 177"/>
              <a:gd name="T56" fmla="*/ 117 w 149"/>
              <a:gd name="T57" fmla="*/ 30 h 177"/>
              <a:gd name="T58" fmla="*/ 132 w 149"/>
              <a:gd name="T59" fmla="*/ 32 h 177"/>
              <a:gd name="T60" fmla="*/ 142 w 149"/>
              <a:gd name="T61" fmla="*/ 48 h 177"/>
              <a:gd name="T62" fmla="*/ 134 w 149"/>
              <a:gd name="T63" fmla="*/ 60 h 177"/>
              <a:gd name="T64" fmla="*/ 148 w 149"/>
              <a:gd name="T65" fmla="*/ 83 h 177"/>
              <a:gd name="T66" fmla="*/ 127 w 149"/>
              <a:gd name="T67" fmla="*/ 79 h 177"/>
              <a:gd name="T68" fmla="*/ 43 w 149"/>
              <a:gd name="T69" fmla="*/ 23 h 177"/>
              <a:gd name="T70" fmla="*/ 48 w 149"/>
              <a:gd name="T71" fmla="*/ 9 h 177"/>
              <a:gd name="T72" fmla="*/ 43 w 149"/>
              <a:gd name="T73" fmla="*/ 23 h 177"/>
              <a:gd name="T74" fmla="*/ 31 w 149"/>
              <a:gd name="T75" fmla="*/ 30 h 177"/>
              <a:gd name="T76" fmla="*/ 17 w 149"/>
              <a:gd name="T77" fmla="*/ 32 h 177"/>
              <a:gd name="T78" fmla="*/ 21 w 149"/>
              <a:gd name="T79" fmla="*/ 56 h 177"/>
              <a:gd name="T80" fmla="*/ 1 w 149"/>
              <a:gd name="T81" fmla="*/ 52 h 177"/>
              <a:gd name="T82" fmla="*/ 17 w 149"/>
              <a:gd name="T83" fmla="*/ 85 h 177"/>
              <a:gd name="T84" fmla="*/ 5 w 149"/>
              <a:gd name="T85" fmla="*/ 76 h 177"/>
              <a:gd name="T86" fmla="*/ 17 w 149"/>
              <a:gd name="T87" fmla="*/ 85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49" h="177" extrusionOk="0">
                <a:moveTo>
                  <a:pt x="100" y="171"/>
                </a:moveTo>
                <a:cubicBezTo>
                  <a:pt x="100" y="174"/>
                  <a:pt x="97" y="177"/>
                  <a:pt x="93" y="177"/>
                </a:cubicBezTo>
                <a:cubicBezTo>
                  <a:pt x="56" y="177"/>
                  <a:pt x="56" y="177"/>
                  <a:pt x="56" y="177"/>
                </a:cubicBezTo>
                <a:cubicBezTo>
                  <a:pt x="53" y="177"/>
                  <a:pt x="50" y="174"/>
                  <a:pt x="50" y="171"/>
                </a:cubicBezTo>
                <a:cubicBezTo>
                  <a:pt x="50" y="168"/>
                  <a:pt x="53" y="165"/>
                  <a:pt x="56" y="165"/>
                </a:cubicBezTo>
                <a:cubicBezTo>
                  <a:pt x="93" y="165"/>
                  <a:pt x="93" y="165"/>
                  <a:pt x="93" y="165"/>
                </a:cubicBezTo>
                <a:cubicBezTo>
                  <a:pt x="97" y="165"/>
                  <a:pt x="100" y="168"/>
                  <a:pt x="100" y="171"/>
                </a:cubicBezTo>
                <a:close/>
                <a:moveTo>
                  <a:pt x="100" y="155"/>
                </a:moveTo>
                <a:cubicBezTo>
                  <a:pt x="100" y="152"/>
                  <a:pt x="97" y="149"/>
                  <a:pt x="93" y="149"/>
                </a:cubicBezTo>
                <a:cubicBezTo>
                  <a:pt x="56" y="149"/>
                  <a:pt x="56" y="149"/>
                  <a:pt x="56" y="149"/>
                </a:cubicBezTo>
                <a:cubicBezTo>
                  <a:pt x="53" y="149"/>
                  <a:pt x="50" y="152"/>
                  <a:pt x="50" y="155"/>
                </a:cubicBezTo>
                <a:cubicBezTo>
                  <a:pt x="50" y="158"/>
                  <a:pt x="53" y="161"/>
                  <a:pt x="56" y="161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7" y="161"/>
                  <a:pt x="100" y="158"/>
                  <a:pt x="100" y="155"/>
                </a:cubicBezTo>
                <a:close/>
                <a:moveTo>
                  <a:pt x="81" y="87"/>
                </a:moveTo>
                <a:cubicBezTo>
                  <a:pt x="73" y="87"/>
                  <a:pt x="73" y="87"/>
                  <a:pt x="73" y="87"/>
                </a:cubicBezTo>
                <a:cubicBezTo>
                  <a:pt x="69" y="87"/>
                  <a:pt x="69" y="87"/>
                  <a:pt x="69" y="87"/>
                </a:cubicBezTo>
                <a:cubicBezTo>
                  <a:pt x="69" y="145"/>
                  <a:pt x="69" y="145"/>
                  <a:pt x="69" y="145"/>
                </a:cubicBezTo>
                <a:cubicBezTo>
                  <a:pt x="71" y="145"/>
                  <a:pt x="73" y="145"/>
                  <a:pt x="74" y="145"/>
                </a:cubicBezTo>
                <a:cubicBezTo>
                  <a:pt x="75" y="145"/>
                  <a:pt x="75" y="145"/>
                  <a:pt x="75" y="145"/>
                </a:cubicBezTo>
                <a:cubicBezTo>
                  <a:pt x="75" y="145"/>
                  <a:pt x="75" y="145"/>
                  <a:pt x="75" y="145"/>
                </a:cubicBezTo>
                <a:cubicBezTo>
                  <a:pt x="75" y="145"/>
                  <a:pt x="75" y="145"/>
                  <a:pt x="75" y="145"/>
                </a:cubicBezTo>
                <a:cubicBezTo>
                  <a:pt x="77" y="145"/>
                  <a:pt x="79" y="145"/>
                  <a:pt x="81" y="145"/>
                </a:cubicBezTo>
                <a:lnTo>
                  <a:pt x="81" y="87"/>
                </a:lnTo>
                <a:close/>
                <a:moveTo>
                  <a:pt x="54" y="64"/>
                </a:moveTo>
                <a:cubicBezTo>
                  <a:pt x="49" y="64"/>
                  <a:pt x="45" y="68"/>
                  <a:pt x="45" y="73"/>
                </a:cubicBezTo>
                <a:cubicBezTo>
                  <a:pt x="45" y="78"/>
                  <a:pt x="49" y="82"/>
                  <a:pt x="54" y="82"/>
                </a:cubicBezTo>
                <a:cubicBezTo>
                  <a:pt x="63" y="82"/>
                  <a:pt x="63" y="82"/>
                  <a:pt x="63" y="82"/>
                </a:cubicBezTo>
                <a:cubicBezTo>
                  <a:pt x="63" y="73"/>
                  <a:pt x="63" y="73"/>
                  <a:pt x="63" y="73"/>
                </a:cubicBezTo>
                <a:cubicBezTo>
                  <a:pt x="63" y="68"/>
                  <a:pt x="59" y="64"/>
                  <a:pt x="54" y="64"/>
                </a:cubicBezTo>
                <a:close/>
                <a:moveTo>
                  <a:pt x="104" y="73"/>
                </a:moveTo>
                <a:cubicBezTo>
                  <a:pt x="104" y="68"/>
                  <a:pt x="100" y="64"/>
                  <a:pt x="95" y="64"/>
                </a:cubicBezTo>
                <a:cubicBezTo>
                  <a:pt x="90" y="64"/>
                  <a:pt x="86" y="68"/>
                  <a:pt x="86" y="73"/>
                </a:cubicBezTo>
                <a:cubicBezTo>
                  <a:pt x="86" y="82"/>
                  <a:pt x="86" y="82"/>
                  <a:pt x="86" y="82"/>
                </a:cubicBezTo>
                <a:cubicBezTo>
                  <a:pt x="95" y="82"/>
                  <a:pt x="95" y="82"/>
                  <a:pt x="95" y="82"/>
                </a:cubicBezTo>
                <a:cubicBezTo>
                  <a:pt x="100" y="82"/>
                  <a:pt x="104" y="78"/>
                  <a:pt x="104" y="73"/>
                </a:cubicBezTo>
                <a:close/>
                <a:moveTo>
                  <a:pt x="124" y="57"/>
                </a:moveTo>
                <a:cubicBezTo>
                  <a:pt x="120" y="41"/>
                  <a:pt x="101" y="24"/>
                  <a:pt x="75" y="24"/>
                </a:cubicBezTo>
                <a:cubicBezTo>
                  <a:pt x="49" y="24"/>
                  <a:pt x="30" y="41"/>
                  <a:pt x="26" y="57"/>
                </a:cubicBezTo>
                <a:cubicBezTo>
                  <a:pt x="23" y="69"/>
                  <a:pt x="25" y="80"/>
                  <a:pt x="31" y="91"/>
                </a:cubicBezTo>
                <a:cubicBezTo>
                  <a:pt x="36" y="101"/>
                  <a:pt x="42" y="109"/>
                  <a:pt x="46" y="119"/>
                </a:cubicBezTo>
                <a:cubicBezTo>
                  <a:pt x="49" y="125"/>
                  <a:pt x="50" y="133"/>
                  <a:pt x="51" y="139"/>
                </a:cubicBezTo>
                <a:cubicBezTo>
                  <a:pt x="52" y="143"/>
                  <a:pt x="54" y="145"/>
                  <a:pt x="59" y="145"/>
                </a:cubicBezTo>
                <a:cubicBezTo>
                  <a:pt x="61" y="145"/>
                  <a:pt x="62" y="145"/>
                  <a:pt x="63" y="145"/>
                </a:cubicBezTo>
                <a:cubicBezTo>
                  <a:pt x="63" y="87"/>
                  <a:pt x="63" y="87"/>
                  <a:pt x="63" y="87"/>
                </a:cubicBezTo>
                <a:cubicBezTo>
                  <a:pt x="54" y="87"/>
                  <a:pt x="54" y="87"/>
                  <a:pt x="54" y="87"/>
                </a:cubicBezTo>
                <a:cubicBezTo>
                  <a:pt x="50" y="87"/>
                  <a:pt x="47" y="86"/>
                  <a:pt x="44" y="83"/>
                </a:cubicBezTo>
                <a:cubicBezTo>
                  <a:pt x="41" y="80"/>
                  <a:pt x="40" y="77"/>
                  <a:pt x="40" y="73"/>
                </a:cubicBezTo>
                <a:cubicBezTo>
                  <a:pt x="40" y="69"/>
                  <a:pt x="41" y="65"/>
                  <a:pt x="44" y="62"/>
                </a:cubicBezTo>
                <a:cubicBezTo>
                  <a:pt x="47" y="60"/>
                  <a:pt x="50" y="58"/>
                  <a:pt x="54" y="58"/>
                </a:cubicBezTo>
                <a:cubicBezTo>
                  <a:pt x="62" y="58"/>
                  <a:pt x="69" y="64"/>
                  <a:pt x="69" y="72"/>
                </a:cubicBezTo>
                <a:cubicBezTo>
                  <a:pt x="69" y="82"/>
                  <a:pt x="69" y="82"/>
                  <a:pt x="69" y="82"/>
                </a:cubicBezTo>
                <a:cubicBezTo>
                  <a:pt x="73" y="82"/>
                  <a:pt x="73" y="82"/>
                  <a:pt x="73" y="82"/>
                </a:cubicBezTo>
                <a:cubicBezTo>
                  <a:pt x="81" y="82"/>
                  <a:pt x="81" y="82"/>
                  <a:pt x="81" y="82"/>
                </a:cubicBezTo>
                <a:cubicBezTo>
                  <a:pt x="81" y="72"/>
                  <a:pt x="81" y="72"/>
                  <a:pt x="81" y="72"/>
                </a:cubicBezTo>
                <a:cubicBezTo>
                  <a:pt x="81" y="72"/>
                  <a:pt x="81" y="72"/>
                  <a:pt x="81" y="72"/>
                </a:cubicBezTo>
                <a:cubicBezTo>
                  <a:pt x="81" y="69"/>
                  <a:pt x="82" y="65"/>
                  <a:pt x="85" y="62"/>
                </a:cubicBezTo>
                <a:cubicBezTo>
                  <a:pt x="88" y="60"/>
                  <a:pt x="91" y="58"/>
                  <a:pt x="95" y="58"/>
                </a:cubicBezTo>
                <a:cubicBezTo>
                  <a:pt x="99" y="58"/>
                  <a:pt x="103" y="60"/>
                  <a:pt x="106" y="62"/>
                </a:cubicBezTo>
                <a:cubicBezTo>
                  <a:pt x="108" y="65"/>
                  <a:pt x="110" y="69"/>
                  <a:pt x="110" y="73"/>
                </a:cubicBezTo>
                <a:cubicBezTo>
                  <a:pt x="110" y="77"/>
                  <a:pt x="108" y="80"/>
                  <a:pt x="106" y="83"/>
                </a:cubicBezTo>
                <a:cubicBezTo>
                  <a:pt x="103" y="86"/>
                  <a:pt x="99" y="87"/>
                  <a:pt x="95" y="87"/>
                </a:cubicBezTo>
                <a:cubicBezTo>
                  <a:pt x="86" y="87"/>
                  <a:pt x="86" y="87"/>
                  <a:pt x="86" y="87"/>
                </a:cubicBezTo>
                <a:cubicBezTo>
                  <a:pt x="86" y="145"/>
                  <a:pt x="86" y="145"/>
                  <a:pt x="86" y="145"/>
                </a:cubicBezTo>
                <a:cubicBezTo>
                  <a:pt x="88" y="145"/>
                  <a:pt x="89" y="145"/>
                  <a:pt x="90" y="145"/>
                </a:cubicBezTo>
                <a:cubicBezTo>
                  <a:pt x="96" y="145"/>
                  <a:pt x="97" y="143"/>
                  <a:pt x="99" y="139"/>
                </a:cubicBezTo>
                <a:cubicBezTo>
                  <a:pt x="100" y="133"/>
                  <a:pt x="101" y="125"/>
                  <a:pt x="103" y="119"/>
                </a:cubicBezTo>
                <a:cubicBezTo>
                  <a:pt x="108" y="109"/>
                  <a:pt x="113" y="101"/>
                  <a:pt x="118" y="91"/>
                </a:cubicBezTo>
                <a:cubicBezTo>
                  <a:pt x="124" y="80"/>
                  <a:pt x="127" y="69"/>
                  <a:pt x="124" y="57"/>
                </a:cubicBezTo>
                <a:close/>
                <a:moveTo>
                  <a:pt x="80" y="5"/>
                </a:moveTo>
                <a:cubicBezTo>
                  <a:pt x="80" y="2"/>
                  <a:pt x="78" y="0"/>
                  <a:pt x="75" y="0"/>
                </a:cubicBezTo>
                <a:cubicBezTo>
                  <a:pt x="72" y="0"/>
                  <a:pt x="69" y="2"/>
                  <a:pt x="69" y="5"/>
                </a:cubicBezTo>
                <a:cubicBezTo>
                  <a:pt x="69" y="15"/>
                  <a:pt x="69" y="15"/>
                  <a:pt x="69" y="15"/>
                </a:cubicBezTo>
                <a:cubicBezTo>
                  <a:pt x="69" y="18"/>
                  <a:pt x="72" y="21"/>
                  <a:pt x="75" y="21"/>
                </a:cubicBezTo>
                <a:cubicBezTo>
                  <a:pt x="78" y="21"/>
                  <a:pt x="80" y="18"/>
                  <a:pt x="80" y="15"/>
                </a:cubicBezTo>
                <a:lnTo>
                  <a:pt x="80" y="5"/>
                </a:lnTo>
                <a:close/>
                <a:moveTo>
                  <a:pt x="110" y="14"/>
                </a:moveTo>
                <a:cubicBezTo>
                  <a:pt x="111" y="12"/>
                  <a:pt x="110" y="8"/>
                  <a:pt x="108" y="7"/>
                </a:cubicBezTo>
                <a:cubicBezTo>
                  <a:pt x="105" y="6"/>
                  <a:pt x="102" y="7"/>
                  <a:pt x="101" y="9"/>
                </a:cubicBezTo>
                <a:cubicBezTo>
                  <a:pt x="96" y="18"/>
                  <a:pt x="96" y="18"/>
                  <a:pt x="96" y="18"/>
                </a:cubicBezTo>
                <a:cubicBezTo>
                  <a:pt x="94" y="20"/>
                  <a:pt x="95" y="24"/>
                  <a:pt x="98" y="25"/>
                </a:cubicBezTo>
                <a:cubicBezTo>
                  <a:pt x="101" y="27"/>
                  <a:pt x="104" y="26"/>
                  <a:pt x="105" y="23"/>
                </a:cubicBezTo>
                <a:lnTo>
                  <a:pt x="110" y="14"/>
                </a:lnTo>
                <a:close/>
                <a:moveTo>
                  <a:pt x="132" y="32"/>
                </a:moveTo>
                <a:cubicBezTo>
                  <a:pt x="134" y="30"/>
                  <a:pt x="135" y="26"/>
                  <a:pt x="133" y="24"/>
                </a:cubicBezTo>
                <a:cubicBezTo>
                  <a:pt x="131" y="22"/>
                  <a:pt x="127" y="22"/>
                  <a:pt x="125" y="24"/>
                </a:cubicBezTo>
                <a:cubicBezTo>
                  <a:pt x="117" y="30"/>
                  <a:pt x="117" y="30"/>
                  <a:pt x="117" y="30"/>
                </a:cubicBezTo>
                <a:cubicBezTo>
                  <a:pt x="115" y="32"/>
                  <a:pt x="115" y="36"/>
                  <a:pt x="117" y="38"/>
                </a:cubicBezTo>
                <a:cubicBezTo>
                  <a:pt x="119" y="40"/>
                  <a:pt x="122" y="40"/>
                  <a:pt x="125" y="38"/>
                </a:cubicBezTo>
                <a:lnTo>
                  <a:pt x="132" y="32"/>
                </a:lnTo>
                <a:close/>
                <a:moveTo>
                  <a:pt x="144" y="58"/>
                </a:moveTo>
                <a:cubicBezTo>
                  <a:pt x="147" y="58"/>
                  <a:pt x="149" y="55"/>
                  <a:pt x="148" y="52"/>
                </a:cubicBezTo>
                <a:cubicBezTo>
                  <a:pt x="148" y="49"/>
                  <a:pt x="145" y="47"/>
                  <a:pt x="142" y="48"/>
                </a:cubicBezTo>
                <a:cubicBezTo>
                  <a:pt x="132" y="49"/>
                  <a:pt x="132" y="49"/>
                  <a:pt x="132" y="49"/>
                </a:cubicBezTo>
                <a:cubicBezTo>
                  <a:pt x="129" y="50"/>
                  <a:pt x="127" y="53"/>
                  <a:pt x="128" y="56"/>
                </a:cubicBezTo>
                <a:cubicBezTo>
                  <a:pt x="128" y="58"/>
                  <a:pt x="131" y="60"/>
                  <a:pt x="134" y="60"/>
                </a:cubicBezTo>
                <a:lnTo>
                  <a:pt x="144" y="58"/>
                </a:lnTo>
                <a:close/>
                <a:moveTo>
                  <a:pt x="141" y="87"/>
                </a:moveTo>
                <a:cubicBezTo>
                  <a:pt x="144" y="88"/>
                  <a:pt x="147" y="86"/>
                  <a:pt x="148" y="83"/>
                </a:cubicBezTo>
                <a:cubicBezTo>
                  <a:pt x="148" y="80"/>
                  <a:pt x="146" y="77"/>
                  <a:pt x="143" y="76"/>
                </a:cubicBezTo>
                <a:cubicBezTo>
                  <a:pt x="134" y="74"/>
                  <a:pt x="134" y="74"/>
                  <a:pt x="134" y="74"/>
                </a:cubicBezTo>
                <a:cubicBezTo>
                  <a:pt x="131" y="74"/>
                  <a:pt x="128" y="76"/>
                  <a:pt x="127" y="79"/>
                </a:cubicBezTo>
                <a:cubicBezTo>
                  <a:pt x="127" y="82"/>
                  <a:pt x="129" y="84"/>
                  <a:pt x="132" y="85"/>
                </a:cubicBezTo>
                <a:lnTo>
                  <a:pt x="141" y="87"/>
                </a:lnTo>
                <a:close/>
                <a:moveTo>
                  <a:pt x="43" y="23"/>
                </a:moveTo>
                <a:cubicBezTo>
                  <a:pt x="45" y="26"/>
                  <a:pt x="48" y="27"/>
                  <a:pt x="51" y="25"/>
                </a:cubicBezTo>
                <a:cubicBezTo>
                  <a:pt x="53" y="24"/>
                  <a:pt x="54" y="20"/>
                  <a:pt x="53" y="18"/>
                </a:cubicBezTo>
                <a:cubicBezTo>
                  <a:pt x="48" y="9"/>
                  <a:pt x="48" y="9"/>
                  <a:pt x="48" y="9"/>
                </a:cubicBezTo>
                <a:cubicBezTo>
                  <a:pt x="47" y="7"/>
                  <a:pt x="44" y="6"/>
                  <a:pt x="41" y="7"/>
                </a:cubicBezTo>
                <a:cubicBezTo>
                  <a:pt x="38" y="8"/>
                  <a:pt x="37" y="12"/>
                  <a:pt x="39" y="14"/>
                </a:cubicBezTo>
                <a:lnTo>
                  <a:pt x="43" y="23"/>
                </a:lnTo>
                <a:close/>
                <a:moveTo>
                  <a:pt x="24" y="38"/>
                </a:moveTo>
                <a:cubicBezTo>
                  <a:pt x="26" y="40"/>
                  <a:pt x="30" y="40"/>
                  <a:pt x="32" y="38"/>
                </a:cubicBezTo>
                <a:cubicBezTo>
                  <a:pt x="34" y="36"/>
                  <a:pt x="34" y="32"/>
                  <a:pt x="31" y="30"/>
                </a:cubicBezTo>
                <a:cubicBezTo>
                  <a:pt x="24" y="24"/>
                  <a:pt x="24" y="24"/>
                  <a:pt x="24" y="24"/>
                </a:cubicBezTo>
                <a:cubicBezTo>
                  <a:pt x="22" y="22"/>
                  <a:pt x="18" y="22"/>
                  <a:pt x="16" y="24"/>
                </a:cubicBezTo>
                <a:cubicBezTo>
                  <a:pt x="14" y="26"/>
                  <a:pt x="14" y="30"/>
                  <a:pt x="17" y="32"/>
                </a:cubicBezTo>
                <a:lnTo>
                  <a:pt x="24" y="38"/>
                </a:lnTo>
                <a:close/>
                <a:moveTo>
                  <a:pt x="15" y="60"/>
                </a:moveTo>
                <a:cubicBezTo>
                  <a:pt x="18" y="60"/>
                  <a:pt x="21" y="58"/>
                  <a:pt x="21" y="56"/>
                </a:cubicBezTo>
                <a:cubicBezTo>
                  <a:pt x="22" y="53"/>
                  <a:pt x="20" y="50"/>
                  <a:pt x="17" y="49"/>
                </a:cubicBezTo>
                <a:cubicBezTo>
                  <a:pt x="7" y="48"/>
                  <a:pt x="7" y="48"/>
                  <a:pt x="7" y="48"/>
                </a:cubicBezTo>
                <a:cubicBezTo>
                  <a:pt x="4" y="47"/>
                  <a:pt x="1" y="49"/>
                  <a:pt x="1" y="52"/>
                </a:cubicBezTo>
                <a:cubicBezTo>
                  <a:pt x="0" y="55"/>
                  <a:pt x="2" y="58"/>
                  <a:pt x="5" y="58"/>
                </a:cubicBezTo>
                <a:lnTo>
                  <a:pt x="15" y="60"/>
                </a:lnTo>
                <a:close/>
                <a:moveTo>
                  <a:pt x="17" y="85"/>
                </a:moveTo>
                <a:cubicBezTo>
                  <a:pt x="20" y="84"/>
                  <a:pt x="22" y="82"/>
                  <a:pt x="21" y="79"/>
                </a:cubicBezTo>
                <a:cubicBezTo>
                  <a:pt x="21" y="76"/>
                  <a:pt x="18" y="74"/>
                  <a:pt x="15" y="74"/>
                </a:cubicBezTo>
                <a:cubicBezTo>
                  <a:pt x="5" y="76"/>
                  <a:pt x="5" y="76"/>
                  <a:pt x="5" y="76"/>
                </a:cubicBezTo>
                <a:cubicBezTo>
                  <a:pt x="2" y="77"/>
                  <a:pt x="1" y="80"/>
                  <a:pt x="1" y="83"/>
                </a:cubicBezTo>
                <a:cubicBezTo>
                  <a:pt x="2" y="86"/>
                  <a:pt x="5" y="88"/>
                  <a:pt x="7" y="87"/>
                </a:cubicBezTo>
                <a:lnTo>
                  <a:pt x="17" y="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45" name="Google Shape;722;p25"/>
          <p:cNvSpPr>
            <a:spLocks/>
          </p:cNvSpPr>
          <p:nvPr/>
        </p:nvSpPr>
        <p:spPr bwMode="auto">
          <a:xfrm>
            <a:off x="4965700" y="3135313"/>
            <a:ext cx="684213" cy="571500"/>
          </a:xfrm>
          <a:custGeom>
            <a:avLst/>
            <a:gdLst>
              <a:gd name="T0" fmla="*/ 23 w 168"/>
              <a:gd name="T1" fmla="*/ 114 h 140"/>
              <a:gd name="T2" fmla="*/ 23 w 168"/>
              <a:gd name="T3" fmla="*/ 77 h 140"/>
              <a:gd name="T4" fmla="*/ 28 w 168"/>
              <a:gd name="T5" fmla="*/ 71 h 140"/>
              <a:gd name="T6" fmla="*/ 38 w 168"/>
              <a:gd name="T7" fmla="*/ 71 h 140"/>
              <a:gd name="T8" fmla="*/ 43 w 168"/>
              <a:gd name="T9" fmla="*/ 77 h 140"/>
              <a:gd name="T10" fmla="*/ 43 w 168"/>
              <a:gd name="T11" fmla="*/ 114 h 140"/>
              <a:gd name="T12" fmla="*/ 38 w 168"/>
              <a:gd name="T13" fmla="*/ 120 h 140"/>
              <a:gd name="T14" fmla="*/ 28 w 168"/>
              <a:gd name="T15" fmla="*/ 120 h 140"/>
              <a:gd name="T16" fmla="*/ 23 w 168"/>
              <a:gd name="T17" fmla="*/ 114 h 140"/>
              <a:gd name="T18" fmla="*/ 62 w 168"/>
              <a:gd name="T19" fmla="*/ 58 h 140"/>
              <a:gd name="T20" fmla="*/ 56 w 168"/>
              <a:gd name="T21" fmla="*/ 63 h 140"/>
              <a:gd name="T22" fmla="*/ 56 w 168"/>
              <a:gd name="T23" fmla="*/ 114 h 140"/>
              <a:gd name="T24" fmla="*/ 62 w 168"/>
              <a:gd name="T25" fmla="*/ 120 h 140"/>
              <a:gd name="T26" fmla="*/ 71 w 168"/>
              <a:gd name="T27" fmla="*/ 120 h 140"/>
              <a:gd name="T28" fmla="*/ 77 w 168"/>
              <a:gd name="T29" fmla="*/ 114 h 140"/>
              <a:gd name="T30" fmla="*/ 77 w 168"/>
              <a:gd name="T31" fmla="*/ 63 h 140"/>
              <a:gd name="T32" fmla="*/ 71 w 168"/>
              <a:gd name="T33" fmla="*/ 58 h 140"/>
              <a:gd name="T34" fmla="*/ 62 w 168"/>
              <a:gd name="T35" fmla="*/ 58 h 140"/>
              <a:gd name="T36" fmla="*/ 95 w 168"/>
              <a:gd name="T37" fmla="*/ 46 h 140"/>
              <a:gd name="T38" fmla="*/ 90 w 168"/>
              <a:gd name="T39" fmla="*/ 52 h 140"/>
              <a:gd name="T40" fmla="*/ 90 w 168"/>
              <a:gd name="T41" fmla="*/ 114 h 140"/>
              <a:gd name="T42" fmla="*/ 95 w 168"/>
              <a:gd name="T43" fmla="*/ 120 h 140"/>
              <a:gd name="T44" fmla="*/ 105 w 168"/>
              <a:gd name="T45" fmla="*/ 120 h 140"/>
              <a:gd name="T46" fmla="*/ 110 w 168"/>
              <a:gd name="T47" fmla="*/ 114 h 140"/>
              <a:gd name="T48" fmla="*/ 110 w 168"/>
              <a:gd name="T49" fmla="*/ 52 h 140"/>
              <a:gd name="T50" fmla="*/ 105 w 168"/>
              <a:gd name="T51" fmla="*/ 46 h 140"/>
              <a:gd name="T52" fmla="*/ 95 w 168"/>
              <a:gd name="T53" fmla="*/ 46 h 140"/>
              <a:gd name="T54" fmla="*/ 129 w 168"/>
              <a:gd name="T55" fmla="*/ 34 h 140"/>
              <a:gd name="T56" fmla="*/ 124 w 168"/>
              <a:gd name="T57" fmla="*/ 40 h 140"/>
              <a:gd name="T58" fmla="*/ 124 w 168"/>
              <a:gd name="T59" fmla="*/ 114 h 140"/>
              <a:gd name="T60" fmla="*/ 129 w 168"/>
              <a:gd name="T61" fmla="*/ 120 h 140"/>
              <a:gd name="T62" fmla="*/ 138 w 168"/>
              <a:gd name="T63" fmla="*/ 120 h 140"/>
              <a:gd name="T64" fmla="*/ 144 w 168"/>
              <a:gd name="T65" fmla="*/ 114 h 140"/>
              <a:gd name="T66" fmla="*/ 144 w 168"/>
              <a:gd name="T67" fmla="*/ 40 h 140"/>
              <a:gd name="T68" fmla="*/ 138 w 168"/>
              <a:gd name="T69" fmla="*/ 34 h 140"/>
              <a:gd name="T70" fmla="*/ 129 w 168"/>
              <a:gd name="T71" fmla="*/ 34 h 140"/>
              <a:gd name="T72" fmla="*/ 25 w 168"/>
              <a:gd name="T73" fmla="*/ 56 h 140"/>
              <a:gd name="T74" fmla="*/ 125 w 168"/>
              <a:gd name="T75" fmla="*/ 19 h 140"/>
              <a:gd name="T76" fmla="*/ 128 w 168"/>
              <a:gd name="T77" fmla="*/ 24 h 140"/>
              <a:gd name="T78" fmla="*/ 138 w 168"/>
              <a:gd name="T79" fmla="*/ 7 h 140"/>
              <a:gd name="T80" fmla="*/ 119 w 168"/>
              <a:gd name="T81" fmla="*/ 7 h 140"/>
              <a:gd name="T82" fmla="*/ 121 w 168"/>
              <a:gd name="T83" fmla="*/ 12 h 140"/>
              <a:gd name="T84" fmla="*/ 24 w 168"/>
              <a:gd name="T85" fmla="*/ 49 h 140"/>
              <a:gd name="T86" fmla="*/ 25 w 168"/>
              <a:gd name="T87" fmla="*/ 56 h 140"/>
              <a:gd name="T88" fmla="*/ 168 w 168"/>
              <a:gd name="T89" fmla="*/ 131 h 140"/>
              <a:gd name="T90" fmla="*/ 151 w 168"/>
              <a:gd name="T91" fmla="*/ 121 h 140"/>
              <a:gd name="T92" fmla="*/ 151 w 168"/>
              <a:gd name="T93" fmla="*/ 127 h 140"/>
              <a:gd name="T94" fmla="*/ 14 w 168"/>
              <a:gd name="T95" fmla="*/ 127 h 140"/>
              <a:gd name="T96" fmla="*/ 14 w 168"/>
              <a:gd name="T97" fmla="*/ 17 h 140"/>
              <a:gd name="T98" fmla="*/ 20 w 168"/>
              <a:gd name="T99" fmla="*/ 17 h 140"/>
              <a:gd name="T100" fmla="*/ 10 w 168"/>
              <a:gd name="T101" fmla="*/ 0 h 140"/>
              <a:gd name="T102" fmla="*/ 0 w 168"/>
              <a:gd name="T103" fmla="*/ 17 h 140"/>
              <a:gd name="T104" fmla="*/ 7 w 168"/>
              <a:gd name="T105" fmla="*/ 17 h 140"/>
              <a:gd name="T106" fmla="*/ 7 w 168"/>
              <a:gd name="T107" fmla="*/ 127 h 140"/>
              <a:gd name="T108" fmla="*/ 7 w 168"/>
              <a:gd name="T109" fmla="*/ 131 h 140"/>
              <a:gd name="T110" fmla="*/ 7 w 168"/>
              <a:gd name="T111" fmla="*/ 134 h 140"/>
              <a:gd name="T112" fmla="*/ 151 w 168"/>
              <a:gd name="T113" fmla="*/ 134 h 140"/>
              <a:gd name="T114" fmla="*/ 151 w 168"/>
              <a:gd name="T115" fmla="*/ 140 h 140"/>
              <a:gd name="T116" fmla="*/ 168 w 168"/>
              <a:gd name="T117" fmla="*/ 131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68" h="140" extrusionOk="0">
                <a:moveTo>
                  <a:pt x="23" y="114"/>
                </a:moveTo>
                <a:cubicBezTo>
                  <a:pt x="23" y="77"/>
                  <a:pt x="23" y="77"/>
                  <a:pt x="23" y="77"/>
                </a:cubicBezTo>
                <a:cubicBezTo>
                  <a:pt x="23" y="74"/>
                  <a:pt x="25" y="71"/>
                  <a:pt x="28" y="71"/>
                </a:cubicBezTo>
                <a:cubicBezTo>
                  <a:pt x="38" y="71"/>
                  <a:pt x="38" y="71"/>
                  <a:pt x="38" y="71"/>
                </a:cubicBezTo>
                <a:cubicBezTo>
                  <a:pt x="41" y="71"/>
                  <a:pt x="43" y="74"/>
                  <a:pt x="43" y="77"/>
                </a:cubicBezTo>
                <a:cubicBezTo>
                  <a:pt x="43" y="114"/>
                  <a:pt x="43" y="114"/>
                  <a:pt x="43" y="114"/>
                </a:cubicBezTo>
                <a:cubicBezTo>
                  <a:pt x="43" y="117"/>
                  <a:pt x="41" y="120"/>
                  <a:pt x="38" y="120"/>
                </a:cubicBezTo>
                <a:cubicBezTo>
                  <a:pt x="28" y="120"/>
                  <a:pt x="28" y="120"/>
                  <a:pt x="28" y="120"/>
                </a:cubicBezTo>
                <a:cubicBezTo>
                  <a:pt x="25" y="120"/>
                  <a:pt x="23" y="117"/>
                  <a:pt x="23" y="114"/>
                </a:cubicBezTo>
                <a:close/>
                <a:moveTo>
                  <a:pt x="62" y="58"/>
                </a:moveTo>
                <a:cubicBezTo>
                  <a:pt x="59" y="58"/>
                  <a:pt x="56" y="60"/>
                  <a:pt x="56" y="63"/>
                </a:cubicBezTo>
                <a:cubicBezTo>
                  <a:pt x="56" y="114"/>
                  <a:pt x="56" y="114"/>
                  <a:pt x="56" y="114"/>
                </a:cubicBezTo>
                <a:cubicBezTo>
                  <a:pt x="56" y="117"/>
                  <a:pt x="59" y="120"/>
                  <a:pt x="62" y="120"/>
                </a:cubicBezTo>
                <a:cubicBezTo>
                  <a:pt x="71" y="120"/>
                  <a:pt x="71" y="120"/>
                  <a:pt x="71" y="120"/>
                </a:cubicBezTo>
                <a:cubicBezTo>
                  <a:pt x="74" y="120"/>
                  <a:pt x="77" y="117"/>
                  <a:pt x="77" y="114"/>
                </a:cubicBezTo>
                <a:cubicBezTo>
                  <a:pt x="77" y="63"/>
                  <a:pt x="77" y="63"/>
                  <a:pt x="77" y="63"/>
                </a:cubicBezTo>
                <a:cubicBezTo>
                  <a:pt x="77" y="60"/>
                  <a:pt x="74" y="58"/>
                  <a:pt x="71" y="58"/>
                </a:cubicBezTo>
                <a:lnTo>
                  <a:pt x="62" y="58"/>
                </a:lnTo>
                <a:close/>
                <a:moveTo>
                  <a:pt x="95" y="46"/>
                </a:moveTo>
                <a:cubicBezTo>
                  <a:pt x="92" y="46"/>
                  <a:pt x="90" y="49"/>
                  <a:pt x="90" y="52"/>
                </a:cubicBezTo>
                <a:cubicBezTo>
                  <a:pt x="90" y="114"/>
                  <a:pt x="90" y="114"/>
                  <a:pt x="90" y="114"/>
                </a:cubicBezTo>
                <a:cubicBezTo>
                  <a:pt x="90" y="117"/>
                  <a:pt x="92" y="120"/>
                  <a:pt x="95" y="120"/>
                </a:cubicBezTo>
                <a:cubicBezTo>
                  <a:pt x="105" y="120"/>
                  <a:pt x="105" y="120"/>
                  <a:pt x="105" y="120"/>
                </a:cubicBezTo>
                <a:cubicBezTo>
                  <a:pt x="108" y="120"/>
                  <a:pt x="110" y="117"/>
                  <a:pt x="110" y="114"/>
                </a:cubicBezTo>
                <a:cubicBezTo>
                  <a:pt x="110" y="52"/>
                  <a:pt x="110" y="52"/>
                  <a:pt x="110" y="52"/>
                </a:cubicBezTo>
                <a:cubicBezTo>
                  <a:pt x="110" y="49"/>
                  <a:pt x="108" y="46"/>
                  <a:pt x="105" y="46"/>
                </a:cubicBezTo>
                <a:lnTo>
                  <a:pt x="95" y="46"/>
                </a:lnTo>
                <a:close/>
                <a:moveTo>
                  <a:pt x="129" y="34"/>
                </a:moveTo>
                <a:cubicBezTo>
                  <a:pt x="126" y="34"/>
                  <a:pt x="124" y="37"/>
                  <a:pt x="124" y="40"/>
                </a:cubicBezTo>
                <a:cubicBezTo>
                  <a:pt x="124" y="114"/>
                  <a:pt x="124" y="114"/>
                  <a:pt x="124" y="114"/>
                </a:cubicBezTo>
                <a:cubicBezTo>
                  <a:pt x="124" y="117"/>
                  <a:pt x="126" y="120"/>
                  <a:pt x="129" y="120"/>
                </a:cubicBezTo>
                <a:cubicBezTo>
                  <a:pt x="138" y="120"/>
                  <a:pt x="138" y="120"/>
                  <a:pt x="138" y="120"/>
                </a:cubicBezTo>
                <a:cubicBezTo>
                  <a:pt x="141" y="120"/>
                  <a:pt x="144" y="117"/>
                  <a:pt x="144" y="114"/>
                </a:cubicBezTo>
                <a:cubicBezTo>
                  <a:pt x="144" y="40"/>
                  <a:pt x="144" y="40"/>
                  <a:pt x="144" y="40"/>
                </a:cubicBezTo>
                <a:cubicBezTo>
                  <a:pt x="144" y="37"/>
                  <a:pt x="141" y="34"/>
                  <a:pt x="138" y="34"/>
                </a:cubicBezTo>
                <a:lnTo>
                  <a:pt x="129" y="34"/>
                </a:lnTo>
                <a:close/>
                <a:moveTo>
                  <a:pt x="25" y="56"/>
                </a:moveTo>
                <a:cubicBezTo>
                  <a:pt x="61" y="50"/>
                  <a:pt x="95" y="37"/>
                  <a:pt x="125" y="19"/>
                </a:cubicBezTo>
                <a:cubicBezTo>
                  <a:pt x="128" y="24"/>
                  <a:pt x="128" y="24"/>
                  <a:pt x="128" y="24"/>
                </a:cubicBezTo>
                <a:cubicBezTo>
                  <a:pt x="138" y="7"/>
                  <a:pt x="138" y="7"/>
                  <a:pt x="138" y="7"/>
                </a:cubicBezTo>
                <a:cubicBezTo>
                  <a:pt x="119" y="7"/>
                  <a:pt x="119" y="7"/>
                  <a:pt x="119" y="7"/>
                </a:cubicBezTo>
                <a:cubicBezTo>
                  <a:pt x="121" y="12"/>
                  <a:pt x="121" y="12"/>
                  <a:pt x="121" y="12"/>
                </a:cubicBezTo>
                <a:cubicBezTo>
                  <a:pt x="92" y="30"/>
                  <a:pt x="59" y="43"/>
                  <a:pt x="24" y="49"/>
                </a:cubicBezTo>
                <a:lnTo>
                  <a:pt x="25" y="56"/>
                </a:lnTo>
                <a:close/>
                <a:moveTo>
                  <a:pt x="168" y="131"/>
                </a:moveTo>
                <a:cubicBezTo>
                  <a:pt x="151" y="121"/>
                  <a:pt x="151" y="121"/>
                  <a:pt x="151" y="121"/>
                </a:cubicBezTo>
                <a:cubicBezTo>
                  <a:pt x="151" y="127"/>
                  <a:pt x="151" y="127"/>
                  <a:pt x="151" y="127"/>
                </a:cubicBezTo>
                <a:cubicBezTo>
                  <a:pt x="14" y="127"/>
                  <a:pt x="14" y="127"/>
                  <a:pt x="14" y="127"/>
                </a:cubicBezTo>
                <a:cubicBezTo>
                  <a:pt x="14" y="17"/>
                  <a:pt x="14" y="17"/>
                  <a:pt x="14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10" y="0"/>
                  <a:pt x="10" y="0"/>
                  <a:pt x="10" y="0"/>
                </a:cubicBezTo>
                <a:cubicBezTo>
                  <a:pt x="0" y="17"/>
                  <a:pt x="0" y="17"/>
                  <a:pt x="0" y="17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7" y="131"/>
                  <a:pt x="7" y="131"/>
                </a:cubicBezTo>
                <a:cubicBezTo>
                  <a:pt x="7" y="134"/>
                  <a:pt x="7" y="134"/>
                  <a:pt x="7" y="134"/>
                </a:cubicBezTo>
                <a:cubicBezTo>
                  <a:pt x="151" y="134"/>
                  <a:pt x="151" y="134"/>
                  <a:pt x="151" y="134"/>
                </a:cubicBezTo>
                <a:cubicBezTo>
                  <a:pt x="151" y="140"/>
                  <a:pt x="151" y="140"/>
                  <a:pt x="151" y="140"/>
                </a:cubicBezTo>
                <a:lnTo>
                  <a:pt x="168" y="1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46" name="Google Shape;723;p25"/>
          <p:cNvSpPr>
            <a:spLocks/>
          </p:cNvSpPr>
          <p:nvPr/>
        </p:nvSpPr>
        <p:spPr bwMode="auto">
          <a:xfrm>
            <a:off x="8162925" y="3148013"/>
            <a:ext cx="623888" cy="558800"/>
          </a:xfrm>
          <a:custGeom>
            <a:avLst/>
            <a:gdLst>
              <a:gd name="T0" fmla="*/ 95 w 153"/>
              <a:gd name="T1" fmla="*/ 18 h 137"/>
              <a:gd name="T2" fmla="*/ 68 w 153"/>
              <a:gd name="T3" fmla="*/ 8 h 137"/>
              <a:gd name="T4" fmla="*/ 49 w 153"/>
              <a:gd name="T5" fmla="*/ 18 h 137"/>
              <a:gd name="T6" fmla="*/ 87 w 153"/>
              <a:gd name="T7" fmla="*/ 0 h 137"/>
              <a:gd name="T8" fmla="*/ 23 w 153"/>
              <a:gd name="T9" fmla="*/ 76 h 137"/>
              <a:gd name="T10" fmla="*/ 62 w 153"/>
              <a:gd name="T11" fmla="*/ 71 h 137"/>
              <a:gd name="T12" fmla="*/ 84 w 153"/>
              <a:gd name="T13" fmla="*/ 63 h 137"/>
              <a:gd name="T14" fmla="*/ 91 w 153"/>
              <a:gd name="T15" fmla="*/ 76 h 137"/>
              <a:gd name="T16" fmla="*/ 153 w 153"/>
              <a:gd name="T17" fmla="*/ 55 h 137"/>
              <a:gd name="T18" fmla="*/ 135 w 153"/>
              <a:gd name="T19" fmla="*/ 22 h 137"/>
              <a:gd name="T20" fmla="*/ 123 w 153"/>
              <a:gd name="T21" fmla="*/ 22 h 137"/>
              <a:gd name="T22" fmla="*/ 109 w 153"/>
              <a:gd name="T23" fmla="*/ 22 h 137"/>
              <a:gd name="T24" fmla="*/ 94 w 153"/>
              <a:gd name="T25" fmla="*/ 22 h 137"/>
              <a:gd name="T26" fmla="*/ 48 w 153"/>
              <a:gd name="T27" fmla="*/ 22 h 137"/>
              <a:gd name="T28" fmla="*/ 29 w 153"/>
              <a:gd name="T29" fmla="*/ 22 h 137"/>
              <a:gd name="T30" fmla="*/ 18 w 153"/>
              <a:gd name="T31" fmla="*/ 22 h 137"/>
              <a:gd name="T32" fmla="*/ 0 w 153"/>
              <a:gd name="T33" fmla="*/ 55 h 137"/>
              <a:gd name="T34" fmla="*/ 130 w 153"/>
              <a:gd name="T35" fmla="*/ 83 h 137"/>
              <a:gd name="T36" fmla="*/ 91 w 153"/>
              <a:gd name="T37" fmla="*/ 88 h 137"/>
              <a:gd name="T38" fmla="*/ 69 w 153"/>
              <a:gd name="T39" fmla="*/ 96 h 137"/>
              <a:gd name="T40" fmla="*/ 62 w 153"/>
              <a:gd name="T41" fmla="*/ 83 h 137"/>
              <a:gd name="T42" fmla="*/ 0 w 153"/>
              <a:gd name="T43" fmla="*/ 69 h 137"/>
              <a:gd name="T44" fmla="*/ 18 w 153"/>
              <a:gd name="T45" fmla="*/ 137 h 137"/>
              <a:gd name="T46" fmla="*/ 29 w 153"/>
              <a:gd name="T47" fmla="*/ 137 h 137"/>
              <a:gd name="T48" fmla="*/ 116 w 153"/>
              <a:gd name="T49" fmla="*/ 137 h 137"/>
              <a:gd name="T50" fmla="*/ 126 w 153"/>
              <a:gd name="T51" fmla="*/ 137 h 137"/>
              <a:gd name="T52" fmla="*/ 153 w 153"/>
              <a:gd name="T53" fmla="*/ 117 h 137"/>
              <a:gd name="T54" fmla="*/ 130 w 153"/>
              <a:gd name="T55" fmla="*/ 83 h 137"/>
              <a:gd name="T56" fmla="*/ 69 w 153"/>
              <a:gd name="T57" fmla="*/ 69 h 137"/>
              <a:gd name="T58" fmla="*/ 67 w 153"/>
              <a:gd name="T59" fmla="*/ 75 h 137"/>
              <a:gd name="T60" fmla="*/ 67 w 153"/>
              <a:gd name="T61" fmla="*/ 82 h 137"/>
              <a:gd name="T62" fmla="*/ 67 w 153"/>
              <a:gd name="T63" fmla="*/ 88 h 137"/>
              <a:gd name="T64" fmla="*/ 84 w 153"/>
              <a:gd name="T65" fmla="*/ 90 h 137"/>
              <a:gd name="T66" fmla="*/ 86 w 153"/>
              <a:gd name="T67" fmla="*/ 84 h 137"/>
              <a:gd name="T68" fmla="*/ 86 w 153"/>
              <a:gd name="T69" fmla="*/ 77 h 137"/>
              <a:gd name="T70" fmla="*/ 86 w 153"/>
              <a:gd name="T71" fmla="*/ 72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53" h="137" extrusionOk="0">
                <a:moveTo>
                  <a:pt x="104" y="18"/>
                </a:moveTo>
                <a:cubicBezTo>
                  <a:pt x="95" y="18"/>
                  <a:pt x="95" y="18"/>
                  <a:pt x="95" y="18"/>
                </a:cubicBezTo>
                <a:cubicBezTo>
                  <a:pt x="94" y="13"/>
                  <a:pt x="90" y="8"/>
                  <a:pt x="85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3" y="8"/>
                  <a:pt x="59" y="13"/>
                  <a:pt x="58" y="18"/>
                </a:cubicBezTo>
                <a:cubicBezTo>
                  <a:pt x="49" y="18"/>
                  <a:pt x="49" y="18"/>
                  <a:pt x="49" y="18"/>
                </a:cubicBezTo>
                <a:cubicBezTo>
                  <a:pt x="49" y="8"/>
                  <a:pt x="57" y="0"/>
                  <a:pt x="66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96" y="0"/>
                  <a:pt x="104" y="8"/>
                  <a:pt x="104" y="18"/>
                </a:cubicBezTo>
                <a:close/>
                <a:moveTo>
                  <a:pt x="23" y="76"/>
                </a:moveTo>
                <a:cubicBezTo>
                  <a:pt x="62" y="76"/>
                  <a:pt x="62" y="76"/>
                  <a:pt x="62" y="76"/>
                </a:cubicBezTo>
                <a:cubicBezTo>
                  <a:pt x="62" y="71"/>
                  <a:pt x="62" y="71"/>
                  <a:pt x="62" y="71"/>
                </a:cubicBezTo>
                <a:cubicBezTo>
                  <a:pt x="62" y="67"/>
                  <a:pt x="65" y="63"/>
                  <a:pt x="69" y="63"/>
                </a:cubicBezTo>
                <a:cubicBezTo>
                  <a:pt x="84" y="63"/>
                  <a:pt x="84" y="63"/>
                  <a:pt x="84" y="63"/>
                </a:cubicBezTo>
                <a:cubicBezTo>
                  <a:pt x="88" y="63"/>
                  <a:pt x="91" y="67"/>
                  <a:pt x="91" y="71"/>
                </a:cubicBezTo>
                <a:cubicBezTo>
                  <a:pt x="91" y="76"/>
                  <a:pt x="91" y="76"/>
                  <a:pt x="91" y="76"/>
                </a:cubicBezTo>
                <a:cubicBezTo>
                  <a:pt x="130" y="76"/>
                  <a:pt x="130" y="76"/>
                  <a:pt x="130" y="76"/>
                </a:cubicBezTo>
                <a:cubicBezTo>
                  <a:pt x="141" y="76"/>
                  <a:pt x="151" y="67"/>
                  <a:pt x="153" y="55"/>
                </a:cubicBezTo>
                <a:cubicBezTo>
                  <a:pt x="153" y="43"/>
                  <a:pt x="153" y="43"/>
                  <a:pt x="153" y="43"/>
                </a:cubicBezTo>
                <a:cubicBezTo>
                  <a:pt x="153" y="31"/>
                  <a:pt x="145" y="22"/>
                  <a:pt x="135" y="22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23" y="22"/>
                  <a:pt x="123" y="22"/>
                  <a:pt x="123" y="22"/>
                </a:cubicBezTo>
                <a:cubicBezTo>
                  <a:pt x="116" y="22"/>
                  <a:pt x="116" y="22"/>
                  <a:pt x="116" y="22"/>
                </a:cubicBezTo>
                <a:cubicBezTo>
                  <a:pt x="109" y="22"/>
                  <a:pt x="109" y="22"/>
                  <a:pt x="109" y="22"/>
                </a:cubicBezTo>
                <a:cubicBezTo>
                  <a:pt x="105" y="22"/>
                  <a:pt x="105" y="22"/>
                  <a:pt x="105" y="22"/>
                </a:cubicBezTo>
                <a:cubicBezTo>
                  <a:pt x="94" y="22"/>
                  <a:pt x="94" y="22"/>
                  <a:pt x="94" y="22"/>
                </a:cubicBezTo>
                <a:cubicBezTo>
                  <a:pt x="59" y="22"/>
                  <a:pt x="59" y="22"/>
                  <a:pt x="59" y="22"/>
                </a:cubicBezTo>
                <a:cubicBezTo>
                  <a:pt x="48" y="22"/>
                  <a:pt x="48" y="22"/>
                  <a:pt x="48" y="22"/>
                </a:cubicBezTo>
                <a:cubicBezTo>
                  <a:pt x="36" y="22"/>
                  <a:pt x="36" y="22"/>
                  <a:pt x="36" y="22"/>
                </a:cubicBezTo>
                <a:cubicBezTo>
                  <a:pt x="29" y="22"/>
                  <a:pt x="29" y="22"/>
                  <a:pt x="29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18" y="22"/>
                  <a:pt x="18" y="22"/>
                  <a:pt x="18" y="22"/>
                </a:cubicBezTo>
                <a:cubicBezTo>
                  <a:pt x="8" y="22"/>
                  <a:pt x="0" y="31"/>
                  <a:pt x="0" y="43"/>
                </a:cubicBezTo>
                <a:cubicBezTo>
                  <a:pt x="0" y="55"/>
                  <a:pt x="0" y="55"/>
                  <a:pt x="0" y="55"/>
                </a:cubicBezTo>
                <a:cubicBezTo>
                  <a:pt x="2" y="67"/>
                  <a:pt x="11" y="76"/>
                  <a:pt x="23" y="76"/>
                </a:cubicBezTo>
                <a:close/>
                <a:moveTo>
                  <a:pt x="130" y="83"/>
                </a:moveTo>
                <a:cubicBezTo>
                  <a:pt x="91" y="83"/>
                  <a:pt x="91" y="83"/>
                  <a:pt x="91" y="83"/>
                </a:cubicBezTo>
                <a:cubicBezTo>
                  <a:pt x="91" y="88"/>
                  <a:pt x="91" y="88"/>
                  <a:pt x="91" y="88"/>
                </a:cubicBezTo>
                <a:cubicBezTo>
                  <a:pt x="91" y="92"/>
                  <a:pt x="88" y="96"/>
                  <a:pt x="84" y="96"/>
                </a:cubicBezTo>
                <a:cubicBezTo>
                  <a:pt x="69" y="96"/>
                  <a:pt x="69" y="96"/>
                  <a:pt x="69" y="96"/>
                </a:cubicBezTo>
                <a:cubicBezTo>
                  <a:pt x="65" y="96"/>
                  <a:pt x="62" y="92"/>
                  <a:pt x="62" y="88"/>
                </a:cubicBezTo>
                <a:cubicBezTo>
                  <a:pt x="62" y="83"/>
                  <a:pt x="62" y="83"/>
                  <a:pt x="62" y="83"/>
                </a:cubicBezTo>
                <a:cubicBezTo>
                  <a:pt x="23" y="83"/>
                  <a:pt x="23" y="83"/>
                  <a:pt x="23" y="83"/>
                </a:cubicBezTo>
                <a:cubicBezTo>
                  <a:pt x="13" y="83"/>
                  <a:pt x="5" y="77"/>
                  <a:pt x="0" y="69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28"/>
                  <a:pt x="8" y="137"/>
                  <a:pt x="18" y="137"/>
                </a:cubicBezTo>
                <a:cubicBezTo>
                  <a:pt x="24" y="137"/>
                  <a:pt x="24" y="137"/>
                  <a:pt x="24" y="137"/>
                </a:cubicBezTo>
                <a:cubicBezTo>
                  <a:pt x="29" y="137"/>
                  <a:pt x="29" y="137"/>
                  <a:pt x="29" y="137"/>
                </a:cubicBezTo>
                <a:cubicBezTo>
                  <a:pt x="36" y="137"/>
                  <a:pt x="36" y="137"/>
                  <a:pt x="36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23" y="137"/>
                  <a:pt x="123" y="137"/>
                  <a:pt x="123" y="137"/>
                </a:cubicBezTo>
                <a:cubicBezTo>
                  <a:pt x="126" y="137"/>
                  <a:pt x="126" y="137"/>
                  <a:pt x="126" y="137"/>
                </a:cubicBezTo>
                <a:cubicBezTo>
                  <a:pt x="135" y="137"/>
                  <a:pt x="135" y="137"/>
                  <a:pt x="135" y="137"/>
                </a:cubicBezTo>
                <a:cubicBezTo>
                  <a:pt x="145" y="137"/>
                  <a:pt x="153" y="128"/>
                  <a:pt x="153" y="117"/>
                </a:cubicBezTo>
                <a:cubicBezTo>
                  <a:pt x="153" y="69"/>
                  <a:pt x="153" y="69"/>
                  <a:pt x="153" y="69"/>
                </a:cubicBezTo>
                <a:cubicBezTo>
                  <a:pt x="148" y="77"/>
                  <a:pt x="139" y="83"/>
                  <a:pt x="130" y="83"/>
                </a:cubicBezTo>
                <a:close/>
                <a:moveTo>
                  <a:pt x="84" y="69"/>
                </a:moveTo>
                <a:cubicBezTo>
                  <a:pt x="69" y="69"/>
                  <a:pt x="69" y="69"/>
                  <a:pt x="69" y="69"/>
                </a:cubicBezTo>
                <a:cubicBezTo>
                  <a:pt x="68" y="69"/>
                  <a:pt x="67" y="70"/>
                  <a:pt x="67" y="72"/>
                </a:cubicBezTo>
                <a:cubicBezTo>
                  <a:pt x="67" y="75"/>
                  <a:pt x="67" y="75"/>
                  <a:pt x="67" y="75"/>
                </a:cubicBezTo>
                <a:cubicBezTo>
                  <a:pt x="67" y="77"/>
                  <a:pt x="67" y="77"/>
                  <a:pt x="67" y="77"/>
                </a:cubicBezTo>
                <a:cubicBezTo>
                  <a:pt x="67" y="82"/>
                  <a:pt x="67" y="82"/>
                  <a:pt x="67" y="82"/>
                </a:cubicBezTo>
                <a:cubicBezTo>
                  <a:pt x="67" y="84"/>
                  <a:pt x="67" y="84"/>
                  <a:pt x="67" y="84"/>
                </a:cubicBezTo>
                <a:cubicBezTo>
                  <a:pt x="67" y="88"/>
                  <a:pt x="67" y="88"/>
                  <a:pt x="67" y="88"/>
                </a:cubicBezTo>
                <a:cubicBezTo>
                  <a:pt x="67" y="89"/>
                  <a:pt x="68" y="90"/>
                  <a:pt x="69" y="90"/>
                </a:cubicBezTo>
                <a:cubicBezTo>
                  <a:pt x="84" y="90"/>
                  <a:pt x="84" y="90"/>
                  <a:pt x="84" y="90"/>
                </a:cubicBezTo>
                <a:cubicBezTo>
                  <a:pt x="85" y="90"/>
                  <a:pt x="86" y="89"/>
                  <a:pt x="86" y="88"/>
                </a:cubicBezTo>
                <a:cubicBezTo>
                  <a:pt x="86" y="84"/>
                  <a:pt x="86" y="84"/>
                  <a:pt x="86" y="84"/>
                </a:cubicBezTo>
                <a:cubicBezTo>
                  <a:pt x="86" y="82"/>
                  <a:pt x="86" y="82"/>
                  <a:pt x="86" y="82"/>
                </a:cubicBezTo>
                <a:cubicBezTo>
                  <a:pt x="86" y="77"/>
                  <a:pt x="86" y="77"/>
                  <a:pt x="86" y="77"/>
                </a:cubicBezTo>
                <a:cubicBezTo>
                  <a:pt x="86" y="75"/>
                  <a:pt x="86" y="75"/>
                  <a:pt x="86" y="75"/>
                </a:cubicBezTo>
                <a:cubicBezTo>
                  <a:pt x="86" y="72"/>
                  <a:pt x="86" y="72"/>
                  <a:pt x="86" y="72"/>
                </a:cubicBezTo>
                <a:cubicBezTo>
                  <a:pt x="86" y="70"/>
                  <a:pt x="85" y="69"/>
                  <a:pt x="84" y="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47" name="Google Shape;724;p25"/>
          <p:cNvSpPr>
            <a:spLocks/>
          </p:cNvSpPr>
          <p:nvPr/>
        </p:nvSpPr>
        <p:spPr bwMode="auto">
          <a:xfrm>
            <a:off x="6657975" y="3090863"/>
            <a:ext cx="460375" cy="673100"/>
          </a:xfrm>
          <a:custGeom>
            <a:avLst/>
            <a:gdLst>
              <a:gd name="T0" fmla="*/ 113 w 113"/>
              <a:gd name="T1" fmla="*/ 110 h 165"/>
              <a:gd name="T2" fmla="*/ 73 w 113"/>
              <a:gd name="T3" fmla="*/ 73 h 165"/>
              <a:gd name="T4" fmla="*/ 53 w 113"/>
              <a:gd name="T5" fmla="*/ 68 h 165"/>
              <a:gd name="T6" fmla="*/ 27 w 113"/>
              <a:gd name="T7" fmla="*/ 54 h 165"/>
              <a:gd name="T8" fmla="*/ 55 w 113"/>
              <a:gd name="T9" fmla="*/ 41 h 165"/>
              <a:gd name="T10" fmla="*/ 84 w 113"/>
              <a:gd name="T11" fmla="*/ 52 h 165"/>
              <a:gd name="T12" fmla="*/ 98 w 113"/>
              <a:gd name="T13" fmla="*/ 51 h 165"/>
              <a:gd name="T14" fmla="*/ 104 w 113"/>
              <a:gd name="T15" fmla="*/ 41 h 165"/>
              <a:gd name="T16" fmla="*/ 68 w 113"/>
              <a:gd name="T17" fmla="*/ 19 h 165"/>
              <a:gd name="T18" fmla="*/ 68 w 113"/>
              <a:gd name="T19" fmla="*/ 6 h 165"/>
              <a:gd name="T20" fmla="*/ 60 w 113"/>
              <a:gd name="T21" fmla="*/ 0 h 165"/>
              <a:gd name="T22" fmla="*/ 52 w 113"/>
              <a:gd name="T23" fmla="*/ 0 h 165"/>
              <a:gd name="T24" fmla="*/ 44 w 113"/>
              <a:gd name="T25" fmla="*/ 6 h 165"/>
              <a:gd name="T26" fmla="*/ 44 w 113"/>
              <a:gd name="T27" fmla="*/ 18 h 165"/>
              <a:gd name="T28" fmla="*/ 0 w 113"/>
              <a:gd name="T29" fmla="*/ 54 h 165"/>
              <a:gd name="T30" fmla="*/ 42 w 113"/>
              <a:gd name="T31" fmla="*/ 90 h 165"/>
              <a:gd name="T32" fmla="*/ 66 w 113"/>
              <a:gd name="T33" fmla="*/ 96 h 165"/>
              <a:gd name="T34" fmla="*/ 86 w 113"/>
              <a:gd name="T35" fmla="*/ 110 h 165"/>
              <a:gd name="T36" fmla="*/ 58 w 113"/>
              <a:gd name="T37" fmla="*/ 124 h 165"/>
              <a:gd name="T38" fmla="*/ 23 w 113"/>
              <a:gd name="T39" fmla="*/ 112 h 165"/>
              <a:gd name="T40" fmla="*/ 7 w 113"/>
              <a:gd name="T41" fmla="*/ 114 h 165"/>
              <a:gd name="T42" fmla="*/ 4 w 113"/>
              <a:gd name="T43" fmla="*/ 124 h 165"/>
              <a:gd name="T44" fmla="*/ 44 w 113"/>
              <a:gd name="T45" fmla="*/ 146 h 165"/>
              <a:gd name="T46" fmla="*/ 44 w 113"/>
              <a:gd name="T47" fmla="*/ 159 h 165"/>
              <a:gd name="T48" fmla="*/ 52 w 113"/>
              <a:gd name="T49" fmla="*/ 165 h 165"/>
              <a:gd name="T50" fmla="*/ 60 w 113"/>
              <a:gd name="T51" fmla="*/ 165 h 165"/>
              <a:gd name="T52" fmla="*/ 68 w 113"/>
              <a:gd name="T53" fmla="*/ 159 h 165"/>
              <a:gd name="T54" fmla="*/ 68 w 113"/>
              <a:gd name="T55" fmla="*/ 147 h 165"/>
              <a:gd name="T56" fmla="*/ 113 w 113"/>
              <a:gd name="T57" fmla="*/ 110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" h="165" extrusionOk="0">
                <a:moveTo>
                  <a:pt x="113" y="110"/>
                </a:moveTo>
                <a:cubicBezTo>
                  <a:pt x="113" y="93"/>
                  <a:pt x="100" y="79"/>
                  <a:pt x="73" y="73"/>
                </a:cubicBezTo>
                <a:cubicBezTo>
                  <a:pt x="70" y="72"/>
                  <a:pt x="56" y="68"/>
                  <a:pt x="53" y="68"/>
                </a:cubicBezTo>
                <a:cubicBezTo>
                  <a:pt x="32" y="62"/>
                  <a:pt x="27" y="59"/>
                  <a:pt x="27" y="54"/>
                </a:cubicBezTo>
                <a:cubicBezTo>
                  <a:pt x="27" y="48"/>
                  <a:pt x="34" y="41"/>
                  <a:pt x="55" y="41"/>
                </a:cubicBezTo>
                <a:cubicBezTo>
                  <a:pt x="69" y="41"/>
                  <a:pt x="84" y="52"/>
                  <a:pt x="84" y="52"/>
                </a:cubicBezTo>
                <a:cubicBezTo>
                  <a:pt x="90" y="56"/>
                  <a:pt x="93" y="56"/>
                  <a:pt x="98" y="51"/>
                </a:cubicBezTo>
                <a:cubicBezTo>
                  <a:pt x="98" y="51"/>
                  <a:pt x="104" y="46"/>
                  <a:pt x="104" y="41"/>
                </a:cubicBezTo>
                <a:cubicBezTo>
                  <a:pt x="104" y="34"/>
                  <a:pt x="87" y="23"/>
                  <a:pt x="68" y="19"/>
                </a:cubicBezTo>
                <a:cubicBezTo>
                  <a:pt x="68" y="6"/>
                  <a:pt x="68" y="6"/>
                  <a:pt x="68" y="6"/>
                </a:cubicBezTo>
                <a:cubicBezTo>
                  <a:pt x="68" y="3"/>
                  <a:pt x="65" y="0"/>
                  <a:pt x="60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48" y="0"/>
                  <a:pt x="44" y="3"/>
                  <a:pt x="44" y="6"/>
                </a:cubicBezTo>
                <a:cubicBezTo>
                  <a:pt x="44" y="18"/>
                  <a:pt x="44" y="18"/>
                  <a:pt x="44" y="18"/>
                </a:cubicBezTo>
                <a:cubicBezTo>
                  <a:pt x="15" y="21"/>
                  <a:pt x="0" y="36"/>
                  <a:pt x="0" y="54"/>
                </a:cubicBezTo>
                <a:cubicBezTo>
                  <a:pt x="0" y="76"/>
                  <a:pt x="20" y="84"/>
                  <a:pt x="42" y="90"/>
                </a:cubicBezTo>
                <a:cubicBezTo>
                  <a:pt x="45" y="91"/>
                  <a:pt x="63" y="95"/>
                  <a:pt x="66" y="96"/>
                </a:cubicBezTo>
                <a:cubicBezTo>
                  <a:pt x="82" y="100"/>
                  <a:pt x="86" y="106"/>
                  <a:pt x="86" y="110"/>
                </a:cubicBezTo>
                <a:cubicBezTo>
                  <a:pt x="86" y="117"/>
                  <a:pt x="78" y="124"/>
                  <a:pt x="58" y="124"/>
                </a:cubicBezTo>
                <a:cubicBezTo>
                  <a:pt x="43" y="124"/>
                  <a:pt x="23" y="112"/>
                  <a:pt x="23" y="112"/>
                </a:cubicBezTo>
                <a:cubicBezTo>
                  <a:pt x="17" y="108"/>
                  <a:pt x="12" y="109"/>
                  <a:pt x="7" y="114"/>
                </a:cubicBezTo>
                <a:cubicBezTo>
                  <a:pt x="7" y="114"/>
                  <a:pt x="4" y="119"/>
                  <a:pt x="4" y="124"/>
                </a:cubicBezTo>
                <a:cubicBezTo>
                  <a:pt x="4" y="132"/>
                  <a:pt x="25" y="142"/>
                  <a:pt x="44" y="146"/>
                </a:cubicBezTo>
                <a:cubicBezTo>
                  <a:pt x="44" y="159"/>
                  <a:pt x="44" y="159"/>
                  <a:pt x="44" y="159"/>
                </a:cubicBezTo>
                <a:cubicBezTo>
                  <a:pt x="44" y="163"/>
                  <a:pt x="48" y="165"/>
                  <a:pt x="52" y="165"/>
                </a:cubicBezTo>
                <a:cubicBezTo>
                  <a:pt x="60" y="165"/>
                  <a:pt x="60" y="165"/>
                  <a:pt x="60" y="165"/>
                </a:cubicBezTo>
                <a:cubicBezTo>
                  <a:pt x="65" y="165"/>
                  <a:pt x="68" y="163"/>
                  <a:pt x="68" y="159"/>
                </a:cubicBezTo>
                <a:cubicBezTo>
                  <a:pt x="68" y="147"/>
                  <a:pt x="68" y="147"/>
                  <a:pt x="68" y="147"/>
                </a:cubicBezTo>
                <a:cubicBezTo>
                  <a:pt x="99" y="144"/>
                  <a:pt x="113" y="127"/>
                  <a:pt x="113" y="1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48" name="Google Shape;725;p25"/>
          <p:cNvSpPr>
            <a:spLocks/>
          </p:cNvSpPr>
          <p:nvPr/>
        </p:nvSpPr>
        <p:spPr bwMode="auto">
          <a:xfrm>
            <a:off x="1833563" y="3124200"/>
            <a:ext cx="603250" cy="600075"/>
          </a:xfrm>
          <a:custGeom>
            <a:avLst/>
            <a:gdLst>
              <a:gd name="T0" fmla="*/ 70 w 148"/>
              <a:gd name="T1" fmla="*/ 78 h 147"/>
              <a:gd name="T2" fmla="*/ 139 w 148"/>
              <a:gd name="T3" fmla="*/ 78 h 147"/>
              <a:gd name="T4" fmla="*/ 70 w 148"/>
              <a:gd name="T5" fmla="*/ 147 h 147"/>
              <a:gd name="T6" fmla="*/ 0 w 148"/>
              <a:gd name="T7" fmla="*/ 78 h 147"/>
              <a:gd name="T8" fmla="*/ 70 w 148"/>
              <a:gd name="T9" fmla="*/ 8 h 147"/>
              <a:gd name="T10" fmla="*/ 70 w 148"/>
              <a:gd name="T11" fmla="*/ 78 h 147"/>
              <a:gd name="T12" fmla="*/ 78 w 148"/>
              <a:gd name="T13" fmla="*/ 0 h 147"/>
              <a:gd name="T14" fmla="*/ 78 w 148"/>
              <a:gd name="T15" fmla="*/ 69 h 147"/>
              <a:gd name="T16" fmla="*/ 148 w 148"/>
              <a:gd name="T17" fmla="*/ 69 h 147"/>
              <a:gd name="T18" fmla="*/ 78 w 148"/>
              <a:gd name="T19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8" h="147" extrusionOk="0">
                <a:moveTo>
                  <a:pt x="70" y="78"/>
                </a:moveTo>
                <a:cubicBezTo>
                  <a:pt x="139" y="78"/>
                  <a:pt x="139" y="78"/>
                  <a:pt x="139" y="78"/>
                </a:cubicBezTo>
                <a:cubicBezTo>
                  <a:pt x="139" y="116"/>
                  <a:pt x="108" y="147"/>
                  <a:pt x="70" y="147"/>
                </a:cubicBezTo>
                <a:cubicBezTo>
                  <a:pt x="31" y="147"/>
                  <a:pt x="0" y="116"/>
                  <a:pt x="0" y="78"/>
                </a:cubicBezTo>
                <a:cubicBezTo>
                  <a:pt x="0" y="39"/>
                  <a:pt x="31" y="8"/>
                  <a:pt x="70" y="8"/>
                </a:cubicBezTo>
                <a:lnTo>
                  <a:pt x="70" y="78"/>
                </a:lnTo>
                <a:close/>
                <a:moveTo>
                  <a:pt x="78" y="0"/>
                </a:moveTo>
                <a:cubicBezTo>
                  <a:pt x="78" y="69"/>
                  <a:pt x="78" y="69"/>
                  <a:pt x="78" y="69"/>
                </a:cubicBezTo>
                <a:cubicBezTo>
                  <a:pt x="148" y="69"/>
                  <a:pt x="148" y="69"/>
                  <a:pt x="148" y="69"/>
                </a:cubicBezTo>
                <a:cubicBezTo>
                  <a:pt x="148" y="31"/>
                  <a:pt x="117" y="0"/>
                  <a:pt x="7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49" name="Google Shape;726;p25"/>
          <p:cNvSpPr>
            <a:spLocks/>
          </p:cNvSpPr>
          <p:nvPr/>
        </p:nvSpPr>
        <p:spPr bwMode="auto">
          <a:xfrm>
            <a:off x="9740900" y="3111500"/>
            <a:ext cx="631825" cy="628650"/>
          </a:xfrm>
          <a:custGeom>
            <a:avLst/>
            <a:gdLst>
              <a:gd name="T0" fmla="*/ 152 w 155"/>
              <a:gd name="T1" fmla="*/ 66 h 154"/>
              <a:gd name="T2" fmla="*/ 133 w 155"/>
              <a:gd name="T3" fmla="*/ 63 h 154"/>
              <a:gd name="T4" fmla="*/ 126 w 155"/>
              <a:gd name="T5" fmla="*/ 48 h 154"/>
              <a:gd name="T6" fmla="*/ 138 w 155"/>
              <a:gd name="T7" fmla="*/ 32 h 154"/>
              <a:gd name="T8" fmla="*/ 138 w 155"/>
              <a:gd name="T9" fmla="*/ 28 h 154"/>
              <a:gd name="T10" fmla="*/ 126 w 155"/>
              <a:gd name="T11" fmla="*/ 17 h 154"/>
              <a:gd name="T12" fmla="*/ 122 w 155"/>
              <a:gd name="T13" fmla="*/ 17 h 154"/>
              <a:gd name="T14" fmla="*/ 106 w 155"/>
              <a:gd name="T15" fmla="*/ 28 h 154"/>
              <a:gd name="T16" fmla="*/ 92 w 155"/>
              <a:gd name="T17" fmla="*/ 22 h 154"/>
              <a:gd name="T18" fmla="*/ 89 w 155"/>
              <a:gd name="T19" fmla="*/ 3 h 154"/>
              <a:gd name="T20" fmla="*/ 85 w 155"/>
              <a:gd name="T21" fmla="*/ 0 h 154"/>
              <a:gd name="T22" fmla="*/ 70 w 155"/>
              <a:gd name="T23" fmla="*/ 0 h 154"/>
              <a:gd name="T24" fmla="*/ 66 w 155"/>
              <a:gd name="T25" fmla="*/ 3 h 154"/>
              <a:gd name="T26" fmla="*/ 63 w 155"/>
              <a:gd name="T27" fmla="*/ 22 h 154"/>
              <a:gd name="T28" fmla="*/ 48 w 155"/>
              <a:gd name="T29" fmla="*/ 28 h 154"/>
              <a:gd name="T30" fmla="*/ 33 w 155"/>
              <a:gd name="T31" fmla="*/ 17 h 154"/>
              <a:gd name="T32" fmla="*/ 28 w 155"/>
              <a:gd name="T33" fmla="*/ 17 h 154"/>
              <a:gd name="T34" fmla="*/ 17 w 155"/>
              <a:gd name="T35" fmla="*/ 28 h 154"/>
              <a:gd name="T36" fmla="*/ 17 w 155"/>
              <a:gd name="T37" fmla="*/ 32 h 154"/>
              <a:gd name="T38" fmla="*/ 28 w 155"/>
              <a:gd name="T39" fmla="*/ 48 h 154"/>
              <a:gd name="T40" fmla="*/ 22 w 155"/>
              <a:gd name="T41" fmla="*/ 63 h 154"/>
              <a:gd name="T42" fmla="*/ 3 w 155"/>
              <a:gd name="T43" fmla="*/ 66 h 154"/>
              <a:gd name="T44" fmla="*/ 0 w 155"/>
              <a:gd name="T45" fmla="*/ 69 h 154"/>
              <a:gd name="T46" fmla="*/ 0 w 155"/>
              <a:gd name="T47" fmla="*/ 85 h 154"/>
              <a:gd name="T48" fmla="*/ 3 w 155"/>
              <a:gd name="T49" fmla="*/ 88 h 154"/>
              <a:gd name="T50" fmla="*/ 22 w 155"/>
              <a:gd name="T51" fmla="*/ 91 h 154"/>
              <a:gd name="T52" fmla="*/ 28 w 155"/>
              <a:gd name="T53" fmla="*/ 106 h 154"/>
              <a:gd name="T54" fmla="*/ 17 w 155"/>
              <a:gd name="T55" fmla="*/ 122 h 154"/>
              <a:gd name="T56" fmla="*/ 17 w 155"/>
              <a:gd name="T57" fmla="*/ 126 h 154"/>
              <a:gd name="T58" fmla="*/ 28 w 155"/>
              <a:gd name="T59" fmla="*/ 137 h 154"/>
              <a:gd name="T60" fmla="*/ 33 w 155"/>
              <a:gd name="T61" fmla="*/ 138 h 154"/>
              <a:gd name="T62" fmla="*/ 48 w 155"/>
              <a:gd name="T63" fmla="*/ 126 h 154"/>
              <a:gd name="T64" fmla="*/ 63 w 155"/>
              <a:gd name="T65" fmla="*/ 132 h 154"/>
              <a:gd name="T66" fmla="*/ 66 w 155"/>
              <a:gd name="T67" fmla="*/ 152 h 154"/>
              <a:gd name="T68" fmla="*/ 70 w 155"/>
              <a:gd name="T69" fmla="*/ 154 h 154"/>
              <a:gd name="T70" fmla="*/ 85 w 155"/>
              <a:gd name="T71" fmla="*/ 154 h 154"/>
              <a:gd name="T72" fmla="*/ 89 w 155"/>
              <a:gd name="T73" fmla="*/ 152 h 154"/>
              <a:gd name="T74" fmla="*/ 92 w 155"/>
              <a:gd name="T75" fmla="*/ 132 h 154"/>
              <a:gd name="T76" fmla="*/ 106 w 155"/>
              <a:gd name="T77" fmla="*/ 126 h 154"/>
              <a:gd name="T78" fmla="*/ 122 w 155"/>
              <a:gd name="T79" fmla="*/ 138 h 154"/>
              <a:gd name="T80" fmla="*/ 126 w 155"/>
              <a:gd name="T81" fmla="*/ 137 h 154"/>
              <a:gd name="T82" fmla="*/ 138 w 155"/>
              <a:gd name="T83" fmla="*/ 126 h 154"/>
              <a:gd name="T84" fmla="*/ 138 w 155"/>
              <a:gd name="T85" fmla="*/ 122 h 154"/>
              <a:gd name="T86" fmla="*/ 126 w 155"/>
              <a:gd name="T87" fmla="*/ 106 h 154"/>
              <a:gd name="T88" fmla="*/ 133 w 155"/>
              <a:gd name="T89" fmla="*/ 91 h 154"/>
              <a:gd name="T90" fmla="*/ 152 w 155"/>
              <a:gd name="T91" fmla="*/ 88 h 154"/>
              <a:gd name="T92" fmla="*/ 155 w 155"/>
              <a:gd name="T93" fmla="*/ 85 h 154"/>
              <a:gd name="T94" fmla="*/ 155 w 155"/>
              <a:gd name="T95" fmla="*/ 69 h 154"/>
              <a:gd name="T96" fmla="*/ 152 w 155"/>
              <a:gd name="T97" fmla="*/ 66 h 154"/>
              <a:gd name="T98" fmla="*/ 77 w 155"/>
              <a:gd name="T99" fmla="*/ 106 h 154"/>
              <a:gd name="T100" fmla="*/ 49 w 155"/>
              <a:gd name="T101" fmla="*/ 77 h 154"/>
              <a:gd name="T102" fmla="*/ 77 w 155"/>
              <a:gd name="T103" fmla="*/ 49 h 154"/>
              <a:gd name="T104" fmla="*/ 106 w 155"/>
              <a:gd name="T105" fmla="*/ 77 h 154"/>
              <a:gd name="T106" fmla="*/ 77 w 155"/>
              <a:gd name="T107" fmla="*/ 106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55" h="154" extrusionOk="0">
                <a:moveTo>
                  <a:pt x="152" y="66"/>
                </a:moveTo>
                <a:cubicBezTo>
                  <a:pt x="133" y="63"/>
                  <a:pt x="133" y="63"/>
                  <a:pt x="133" y="63"/>
                </a:cubicBezTo>
                <a:cubicBezTo>
                  <a:pt x="131" y="58"/>
                  <a:pt x="129" y="53"/>
                  <a:pt x="126" y="48"/>
                </a:cubicBezTo>
                <a:cubicBezTo>
                  <a:pt x="138" y="32"/>
                  <a:pt x="138" y="32"/>
                  <a:pt x="138" y="32"/>
                </a:cubicBezTo>
                <a:cubicBezTo>
                  <a:pt x="139" y="31"/>
                  <a:pt x="139" y="29"/>
                  <a:pt x="138" y="28"/>
                </a:cubicBezTo>
                <a:cubicBezTo>
                  <a:pt x="126" y="17"/>
                  <a:pt x="126" y="17"/>
                  <a:pt x="126" y="17"/>
                </a:cubicBezTo>
                <a:cubicBezTo>
                  <a:pt x="125" y="16"/>
                  <a:pt x="123" y="16"/>
                  <a:pt x="122" y="17"/>
                </a:cubicBezTo>
                <a:cubicBezTo>
                  <a:pt x="106" y="28"/>
                  <a:pt x="106" y="28"/>
                  <a:pt x="106" y="28"/>
                </a:cubicBezTo>
                <a:cubicBezTo>
                  <a:pt x="102" y="25"/>
                  <a:pt x="97" y="23"/>
                  <a:pt x="92" y="22"/>
                </a:cubicBezTo>
                <a:cubicBezTo>
                  <a:pt x="89" y="3"/>
                  <a:pt x="89" y="3"/>
                  <a:pt x="89" y="3"/>
                </a:cubicBezTo>
                <a:cubicBezTo>
                  <a:pt x="88" y="1"/>
                  <a:pt x="87" y="0"/>
                  <a:pt x="85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68" y="0"/>
                  <a:pt x="66" y="1"/>
                  <a:pt x="66" y="3"/>
                </a:cubicBezTo>
                <a:cubicBezTo>
                  <a:pt x="63" y="22"/>
                  <a:pt x="63" y="22"/>
                  <a:pt x="63" y="22"/>
                </a:cubicBezTo>
                <a:cubicBezTo>
                  <a:pt x="58" y="23"/>
                  <a:pt x="53" y="25"/>
                  <a:pt x="48" y="28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6"/>
                  <a:pt x="29" y="16"/>
                  <a:pt x="28" y="17"/>
                </a:cubicBezTo>
                <a:cubicBezTo>
                  <a:pt x="17" y="28"/>
                  <a:pt x="17" y="28"/>
                  <a:pt x="17" y="28"/>
                </a:cubicBezTo>
                <a:cubicBezTo>
                  <a:pt x="16" y="29"/>
                  <a:pt x="16" y="31"/>
                  <a:pt x="17" y="32"/>
                </a:cubicBezTo>
                <a:cubicBezTo>
                  <a:pt x="28" y="48"/>
                  <a:pt x="28" y="48"/>
                  <a:pt x="28" y="48"/>
                </a:cubicBezTo>
                <a:cubicBezTo>
                  <a:pt x="26" y="53"/>
                  <a:pt x="24" y="58"/>
                  <a:pt x="22" y="63"/>
                </a:cubicBezTo>
                <a:cubicBezTo>
                  <a:pt x="3" y="66"/>
                  <a:pt x="3" y="66"/>
                  <a:pt x="3" y="66"/>
                </a:cubicBezTo>
                <a:cubicBezTo>
                  <a:pt x="1" y="66"/>
                  <a:pt x="0" y="68"/>
                  <a:pt x="0" y="69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87"/>
                  <a:pt x="1" y="88"/>
                  <a:pt x="3" y="88"/>
                </a:cubicBezTo>
                <a:cubicBezTo>
                  <a:pt x="22" y="91"/>
                  <a:pt x="22" y="91"/>
                  <a:pt x="22" y="91"/>
                </a:cubicBezTo>
                <a:cubicBezTo>
                  <a:pt x="24" y="97"/>
                  <a:pt x="26" y="102"/>
                  <a:pt x="28" y="106"/>
                </a:cubicBezTo>
                <a:cubicBezTo>
                  <a:pt x="17" y="122"/>
                  <a:pt x="17" y="122"/>
                  <a:pt x="17" y="122"/>
                </a:cubicBezTo>
                <a:cubicBezTo>
                  <a:pt x="16" y="123"/>
                  <a:pt x="16" y="125"/>
                  <a:pt x="17" y="126"/>
                </a:cubicBezTo>
                <a:cubicBezTo>
                  <a:pt x="28" y="137"/>
                  <a:pt x="28" y="137"/>
                  <a:pt x="28" y="137"/>
                </a:cubicBezTo>
                <a:cubicBezTo>
                  <a:pt x="29" y="139"/>
                  <a:pt x="31" y="139"/>
                  <a:pt x="33" y="138"/>
                </a:cubicBezTo>
                <a:cubicBezTo>
                  <a:pt x="48" y="126"/>
                  <a:pt x="48" y="126"/>
                  <a:pt x="48" y="126"/>
                </a:cubicBezTo>
                <a:cubicBezTo>
                  <a:pt x="53" y="129"/>
                  <a:pt x="58" y="131"/>
                  <a:pt x="63" y="132"/>
                </a:cubicBezTo>
                <a:cubicBezTo>
                  <a:pt x="66" y="152"/>
                  <a:pt x="66" y="152"/>
                  <a:pt x="66" y="152"/>
                </a:cubicBezTo>
                <a:cubicBezTo>
                  <a:pt x="66" y="153"/>
                  <a:pt x="68" y="154"/>
                  <a:pt x="70" y="154"/>
                </a:cubicBezTo>
                <a:cubicBezTo>
                  <a:pt x="85" y="154"/>
                  <a:pt x="85" y="154"/>
                  <a:pt x="85" y="154"/>
                </a:cubicBezTo>
                <a:cubicBezTo>
                  <a:pt x="87" y="154"/>
                  <a:pt x="88" y="153"/>
                  <a:pt x="89" y="152"/>
                </a:cubicBezTo>
                <a:cubicBezTo>
                  <a:pt x="92" y="132"/>
                  <a:pt x="92" y="132"/>
                  <a:pt x="92" y="132"/>
                </a:cubicBezTo>
                <a:cubicBezTo>
                  <a:pt x="97" y="131"/>
                  <a:pt x="102" y="129"/>
                  <a:pt x="106" y="126"/>
                </a:cubicBezTo>
                <a:cubicBezTo>
                  <a:pt x="122" y="138"/>
                  <a:pt x="122" y="138"/>
                  <a:pt x="122" y="138"/>
                </a:cubicBezTo>
                <a:cubicBezTo>
                  <a:pt x="123" y="139"/>
                  <a:pt x="125" y="139"/>
                  <a:pt x="126" y="137"/>
                </a:cubicBezTo>
                <a:cubicBezTo>
                  <a:pt x="138" y="126"/>
                  <a:pt x="138" y="126"/>
                  <a:pt x="138" y="126"/>
                </a:cubicBezTo>
                <a:cubicBezTo>
                  <a:pt x="139" y="125"/>
                  <a:pt x="139" y="123"/>
                  <a:pt x="138" y="122"/>
                </a:cubicBezTo>
                <a:cubicBezTo>
                  <a:pt x="126" y="106"/>
                  <a:pt x="126" y="106"/>
                  <a:pt x="126" y="106"/>
                </a:cubicBezTo>
                <a:cubicBezTo>
                  <a:pt x="129" y="102"/>
                  <a:pt x="131" y="97"/>
                  <a:pt x="133" y="91"/>
                </a:cubicBezTo>
                <a:cubicBezTo>
                  <a:pt x="152" y="88"/>
                  <a:pt x="152" y="88"/>
                  <a:pt x="152" y="88"/>
                </a:cubicBezTo>
                <a:cubicBezTo>
                  <a:pt x="153" y="88"/>
                  <a:pt x="155" y="87"/>
                  <a:pt x="155" y="85"/>
                </a:cubicBezTo>
                <a:cubicBezTo>
                  <a:pt x="155" y="69"/>
                  <a:pt x="155" y="69"/>
                  <a:pt x="155" y="69"/>
                </a:cubicBezTo>
                <a:cubicBezTo>
                  <a:pt x="155" y="68"/>
                  <a:pt x="153" y="66"/>
                  <a:pt x="152" y="66"/>
                </a:cubicBezTo>
                <a:close/>
                <a:moveTo>
                  <a:pt x="77" y="106"/>
                </a:moveTo>
                <a:cubicBezTo>
                  <a:pt x="62" y="106"/>
                  <a:pt x="49" y="93"/>
                  <a:pt x="49" y="77"/>
                </a:cubicBezTo>
                <a:cubicBezTo>
                  <a:pt x="49" y="61"/>
                  <a:pt x="62" y="49"/>
                  <a:pt x="77" y="49"/>
                </a:cubicBezTo>
                <a:cubicBezTo>
                  <a:pt x="93" y="49"/>
                  <a:pt x="106" y="61"/>
                  <a:pt x="106" y="77"/>
                </a:cubicBezTo>
                <a:cubicBezTo>
                  <a:pt x="106" y="93"/>
                  <a:pt x="93" y="106"/>
                  <a:pt x="77" y="10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8950" name="Google Shape;727;p25"/>
          <p:cNvSpPr txBox="1">
            <a:spLocks noChangeArrowheads="1"/>
          </p:cNvSpPr>
          <p:nvPr/>
        </p:nvSpPr>
        <p:spPr bwMode="auto">
          <a:xfrm>
            <a:off x="6129338" y="765175"/>
            <a:ext cx="15128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8951" name="Google Shape;728;p25"/>
          <p:cNvSpPr txBox="1">
            <a:spLocks noChangeArrowheads="1"/>
          </p:cNvSpPr>
          <p:nvPr/>
        </p:nvSpPr>
        <p:spPr bwMode="auto">
          <a:xfrm>
            <a:off x="9299575" y="765175"/>
            <a:ext cx="15128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8952" name="Google Shape;729;p25"/>
          <p:cNvSpPr txBox="1">
            <a:spLocks noChangeArrowheads="1"/>
          </p:cNvSpPr>
          <p:nvPr/>
        </p:nvSpPr>
        <p:spPr bwMode="auto">
          <a:xfrm>
            <a:off x="1357313" y="5137150"/>
            <a:ext cx="15128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8953" name="Google Shape;730;p25"/>
          <p:cNvSpPr txBox="1">
            <a:spLocks noChangeArrowheads="1"/>
          </p:cNvSpPr>
          <p:nvPr/>
        </p:nvSpPr>
        <p:spPr bwMode="auto">
          <a:xfrm>
            <a:off x="4548188" y="5137150"/>
            <a:ext cx="15128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38954" name="Google Shape;731;p25"/>
          <p:cNvSpPr txBox="1">
            <a:spLocks noChangeArrowheads="1"/>
          </p:cNvSpPr>
          <p:nvPr/>
        </p:nvSpPr>
        <p:spPr bwMode="auto">
          <a:xfrm>
            <a:off x="7718425" y="5137150"/>
            <a:ext cx="15128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962" name="Google Shape;736;p26"/>
          <p:cNvCxnSpPr>
            <a:cxnSpLocks noChangeShapeType="1"/>
          </p:cNvCxnSpPr>
          <p:nvPr/>
        </p:nvCxnSpPr>
        <p:spPr bwMode="auto">
          <a:xfrm rot="10800000">
            <a:off x="5100638" y="1531938"/>
            <a:ext cx="0" cy="4392612"/>
          </a:xfrm>
          <a:prstGeom prst="straightConnector1">
            <a:avLst/>
          </a:prstGeom>
          <a:noFill/>
          <a:ln w="17450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3" name="Google Shape;737;p26"/>
          <p:cNvCxnSpPr>
            <a:cxnSpLocks noChangeShapeType="1"/>
          </p:cNvCxnSpPr>
          <p:nvPr/>
        </p:nvCxnSpPr>
        <p:spPr bwMode="auto">
          <a:xfrm rot="10800000">
            <a:off x="3833813" y="1531938"/>
            <a:ext cx="0" cy="4392612"/>
          </a:xfrm>
          <a:prstGeom prst="straightConnector1">
            <a:avLst/>
          </a:prstGeom>
          <a:noFill/>
          <a:ln w="17450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4" name="Google Shape;738;p26"/>
          <p:cNvCxnSpPr>
            <a:cxnSpLocks noChangeShapeType="1"/>
          </p:cNvCxnSpPr>
          <p:nvPr/>
        </p:nvCxnSpPr>
        <p:spPr bwMode="auto">
          <a:xfrm rot="10800000">
            <a:off x="7629525" y="1531938"/>
            <a:ext cx="0" cy="4392612"/>
          </a:xfrm>
          <a:prstGeom prst="straightConnector1">
            <a:avLst/>
          </a:prstGeom>
          <a:noFill/>
          <a:ln w="17450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5" name="Google Shape;739;p26"/>
          <p:cNvCxnSpPr>
            <a:cxnSpLocks noChangeShapeType="1"/>
          </p:cNvCxnSpPr>
          <p:nvPr/>
        </p:nvCxnSpPr>
        <p:spPr bwMode="auto">
          <a:xfrm rot="10800000">
            <a:off x="6362700" y="1531938"/>
            <a:ext cx="0" cy="4392612"/>
          </a:xfrm>
          <a:prstGeom prst="straightConnector1">
            <a:avLst/>
          </a:prstGeom>
          <a:noFill/>
          <a:ln w="17450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6" name="Google Shape;740;p26"/>
          <p:cNvCxnSpPr>
            <a:cxnSpLocks noChangeShapeType="1"/>
          </p:cNvCxnSpPr>
          <p:nvPr/>
        </p:nvCxnSpPr>
        <p:spPr bwMode="auto">
          <a:xfrm rot="10800000">
            <a:off x="8891588" y="1531938"/>
            <a:ext cx="0" cy="4392612"/>
          </a:xfrm>
          <a:prstGeom prst="straightConnector1">
            <a:avLst/>
          </a:prstGeom>
          <a:noFill/>
          <a:ln w="17450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7" name="Google Shape;741;p26"/>
          <p:cNvCxnSpPr>
            <a:cxnSpLocks noChangeShapeType="1"/>
          </p:cNvCxnSpPr>
          <p:nvPr/>
        </p:nvCxnSpPr>
        <p:spPr bwMode="auto">
          <a:xfrm rot="10800000">
            <a:off x="10158413" y="1531938"/>
            <a:ext cx="0" cy="4392612"/>
          </a:xfrm>
          <a:prstGeom prst="straightConnector1">
            <a:avLst/>
          </a:prstGeom>
          <a:noFill/>
          <a:ln w="17450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68" name="Google Shape;742;p26"/>
          <p:cNvSpPr>
            <a:spLocks/>
          </p:cNvSpPr>
          <p:nvPr/>
        </p:nvSpPr>
        <p:spPr bwMode="auto">
          <a:xfrm>
            <a:off x="2570163" y="1482725"/>
            <a:ext cx="8347075" cy="4419600"/>
          </a:xfrm>
          <a:custGeom>
            <a:avLst/>
            <a:gdLst>
              <a:gd name="T0" fmla="*/ 0 w 5258"/>
              <a:gd name="T1" fmla="*/ 0 h 2784"/>
              <a:gd name="T2" fmla="*/ 0 w 5258"/>
              <a:gd name="T3" fmla="*/ 2784 h 2784"/>
              <a:gd name="T4" fmla="*/ 5258 w 5258"/>
              <a:gd name="T5" fmla="*/ 2784 h 2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258" h="2784" extrusionOk="0">
                <a:moveTo>
                  <a:pt x="0" y="0"/>
                </a:moveTo>
                <a:lnTo>
                  <a:pt x="0" y="2784"/>
                </a:lnTo>
                <a:lnTo>
                  <a:pt x="5258" y="2784"/>
                </a:lnTo>
              </a:path>
            </a:pathLst>
          </a:custGeom>
          <a:noFill/>
          <a:ln w="38100" cap="flat" cmpd="sng">
            <a:solidFill>
              <a:srgbClr val="BABABA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0969" name="Google Shape;743;p26"/>
          <p:cNvSpPr>
            <a:spLocks/>
          </p:cNvSpPr>
          <p:nvPr/>
        </p:nvSpPr>
        <p:spPr bwMode="auto">
          <a:xfrm>
            <a:off x="2349500" y="1311275"/>
            <a:ext cx="425450" cy="266700"/>
          </a:xfrm>
          <a:custGeom>
            <a:avLst/>
            <a:gdLst>
              <a:gd name="T0" fmla="*/ 0 w 268"/>
              <a:gd name="T1" fmla="*/ 168 h 168"/>
              <a:gd name="T2" fmla="*/ 137 w 268"/>
              <a:gd name="T3" fmla="*/ 0 h 168"/>
              <a:gd name="T4" fmla="*/ 268 w 268"/>
              <a:gd name="T5" fmla="*/ 168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8" h="168" extrusionOk="0">
                <a:moveTo>
                  <a:pt x="0" y="168"/>
                </a:moveTo>
                <a:lnTo>
                  <a:pt x="137" y="0"/>
                </a:lnTo>
                <a:lnTo>
                  <a:pt x="268" y="168"/>
                </a:lnTo>
              </a:path>
            </a:pathLst>
          </a:custGeom>
          <a:noFill/>
          <a:ln w="38100" cap="flat" cmpd="sng">
            <a:solidFill>
              <a:srgbClr val="BABABA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0970" name="Google Shape;744;p26"/>
          <p:cNvSpPr>
            <a:spLocks/>
          </p:cNvSpPr>
          <p:nvPr/>
        </p:nvSpPr>
        <p:spPr bwMode="auto">
          <a:xfrm>
            <a:off x="10821988" y="5689600"/>
            <a:ext cx="266700" cy="425450"/>
          </a:xfrm>
          <a:custGeom>
            <a:avLst/>
            <a:gdLst>
              <a:gd name="T0" fmla="*/ 0 w 168"/>
              <a:gd name="T1" fmla="*/ 0 h 268"/>
              <a:gd name="T2" fmla="*/ 168 w 168"/>
              <a:gd name="T3" fmla="*/ 137 h 268"/>
              <a:gd name="T4" fmla="*/ 0 w 168"/>
              <a:gd name="T5" fmla="*/ 268 h 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8" h="268" extrusionOk="0">
                <a:moveTo>
                  <a:pt x="0" y="0"/>
                </a:moveTo>
                <a:lnTo>
                  <a:pt x="168" y="137"/>
                </a:lnTo>
                <a:lnTo>
                  <a:pt x="0" y="268"/>
                </a:lnTo>
              </a:path>
            </a:pathLst>
          </a:custGeom>
          <a:noFill/>
          <a:ln w="38100" cap="flat" cmpd="sng">
            <a:solidFill>
              <a:srgbClr val="BABABA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0971" name="Google Shape;745;p26"/>
          <p:cNvSpPr txBox="1">
            <a:spLocks noChangeArrowheads="1"/>
          </p:cNvSpPr>
          <p:nvPr/>
        </p:nvSpPr>
        <p:spPr bwMode="auto">
          <a:xfrm>
            <a:off x="3646488" y="6010275"/>
            <a:ext cx="617537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01</a:t>
            </a:r>
            <a:endParaRPr lang="en-US" altLang="en-US"/>
          </a:p>
        </p:txBody>
      </p:sp>
      <p:sp>
        <p:nvSpPr>
          <p:cNvPr id="40972" name="Google Shape;746;p26"/>
          <p:cNvSpPr txBox="1">
            <a:spLocks noChangeArrowheads="1"/>
          </p:cNvSpPr>
          <p:nvPr/>
        </p:nvSpPr>
        <p:spPr bwMode="auto">
          <a:xfrm>
            <a:off x="4913313" y="6010275"/>
            <a:ext cx="617537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02</a:t>
            </a:r>
            <a:endParaRPr lang="en-US" altLang="en-US"/>
          </a:p>
        </p:txBody>
      </p:sp>
      <p:sp>
        <p:nvSpPr>
          <p:cNvPr id="40973" name="Google Shape;747;p26"/>
          <p:cNvSpPr txBox="1">
            <a:spLocks noChangeArrowheads="1"/>
          </p:cNvSpPr>
          <p:nvPr/>
        </p:nvSpPr>
        <p:spPr bwMode="auto">
          <a:xfrm>
            <a:off x="6180138" y="6010275"/>
            <a:ext cx="617537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03</a:t>
            </a:r>
            <a:endParaRPr lang="en-US" altLang="en-US"/>
          </a:p>
        </p:txBody>
      </p:sp>
      <p:sp>
        <p:nvSpPr>
          <p:cNvPr id="40974" name="Google Shape;748;p26"/>
          <p:cNvSpPr txBox="1">
            <a:spLocks noChangeArrowheads="1"/>
          </p:cNvSpPr>
          <p:nvPr/>
        </p:nvSpPr>
        <p:spPr bwMode="auto">
          <a:xfrm>
            <a:off x="7437438" y="6010275"/>
            <a:ext cx="617537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04</a:t>
            </a:r>
            <a:endParaRPr lang="en-US" altLang="en-US"/>
          </a:p>
        </p:txBody>
      </p:sp>
      <p:sp>
        <p:nvSpPr>
          <p:cNvPr id="40975" name="Google Shape;749;p26"/>
          <p:cNvSpPr txBox="1">
            <a:spLocks noChangeArrowheads="1"/>
          </p:cNvSpPr>
          <p:nvPr/>
        </p:nvSpPr>
        <p:spPr bwMode="auto">
          <a:xfrm>
            <a:off x="8704263" y="6010275"/>
            <a:ext cx="617537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05</a:t>
            </a:r>
            <a:endParaRPr lang="en-US" altLang="en-US"/>
          </a:p>
        </p:txBody>
      </p:sp>
      <p:sp>
        <p:nvSpPr>
          <p:cNvPr id="40976" name="Google Shape;750;p26"/>
          <p:cNvSpPr txBox="1">
            <a:spLocks noChangeArrowheads="1"/>
          </p:cNvSpPr>
          <p:nvPr/>
        </p:nvSpPr>
        <p:spPr bwMode="auto">
          <a:xfrm>
            <a:off x="9967913" y="6010275"/>
            <a:ext cx="617537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06</a:t>
            </a:r>
            <a:endParaRPr lang="en-US" altLang="en-US"/>
          </a:p>
        </p:txBody>
      </p:sp>
      <p:sp>
        <p:nvSpPr>
          <p:cNvPr id="40977" name="Google Shape;751;p26"/>
          <p:cNvSpPr txBox="1">
            <a:spLocks noChangeArrowheads="1"/>
          </p:cNvSpPr>
          <p:nvPr/>
        </p:nvSpPr>
        <p:spPr bwMode="auto">
          <a:xfrm>
            <a:off x="1474788" y="2052638"/>
            <a:ext cx="1022350" cy="58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1998</a:t>
            </a:r>
            <a:endParaRPr lang="en-US" altLang="en-US"/>
          </a:p>
        </p:txBody>
      </p:sp>
      <p:sp>
        <p:nvSpPr>
          <p:cNvPr id="40978" name="Google Shape;752;p26"/>
          <p:cNvSpPr txBox="1">
            <a:spLocks noChangeArrowheads="1"/>
          </p:cNvSpPr>
          <p:nvPr/>
        </p:nvSpPr>
        <p:spPr bwMode="auto">
          <a:xfrm>
            <a:off x="1474788" y="3395663"/>
            <a:ext cx="1022350" cy="58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2005</a:t>
            </a:r>
            <a:endParaRPr lang="en-US" altLang="en-US"/>
          </a:p>
        </p:txBody>
      </p:sp>
      <p:sp>
        <p:nvSpPr>
          <p:cNvPr id="40979" name="Google Shape;753;p26"/>
          <p:cNvSpPr txBox="1">
            <a:spLocks noChangeArrowheads="1"/>
          </p:cNvSpPr>
          <p:nvPr/>
        </p:nvSpPr>
        <p:spPr bwMode="auto">
          <a:xfrm>
            <a:off x="1474788" y="4733925"/>
            <a:ext cx="1022350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800"/>
              <a:buFont typeface="Open Sans" panose="020B0606030504020204" pitchFamily="34" charset="0"/>
              <a:buNone/>
            </a:pPr>
            <a:r>
              <a:rPr lang="en-US" altLang="en-US" sz="2800">
                <a:solidFill>
                  <a:srgbClr val="A9ABA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2017</a:t>
            </a:r>
            <a:endParaRPr lang="en-US" altLang="en-US"/>
          </a:p>
        </p:txBody>
      </p:sp>
      <p:sp>
        <p:nvSpPr>
          <p:cNvPr id="40980" name="Google Shape;754;p26"/>
          <p:cNvSpPr txBox="1">
            <a:spLocks noChangeArrowheads="1"/>
          </p:cNvSpPr>
          <p:nvPr/>
        </p:nvSpPr>
        <p:spPr bwMode="auto">
          <a:xfrm>
            <a:off x="2587625" y="2062163"/>
            <a:ext cx="4746625" cy="204787"/>
          </a:xfrm>
          <a:prstGeom prst="rect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81" name="Google Shape;755;p26"/>
          <p:cNvSpPr txBox="1">
            <a:spLocks noChangeArrowheads="1"/>
          </p:cNvSpPr>
          <p:nvPr/>
        </p:nvSpPr>
        <p:spPr bwMode="auto">
          <a:xfrm>
            <a:off x="2587625" y="2266950"/>
            <a:ext cx="7088188" cy="203200"/>
          </a:xfrm>
          <a:prstGeom prst="rect">
            <a:avLst/>
          </a:pr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82" name="Google Shape;756;p26"/>
          <p:cNvSpPr txBox="1">
            <a:spLocks noChangeArrowheads="1"/>
          </p:cNvSpPr>
          <p:nvPr/>
        </p:nvSpPr>
        <p:spPr bwMode="auto">
          <a:xfrm>
            <a:off x="2587625" y="2470150"/>
            <a:ext cx="6524625" cy="204788"/>
          </a:xfrm>
          <a:prstGeom prst="rect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83" name="Google Shape;757;p26"/>
          <p:cNvSpPr txBox="1">
            <a:spLocks noChangeArrowheads="1"/>
          </p:cNvSpPr>
          <p:nvPr/>
        </p:nvSpPr>
        <p:spPr bwMode="auto">
          <a:xfrm>
            <a:off x="2587625" y="3408363"/>
            <a:ext cx="6100763" cy="209550"/>
          </a:xfrm>
          <a:prstGeom prst="rect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84" name="Google Shape;758;p26"/>
          <p:cNvSpPr txBox="1">
            <a:spLocks noChangeArrowheads="1"/>
          </p:cNvSpPr>
          <p:nvPr/>
        </p:nvSpPr>
        <p:spPr bwMode="auto">
          <a:xfrm>
            <a:off x="2587625" y="3617913"/>
            <a:ext cx="5092700" cy="203200"/>
          </a:xfrm>
          <a:prstGeom prst="rect">
            <a:avLst/>
          </a:pr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85" name="Google Shape;759;p26"/>
          <p:cNvSpPr txBox="1">
            <a:spLocks noChangeArrowheads="1"/>
          </p:cNvSpPr>
          <p:nvPr/>
        </p:nvSpPr>
        <p:spPr bwMode="auto">
          <a:xfrm>
            <a:off x="2587625" y="3821113"/>
            <a:ext cx="7750175" cy="204787"/>
          </a:xfrm>
          <a:prstGeom prst="rect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86" name="Google Shape;760;p26"/>
          <p:cNvSpPr txBox="1">
            <a:spLocks noChangeArrowheads="1"/>
          </p:cNvSpPr>
          <p:nvPr/>
        </p:nvSpPr>
        <p:spPr bwMode="auto">
          <a:xfrm>
            <a:off x="2587625" y="4694238"/>
            <a:ext cx="5675313" cy="203200"/>
          </a:xfrm>
          <a:prstGeom prst="rect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87" name="Google Shape;761;p26"/>
          <p:cNvSpPr txBox="1">
            <a:spLocks noChangeArrowheads="1"/>
          </p:cNvSpPr>
          <p:nvPr/>
        </p:nvSpPr>
        <p:spPr bwMode="auto">
          <a:xfrm>
            <a:off x="2587625" y="4897438"/>
            <a:ext cx="4383088" cy="204787"/>
          </a:xfrm>
          <a:prstGeom prst="rect">
            <a:avLst/>
          </a:pr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88" name="Google Shape;762;p26"/>
          <p:cNvSpPr txBox="1">
            <a:spLocks noChangeArrowheads="1"/>
          </p:cNvSpPr>
          <p:nvPr/>
        </p:nvSpPr>
        <p:spPr bwMode="auto">
          <a:xfrm>
            <a:off x="2587625" y="5102225"/>
            <a:ext cx="4613275" cy="207963"/>
          </a:xfrm>
          <a:prstGeom prst="rect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89" name="Google Shape;763;p26"/>
          <p:cNvSpPr txBox="1">
            <a:spLocks noChangeArrowheads="1"/>
          </p:cNvSpPr>
          <p:nvPr/>
        </p:nvSpPr>
        <p:spPr bwMode="auto">
          <a:xfrm>
            <a:off x="2606553" y="343695"/>
            <a:ext cx="7764706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5400"/>
              <a:buFont typeface="Montserrat" panose="02000505000000020004" pitchFamily="2" charset="0"/>
              <a:buNone/>
            </a:pPr>
            <a:r>
              <a:rPr lang="en-US" altLang="en-US" sz="5400" dirty="0">
                <a:latin typeface="Montserrat" panose="02000505000000020004" pitchFamily="2" charset="0"/>
                <a:sym typeface="Montserrat" panose="02000505000000020004" pitchFamily="2" charset="0"/>
              </a:rPr>
              <a:t>GRÁFICO DE BARRAS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Google Shape;768;p27"/>
          <p:cNvSpPr txBox="1">
            <a:spLocks noChangeArrowheads="1"/>
          </p:cNvSpPr>
          <p:nvPr/>
        </p:nvSpPr>
        <p:spPr bwMode="auto">
          <a:xfrm>
            <a:off x="8755063" y="1708150"/>
            <a:ext cx="16986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3011" name="Google Shape;769;p27"/>
          <p:cNvSpPr>
            <a:spLocks/>
          </p:cNvSpPr>
          <p:nvPr/>
        </p:nvSpPr>
        <p:spPr bwMode="auto">
          <a:xfrm>
            <a:off x="7288213" y="2949575"/>
            <a:ext cx="781050" cy="1855788"/>
          </a:xfrm>
          <a:custGeom>
            <a:avLst/>
            <a:gdLst>
              <a:gd name="T0" fmla="*/ 119 w 202"/>
              <a:gd name="T1" fmla="*/ 7 h 479"/>
              <a:gd name="T2" fmla="*/ 14 w 202"/>
              <a:gd name="T3" fmla="*/ 67 h 479"/>
              <a:gd name="T4" fmla="*/ 5 w 202"/>
              <a:gd name="T5" fmla="*/ 96 h 479"/>
              <a:gd name="T6" fmla="*/ 37 w 202"/>
              <a:gd name="T7" fmla="*/ 239 h 479"/>
              <a:gd name="T8" fmla="*/ 5 w 202"/>
              <a:gd name="T9" fmla="*/ 383 h 479"/>
              <a:gd name="T10" fmla="*/ 14 w 202"/>
              <a:gd name="T11" fmla="*/ 412 h 479"/>
              <a:gd name="T12" fmla="*/ 119 w 202"/>
              <a:gd name="T13" fmla="*/ 472 h 479"/>
              <a:gd name="T14" fmla="*/ 150 w 202"/>
              <a:gd name="T15" fmla="*/ 462 h 479"/>
              <a:gd name="T16" fmla="*/ 202 w 202"/>
              <a:gd name="T17" fmla="*/ 239 h 479"/>
              <a:gd name="T18" fmla="*/ 150 w 202"/>
              <a:gd name="T19" fmla="*/ 16 h 479"/>
              <a:gd name="T20" fmla="*/ 119 w 202"/>
              <a:gd name="T21" fmla="*/ 7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2" h="479" extrusionOk="0">
                <a:moveTo>
                  <a:pt x="119" y="7"/>
                </a:moveTo>
                <a:cubicBezTo>
                  <a:pt x="14" y="67"/>
                  <a:pt x="14" y="67"/>
                  <a:pt x="14" y="67"/>
                </a:cubicBezTo>
                <a:cubicBezTo>
                  <a:pt x="4" y="73"/>
                  <a:pt x="0" y="85"/>
                  <a:pt x="5" y="96"/>
                </a:cubicBezTo>
                <a:cubicBezTo>
                  <a:pt x="26" y="141"/>
                  <a:pt x="37" y="190"/>
                  <a:pt x="37" y="239"/>
                </a:cubicBezTo>
                <a:cubicBezTo>
                  <a:pt x="37" y="289"/>
                  <a:pt x="26" y="338"/>
                  <a:pt x="5" y="383"/>
                </a:cubicBezTo>
                <a:cubicBezTo>
                  <a:pt x="0" y="393"/>
                  <a:pt x="4" y="406"/>
                  <a:pt x="14" y="412"/>
                </a:cubicBezTo>
                <a:cubicBezTo>
                  <a:pt x="119" y="472"/>
                  <a:pt x="119" y="472"/>
                  <a:pt x="119" y="472"/>
                </a:cubicBezTo>
                <a:cubicBezTo>
                  <a:pt x="130" y="479"/>
                  <a:pt x="145" y="474"/>
                  <a:pt x="150" y="462"/>
                </a:cubicBezTo>
                <a:cubicBezTo>
                  <a:pt x="184" y="393"/>
                  <a:pt x="202" y="317"/>
                  <a:pt x="202" y="239"/>
                </a:cubicBezTo>
                <a:cubicBezTo>
                  <a:pt x="202" y="162"/>
                  <a:pt x="184" y="85"/>
                  <a:pt x="150" y="16"/>
                </a:cubicBezTo>
                <a:cubicBezTo>
                  <a:pt x="145" y="4"/>
                  <a:pt x="130" y="0"/>
                  <a:pt x="119" y="7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12" name="Google Shape;770;p27"/>
          <p:cNvSpPr>
            <a:spLocks/>
          </p:cNvSpPr>
          <p:nvPr/>
        </p:nvSpPr>
        <p:spPr bwMode="auto">
          <a:xfrm>
            <a:off x="4441825" y="1908175"/>
            <a:ext cx="1619250" cy="1250950"/>
          </a:xfrm>
          <a:custGeom>
            <a:avLst/>
            <a:gdLst>
              <a:gd name="T0" fmla="*/ 418 w 418"/>
              <a:gd name="T1" fmla="*/ 145 h 323"/>
              <a:gd name="T2" fmla="*/ 418 w 418"/>
              <a:gd name="T3" fmla="*/ 24 h 323"/>
              <a:gd name="T4" fmla="*/ 394 w 418"/>
              <a:gd name="T5" fmla="*/ 1 h 323"/>
              <a:gd name="T6" fmla="*/ 8 w 418"/>
              <a:gd name="T7" fmla="*/ 225 h 323"/>
              <a:gd name="T8" fmla="*/ 15 w 418"/>
              <a:gd name="T9" fmla="*/ 257 h 323"/>
              <a:gd name="T10" fmla="*/ 120 w 418"/>
              <a:gd name="T11" fmla="*/ 317 h 323"/>
              <a:gd name="T12" fmla="*/ 149 w 418"/>
              <a:gd name="T13" fmla="*/ 311 h 323"/>
              <a:gd name="T14" fmla="*/ 398 w 418"/>
              <a:gd name="T15" fmla="*/ 167 h 323"/>
              <a:gd name="T16" fmla="*/ 418 w 418"/>
              <a:gd name="T17" fmla="*/ 145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8" h="323" extrusionOk="0">
                <a:moveTo>
                  <a:pt x="418" y="145"/>
                </a:moveTo>
                <a:cubicBezTo>
                  <a:pt x="418" y="24"/>
                  <a:pt x="418" y="24"/>
                  <a:pt x="418" y="24"/>
                </a:cubicBezTo>
                <a:cubicBezTo>
                  <a:pt x="418" y="11"/>
                  <a:pt x="407" y="0"/>
                  <a:pt x="394" y="1"/>
                </a:cubicBezTo>
                <a:cubicBezTo>
                  <a:pt x="239" y="12"/>
                  <a:pt x="95" y="95"/>
                  <a:pt x="8" y="225"/>
                </a:cubicBezTo>
                <a:cubicBezTo>
                  <a:pt x="0" y="235"/>
                  <a:pt x="4" y="250"/>
                  <a:pt x="15" y="257"/>
                </a:cubicBezTo>
                <a:cubicBezTo>
                  <a:pt x="120" y="317"/>
                  <a:pt x="120" y="317"/>
                  <a:pt x="120" y="317"/>
                </a:cubicBezTo>
                <a:cubicBezTo>
                  <a:pt x="130" y="323"/>
                  <a:pt x="142" y="320"/>
                  <a:pt x="149" y="311"/>
                </a:cubicBezTo>
                <a:cubicBezTo>
                  <a:pt x="207" y="229"/>
                  <a:pt x="298" y="176"/>
                  <a:pt x="398" y="167"/>
                </a:cubicBezTo>
                <a:cubicBezTo>
                  <a:pt x="409" y="166"/>
                  <a:pt x="418" y="156"/>
                  <a:pt x="418" y="145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13" name="Google Shape;771;p27"/>
          <p:cNvSpPr>
            <a:spLocks/>
          </p:cNvSpPr>
          <p:nvPr/>
        </p:nvSpPr>
        <p:spPr bwMode="auto">
          <a:xfrm>
            <a:off x="6145213" y="1908175"/>
            <a:ext cx="1619250" cy="1250950"/>
          </a:xfrm>
          <a:custGeom>
            <a:avLst/>
            <a:gdLst>
              <a:gd name="T0" fmla="*/ 0 w 418"/>
              <a:gd name="T1" fmla="*/ 24 h 323"/>
              <a:gd name="T2" fmla="*/ 0 w 418"/>
              <a:gd name="T3" fmla="*/ 145 h 323"/>
              <a:gd name="T4" fmla="*/ 20 w 418"/>
              <a:gd name="T5" fmla="*/ 167 h 323"/>
              <a:gd name="T6" fmla="*/ 269 w 418"/>
              <a:gd name="T7" fmla="*/ 311 h 323"/>
              <a:gd name="T8" fmla="*/ 298 w 418"/>
              <a:gd name="T9" fmla="*/ 317 h 323"/>
              <a:gd name="T10" fmla="*/ 403 w 418"/>
              <a:gd name="T11" fmla="*/ 257 h 323"/>
              <a:gd name="T12" fmla="*/ 410 w 418"/>
              <a:gd name="T13" fmla="*/ 225 h 323"/>
              <a:gd name="T14" fmla="*/ 24 w 418"/>
              <a:gd name="T15" fmla="*/ 1 h 323"/>
              <a:gd name="T16" fmla="*/ 0 w 418"/>
              <a:gd name="T17" fmla="*/ 24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8" h="323" extrusionOk="0">
                <a:moveTo>
                  <a:pt x="0" y="24"/>
                </a:moveTo>
                <a:cubicBezTo>
                  <a:pt x="0" y="145"/>
                  <a:pt x="0" y="145"/>
                  <a:pt x="0" y="145"/>
                </a:cubicBezTo>
                <a:cubicBezTo>
                  <a:pt x="0" y="156"/>
                  <a:pt x="9" y="166"/>
                  <a:pt x="20" y="167"/>
                </a:cubicBezTo>
                <a:cubicBezTo>
                  <a:pt x="120" y="176"/>
                  <a:pt x="211" y="229"/>
                  <a:pt x="269" y="311"/>
                </a:cubicBezTo>
                <a:cubicBezTo>
                  <a:pt x="276" y="320"/>
                  <a:pt x="288" y="323"/>
                  <a:pt x="298" y="317"/>
                </a:cubicBezTo>
                <a:cubicBezTo>
                  <a:pt x="403" y="257"/>
                  <a:pt x="403" y="257"/>
                  <a:pt x="403" y="257"/>
                </a:cubicBezTo>
                <a:cubicBezTo>
                  <a:pt x="414" y="250"/>
                  <a:pt x="418" y="235"/>
                  <a:pt x="410" y="225"/>
                </a:cubicBezTo>
                <a:cubicBezTo>
                  <a:pt x="323" y="95"/>
                  <a:pt x="179" y="12"/>
                  <a:pt x="24" y="1"/>
                </a:cubicBezTo>
                <a:cubicBezTo>
                  <a:pt x="11" y="0"/>
                  <a:pt x="0" y="11"/>
                  <a:pt x="0" y="24"/>
                </a:cubicBezTo>
                <a:close/>
              </a:path>
            </a:pathLst>
          </a:cu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14" name="Google Shape;772;p27"/>
          <p:cNvSpPr>
            <a:spLocks/>
          </p:cNvSpPr>
          <p:nvPr/>
        </p:nvSpPr>
        <p:spPr bwMode="auto">
          <a:xfrm>
            <a:off x="6145213" y="4595813"/>
            <a:ext cx="1619250" cy="1247775"/>
          </a:xfrm>
          <a:custGeom>
            <a:avLst/>
            <a:gdLst>
              <a:gd name="T0" fmla="*/ 269 w 418"/>
              <a:gd name="T1" fmla="*/ 12 h 322"/>
              <a:gd name="T2" fmla="*/ 20 w 418"/>
              <a:gd name="T3" fmla="*/ 156 h 322"/>
              <a:gd name="T4" fmla="*/ 0 w 418"/>
              <a:gd name="T5" fmla="*/ 178 h 322"/>
              <a:gd name="T6" fmla="*/ 0 w 418"/>
              <a:gd name="T7" fmla="*/ 280 h 322"/>
              <a:gd name="T8" fmla="*/ 32 w 418"/>
              <a:gd name="T9" fmla="*/ 321 h 322"/>
              <a:gd name="T10" fmla="*/ 410 w 418"/>
              <a:gd name="T11" fmla="*/ 98 h 322"/>
              <a:gd name="T12" fmla="*/ 403 w 418"/>
              <a:gd name="T13" fmla="*/ 66 h 322"/>
              <a:gd name="T14" fmla="*/ 298 w 418"/>
              <a:gd name="T15" fmla="*/ 5 h 322"/>
              <a:gd name="T16" fmla="*/ 269 w 418"/>
              <a:gd name="T17" fmla="*/ 12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8" h="322" extrusionOk="0">
                <a:moveTo>
                  <a:pt x="269" y="12"/>
                </a:moveTo>
                <a:cubicBezTo>
                  <a:pt x="211" y="94"/>
                  <a:pt x="120" y="147"/>
                  <a:pt x="20" y="156"/>
                </a:cubicBezTo>
                <a:cubicBezTo>
                  <a:pt x="9" y="157"/>
                  <a:pt x="0" y="166"/>
                  <a:pt x="0" y="178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8"/>
                  <a:pt x="15" y="322"/>
                  <a:pt x="32" y="321"/>
                </a:cubicBezTo>
                <a:cubicBezTo>
                  <a:pt x="184" y="307"/>
                  <a:pt x="324" y="225"/>
                  <a:pt x="410" y="98"/>
                </a:cubicBezTo>
                <a:cubicBezTo>
                  <a:pt x="418" y="87"/>
                  <a:pt x="414" y="72"/>
                  <a:pt x="403" y="66"/>
                </a:cubicBezTo>
                <a:cubicBezTo>
                  <a:pt x="298" y="5"/>
                  <a:pt x="298" y="5"/>
                  <a:pt x="298" y="5"/>
                </a:cubicBezTo>
                <a:cubicBezTo>
                  <a:pt x="288" y="0"/>
                  <a:pt x="276" y="2"/>
                  <a:pt x="269" y="12"/>
                </a:cubicBezTo>
                <a:close/>
              </a:path>
            </a:pathLst>
          </a:cu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15" name="Google Shape;773;p27"/>
          <p:cNvSpPr>
            <a:spLocks/>
          </p:cNvSpPr>
          <p:nvPr/>
        </p:nvSpPr>
        <p:spPr bwMode="auto">
          <a:xfrm>
            <a:off x="4441825" y="4595813"/>
            <a:ext cx="1619250" cy="1247775"/>
          </a:xfrm>
          <a:custGeom>
            <a:avLst/>
            <a:gdLst>
              <a:gd name="T0" fmla="*/ 418 w 418"/>
              <a:gd name="T1" fmla="*/ 299 h 322"/>
              <a:gd name="T2" fmla="*/ 418 w 418"/>
              <a:gd name="T3" fmla="*/ 178 h 322"/>
              <a:gd name="T4" fmla="*/ 398 w 418"/>
              <a:gd name="T5" fmla="*/ 156 h 322"/>
              <a:gd name="T6" fmla="*/ 149 w 418"/>
              <a:gd name="T7" fmla="*/ 12 h 322"/>
              <a:gd name="T8" fmla="*/ 120 w 418"/>
              <a:gd name="T9" fmla="*/ 5 h 322"/>
              <a:gd name="T10" fmla="*/ 15 w 418"/>
              <a:gd name="T11" fmla="*/ 66 h 322"/>
              <a:gd name="T12" fmla="*/ 8 w 418"/>
              <a:gd name="T13" fmla="*/ 98 h 322"/>
              <a:gd name="T14" fmla="*/ 394 w 418"/>
              <a:gd name="T15" fmla="*/ 321 h 322"/>
              <a:gd name="T16" fmla="*/ 418 w 418"/>
              <a:gd name="T17" fmla="*/ 299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8" h="322" extrusionOk="0">
                <a:moveTo>
                  <a:pt x="418" y="299"/>
                </a:moveTo>
                <a:cubicBezTo>
                  <a:pt x="418" y="178"/>
                  <a:pt x="418" y="178"/>
                  <a:pt x="418" y="178"/>
                </a:cubicBezTo>
                <a:cubicBezTo>
                  <a:pt x="418" y="166"/>
                  <a:pt x="409" y="157"/>
                  <a:pt x="398" y="156"/>
                </a:cubicBezTo>
                <a:cubicBezTo>
                  <a:pt x="298" y="147"/>
                  <a:pt x="207" y="94"/>
                  <a:pt x="149" y="12"/>
                </a:cubicBezTo>
                <a:cubicBezTo>
                  <a:pt x="142" y="2"/>
                  <a:pt x="130" y="0"/>
                  <a:pt x="120" y="5"/>
                </a:cubicBezTo>
                <a:cubicBezTo>
                  <a:pt x="15" y="66"/>
                  <a:pt x="15" y="66"/>
                  <a:pt x="15" y="66"/>
                </a:cubicBezTo>
                <a:cubicBezTo>
                  <a:pt x="4" y="72"/>
                  <a:pt x="0" y="87"/>
                  <a:pt x="8" y="98"/>
                </a:cubicBezTo>
                <a:cubicBezTo>
                  <a:pt x="95" y="228"/>
                  <a:pt x="239" y="310"/>
                  <a:pt x="394" y="321"/>
                </a:cubicBezTo>
                <a:cubicBezTo>
                  <a:pt x="407" y="322"/>
                  <a:pt x="418" y="312"/>
                  <a:pt x="418" y="299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16" name="Google Shape;774;p27"/>
          <p:cNvSpPr>
            <a:spLocks/>
          </p:cNvSpPr>
          <p:nvPr/>
        </p:nvSpPr>
        <p:spPr bwMode="auto">
          <a:xfrm>
            <a:off x="4137025" y="2949575"/>
            <a:ext cx="781050" cy="1855788"/>
          </a:xfrm>
          <a:custGeom>
            <a:avLst/>
            <a:gdLst>
              <a:gd name="T0" fmla="*/ 83 w 202"/>
              <a:gd name="T1" fmla="*/ 472 h 479"/>
              <a:gd name="T2" fmla="*/ 188 w 202"/>
              <a:gd name="T3" fmla="*/ 412 h 479"/>
              <a:gd name="T4" fmla="*/ 197 w 202"/>
              <a:gd name="T5" fmla="*/ 383 h 479"/>
              <a:gd name="T6" fmla="*/ 165 w 202"/>
              <a:gd name="T7" fmla="*/ 239 h 479"/>
              <a:gd name="T8" fmla="*/ 197 w 202"/>
              <a:gd name="T9" fmla="*/ 96 h 479"/>
              <a:gd name="T10" fmla="*/ 188 w 202"/>
              <a:gd name="T11" fmla="*/ 67 h 479"/>
              <a:gd name="T12" fmla="*/ 83 w 202"/>
              <a:gd name="T13" fmla="*/ 7 h 479"/>
              <a:gd name="T14" fmla="*/ 52 w 202"/>
              <a:gd name="T15" fmla="*/ 16 h 479"/>
              <a:gd name="T16" fmla="*/ 0 w 202"/>
              <a:gd name="T17" fmla="*/ 239 h 479"/>
              <a:gd name="T18" fmla="*/ 52 w 202"/>
              <a:gd name="T19" fmla="*/ 462 h 479"/>
              <a:gd name="T20" fmla="*/ 83 w 202"/>
              <a:gd name="T21" fmla="*/ 472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2" h="479" extrusionOk="0">
                <a:moveTo>
                  <a:pt x="83" y="472"/>
                </a:moveTo>
                <a:cubicBezTo>
                  <a:pt x="188" y="412"/>
                  <a:pt x="188" y="412"/>
                  <a:pt x="188" y="412"/>
                </a:cubicBezTo>
                <a:cubicBezTo>
                  <a:pt x="198" y="406"/>
                  <a:pt x="202" y="393"/>
                  <a:pt x="197" y="383"/>
                </a:cubicBezTo>
                <a:cubicBezTo>
                  <a:pt x="176" y="338"/>
                  <a:pt x="165" y="289"/>
                  <a:pt x="165" y="239"/>
                </a:cubicBezTo>
                <a:cubicBezTo>
                  <a:pt x="165" y="190"/>
                  <a:pt x="176" y="141"/>
                  <a:pt x="197" y="96"/>
                </a:cubicBezTo>
                <a:cubicBezTo>
                  <a:pt x="202" y="85"/>
                  <a:pt x="198" y="73"/>
                  <a:pt x="188" y="67"/>
                </a:cubicBezTo>
                <a:cubicBezTo>
                  <a:pt x="83" y="7"/>
                  <a:pt x="83" y="7"/>
                  <a:pt x="83" y="7"/>
                </a:cubicBezTo>
                <a:cubicBezTo>
                  <a:pt x="72" y="0"/>
                  <a:pt x="57" y="4"/>
                  <a:pt x="52" y="16"/>
                </a:cubicBezTo>
                <a:cubicBezTo>
                  <a:pt x="18" y="85"/>
                  <a:pt x="0" y="162"/>
                  <a:pt x="0" y="239"/>
                </a:cubicBezTo>
                <a:cubicBezTo>
                  <a:pt x="0" y="317"/>
                  <a:pt x="18" y="393"/>
                  <a:pt x="52" y="462"/>
                </a:cubicBezTo>
                <a:cubicBezTo>
                  <a:pt x="57" y="474"/>
                  <a:pt x="72" y="479"/>
                  <a:pt x="83" y="472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17" name="Google Shape;775;p27"/>
          <p:cNvSpPr txBox="1">
            <a:spLocks noChangeArrowheads="1"/>
          </p:cNvSpPr>
          <p:nvPr/>
        </p:nvSpPr>
        <p:spPr bwMode="auto">
          <a:xfrm>
            <a:off x="5324475" y="3457575"/>
            <a:ext cx="1617663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4900"/>
              <a:buFont typeface="Montserrat" panose="02000505000000020004" pitchFamily="2" charset="0"/>
              <a:buNone/>
            </a:pPr>
            <a:r>
              <a:rPr lang="en-US" altLang="en-US" sz="4900">
                <a:latin typeface="Montserrat" panose="02000505000000020004" pitchFamily="2" charset="0"/>
                <a:sym typeface="Montserrat" panose="02000505000000020004" pitchFamily="2" charset="0"/>
              </a:rPr>
              <a:t>IDEA</a:t>
            </a:r>
            <a:endParaRPr lang="en-US" altLang="en-US"/>
          </a:p>
        </p:txBody>
      </p:sp>
      <p:sp>
        <p:nvSpPr>
          <p:cNvPr id="43018" name="Google Shape;776;p27"/>
          <p:cNvSpPr txBox="1">
            <a:spLocks noChangeArrowheads="1"/>
          </p:cNvSpPr>
          <p:nvPr/>
        </p:nvSpPr>
        <p:spPr bwMode="auto">
          <a:xfrm>
            <a:off x="2457450" y="322263"/>
            <a:ext cx="7553325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4900"/>
              <a:buFont typeface="Montserrat" panose="02000505000000020004" pitchFamily="2" charset="0"/>
              <a:buNone/>
            </a:pPr>
            <a:r>
              <a:rPr lang="en-US" altLang="en-US" sz="4900" dirty="0" err="1">
                <a:latin typeface="Montserrat" panose="02000505000000020004" pitchFamily="2" charset="0"/>
                <a:sym typeface="Montserrat" panose="02000505000000020004" pitchFamily="2" charset="0"/>
              </a:rPr>
              <a:t>Tenemos</a:t>
            </a:r>
            <a:r>
              <a:rPr lang="en-US" altLang="en-US" sz="4900" dirty="0">
                <a:latin typeface="Montserrat" panose="02000505000000020004" pitchFamily="2" charset="0"/>
                <a:sym typeface="Montserrat" panose="02000505000000020004" pitchFamily="2" charset="0"/>
              </a:rPr>
              <a:t> una </a:t>
            </a:r>
            <a:r>
              <a:rPr lang="en-US" altLang="en-US" sz="4900" dirty="0" err="1">
                <a:latin typeface="Montserrat" panose="02000505000000020004" pitchFamily="2" charset="0"/>
                <a:sym typeface="Montserrat" panose="02000505000000020004" pitchFamily="2" charset="0"/>
              </a:rPr>
              <a:t>increíble</a:t>
            </a:r>
            <a:endParaRPr lang="en-US" altLang="en-US" dirty="0"/>
          </a:p>
        </p:txBody>
      </p:sp>
      <p:sp>
        <p:nvSpPr>
          <p:cNvPr id="43019" name="Google Shape;777;p27"/>
          <p:cNvSpPr txBox="1">
            <a:spLocks noChangeArrowheads="1"/>
          </p:cNvSpPr>
          <p:nvPr/>
        </p:nvSpPr>
        <p:spPr bwMode="auto">
          <a:xfrm>
            <a:off x="8839199" y="5340350"/>
            <a:ext cx="11715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2412A"/>
              </a:buClr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 dirty="0">
                <a:solidFill>
                  <a:srgbClr val="E2412A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F</a:t>
            </a:r>
            <a:endParaRPr lang="en-US" altLang="en-US" dirty="0"/>
          </a:p>
        </p:txBody>
      </p:sp>
      <p:sp>
        <p:nvSpPr>
          <p:cNvPr id="43020" name="Google Shape;778;p27"/>
          <p:cNvSpPr txBox="1">
            <a:spLocks noChangeArrowheads="1"/>
          </p:cNvSpPr>
          <p:nvPr/>
        </p:nvSpPr>
        <p:spPr bwMode="auto">
          <a:xfrm>
            <a:off x="8839200" y="3376613"/>
            <a:ext cx="1171574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 dirty="0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E</a:t>
            </a:r>
            <a:endParaRPr lang="en-US" altLang="en-US" dirty="0"/>
          </a:p>
        </p:txBody>
      </p:sp>
      <p:sp>
        <p:nvSpPr>
          <p:cNvPr id="43021" name="Google Shape;779;p27"/>
          <p:cNvSpPr txBox="1">
            <a:spLocks noChangeArrowheads="1"/>
          </p:cNvSpPr>
          <p:nvPr/>
        </p:nvSpPr>
        <p:spPr bwMode="auto">
          <a:xfrm>
            <a:off x="8839200" y="1404938"/>
            <a:ext cx="126523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9ABAA"/>
              </a:buClr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 dirty="0">
                <a:solidFill>
                  <a:srgbClr val="A9ABAA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D</a:t>
            </a:r>
            <a:endParaRPr lang="en-US" altLang="en-US" dirty="0"/>
          </a:p>
        </p:txBody>
      </p:sp>
      <p:sp>
        <p:nvSpPr>
          <p:cNvPr id="43022" name="Google Shape;780;p27"/>
          <p:cNvSpPr txBox="1">
            <a:spLocks noChangeArrowheads="1"/>
          </p:cNvSpPr>
          <p:nvPr/>
        </p:nvSpPr>
        <p:spPr bwMode="auto">
          <a:xfrm>
            <a:off x="2457449" y="5340350"/>
            <a:ext cx="1257299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 dirty="0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C</a:t>
            </a:r>
            <a:endParaRPr lang="en-US" altLang="en-US" dirty="0"/>
          </a:p>
        </p:txBody>
      </p:sp>
      <p:sp>
        <p:nvSpPr>
          <p:cNvPr id="43023" name="Google Shape;781;p27"/>
          <p:cNvSpPr txBox="1">
            <a:spLocks noChangeArrowheads="1"/>
          </p:cNvSpPr>
          <p:nvPr/>
        </p:nvSpPr>
        <p:spPr bwMode="auto">
          <a:xfrm>
            <a:off x="2449513" y="3376613"/>
            <a:ext cx="1265236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 dirty="0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B</a:t>
            </a:r>
            <a:endParaRPr lang="en-US" altLang="en-US" dirty="0"/>
          </a:p>
        </p:txBody>
      </p:sp>
      <p:sp>
        <p:nvSpPr>
          <p:cNvPr id="43024" name="Google Shape;782;p27"/>
          <p:cNvSpPr txBox="1">
            <a:spLocks noChangeArrowheads="1"/>
          </p:cNvSpPr>
          <p:nvPr/>
        </p:nvSpPr>
        <p:spPr bwMode="auto">
          <a:xfrm>
            <a:off x="2460625" y="1384300"/>
            <a:ext cx="126523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 dirty="0">
                <a:solidFill>
                  <a:srgbClr val="2F526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A</a:t>
            </a:r>
            <a:endParaRPr lang="en-US" altLang="en-US" dirty="0"/>
          </a:p>
        </p:txBody>
      </p:sp>
      <p:sp>
        <p:nvSpPr>
          <p:cNvPr id="43025" name="Google Shape;783;p27"/>
          <p:cNvSpPr>
            <a:spLocks/>
          </p:cNvSpPr>
          <p:nvPr/>
        </p:nvSpPr>
        <p:spPr bwMode="auto">
          <a:xfrm>
            <a:off x="706438" y="3697288"/>
            <a:ext cx="841375" cy="561975"/>
          </a:xfrm>
          <a:custGeom>
            <a:avLst/>
            <a:gdLst>
              <a:gd name="T0" fmla="*/ 167 w 217"/>
              <a:gd name="T1" fmla="*/ 75 h 145"/>
              <a:gd name="T2" fmla="*/ 79 w 217"/>
              <a:gd name="T3" fmla="*/ 35 h 145"/>
              <a:gd name="T4" fmla="*/ 74 w 217"/>
              <a:gd name="T5" fmla="*/ 24 h 145"/>
              <a:gd name="T6" fmla="*/ 173 w 217"/>
              <a:gd name="T7" fmla="*/ 14 h 145"/>
              <a:gd name="T8" fmla="*/ 180 w 217"/>
              <a:gd name="T9" fmla="*/ 4 h 145"/>
              <a:gd name="T10" fmla="*/ 198 w 217"/>
              <a:gd name="T11" fmla="*/ 64 h 145"/>
              <a:gd name="T12" fmla="*/ 216 w 217"/>
              <a:gd name="T13" fmla="*/ 60 h 145"/>
              <a:gd name="T14" fmla="*/ 190 w 217"/>
              <a:gd name="T15" fmla="*/ 0 h 145"/>
              <a:gd name="T16" fmla="*/ 5 w 217"/>
              <a:gd name="T17" fmla="*/ 78 h 145"/>
              <a:gd name="T18" fmla="*/ 25 w 217"/>
              <a:gd name="T19" fmla="*/ 15 h 145"/>
              <a:gd name="T20" fmla="*/ 11 w 217"/>
              <a:gd name="T21" fmla="*/ 8 h 145"/>
              <a:gd name="T22" fmla="*/ 0 w 217"/>
              <a:gd name="T23" fmla="*/ 72 h 145"/>
              <a:gd name="T24" fmla="*/ 75 w 217"/>
              <a:gd name="T25" fmla="*/ 121 h 145"/>
              <a:gd name="T26" fmla="*/ 67 w 217"/>
              <a:gd name="T27" fmla="*/ 131 h 145"/>
              <a:gd name="T28" fmla="*/ 79 w 217"/>
              <a:gd name="T29" fmla="*/ 141 h 145"/>
              <a:gd name="T30" fmla="*/ 87 w 217"/>
              <a:gd name="T31" fmla="*/ 131 h 145"/>
              <a:gd name="T32" fmla="*/ 50 w 217"/>
              <a:gd name="T33" fmla="*/ 132 h 145"/>
              <a:gd name="T34" fmla="*/ 69 w 217"/>
              <a:gd name="T35" fmla="*/ 107 h 145"/>
              <a:gd name="T36" fmla="*/ 53 w 217"/>
              <a:gd name="T37" fmla="*/ 115 h 145"/>
              <a:gd name="T38" fmla="*/ 32 w 217"/>
              <a:gd name="T39" fmla="*/ 107 h 145"/>
              <a:gd name="T40" fmla="*/ 45 w 217"/>
              <a:gd name="T41" fmla="*/ 117 h 145"/>
              <a:gd name="T42" fmla="*/ 54 w 217"/>
              <a:gd name="T43" fmla="*/ 92 h 145"/>
              <a:gd name="T44" fmla="*/ 38 w 217"/>
              <a:gd name="T45" fmla="*/ 100 h 145"/>
              <a:gd name="T46" fmla="*/ 30 w 217"/>
              <a:gd name="T47" fmla="*/ 102 h 145"/>
              <a:gd name="T48" fmla="*/ 29 w 217"/>
              <a:gd name="T49" fmla="*/ 78 h 145"/>
              <a:gd name="T50" fmla="*/ 24 w 217"/>
              <a:gd name="T51" fmla="*/ 84 h 145"/>
              <a:gd name="T52" fmla="*/ 19 w 217"/>
              <a:gd name="T53" fmla="*/ 100 h 145"/>
              <a:gd name="T54" fmla="*/ 164 w 217"/>
              <a:gd name="T55" fmla="*/ 90 h 145"/>
              <a:gd name="T56" fmla="*/ 109 w 217"/>
              <a:gd name="T57" fmla="*/ 34 h 145"/>
              <a:gd name="T58" fmla="*/ 79 w 217"/>
              <a:gd name="T59" fmla="*/ 41 h 145"/>
              <a:gd name="T60" fmla="*/ 71 w 217"/>
              <a:gd name="T61" fmla="*/ 20 h 145"/>
              <a:gd name="T62" fmla="*/ 35 w 217"/>
              <a:gd name="T63" fmla="*/ 70 h 145"/>
              <a:gd name="T64" fmla="*/ 58 w 217"/>
              <a:gd name="T65" fmla="*/ 88 h 145"/>
              <a:gd name="T66" fmla="*/ 78 w 217"/>
              <a:gd name="T67" fmla="*/ 113 h 145"/>
              <a:gd name="T68" fmla="*/ 97 w 217"/>
              <a:gd name="T69" fmla="*/ 133 h 145"/>
              <a:gd name="T70" fmla="*/ 102 w 217"/>
              <a:gd name="T71" fmla="*/ 135 h 145"/>
              <a:gd name="T72" fmla="*/ 109 w 217"/>
              <a:gd name="T73" fmla="*/ 123 h 145"/>
              <a:gd name="T74" fmla="*/ 90 w 217"/>
              <a:gd name="T75" fmla="*/ 104 h 145"/>
              <a:gd name="T76" fmla="*/ 122 w 217"/>
              <a:gd name="T77" fmla="*/ 125 h 145"/>
              <a:gd name="T78" fmla="*/ 127 w 217"/>
              <a:gd name="T79" fmla="*/ 110 h 145"/>
              <a:gd name="T80" fmla="*/ 111 w 217"/>
              <a:gd name="T81" fmla="*/ 97 h 145"/>
              <a:gd name="T82" fmla="*/ 115 w 217"/>
              <a:gd name="T83" fmla="*/ 92 h 145"/>
              <a:gd name="T84" fmla="*/ 149 w 217"/>
              <a:gd name="T85" fmla="*/ 108 h 145"/>
              <a:gd name="T86" fmla="*/ 141 w 217"/>
              <a:gd name="T87" fmla="*/ 91 h 145"/>
              <a:gd name="T88" fmla="*/ 129 w 217"/>
              <a:gd name="T89" fmla="*/ 78 h 145"/>
              <a:gd name="T90" fmla="*/ 164 w 217"/>
              <a:gd name="T91" fmla="*/ 90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17" h="145" extrusionOk="0">
                <a:moveTo>
                  <a:pt x="173" y="14"/>
                </a:moveTo>
                <a:cubicBezTo>
                  <a:pt x="193" y="64"/>
                  <a:pt x="193" y="64"/>
                  <a:pt x="193" y="64"/>
                </a:cubicBezTo>
                <a:cubicBezTo>
                  <a:pt x="167" y="75"/>
                  <a:pt x="167" y="75"/>
                  <a:pt x="167" y="75"/>
                </a:cubicBezTo>
                <a:cubicBezTo>
                  <a:pt x="154" y="64"/>
                  <a:pt x="114" y="28"/>
                  <a:pt x="110" y="28"/>
                </a:cubicBezTo>
                <a:cubicBezTo>
                  <a:pt x="107" y="28"/>
                  <a:pt x="95" y="33"/>
                  <a:pt x="93" y="33"/>
                </a:cubicBezTo>
                <a:cubicBezTo>
                  <a:pt x="93" y="33"/>
                  <a:pt x="85" y="35"/>
                  <a:pt x="79" y="35"/>
                </a:cubicBezTo>
                <a:cubicBezTo>
                  <a:pt x="76" y="35"/>
                  <a:pt x="73" y="35"/>
                  <a:pt x="72" y="34"/>
                </a:cubicBezTo>
                <a:cubicBezTo>
                  <a:pt x="70" y="33"/>
                  <a:pt x="69" y="32"/>
                  <a:pt x="69" y="30"/>
                </a:cubicBezTo>
                <a:cubicBezTo>
                  <a:pt x="69" y="28"/>
                  <a:pt x="72" y="25"/>
                  <a:pt x="74" y="24"/>
                </a:cubicBezTo>
                <a:cubicBezTo>
                  <a:pt x="85" y="18"/>
                  <a:pt x="113" y="8"/>
                  <a:pt x="116" y="7"/>
                </a:cubicBezTo>
                <a:cubicBezTo>
                  <a:pt x="116" y="7"/>
                  <a:pt x="116" y="7"/>
                  <a:pt x="117" y="7"/>
                </a:cubicBezTo>
                <a:cubicBezTo>
                  <a:pt x="123" y="7"/>
                  <a:pt x="167" y="13"/>
                  <a:pt x="173" y="14"/>
                </a:cubicBezTo>
                <a:close/>
                <a:moveTo>
                  <a:pt x="190" y="0"/>
                </a:moveTo>
                <a:cubicBezTo>
                  <a:pt x="190" y="0"/>
                  <a:pt x="189" y="0"/>
                  <a:pt x="188" y="0"/>
                </a:cubicBezTo>
                <a:cubicBezTo>
                  <a:pt x="180" y="4"/>
                  <a:pt x="180" y="4"/>
                  <a:pt x="180" y="4"/>
                </a:cubicBezTo>
                <a:cubicBezTo>
                  <a:pt x="178" y="4"/>
                  <a:pt x="177" y="5"/>
                  <a:pt x="177" y="7"/>
                </a:cubicBezTo>
                <a:cubicBezTo>
                  <a:pt x="176" y="8"/>
                  <a:pt x="176" y="10"/>
                  <a:pt x="177" y="11"/>
                </a:cubicBezTo>
                <a:cubicBezTo>
                  <a:pt x="198" y="64"/>
                  <a:pt x="198" y="64"/>
                  <a:pt x="198" y="64"/>
                </a:cubicBezTo>
                <a:cubicBezTo>
                  <a:pt x="199" y="66"/>
                  <a:pt x="202" y="68"/>
                  <a:pt x="205" y="67"/>
                </a:cubicBezTo>
                <a:cubicBezTo>
                  <a:pt x="213" y="63"/>
                  <a:pt x="213" y="63"/>
                  <a:pt x="213" y="63"/>
                </a:cubicBezTo>
                <a:cubicBezTo>
                  <a:pt x="215" y="63"/>
                  <a:pt x="216" y="62"/>
                  <a:pt x="216" y="60"/>
                </a:cubicBezTo>
                <a:cubicBezTo>
                  <a:pt x="217" y="59"/>
                  <a:pt x="217" y="58"/>
                  <a:pt x="216" y="56"/>
                </a:cubicBezTo>
                <a:cubicBezTo>
                  <a:pt x="195" y="4"/>
                  <a:pt x="195" y="4"/>
                  <a:pt x="195" y="4"/>
                </a:cubicBezTo>
                <a:cubicBezTo>
                  <a:pt x="195" y="1"/>
                  <a:pt x="193" y="0"/>
                  <a:pt x="190" y="0"/>
                </a:cubicBezTo>
                <a:close/>
                <a:moveTo>
                  <a:pt x="0" y="72"/>
                </a:moveTo>
                <a:cubicBezTo>
                  <a:pt x="0" y="74"/>
                  <a:pt x="1" y="75"/>
                  <a:pt x="2" y="76"/>
                </a:cubicBezTo>
                <a:cubicBezTo>
                  <a:pt x="3" y="77"/>
                  <a:pt x="4" y="78"/>
                  <a:pt x="5" y="78"/>
                </a:cubicBezTo>
                <a:cubicBezTo>
                  <a:pt x="14" y="79"/>
                  <a:pt x="14" y="79"/>
                  <a:pt x="14" y="79"/>
                </a:cubicBezTo>
                <a:cubicBezTo>
                  <a:pt x="17" y="79"/>
                  <a:pt x="20" y="77"/>
                  <a:pt x="20" y="74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3"/>
                  <a:pt x="24" y="12"/>
                  <a:pt x="23" y="10"/>
                </a:cubicBezTo>
                <a:cubicBezTo>
                  <a:pt x="22" y="9"/>
                  <a:pt x="21" y="9"/>
                  <a:pt x="20" y="9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0" y="8"/>
                  <a:pt x="10" y="8"/>
                </a:cubicBezTo>
                <a:cubicBezTo>
                  <a:pt x="7" y="8"/>
                  <a:pt x="5" y="10"/>
                  <a:pt x="5" y="13"/>
                </a:cubicBezTo>
                <a:lnTo>
                  <a:pt x="0" y="72"/>
                </a:lnTo>
                <a:close/>
                <a:moveTo>
                  <a:pt x="89" y="125"/>
                </a:moveTo>
                <a:cubicBezTo>
                  <a:pt x="89" y="123"/>
                  <a:pt x="88" y="121"/>
                  <a:pt x="86" y="120"/>
                </a:cubicBezTo>
                <a:cubicBezTo>
                  <a:pt x="82" y="117"/>
                  <a:pt x="78" y="117"/>
                  <a:pt x="75" y="121"/>
                </a:cubicBezTo>
                <a:cubicBezTo>
                  <a:pt x="71" y="126"/>
                  <a:pt x="71" y="126"/>
                  <a:pt x="71" y="126"/>
                </a:cubicBezTo>
                <a:cubicBezTo>
                  <a:pt x="70" y="127"/>
                  <a:pt x="70" y="127"/>
                  <a:pt x="70" y="127"/>
                </a:cubicBezTo>
                <a:cubicBezTo>
                  <a:pt x="67" y="131"/>
                  <a:pt x="67" y="131"/>
                  <a:pt x="67" y="131"/>
                </a:cubicBezTo>
                <a:cubicBezTo>
                  <a:pt x="62" y="137"/>
                  <a:pt x="67" y="141"/>
                  <a:pt x="68" y="143"/>
                </a:cubicBezTo>
                <a:cubicBezTo>
                  <a:pt x="70" y="144"/>
                  <a:pt x="71" y="145"/>
                  <a:pt x="73" y="145"/>
                </a:cubicBezTo>
                <a:cubicBezTo>
                  <a:pt x="75" y="145"/>
                  <a:pt x="77" y="143"/>
                  <a:pt x="79" y="141"/>
                </a:cubicBezTo>
                <a:cubicBezTo>
                  <a:pt x="85" y="134"/>
                  <a:pt x="85" y="134"/>
                  <a:pt x="85" y="134"/>
                </a:cubicBezTo>
                <a:cubicBezTo>
                  <a:pt x="85" y="134"/>
                  <a:pt x="85" y="134"/>
                  <a:pt x="85" y="134"/>
                </a:cubicBezTo>
                <a:cubicBezTo>
                  <a:pt x="87" y="131"/>
                  <a:pt x="87" y="131"/>
                  <a:pt x="87" y="131"/>
                </a:cubicBezTo>
                <a:cubicBezTo>
                  <a:pt x="89" y="129"/>
                  <a:pt x="90" y="127"/>
                  <a:pt x="89" y="125"/>
                </a:cubicBezTo>
                <a:close/>
                <a:moveTo>
                  <a:pt x="47" y="122"/>
                </a:moveTo>
                <a:cubicBezTo>
                  <a:pt x="44" y="125"/>
                  <a:pt x="45" y="128"/>
                  <a:pt x="50" y="132"/>
                </a:cubicBezTo>
                <a:cubicBezTo>
                  <a:pt x="53" y="135"/>
                  <a:pt x="57" y="135"/>
                  <a:pt x="60" y="131"/>
                </a:cubicBezTo>
                <a:cubicBezTo>
                  <a:pt x="71" y="118"/>
                  <a:pt x="71" y="118"/>
                  <a:pt x="71" y="118"/>
                </a:cubicBezTo>
                <a:cubicBezTo>
                  <a:pt x="76" y="112"/>
                  <a:pt x="71" y="108"/>
                  <a:pt x="69" y="107"/>
                </a:cubicBezTo>
                <a:cubicBezTo>
                  <a:pt x="66" y="104"/>
                  <a:pt x="62" y="104"/>
                  <a:pt x="58" y="108"/>
                </a:cubicBezTo>
                <a:cubicBezTo>
                  <a:pt x="53" y="115"/>
                  <a:pt x="53" y="115"/>
                  <a:pt x="53" y="115"/>
                </a:cubicBezTo>
                <a:cubicBezTo>
                  <a:pt x="53" y="115"/>
                  <a:pt x="53" y="115"/>
                  <a:pt x="53" y="115"/>
                </a:cubicBezTo>
                <a:cubicBezTo>
                  <a:pt x="52" y="116"/>
                  <a:pt x="52" y="116"/>
                  <a:pt x="52" y="116"/>
                </a:cubicBezTo>
                <a:lnTo>
                  <a:pt x="47" y="122"/>
                </a:lnTo>
                <a:close/>
                <a:moveTo>
                  <a:pt x="32" y="107"/>
                </a:moveTo>
                <a:cubicBezTo>
                  <a:pt x="30" y="109"/>
                  <a:pt x="30" y="111"/>
                  <a:pt x="30" y="113"/>
                </a:cubicBezTo>
                <a:cubicBezTo>
                  <a:pt x="31" y="115"/>
                  <a:pt x="32" y="117"/>
                  <a:pt x="34" y="118"/>
                </a:cubicBezTo>
                <a:cubicBezTo>
                  <a:pt x="37" y="121"/>
                  <a:pt x="41" y="121"/>
                  <a:pt x="45" y="117"/>
                </a:cubicBezTo>
                <a:cubicBezTo>
                  <a:pt x="56" y="103"/>
                  <a:pt x="56" y="103"/>
                  <a:pt x="56" y="103"/>
                </a:cubicBezTo>
                <a:cubicBezTo>
                  <a:pt x="58" y="101"/>
                  <a:pt x="58" y="99"/>
                  <a:pt x="58" y="97"/>
                </a:cubicBezTo>
                <a:cubicBezTo>
                  <a:pt x="57" y="95"/>
                  <a:pt x="56" y="93"/>
                  <a:pt x="54" y="92"/>
                </a:cubicBezTo>
                <a:cubicBezTo>
                  <a:pt x="51" y="89"/>
                  <a:pt x="47" y="89"/>
                  <a:pt x="43" y="93"/>
                </a:cubicBezTo>
                <a:cubicBezTo>
                  <a:pt x="38" y="100"/>
                  <a:pt x="38" y="100"/>
                  <a:pt x="38" y="100"/>
                </a:cubicBezTo>
                <a:cubicBezTo>
                  <a:pt x="38" y="100"/>
                  <a:pt x="38" y="100"/>
                  <a:pt x="38" y="100"/>
                </a:cubicBezTo>
                <a:cubicBezTo>
                  <a:pt x="37" y="101"/>
                  <a:pt x="37" y="101"/>
                  <a:pt x="37" y="101"/>
                </a:cubicBezTo>
                <a:lnTo>
                  <a:pt x="32" y="107"/>
                </a:lnTo>
                <a:close/>
                <a:moveTo>
                  <a:pt x="30" y="102"/>
                </a:moveTo>
                <a:cubicBezTo>
                  <a:pt x="41" y="88"/>
                  <a:pt x="41" y="88"/>
                  <a:pt x="41" y="88"/>
                </a:cubicBezTo>
                <a:cubicBezTo>
                  <a:pt x="46" y="83"/>
                  <a:pt x="41" y="78"/>
                  <a:pt x="40" y="77"/>
                </a:cubicBezTo>
                <a:cubicBezTo>
                  <a:pt x="36" y="74"/>
                  <a:pt x="32" y="74"/>
                  <a:pt x="29" y="78"/>
                </a:cubicBezTo>
                <a:cubicBezTo>
                  <a:pt x="25" y="83"/>
                  <a:pt x="25" y="83"/>
                  <a:pt x="25" y="83"/>
                </a:cubicBezTo>
                <a:cubicBezTo>
                  <a:pt x="25" y="83"/>
                  <a:pt x="25" y="83"/>
                  <a:pt x="25" y="83"/>
                </a:cubicBezTo>
                <a:cubicBezTo>
                  <a:pt x="24" y="84"/>
                  <a:pt x="24" y="84"/>
                  <a:pt x="24" y="84"/>
                </a:cubicBezTo>
                <a:cubicBezTo>
                  <a:pt x="19" y="90"/>
                  <a:pt x="19" y="90"/>
                  <a:pt x="19" y="90"/>
                </a:cubicBezTo>
                <a:cubicBezTo>
                  <a:pt x="17" y="92"/>
                  <a:pt x="16" y="94"/>
                  <a:pt x="17" y="96"/>
                </a:cubicBezTo>
                <a:cubicBezTo>
                  <a:pt x="17" y="98"/>
                  <a:pt x="18" y="100"/>
                  <a:pt x="19" y="100"/>
                </a:cubicBezTo>
                <a:cubicBezTo>
                  <a:pt x="21" y="102"/>
                  <a:pt x="23" y="104"/>
                  <a:pt x="25" y="104"/>
                </a:cubicBezTo>
                <a:cubicBezTo>
                  <a:pt x="27" y="104"/>
                  <a:pt x="28" y="103"/>
                  <a:pt x="30" y="102"/>
                </a:cubicBezTo>
                <a:close/>
                <a:moveTo>
                  <a:pt x="164" y="90"/>
                </a:moveTo>
                <a:cubicBezTo>
                  <a:pt x="167" y="87"/>
                  <a:pt x="168" y="83"/>
                  <a:pt x="163" y="79"/>
                </a:cubicBezTo>
                <a:cubicBezTo>
                  <a:pt x="159" y="75"/>
                  <a:pt x="159" y="75"/>
                  <a:pt x="159" y="75"/>
                </a:cubicBezTo>
                <a:cubicBezTo>
                  <a:pt x="139" y="57"/>
                  <a:pt x="115" y="37"/>
                  <a:pt x="109" y="34"/>
                </a:cubicBezTo>
                <a:cubicBezTo>
                  <a:pt x="107" y="34"/>
                  <a:pt x="100" y="36"/>
                  <a:pt x="95" y="38"/>
                </a:cubicBezTo>
                <a:cubicBezTo>
                  <a:pt x="95" y="38"/>
                  <a:pt x="95" y="38"/>
                  <a:pt x="95" y="38"/>
                </a:cubicBezTo>
                <a:cubicBezTo>
                  <a:pt x="94" y="38"/>
                  <a:pt x="86" y="41"/>
                  <a:pt x="79" y="41"/>
                </a:cubicBezTo>
                <a:cubicBezTo>
                  <a:pt x="75" y="41"/>
                  <a:pt x="71" y="40"/>
                  <a:pt x="69" y="38"/>
                </a:cubicBezTo>
                <a:cubicBezTo>
                  <a:pt x="64" y="35"/>
                  <a:pt x="64" y="32"/>
                  <a:pt x="64" y="30"/>
                </a:cubicBezTo>
                <a:cubicBezTo>
                  <a:pt x="64" y="25"/>
                  <a:pt x="68" y="22"/>
                  <a:pt x="71" y="20"/>
                </a:cubicBezTo>
                <a:cubicBezTo>
                  <a:pt x="30" y="15"/>
                  <a:pt x="30" y="15"/>
                  <a:pt x="30" y="15"/>
                </a:cubicBezTo>
                <a:cubicBezTo>
                  <a:pt x="26" y="74"/>
                  <a:pt x="26" y="74"/>
                  <a:pt x="26" y="74"/>
                </a:cubicBezTo>
                <a:cubicBezTo>
                  <a:pt x="29" y="71"/>
                  <a:pt x="32" y="70"/>
                  <a:pt x="35" y="70"/>
                </a:cubicBezTo>
                <a:cubicBezTo>
                  <a:pt x="37" y="70"/>
                  <a:pt x="40" y="71"/>
                  <a:pt x="43" y="73"/>
                </a:cubicBezTo>
                <a:cubicBezTo>
                  <a:pt x="47" y="76"/>
                  <a:pt x="49" y="80"/>
                  <a:pt x="48" y="85"/>
                </a:cubicBezTo>
                <a:cubicBezTo>
                  <a:pt x="51" y="84"/>
                  <a:pt x="55" y="85"/>
                  <a:pt x="58" y="88"/>
                </a:cubicBezTo>
                <a:cubicBezTo>
                  <a:pt x="62" y="91"/>
                  <a:pt x="63" y="95"/>
                  <a:pt x="63" y="100"/>
                </a:cubicBezTo>
                <a:cubicBezTo>
                  <a:pt x="66" y="99"/>
                  <a:pt x="70" y="100"/>
                  <a:pt x="73" y="103"/>
                </a:cubicBezTo>
                <a:cubicBezTo>
                  <a:pt x="76" y="106"/>
                  <a:pt x="78" y="109"/>
                  <a:pt x="78" y="113"/>
                </a:cubicBezTo>
                <a:cubicBezTo>
                  <a:pt x="82" y="112"/>
                  <a:pt x="86" y="113"/>
                  <a:pt x="89" y="116"/>
                </a:cubicBezTo>
                <a:cubicBezTo>
                  <a:pt x="94" y="120"/>
                  <a:pt x="95" y="125"/>
                  <a:pt x="94" y="130"/>
                </a:cubicBezTo>
                <a:cubicBezTo>
                  <a:pt x="97" y="133"/>
                  <a:pt x="97" y="133"/>
                  <a:pt x="97" y="133"/>
                </a:cubicBezTo>
                <a:cubicBezTo>
                  <a:pt x="97" y="133"/>
                  <a:pt x="98" y="134"/>
                  <a:pt x="98" y="134"/>
                </a:cubicBezTo>
                <a:cubicBezTo>
                  <a:pt x="98" y="134"/>
                  <a:pt x="98" y="134"/>
                  <a:pt x="98" y="134"/>
                </a:cubicBezTo>
                <a:cubicBezTo>
                  <a:pt x="100" y="135"/>
                  <a:pt x="101" y="135"/>
                  <a:pt x="102" y="135"/>
                </a:cubicBezTo>
                <a:cubicBezTo>
                  <a:pt x="105" y="135"/>
                  <a:pt x="107" y="134"/>
                  <a:pt x="108" y="132"/>
                </a:cubicBezTo>
                <a:cubicBezTo>
                  <a:pt x="111" y="129"/>
                  <a:pt x="112" y="127"/>
                  <a:pt x="109" y="124"/>
                </a:cubicBezTo>
                <a:cubicBezTo>
                  <a:pt x="109" y="123"/>
                  <a:pt x="109" y="123"/>
                  <a:pt x="109" y="123"/>
                </a:cubicBezTo>
                <a:cubicBezTo>
                  <a:pt x="90" y="108"/>
                  <a:pt x="90" y="108"/>
                  <a:pt x="90" y="108"/>
                </a:cubicBezTo>
                <a:cubicBezTo>
                  <a:pt x="90" y="107"/>
                  <a:pt x="89" y="107"/>
                  <a:pt x="89" y="106"/>
                </a:cubicBezTo>
                <a:cubicBezTo>
                  <a:pt x="89" y="105"/>
                  <a:pt x="90" y="104"/>
                  <a:pt x="90" y="104"/>
                </a:cubicBezTo>
                <a:cubicBezTo>
                  <a:pt x="91" y="102"/>
                  <a:pt x="93" y="102"/>
                  <a:pt x="94" y="103"/>
                </a:cubicBezTo>
                <a:cubicBezTo>
                  <a:pt x="118" y="124"/>
                  <a:pt x="118" y="124"/>
                  <a:pt x="118" y="124"/>
                </a:cubicBezTo>
                <a:cubicBezTo>
                  <a:pt x="119" y="124"/>
                  <a:pt x="121" y="125"/>
                  <a:pt x="122" y="125"/>
                </a:cubicBezTo>
                <a:cubicBezTo>
                  <a:pt x="125" y="125"/>
                  <a:pt x="127" y="124"/>
                  <a:pt x="129" y="121"/>
                </a:cubicBezTo>
                <a:cubicBezTo>
                  <a:pt x="130" y="119"/>
                  <a:pt x="131" y="117"/>
                  <a:pt x="131" y="116"/>
                </a:cubicBezTo>
                <a:cubicBezTo>
                  <a:pt x="130" y="113"/>
                  <a:pt x="129" y="111"/>
                  <a:pt x="127" y="110"/>
                </a:cubicBezTo>
                <a:cubicBezTo>
                  <a:pt x="124" y="107"/>
                  <a:pt x="124" y="107"/>
                  <a:pt x="124" y="107"/>
                </a:cubicBezTo>
                <a:cubicBezTo>
                  <a:pt x="124" y="107"/>
                  <a:pt x="124" y="107"/>
                  <a:pt x="124" y="107"/>
                </a:cubicBezTo>
                <a:cubicBezTo>
                  <a:pt x="111" y="97"/>
                  <a:pt x="111" y="97"/>
                  <a:pt x="111" y="97"/>
                </a:cubicBezTo>
                <a:cubicBezTo>
                  <a:pt x="110" y="96"/>
                  <a:pt x="110" y="95"/>
                  <a:pt x="110" y="95"/>
                </a:cubicBezTo>
                <a:cubicBezTo>
                  <a:pt x="110" y="94"/>
                  <a:pt x="110" y="93"/>
                  <a:pt x="111" y="92"/>
                </a:cubicBezTo>
                <a:cubicBezTo>
                  <a:pt x="112" y="91"/>
                  <a:pt x="113" y="91"/>
                  <a:pt x="115" y="92"/>
                </a:cubicBezTo>
                <a:cubicBezTo>
                  <a:pt x="137" y="110"/>
                  <a:pt x="137" y="110"/>
                  <a:pt x="137" y="110"/>
                </a:cubicBezTo>
                <a:cubicBezTo>
                  <a:pt x="138" y="111"/>
                  <a:pt x="140" y="112"/>
                  <a:pt x="142" y="112"/>
                </a:cubicBezTo>
                <a:cubicBezTo>
                  <a:pt x="144" y="112"/>
                  <a:pt x="147" y="110"/>
                  <a:pt x="149" y="108"/>
                </a:cubicBezTo>
                <a:cubicBezTo>
                  <a:pt x="151" y="106"/>
                  <a:pt x="151" y="104"/>
                  <a:pt x="151" y="102"/>
                </a:cubicBezTo>
                <a:cubicBezTo>
                  <a:pt x="151" y="100"/>
                  <a:pt x="150" y="98"/>
                  <a:pt x="148" y="96"/>
                </a:cubicBezTo>
                <a:cubicBezTo>
                  <a:pt x="141" y="91"/>
                  <a:pt x="141" y="91"/>
                  <a:pt x="141" y="91"/>
                </a:cubicBezTo>
                <a:cubicBezTo>
                  <a:pt x="141" y="91"/>
                  <a:pt x="141" y="91"/>
                  <a:pt x="141" y="91"/>
                </a:cubicBezTo>
                <a:cubicBezTo>
                  <a:pt x="130" y="82"/>
                  <a:pt x="130" y="82"/>
                  <a:pt x="130" y="82"/>
                </a:cubicBezTo>
                <a:cubicBezTo>
                  <a:pt x="129" y="81"/>
                  <a:pt x="128" y="79"/>
                  <a:pt x="129" y="78"/>
                </a:cubicBezTo>
                <a:cubicBezTo>
                  <a:pt x="130" y="76"/>
                  <a:pt x="132" y="76"/>
                  <a:pt x="134" y="77"/>
                </a:cubicBezTo>
                <a:cubicBezTo>
                  <a:pt x="152" y="92"/>
                  <a:pt x="152" y="92"/>
                  <a:pt x="152" y="92"/>
                </a:cubicBezTo>
                <a:cubicBezTo>
                  <a:pt x="156" y="95"/>
                  <a:pt x="161" y="95"/>
                  <a:pt x="164" y="90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26" name="Google Shape;784;p27"/>
          <p:cNvSpPr>
            <a:spLocks/>
          </p:cNvSpPr>
          <p:nvPr/>
        </p:nvSpPr>
        <p:spPr bwMode="auto">
          <a:xfrm>
            <a:off x="10693400" y="1682750"/>
            <a:ext cx="750888" cy="627063"/>
          </a:xfrm>
          <a:custGeom>
            <a:avLst/>
            <a:gdLst>
              <a:gd name="T0" fmla="*/ 26 w 194"/>
              <a:gd name="T1" fmla="*/ 132 h 162"/>
              <a:gd name="T2" fmla="*/ 26 w 194"/>
              <a:gd name="T3" fmla="*/ 88 h 162"/>
              <a:gd name="T4" fmla="*/ 33 w 194"/>
              <a:gd name="T5" fmla="*/ 82 h 162"/>
              <a:gd name="T6" fmla="*/ 43 w 194"/>
              <a:gd name="T7" fmla="*/ 82 h 162"/>
              <a:gd name="T8" fmla="*/ 50 w 194"/>
              <a:gd name="T9" fmla="*/ 88 h 162"/>
              <a:gd name="T10" fmla="*/ 50 w 194"/>
              <a:gd name="T11" fmla="*/ 132 h 162"/>
              <a:gd name="T12" fmla="*/ 43 w 194"/>
              <a:gd name="T13" fmla="*/ 138 h 162"/>
              <a:gd name="T14" fmla="*/ 33 w 194"/>
              <a:gd name="T15" fmla="*/ 138 h 162"/>
              <a:gd name="T16" fmla="*/ 26 w 194"/>
              <a:gd name="T17" fmla="*/ 132 h 162"/>
              <a:gd name="T18" fmla="*/ 71 w 194"/>
              <a:gd name="T19" fmla="*/ 66 h 162"/>
              <a:gd name="T20" fmla="*/ 65 w 194"/>
              <a:gd name="T21" fmla="*/ 73 h 162"/>
              <a:gd name="T22" fmla="*/ 65 w 194"/>
              <a:gd name="T23" fmla="*/ 132 h 162"/>
              <a:gd name="T24" fmla="*/ 71 w 194"/>
              <a:gd name="T25" fmla="*/ 138 h 162"/>
              <a:gd name="T26" fmla="*/ 82 w 194"/>
              <a:gd name="T27" fmla="*/ 138 h 162"/>
              <a:gd name="T28" fmla="*/ 88 w 194"/>
              <a:gd name="T29" fmla="*/ 132 h 162"/>
              <a:gd name="T30" fmla="*/ 88 w 194"/>
              <a:gd name="T31" fmla="*/ 73 h 162"/>
              <a:gd name="T32" fmla="*/ 82 w 194"/>
              <a:gd name="T33" fmla="*/ 66 h 162"/>
              <a:gd name="T34" fmla="*/ 71 w 194"/>
              <a:gd name="T35" fmla="*/ 66 h 162"/>
              <a:gd name="T36" fmla="*/ 110 w 194"/>
              <a:gd name="T37" fmla="*/ 53 h 162"/>
              <a:gd name="T38" fmla="*/ 104 w 194"/>
              <a:gd name="T39" fmla="*/ 59 h 162"/>
              <a:gd name="T40" fmla="*/ 104 w 194"/>
              <a:gd name="T41" fmla="*/ 132 h 162"/>
              <a:gd name="T42" fmla="*/ 110 w 194"/>
              <a:gd name="T43" fmla="*/ 138 h 162"/>
              <a:gd name="T44" fmla="*/ 121 w 194"/>
              <a:gd name="T45" fmla="*/ 138 h 162"/>
              <a:gd name="T46" fmla="*/ 127 w 194"/>
              <a:gd name="T47" fmla="*/ 132 h 162"/>
              <a:gd name="T48" fmla="*/ 127 w 194"/>
              <a:gd name="T49" fmla="*/ 59 h 162"/>
              <a:gd name="T50" fmla="*/ 121 w 194"/>
              <a:gd name="T51" fmla="*/ 53 h 162"/>
              <a:gd name="T52" fmla="*/ 110 w 194"/>
              <a:gd name="T53" fmla="*/ 53 h 162"/>
              <a:gd name="T54" fmla="*/ 149 w 194"/>
              <a:gd name="T55" fmla="*/ 39 h 162"/>
              <a:gd name="T56" fmla="*/ 142 w 194"/>
              <a:gd name="T57" fmla="*/ 46 h 162"/>
              <a:gd name="T58" fmla="*/ 142 w 194"/>
              <a:gd name="T59" fmla="*/ 132 h 162"/>
              <a:gd name="T60" fmla="*/ 149 w 194"/>
              <a:gd name="T61" fmla="*/ 138 h 162"/>
              <a:gd name="T62" fmla="*/ 159 w 194"/>
              <a:gd name="T63" fmla="*/ 138 h 162"/>
              <a:gd name="T64" fmla="*/ 166 w 194"/>
              <a:gd name="T65" fmla="*/ 132 h 162"/>
              <a:gd name="T66" fmla="*/ 166 w 194"/>
              <a:gd name="T67" fmla="*/ 46 h 162"/>
              <a:gd name="T68" fmla="*/ 159 w 194"/>
              <a:gd name="T69" fmla="*/ 39 h 162"/>
              <a:gd name="T70" fmla="*/ 149 w 194"/>
              <a:gd name="T71" fmla="*/ 39 h 162"/>
              <a:gd name="T72" fmla="*/ 29 w 194"/>
              <a:gd name="T73" fmla="*/ 65 h 162"/>
              <a:gd name="T74" fmla="*/ 144 w 194"/>
              <a:gd name="T75" fmla="*/ 22 h 162"/>
              <a:gd name="T76" fmla="*/ 147 w 194"/>
              <a:gd name="T77" fmla="*/ 28 h 162"/>
              <a:gd name="T78" fmla="*/ 159 w 194"/>
              <a:gd name="T79" fmla="*/ 8 h 162"/>
              <a:gd name="T80" fmla="*/ 137 w 194"/>
              <a:gd name="T81" fmla="*/ 7 h 162"/>
              <a:gd name="T82" fmla="*/ 140 w 194"/>
              <a:gd name="T83" fmla="*/ 14 h 162"/>
              <a:gd name="T84" fmla="*/ 28 w 194"/>
              <a:gd name="T85" fmla="*/ 56 h 162"/>
              <a:gd name="T86" fmla="*/ 29 w 194"/>
              <a:gd name="T87" fmla="*/ 65 h 162"/>
              <a:gd name="T88" fmla="*/ 194 w 194"/>
              <a:gd name="T89" fmla="*/ 150 h 162"/>
              <a:gd name="T90" fmla="*/ 174 w 194"/>
              <a:gd name="T91" fmla="*/ 139 h 162"/>
              <a:gd name="T92" fmla="*/ 174 w 194"/>
              <a:gd name="T93" fmla="*/ 146 h 162"/>
              <a:gd name="T94" fmla="*/ 16 w 194"/>
              <a:gd name="T95" fmla="*/ 146 h 162"/>
              <a:gd name="T96" fmla="*/ 16 w 194"/>
              <a:gd name="T97" fmla="*/ 20 h 162"/>
              <a:gd name="T98" fmla="*/ 23 w 194"/>
              <a:gd name="T99" fmla="*/ 20 h 162"/>
              <a:gd name="T100" fmla="*/ 12 w 194"/>
              <a:gd name="T101" fmla="*/ 0 h 162"/>
              <a:gd name="T102" fmla="*/ 0 w 194"/>
              <a:gd name="T103" fmla="*/ 20 h 162"/>
              <a:gd name="T104" fmla="*/ 7 w 194"/>
              <a:gd name="T105" fmla="*/ 20 h 162"/>
              <a:gd name="T106" fmla="*/ 7 w 194"/>
              <a:gd name="T107" fmla="*/ 146 h 162"/>
              <a:gd name="T108" fmla="*/ 7 w 194"/>
              <a:gd name="T109" fmla="*/ 150 h 162"/>
              <a:gd name="T110" fmla="*/ 7 w 194"/>
              <a:gd name="T111" fmla="*/ 155 h 162"/>
              <a:gd name="T112" fmla="*/ 174 w 194"/>
              <a:gd name="T113" fmla="*/ 155 h 162"/>
              <a:gd name="T114" fmla="*/ 174 w 194"/>
              <a:gd name="T115" fmla="*/ 162 h 162"/>
              <a:gd name="T116" fmla="*/ 194 w 194"/>
              <a:gd name="T117" fmla="*/ 15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94" h="162" extrusionOk="0">
                <a:moveTo>
                  <a:pt x="26" y="132"/>
                </a:moveTo>
                <a:cubicBezTo>
                  <a:pt x="26" y="88"/>
                  <a:pt x="26" y="88"/>
                  <a:pt x="26" y="88"/>
                </a:cubicBezTo>
                <a:cubicBezTo>
                  <a:pt x="26" y="85"/>
                  <a:pt x="29" y="82"/>
                  <a:pt x="33" y="82"/>
                </a:cubicBezTo>
                <a:cubicBezTo>
                  <a:pt x="43" y="82"/>
                  <a:pt x="43" y="82"/>
                  <a:pt x="43" y="82"/>
                </a:cubicBezTo>
                <a:cubicBezTo>
                  <a:pt x="47" y="82"/>
                  <a:pt x="50" y="85"/>
                  <a:pt x="50" y="88"/>
                </a:cubicBezTo>
                <a:cubicBezTo>
                  <a:pt x="50" y="132"/>
                  <a:pt x="50" y="132"/>
                  <a:pt x="50" y="132"/>
                </a:cubicBezTo>
                <a:cubicBezTo>
                  <a:pt x="50" y="135"/>
                  <a:pt x="47" y="138"/>
                  <a:pt x="43" y="138"/>
                </a:cubicBezTo>
                <a:cubicBezTo>
                  <a:pt x="33" y="138"/>
                  <a:pt x="33" y="138"/>
                  <a:pt x="33" y="138"/>
                </a:cubicBezTo>
                <a:cubicBezTo>
                  <a:pt x="29" y="138"/>
                  <a:pt x="26" y="135"/>
                  <a:pt x="26" y="132"/>
                </a:cubicBezTo>
                <a:close/>
                <a:moveTo>
                  <a:pt x="71" y="66"/>
                </a:moveTo>
                <a:cubicBezTo>
                  <a:pt x="68" y="66"/>
                  <a:pt x="65" y="69"/>
                  <a:pt x="65" y="73"/>
                </a:cubicBezTo>
                <a:cubicBezTo>
                  <a:pt x="65" y="132"/>
                  <a:pt x="65" y="132"/>
                  <a:pt x="65" y="132"/>
                </a:cubicBezTo>
                <a:cubicBezTo>
                  <a:pt x="65" y="135"/>
                  <a:pt x="68" y="138"/>
                  <a:pt x="71" y="138"/>
                </a:cubicBezTo>
                <a:cubicBezTo>
                  <a:pt x="82" y="138"/>
                  <a:pt x="82" y="138"/>
                  <a:pt x="82" y="138"/>
                </a:cubicBezTo>
                <a:cubicBezTo>
                  <a:pt x="85" y="138"/>
                  <a:pt x="88" y="135"/>
                  <a:pt x="88" y="132"/>
                </a:cubicBezTo>
                <a:cubicBezTo>
                  <a:pt x="88" y="73"/>
                  <a:pt x="88" y="73"/>
                  <a:pt x="88" y="73"/>
                </a:cubicBezTo>
                <a:cubicBezTo>
                  <a:pt x="88" y="69"/>
                  <a:pt x="85" y="66"/>
                  <a:pt x="82" y="66"/>
                </a:cubicBezTo>
                <a:lnTo>
                  <a:pt x="71" y="66"/>
                </a:lnTo>
                <a:close/>
                <a:moveTo>
                  <a:pt x="110" y="53"/>
                </a:moveTo>
                <a:cubicBezTo>
                  <a:pt x="106" y="53"/>
                  <a:pt x="104" y="56"/>
                  <a:pt x="104" y="59"/>
                </a:cubicBezTo>
                <a:cubicBezTo>
                  <a:pt x="104" y="132"/>
                  <a:pt x="104" y="132"/>
                  <a:pt x="104" y="132"/>
                </a:cubicBezTo>
                <a:cubicBezTo>
                  <a:pt x="104" y="135"/>
                  <a:pt x="106" y="138"/>
                  <a:pt x="110" y="138"/>
                </a:cubicBezTo>
                <a:cubicBezTo>
                  <a:pt x="121" y="138"/>
                  <a:pt x="121" y="138"/>
                  <a:pt x="121" y="138"/>
                </a:cubicBezTo>
                <a:cubicBezTo>
                  <a:pt x="124" y="138"/>
                  <a:pt x="127" y="135"/>
                  <a:pt x="127" y="132"/>
                </a:cubicBezTo>
                <a:cubicBezTo>
                  <a:pt x="127" y="59"/>
                  <a:pt x="127" y="59"/>
                  <a:pt x="127" y="59"/>
                </a:cubicBezTo>
                <a:cubicBezTo>
                  <a:pt x="127" y="56"/>
                  <a:pt x="124" y="53"/>
                  <a:pt x="121" y="53"/>
                </a:cubicBezTo>
                <a:lnTo>
                  <a:pt x="110" y="53"/>
                </a:lnTo>
                <a:close/>
                <a:moveTo>
                  <a:pt x="149" y="39"/>
                </a:moveTo>
                <a:cubicBezTo>
                  <a:pt x="145" y="39"/>
                  <a:pt x="142" y="42"/>
                  <a:pt x="142" y="46"/>
                </a:cubicBezTo>
                <a:cubicBezTo>
                  <a:pt x="142" y="132"/>
                  <a:pt x="142" y="132"/>
                  <a:pt x="142" y="132"/>
                </a:cubicBezTo>
                <a:cubicBezTo>
                  <a:pt x="142" y="135"/>
                  <a:pt x="145" y="138"/>
                  <a:pt x="149" y="138"/>
                </a:cubicBezTo>
                <a:cubicBezTo>
                  <a:pt x="159" y="138"/>
                  <a:pt x="159" y="138"/>
                  <a:pt x="159" y="138"/>
                </a:cubicBezTo>
                <a:cubicBezTo>
                  <a:pt x="163" y="138"/>
                  <a:pt x="166" y="135"/>
                  <a:pt x="166" y="132"/>
                </a:cubicBezTo>
                <a:cubicBezTo>
                  <a:pt x="166" y="46"/>
                  <a:pt x="166" y="46"/>
                  <a:pt x="166" y="46"/>
                </a:cubicBezTo>
                <a:cubicBezTo>
                  <a:pt x="166" y="42"/>
                  <a:pt x="163" y="39"/>
                  <a:pt x="159" y="39"/>
                </a:cubicBezTo>
                <a:lnTo>
                  <a:pt x="149" y="39"/>
                </a:lnTo>
                <a:close/>
                <a:moveTo>
                  <a:pt x="29" y="65"/>
                </a:moveTo>
                <a:cubicBezTo>
                  <a:pt x="70" y="57"/>
                  <a:pt x="109" y="42"/>
                  <a:pt x="144" y="22"/>
                </a:cubicBezTo>
                <a:cubicBezTo>
                  <a:pt x="147" y="28"/>
                  <a:pt x="147" y="28"/>
                  <a:pt x="147" y="28"/>
                </a:cubicBezTo>
                <a:cubicBezTo>
                  <a:pt x="159" y="8"/>
                  <a:pt x="159" y="8"/>
                  <a:pt x="159" y="8"/>
                </a:cubicBezTo>
                <a:cubicBezTo>
                  <a:pt x="137" y="7"/>
                  <a:pt x="137" y="7"/>
                  <a:pt x="137" y="7"/>
                </a:cubicBezTo>
                <a:cubicBezTo>
                  <a:pt x="140" y="14"/>
                  <a:pt x="140" y="14"/>
                  <a:pt x="140" y="14"/>
                </a:cubicBezTo>
                <a:cubicBezTo>
                  <a:pt x="106" y="34"/>
                  <a:pt x="68" y="49"/>
                  <a:pt x="28" y="56"/>
                </a:cubicBezTo>
                <a:lnTo>
                  <a:pt x="29" y="65"/>
                </a:lnTo>
                <a:close/>
                <a:moveTo>
                  <a:pt x="194" y="150"/>
                </a:moveTo>
                <a:cubicBezTo>
                  <a:pt x="174" y="139"/>
                  <a:pt x="174" y="139"/>
                  <a:pt x="174" y="139"/>
                </a:cubicBezTo>
                <a:cubicBezTo>
                  <a:pt x="174" y="146"/>
                  <a:pt x="174" y="146"/>
                  <a:pt x="174" y="146"/>
                </a:cubicBezTo>
                <a:cubicBezTo>
                  <a:pt x="16" y="146"/>
                  <a:pt x="16" y="146"/>
                  <a:pt x="16" y="146"/>
                </a:cubicBezTo>
                <a:cubicBezTo>
                  <a:pt x="16" y="20"/>
                  <a:pt x="16" y="20"/>
                  <a:pt x="16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20"/>
                  <a:pt x="0" y="20"/>
                  <a:pt x="0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146"/>
                  <a:pt x="7" y="146"/>
                  <a:pt x="7" y="146"/>
                </a:cubicBezTo>
                <a:cubicBezTo>
                  <a:pt x="7" y="150"/>
                  <a:pt x="7" y="150"/>
                  <a:pt x="7" y="150"/>
                </a:cubicBezTo>
                <a:cubicBezTo>
                  <a:pt x="7" y="155"/>
                  <a:pt x="7" y="155"/>
                  <a:pt x="7" y="155"/>
                </a:cubicBezTo>
                <a:cubicBezTo>
                  <a:pt x="174" y="155"/>
                  <a:pt x="174" y="155"/>
                  <a:pt x="174" y="155"/>
                </a:cubicBezTo>
                <a:cubicBezTo>
                  <a:pt x="174" y="162"/>
                  <a:pt x="174" y="162"/>
                  <a:pt x="174" y="162"/>
                </a:cubicBezTo>
                <a:lnTo>
                  <a:pt x="194" y="150"/>
                </a:lnTo>
                <a:close/>
              </a:path>
            </a:pathLst>
          </a:custGeom>
          <a:solidFill>
            <a:srgbClr val="A9AB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27" name="Google Shape;785;p27"/>
          <p:cNvSpPr>
            <a:spLocks/>
          </p:cNvSpPr>
          <p:nvPr/>
        </p:nvSpPr>
        <p:spPr bwMode="auto">
          <a:xfrm>
            <a:off x="10590213" y="5695950"/>
            <a:ext cx="1044575" cy="542925"/>
          </a:xfrm>
          <a:custGeom>
            <a:avLst/>
            <a:gdLst>
              <a:gd name="T0" fmla="*/ 194 w 270"/>
              <a:gd name="T1" fmla="*/ 132 h 140"/>
              <a:gd name="T2" fmla="*/ 182 w 270"/>
              <a:gd name="T3" fmla="*/ 136 h 140"/>
              <a:gd name="T4" fmla="*/ 138 w 270"/>
              <a:gd name="T5" fmla="*/ 140 h 140"/>
              <a:gd name="T6" fmla="*/ 94 w 270"/>
              <a:gd name="T7" fmla="*/ 136 h 140"/>
              <a:gd name="T8" fmla="*/ 81 w 270"/>
              <a:gd name="T9" fmla="*/ 132 h 140"/>
              <a:gd name="T10" fmla="*/ 76 w 270"/>
              <a:gd name="T11" fmla="*/ 111 h 140"/>
              <a:gd name="T12" fmla="*/ 101 w 270"/>
              <a:gd name="T13" fmla="*/ 94 h 140"/>
              <a:gd name="T14" fmla="*/ 114 w 270"/>
              <a:gd name="T15" fmla="*/ 89 h 140"/>
              <a:gd name="T16" fmla="*/ 118 w 270"/>
              <a:gd name="T17" fmla="*/ 72 h 140"/>
              <a:gd name="T18" fmla="*/ 102 w 270"/>
              <a:gd name="T19" fmla="*/ 30 h 140"/>
              <a:gd name="T20" fmla="*/ 128 w 270"/>
              <a:gd name="T21" fmla="*/ 1 h 140"/>
              <a:gd name="T22" fmla="*/ 138 w 270"/>
              <a:gd name="T23" fmla="*/ 0 h 140"/>
              <a:gd name="T24" fmla="*/ 148 w 270"/>
              <a:gd name="T25" fmla="*/ 1 h 140"/>
              <a:gd name="T26" fmla="*/ 173 w 270"/>
              <a:gd name="T27" fmla="*/ 30 h 140"/>
              <a:gd name="T28" fmla="*/ 158 w 270"/>
              <a:gd name="T29" fmla="*/ 72 h 140"/>
              <a:gd name="T30" fmla="*/ 162 w 270"/>
              <a:gd name="T31" fmla="*/ 89 h 140"/>
              <a:gd name="T32" fmla="*/ 175 w 270"/>
              <a:gd name="T33" fmla="*/ 94 h 140"/>
              <a:gd name="T34" fmla="*/ 200 w 270"/>
              <a:gd name="T35" fmla="*/ 111 h 140"/>
              <a:gd name="T36" fmla="*/ 194 w 270"/>
              <a:gd name="T37" fmla="*/ 132 h 140"/>
              <a:gd name="T38" fmla="*/ 265 w 270"/>
              <a:gd name="T39" fmla="*/ 120 h 140"/>
              <a:gd name="T40" fmla="*/ 248 w 270"/>
              <a:gd name="T41" fmla="*/ 108 h 140"/>
              <a:gd name="T42" fmla="*/ 239 w 270"/>
              <a:gd name="T43" fmla="*/ 105 h 140"/>
              <a:gd name="T44" fmla="*/ 236 w 270"/>
              <a:gd name="T45" fmla="*/ 93 h 140"/>
              <a:gd name="T46" fmla="*/ 247 w 270"/>
              <a:gd name="T47" fmla="*/ 64 h 140"/>
              <a:gd name="T48" fmla="*/ 229 w 270"/>
              <a:gd name="T49" fmla="*/ 43 h 140"/>
              <a:gd name="T50" fmla="*/ 222 w 270"/>
              <a:gd name="T51" fmla="*/ 42 h 140"/>
              <a:gd name="T52" fmla="*/ 215 w 270"/>
              <a:gd name="T53" fmla="*/ 43 h 140"/>
              <a:gd name="T54" fmla="*/ 198 w 270"/>
              <a:gd name="T55" fmla="*/ 64 h 140"/>
              <a:gd name="T56" fmla="*/ 208 w 270"/>
              <a:gd name="T57" fmla="*/ 93 h 140"/>
              <a:gd name="T58" fmla="*/ 205 w 270"/>
              <a:gd name="T59" fmla="*/ 105 h 140"/>
              <a:gd name="T60" fmla="*/ 205 w 270"/>
              <a:gd name="T61" fmla="*/ 105 h 140"/>
              <a:gd name="T62" fmla="*/ 207 w 270"/>
              <a:gd name="T63" fmla="*/ 107 h 140"/>
              <a:gd name="T64" fmla="*/ 212 w 270"/>
              <a:gd name="T65" fmla="*/ 123 h 140"/>
              <a:gd name="T66" fmla="*/ 201 w 270"/>
              <a:gd name="T67" fmla="*/ 136 h 140"/>
              <a:gd name="T68" fmla="*/ 196 w 270"/>
              <a:gd name="T69" fmla="*/ 138 h 140"/>
              <a:gd name="T70" fmla="*/ 222 w 270"/>
              <a:gd name="T71" fmla="*/ 140 h 140"/>
              <a:gd name="T72" fmla="*/ 253 w 270"/>
              <a:gd name="T73" fmla="*/ 137 h 140"/>
              <a:gd name="T74" fmla="*/ 262 w 270"/>
              <a:gd name="T75" fmla="*/ 135 h 140"/>
              <a:gd name="T76" fmla="*/ 265 w 270"/>
              <a:gd name="T77" fmla="*/ 120 h 140"/>
              <a:gd name="T78" fmla="*/ 63 w 270"/>
              <a:gd name="T79" fmla="*/ 123 h 140"/>
              <a:gd name="T80" fmla="*/ 69 w 270"/>
              <a:gd name="T81" fmla="*/ 107 h 140"/>
              <a:gd name="T82" fmla="*/ 74 w 270"/>
              <a:gd name="T83" fmla="*/ 102 h 140"/>
              <a:gd name="T84" fmla="*/ 71 w 270"/>
              <a:gd name="T85" fmla="*/ 101 h 140"/>
              <a:gd name="T86" fmla="*/ 67 w 270"/>
              <a:gd name="T87" fmla="*/ 88 h 140"/>
              <a:gd name="T88" fmla="*/ 79 w 270"/>
              <a:gd name="T89" fmla="*/ 56 h 140"/>
              <a:gd name="T90" fmla="*/ 60 w 270"/>
              <a:gd name="T91" fmla="*/ 33 h 140"/>
              <a:gd name="T92" fmla="*/ 52 w 270"/>
              <a:gd name="T93" fmla="*/ 32 h 140"/>
              <a:gd name="T94" fmla="*/ 45 w 270"/>
              <a:gd name="T95" fmla="*/ 33 h 140"/>
              <a:gd name="T96" fmla="*/ 25 w 270"/>
              <a:gd name="T97" fmla="*/ 56 h 140"/>
              <a:gd name="T98" fmla="*/ 37 w 270"/>
              <a:gd name="T99" fmla="*/ 88 h 140"/>
              <a:gd name="T100" fmla="*/ 33 w 270"/>
              <a:gd name="T101" fmla="*/ 101 h 140"/>
              <a:gd name="T102" fmla="*/ 24 w 270"/>
              <a:gd name="T103" fmla="*/ 105 h 140"/>
              <a:gd name="T104" fmla="*/ 5 w 270"/>
              <a:gd name="T105" fmla="*/ 117 h 140"/>
              <a:gd name="T106" fmla="*/ 9 w 270"/>
              <a:gd name="T107" fmla="*/ 134 h 140"/>
              <a:gd name="T108" fmla="*/ 18 w 270"/>
              <a:gd name="T109" fmla="*/ 137 h 140"/>
              <a:gd name="T110" fmla="*/ 52 w 270"/>
              <a:gd name="T111" fmla="*/ 140 h 140"/>
              <a:gd name="T112" fmla="*/ 80 w 270"/>
              <a:gd name="T113" fmla="*/ 138 h 140"/>
              <a:gd name="T114" fmla="*/ 75 w 270"/>
              <a:gd name="T115" fmla="*/ 136 h 140"/>
              <a:gd name="T116" fmla="*/ 63 w 270"/>
              <a:gd name="T117" fmla="*/ 123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70" h="140" extrusionOk="0">
                <a:moveTo>
                  <a:pt x="194" y="132"/>
                </a:moveTo>
                <a:cubicBezTo>
                  <a:pt x="191" y="134"/>
                  <a:pt x="186" y="135"/>
                  <a:pt x="182" y="136"/>
                </a:cubicBezTo>
                <a:cubicBezTo>
                  <a:pt x="169" y="139"/>
                  <a:pt x="155" y="140"/>
                  <a:pt x="138" y="140"/>
                </a:cubicBezTo>
                <a:cubicBezTo>
                  <a:pt x="121" y="140"/>
                  <a:pt x="107" y="139"/>
                  <a:pt x="94" y="136"/>
                </a:cubicBezTo>
                <a:cubicBezTo>
                  <a:pt x="89" y="135"/>
                  <a:pt x="85" y="134"/>
                  <a:pt x="81" y="132"/>
                </a:cubicBezTo>
                <a:cubicBezTo>
                  <a:pt x="70" y="127"/>
                  <a:pt x="70" y="117"/>
                  <a:pt x="76" y="111"/>
                </a:cubicBezTo>
                <a:cubicBezTo>
                  <a:pt x="83" y="103"/>
                  <a:pt x="92" y="98"/>
                  <a:pt x="101" y="94"/>
                </a:cubicBezTo>
                <a:cubicBezTo>
                  <a:pt x="105" y="92"/>
                  <a:pt x="110" y="91"/>
                  <a:pt x="114" y="89"/>
                </a:cubicBezTo>
                <a:cubicBezTo>
                  <a:pt x="122" y="86"/>
                  <a:pt x="124" y="78"/>
                  <a:pt x="118" y="72"/>
                </a:cubicBezTo>
                <a:cubicBezTo>
                  <a:pt x="106" y="60"/>
                  <a:pt x="102" y="46"/>
                  <a:pt x="102" y="30"/>
                </a:cubicBezTo>
                <a:cubicBezTo>
                  <a:pt x="103" y="14"/>
                  <a:pt x="113" y="5"/>
                  <a:pt x="128" y="1"/>
                </a:cubicBezTo>
                <a:cubicBezTo>
                  <a:pt x="132" y="0"/>
                  <a:pt x="135" y="0"/>
                  <a:pt x="138" y="0"/>
                </a:cubicBezTo>
                <a:cubicBezTo>
                  <a:pt x="141" y="0"/>
                  <a:pt x="144" y="0"/>
                  <a:pt x="148" y="1"/>
                </a:cubicBezTo>
                <a:cubicBezTo>
                  <a:pt x="163" y="5"/>
                  <a:pt x="173" y="14"/>
                  <a:pt x="173" y="30"/>
                </a:cubicBezTo>
                <a:cubicBezTo>
                  <a:pt x="174" y="46"/>
                  <a:pt x="170" y="61"/>
                  <a:pt x="158" y="72"/>
                </a:cubicBezTo>
                <a:cubicBezTo>
                  <a:pt x="152" y="78"/>
                  <a:pt x="154" y="86"/>
                  <a:pt x="162" y="89"/>
                </a:cubicBezTo>
                <a:cubicBezTo>
                  <a:pt x="166" y="91"/>
                  <a:pt x="171" y="92"/>
                  <a:pt x="175" y="94"/>
                </a:cubicBezTo>
                <a:cubicBezTo>
                  <a:pt x="184" y="98"/>
                  <a:pt x="192" y="103"/>
                  <a:pt x="200" y="111"/>
                </a:cubicBezTo>
                <a:cubicBezTo>
                  <a:pt x="204" y="115"/>
                  <a:pt x="206" y="127"/>
                  <a:pt x="194" y="132"/>
                </a:cubicBezTo>
                <a:close/>
                <a:moveTo>
                  <a:pt x="265" y="120"/>
                </a:moveTo>
                <a:cubicBezTo>
                  <a:pt x="260" y="115"/>
                  <a:pt x="254" y="111"/>
                  <a:pt x="248" y="108"/>
                </a:cubicBezTo>
                <a:cubicBezTo>
                  <a:pt x="245" y="107"/>
                  <a:pt x="242" y="106"/>
                  <a:pt x="239" y="105"/>
                </a:cubicBezTo>
                <a:cubicBezTo>
                  <a:pt x="234" y="103"/>
                  <a:pt x="232" y="97"/>
                  <a:pt x="236" y="93"/>
                </a:cubicBezTo>
                <a:cubicBezTo>
                  <a:pt x="244" y="85"/>
                  <a:pt x="247" y="75"/>
                  <a:pt x="247" y="64"/>
                </a:cubicBezTo>
                <a:cubicBezTo>
                  <a:pt x="247" y="52"/>
                  <a:pt x="240" y="46"/>
                  <a:pt x="229" y="43"/>
                </a:cubicBezTo>
                <a:cubicBezTo>
                  <a:pt x="227" y="43"/>
                  <a:pt x="224" y="42"/>
                  <a:pt x="222" y="42"/>
                </a:cubicBezTo>
                <a:cubicBezTo>
                  <a:pt x="220" y="42"/>
                  <a:pt x="218" y="43"/>
                  <a:pt x="215" y="43"/>
                </a:cubicBezTo>
                <a:cubicBezTo>
                  <a:pt x="205" y="46"/>
                  <a:pt x="198" y="52"/>
                  <a:pt x="198" y="64"/>
                </a:cubicBezTo>
                <a:cubicBezTo>
                  <a:pt x="197" y="75"/>
                  <a:pt x="200" y="85"/>
                  <a:pt x="208" y="93"/>
                </a:cubicBezTo>
                <a:cubicBezTo>
                  <a:pt x="212" y="97"/>
                  <a:pt x="211" y="103"/>
                  <a:pt x="205" y="105"/>
                </a:cubicBezTo>
                <a:cubicBezTo>
                  <a:pt x="205" y="105"/>
                  <a:pt x="205" y="105"/>
                  <a:pt x="205" y="105"/>
                </a:cubicBezTo>
                <a:cubicBezTo>
                  <a:pt x="206" y="106"/>
                  <a:pt x="206" y="106"/>
                  <a:pt x="207" y="107"/>
                </a:cubicBezTo>
                <a:cubicBezTo>
                  <a:pt x="211" y="111"/>
                  <a:pt x="213" y="117"/>
                  <a:pt x="212" y="123"/>
                </a:cubicBezTo>
                <a:cubicBezTo>
                  <a:pt x="211" y="129"/>
                  <a:pt x="207" y="133"/>
                  <a:pt x="201" y="136"/>
                </a:cubicBezTo>
                <a:cubicBezTo>
                  <a:pt x="199" y="137"/>
                  <a:pt x="198" y="138"/>
                  <a:pt x="196" y="138"/>
                </a:cubicBezTo>
                <a:cubicBezTo>
                  <a:pt x="204" y="140"/>
                  <a:pt x="212" y="140"/>
                  <a:pt x="222" y="140"/>
                </a:cubicBezTo>
                <a:cubicBezTo>
                  <a:pt x="234" y="140"/>
                  <a:pt x="244" y="140"/>
                  <a:pt x="253" y="137"/>
                </a:cubicBezTo>
                <a:cubicBezTo>
                  <a:pt x="256" y="137"/>
                  <a:pt x="259" y="136"/>
                  <a:pt x="262" y="135"/>
                </a:cubicBezTo>
                <a:cubicBezTo>
                  <a:pt x="270" y="131"/>
                  <a:pt x="268" y="123"/>
                  <a:pt x="265" y="120"/>
                </a:cubicBezTo>
                <a:close/>
                <a:moveTo>
                  <a:pt x="63" y="123"/>
                </a:moveTo>
                <a:cubicBezTo>
                  <a:pt x="62" y="117"/>
                  <a:pt x="64" y="112"/>
                  <a:pt x="69" y="107"/>
                </a:cubicBezTo>
                <a:cubicBezTo>
                  <a:pt x="70" y="105"/>
                  <a:pt x="72" y="104"/>
                  <a:pt x="74" y="102"/>
                </a:cubicBezTo>
                <a:cubicBezTo>
                  <a:pt x="73" y="102"/>
                  <a:pt x="72" y="101"/>
                  <a:pt x="71" y="101"/>
                </a:cubicBezTo>
                <a:cubicBezTo>
                  <a:pt x="65" y="98"/>
                  <a:pt x="63" y="92"/>
                  <a:pt x="67" y="88"/>
                </a:cubicBezTo>
                <a:cubicBezTo>
                  <a:pt x="77" y="79"/>
                  <a:pt x="80" y="68"/>
                  <a:pt x="79" y="56"/>
                </a:cubicBezTo>
                <a:cubicBezTo>
                  <a:pt x="79" y="43"/>
                  <a:pt x="71" y="36"/>
                  <a:pt x="60" y="33"/>
                </a:cubicBezTo>
                <a:cubicBezTo>
                  <a:pt x="57" y="32"/>
                  <a:pt x="55" y="32"/>
                  <a:pt x="52" y="32"/>
                </a:cubicBezTo>
                <a:cubicBezTo>
                  <a:pt x="50" y="32"/>
                  <a:pt x="47" y="32"/>
                  <a:pt x="45" y="33"/>
                </a:cubicBezTo>
                <a:cubicBezTo>
                  <a:pt x="33" y="36"/>
                  <a:pt x="25" y="43"/>
                  <a:pt x="25" y="56"/>
                </a:cubicBezTo>
                <a:cubicBezTo>
                  <a:pt x="24" y="68"/>
                  <a:pt x="28" y="79"/>
                  <a:pt x="37" y="88"/>
                </a:cubicBezTo>
                <a:cubicBezTo>
                  <a:pt x="41" y="92"/>
                  <a:pt x="39" y="98"/>
                  <a:pt x="33" y="101"/>
                </a:cubicBezTo>
                <a:cubicBezTo>
                  <a:pt x="30" y="102"/>
                  <a:pt x="27" y="103"/>
                  <a:pt x="24" y="105"/>
                </a:cubicBezTo>
                <a:cubicBezTo>
                  <a:pt x="17" y="108"/>
                  <a:pt x="10" y="112"/>
                  <a:pt x="5" y="117"/>
                </a:cubicBezTo>
                <a:cubicBezTo>
                  <a:pt x="0" y="122"/>
                  <a:pt x="0" y="130"/>
                  <a:pt x="9" y="134"/>
                </a:cubicBezTo>
                <a:cubicBezTo>
                  <a:pt x="12" y="135"/>
                  <a:pt x="15" y="136"/>
                  <a:pt x="18" y="137"/>
                </a:cubicBezTo>
                <a:cubicBezTo>
                  <a:pt x="28" y="140"/>
                  <a:pt x="39" y="140"/>
                  <a:pt x="52" y="140"/>
                </a:cubicBezTo>
                <a:cubicBezTo>
                  <a:pt x="63" y="140"/>
                  <a:pt x="72" y="140"/>
                  <a:pt x="80" y="138"/>
                </a:cubicBezTo>
                <a:cubicBezTo>
                  <a:pt x="78" y="138"/>
                  <a:pt x="77" y="137"/>
                  <a:pt x="75" y="136"/>
                </a:cubicBezTo>
                <a:cubicBezTo>
                  <a:pt x="68" y="133"/>
                  <a:pt x="64" y="128"/>
                  <a:pt x="63" y="123"/>
                </a:cubicBezTo>
                <a:close/>
              </a:path>
            </a:pathLst>
          </a:cu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28" name="Google Shape;786;p27"/>
          <p:cNvSpPr>
            <a:spLocks/>
          </p:cNvSpPr>
          <p:nvPr/>
        </p:nvSpPr>
        <p:spPr bwMode="auto">
          <a:xfrm>
            <a:off x="792163" y="5568950"/>
            <a:ext cx="669925" cy="669925"/>
          </a:xfrm>
          <a:custGeom>
            <a:avLst/>
            <a:gdLst>
              <a:gd name="T0" fmla="*/ 82 w 173"/>
              <a:gd name="T1" fmla="*/ 92 h 173"/>
              <a:gd name="T2" fmla="*/ 163 w 173"/>
              <a:gd name="T3" fmla="*/ 92 h 173"/>
              <a:gd name="T4" fmla="*/ 82 w 173"/>
              <a:gd name="T5" fmla="*/ 173 h 173"/>
              <a:gd name="T6" fmla="*/ 0 w 173"/>
              <a:gd name="T7" fmla="*/ 92 h 173"/>
              <a:gd name="T8" fmla="*/ 82 w 173"/>
              <a:gd name="T9" fmla="*/ 10 h 173"/>
              <a:gd name="T10" fmla="*/ 82 w 173"/>
              <a:gd name="T11" fmla="*/ 92 h 173"/>
              <a:gd name="T12" fmla="*/ 91 w 173"/>
              <a:gd name="T13" fmla="*/ 0 h 173"/>
              <a:gd name="T14" fmla="*/ 91 w 173"/>
              <a:gd name="T15" fmla="*/ 82 h 173"/>
              <a:gd name="T16" fmla="*/ 173 w 173"/>
              <a:gd name="T17" fmla="*/ 82 h 173"/>
              <a:gd name="T18" fmla="*/ 91 w 173"/>
              <a:gd name="T19" fmla="*/ 0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3" h="173" extrusionOk="0">
                <a:moveTo>
                  <a:pt x="82" y="92"/>
                </a:moveTo>
                <a:cubicBezTo>
                  <a:pt x="163" y="92"/>
                  <a:pt x="163" y="92"/>
                  <a:pt x="163" y="92"/>
                </a:cubicBezTo>
                <a:cubicBezTo>
                  <a:pt x="163" y="137"/>
                  <a:pt x="127" y="173"/>
                  <a:pt x="82" y="173"/>
                </a:cubicBezTo>
                <a:cubicBezTo>
                  <a:pt x="36" y="173"/>
                  <a:pt x="0" y="137"/>
                  <a:pt x="0" y="92"/>
                </a:cubicBezTo>
                <a:cubicBezTo>
                  <a:pt x="0" y="46"/>
                  <a:pt x="36" y="10"/>
                  <a:pt x="82" y="10"/>
                </a:cubicBezTo>
                <a:lnTo>
                  <a:pt x="82" y="92"/>
                </a:lnTo>
                <a:close/>
                <a:moveTo>
                  <a:pt x="91" y="0"/>
                </a:moveTo>
                <a:cubicBezTo>
                  <a:pt x="91" y="82"/>
                  <a:pt x="91" y="82"/>
                  <a:pt x="91" y="82"/>
                </a:cubicBezTo>
                <a:cubicBezTo>
                  <a:pt x="173" y="82"/>
                  <a:pt x="173" y="82"/>
                  <a:pt x="173" y="82"/>
                </a:cubicBezTo>
                <a:cubicBezTo>
                  <a:pt x="173" y="36"/>
                  <a:pt x="137" y="0"/>
                  <a:pt x="91" y="0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29" name="Google Shape;787;p27"/>
          <p:cNvSpPr>
            <a:spLocks/>
          </p:cNvSpPr>
          <p:nvPr/>
        </p:nvSpPr>
        <p:spPr bwMode="auto">
          <a:xfrm>
            <a:off x="10810875" y="3514725"/>
            <a:ext cx="503238" cy="747713"/>
          </a:xfrm>
          <a:custGeom>
            <a:avLst/>
            <a:gdLst>
              <a:gd name="T0" fmla="*/ 130 w 130"/>
              <a:gd name="T1" fmla="*/ 130 h 193"/>
              <a:gd name="T2" fmla="*/ 85 w 130"/>
              <a:gd name="T3" fmla="*/ 88 h 193"/>
              <a:gd name="T4" fmla="*/ 60 w 130"/>
              <a:gd name="T5" fmla="*/ 82 h 193"/>
              <a:gd name="T6" fmla="*/ 26 w 130"/>
              <a:gd name="T7" fmla="*/ 62 h 193"/>
              <a:gd name="T8" fmla="*/ 63 w 130"/>
              <a:gd name="T9" fmla="*/ 43 h 193"/>
              <a:gd name="T10" fmla="*/ 101 w 130"/>
              <a:gd name="T11" fmla="*/ 57 h 193"/>
              <a:gd name="T12" fmla="*/ 107 w 130"/>
              <a:gd name="T13" fmla="*/ 60 h 193"/>
              <a:gd name="T14" fmla="*/ 113 w 130"/>
              <a:gd name="T15" fmla="*/ 56 h 193"/>
              <a:gd name="T16" fmla="*/ 120 w 130"/>
              <a:gd name="T17" fmla="*/ 46 h 193"/>
              <a:gd name="T18" fmla="*/ 78 w 130"/>
              <a:gd name="T19" fmla="*/ 23 h 193"/>
              <a:gd name="T20" fmla="*/ 76 w 130"/>
              <a:gd name="T21" fmla="*/ 22 h 193"/>
              <a:gd name="T22" fmla="*/ 76 w 130"/>
              <a:gd name="T23" fmla="*/ 4 h 193"/>
              <a:gd name="T24" fmla="*/ 70 w 130"/>
              <a:gd name="T25" fmla="*/ 0 h 193"/>
              <a:gd name="T26" fmla="*/ 60 w 130"/>
              <a:gd name="T27" fmla="*/ 0 h 193"/>
              <a:gd name="T28" fmla="*/ 54 w 130"/>
              <a:gd name="T29" fmla="*/ 4 h 193"/>
              <a:gd name="T30" fmla="*/ 54 w 130"/>
              <a:gd name="T31" fmla="*/ 22 h 193"/>
              <a:gd name="T32" fmla="*/ 51 w 130"/>
              <a:gd name="T33" fmla="*/ 22 h 193"/>
              <a:gd name="T34" fmla="*/ 0 w 130"/>
              <a:gd name="T35" fmla="*/ 63 h 193"/>
              <a:gd name="T36" fmla="*/ 49 w 130"/>
              <a:gd name="T37" fmla="*/ 102 h 193"/>
              <a:gd name="T38" fmla="*/ 77 w 130"/>
              <a:gd name="T39" fmla="*/ 109 h 193"/>
              <a:gd name="T40" fmla="*/ 104 w 130"/>
              <a:gd name="T41" fmla="*/ 130 h 193"/>
              <a:gd name="T42" fmla="*/ 66 w 130"/>
              <a:gd name="T43" fmla="*/ 150 h 193"/>
              <a:gd name="T44" fmla="*/ 23 w 130"/>
              <a:gd name="T45" fmla="*/ 135 h 193"/>
              <a:gd name="T46" fmla="*/ 8 w 130"/>
              <a:gd name="T47" fmla="*/ 137 h 193"/>
              <a:gd name="T48" fmla="*/ 5 w 130"/>
              <a:gd name="T49" fmla="*/ 147 h 193"/>
              <a:gd name="T50" fmla="*/ 51 w 130"/>
              <a:gd name="T51" fmla="*/ 170 h 193"/>
              <a:gd name="T52" fmla="*/ 54 w 130"/>
              <a:gd name="T53" fmla="*/ 171 h 193"/>
              <a:gd name="T54" fmla="*/ 54 w 130"/>
              <a:gd name="T55" fmla="*/ 189 h 193"/>
              <a:gd name="T56" fmla="*/ 60 w 130"/>
              <a:gd name="T57" fmla="*/ 193 h 193"/>
              <a:gd name="T58" fmla="*/ 70 w 130"/>
              <a:gd name="T59" fmla="*/ 193 h 193"/>
              <a:gd name="T60" fmla="*/ 76 w 130"/>
              <a:gd name="T61" fmla="*/ 189 h 193"/>
              <a:gd name="T62" fmla="*/ 76 w 130"/>
              <a:gd name="T63" fmla="*/ 171 h 193"/>
              <a:gd name="T64" fmla="*/ 79 w 130"/>
              <a:gd name="T65" fmla="*/ 171 h 193"/>
              <a:gd name="T66" fmla="*/ 130 w 130"/>
              <a:gd name="T67" fmla="*/ 130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30" h="193" extrusionOk="0">
                <a:moveTo>
                  <a:pt x="130" y="130"/>
                </a:moveTo>
                <a:cubicBezTo>
                  <a:pt x="130" y="110"/>
                  <a:pt x="114" y="95"/>
                  <a:pt x="85" y="88"/>
                </a:cubicBezTo>
                <a:cubicBezTo>
                  <a:pt x="81" y="87"/>
                  <a:pt x="63" y="83"/>
                  <a:pt x="60" y="82"/>
                </a:cubicBezTo>
                <a:cubicBezTo>
                  <a:pt x="36" y="76"/>
                  <a:pt x="26" y="71"/>
                  <a:pt x="26" y="62"/>
                </a:cubicBezTo>
                <a:cubicBezTo>
                  <a:pt x="26" y="53"/>
                  <a:pt x="35" y="43"/>
                  <a:pt x="63" y="43"/>
                </a:cubicBezTo>
                <a:cubicBezTo>
                  <a:pt x="82" y="43"/>
                  <a:pt x="100" y="57"/>
                  <a:pt x="101" y="57"/>
                </a:cubicBezTo>
                <a:cubicBezTo>
                  <a:pt x="103" y="59"/>
                  <a:pt x="105" y="60"/>
                  <a:pt x="107" y="60"/>
                </a:cubicBezTo>
                <a:cubicBezTo>
                  <a:pt x="108" y="60"/>
                  <a:pt x="110" y="59"/>
                  <a:pt x="113" y="56"/>
                </a:cubicBezTo>
                <a:cubicBezTo>
                  <a:pt x="116" y="54"/>
                  <a:pt x="120" y="50"/>
                  <a:pt x="120" y="46"/>
                </a:cubicBezTo>
                <a:cubicBezTo>
                  <a:pt x="120" y="40"/>
                  <a:pt x="102" y="28"/>
                  <a:pt x="78" y="23"/>
                </a:cubicBezTo>
                <a:cubicBezTo>
                  <a:pt x="76" y="22"/>
                  <a:pt x="76" y="22"/>
                  <a:pt x="76" y="22"/>
                </a:cubicBezTo>
                <a:cubicBezTo>
                  <a:pt x="76" y="4"/>
                  <a:pt x="76" y="4"/>
                  <a:pt x="76" y="4"/>
                </a:cubicBezTo>
                <a:cubicBezTo>
                  <a:pt x="76" y="2"/>
                  <a:pt x="73" y="0"/>
                  <a:pt x="70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57" y="0"/>
                  <a:pt x="54" y="2"/>
                  <a:pt x="54" y="4"/>
                </a:cubicBezTo>
                <a:cubicBezTo>
                  <a:pt x="54" y="22"/>
                  <a:pt x="54" y="22"/>
                  <a:pt x="54" y="22"/>
                </a:cubicBezTo>
                <a:cubicBezTo>
                  <a:pt x="51" y="22"/>
                  <a:pt x="51" y="22"/>
                  <a:pt x="51" y="22"/>
                </a:cubicBezTo>
                <a:cubicBezTo>
                  <a:pt x="19" y="25"/>
                  <a:pt x="0" y="41"/>
                  <a:pt x="0" y="63"/>
                </a:cubicBezTo>
                <a:cubicBezTo>
                  <a:pt x="0" y="86"/>
                  <a:pt x="23" y="96"/>
                  <a:pt x="49" y="102"/>
                </a:cubicBezTo>
                <a:cubicBezTo>
                  <a:pt x="52" y="103"/>
                  <a:pt x="74" y="109"/>
                  <a:pt x="77" y="109"/>
                </a:cubicBezTo>
                <a:cubicBezTo>
                  <a:pt x="101" y="115"/>
                  <a:pt x="104" y="125"/>
                  <a:pt x="104" y="130"/>
                </a:cubicBezTo>
                <a:cubicBezTo>
                  <a:pt x="104" y="136"/>
                  <a:pt x="100" y="150"/>
                  <a:pt x="66" y="150"/>
                </a:cubicBezTo>
                <a:cubicBezTo>
                  <a:pt x="48" y="150"/>
                  <a:pt x="24" y="135"/>
                  <a:pt x="23" y="135"/>
                </a:cubicBezTo>
                <a:cubicBezTo>
                  <a:pt x="17" y="131"/>
                  <a:pt x="13" y="132"/>
                  <a:pt x="8" y="137"/>
                </a:cubicBezTo>
                <a:cubicBezTo>
                  <a:pt x="8" y="137"/>
                  <a:pt x="5" y="142"/>
                  <a:pt x="5" y="147"/>
                </a:cubicBezTo>
                <a:cubicBezTo>
                  <a:pt x="5" y="153"/>
                  <a:pt x="27" y="165"/>
                  <a:pt x="51" y="170"/>
                </a:cubicBezTo>
                <a:cubicBezTo>
                  <a:pt x="54" y="171"/>
                  <a:pt x="54" y="171"/>
                  <a:pt x="54" y="171"/>
                </a:cubicBezTo>
                <a:cubicBezTo>
                  <a:pt x="54" y="189"/>
                  <a:pt x="54" y="189"/>
                  <a:pt x="54" y="189"/>
                </a:cubicBezTo>
                <a:cubicBezTo>
                  <a:pt x="54" y="192"/>
                  <a:pt x="57" y="193"/>
                  <a:pt x="60" y="193"/>
                </a:cubicBezTo>
                <a:cubicBezTo>
                  <a:pt x="70" y="193"/>
                  <a:pt x="70" y="193"/>
                  <a:pt x="70" y="193"/>
                </a:cubicBezTo>
                <a:cubicBezTo>
                  <a:pt x="73" y="193"/>
                  <a:pt x="76" y="192"/>
                  <a:pt x="76" y="189"/>
                </a:cubicBezTo>
                <a:cubicBezTo>
                  <a:pt x="76" y="171"/>
                  <a:pt x="76" y="171"/>
                  <a:pt x="76" y="171"/>
                </a:cubicBezTo>
                <a:cubicBezTo>
                  <a:pt x="79" y="171"/>
                  <a:pt x="79" y="171"/>
                  <a:pt x="79" y="171"/>
                </a:cubicBezTo>
                <a:cubicBezTo>
                  <a:pt x="117" y="167"/>
                  <a:pt x="130" y="147"/>
                  <a:pt x="130" y="130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30" name="Google Shape;788;p27"/>
          <p:cNvSpPr>
            <a:spLocks/>
          </p:cNvSpPr>
          <p:nvPr/>
        </p:nvSpPr>
        <p:spPr bwMode="auto">
          <a:xfrm>
            <a:off x="792163" y="1485900"/>
            <a:ext cx="665162" cy="796925"/>
          </a:xfrm>
          <a:custGeom>
            <a:avLst/>
            <a:gdLst>
              <a:gd name="T0" fmla="*/ 65 w 172"/>
              <a:gd name="T1" fmla="*/ 206 h 206"/>
              <a:gd name="T2" fmla="*/ 65 w 172"/>
              <a:gd name="T3" fmla="*/ 191 h 206"/>
              <a:gd name="T4" fmla="*/ 115 w 172"/>
              <a:gd name="T5" fmla="*/ 180 h 206"/>
              <a:gd name="T6" fmla="*/ 58 w 172"/>
              <a:gd name="T7" fmla="*/ 180 h 206"/>
              <a:gd name="T8" fmla="*/ 108 w 172"/>
              <a:gd name="T9" fmla="*/ 187 h 206"/>
              <a:gd name="T10" fmla="*/ 84 w 172"/>
              <a:gd name="T11" fmla="*/ 101 h 206"/>
              <a:gd name="T12" fmla="*/ 86 w 172"/>
              <a:gd name="T13" fmla="*/ 168 h 206"/>
              <a:gd name="T14" fmla="*/ 87 w 172"/>
              <a:gd name="T15" fmla="*/ 168 h 206"/>
              <a:gd name="T16" fmla="*/ 93 w 172"/>
              <a:gd name="T17" fmla="*/ 101 h 206"/>
              <a:gd name="T18" fmla="*/ 63 w 172"/>
              <a:gd name="T19" fmla="*/ 94 h 206"/>
              <a:gd name="T20" fmla="*/ 63 w 172"/>
              <a:gd name="T21" fmla="*/ 74 h 206"/>
              <a:gd name="T22" fmla="*/ 100 w 172"/>
              <a:gd name="T23" fmla="*/ 84 h 206"/>
              <a:gd name="T24" fmla="*/ 121 w 172"/>
              <a:gd name="T25" fmla="*/ 84 h 206"/>
              <a:gd name="T26" fmla="*/ 29 w 172"/>
              <a:gd name="T27" fmla="*/ 65 h 206"/>
              <a:gd name="T28" fmla="*/ 59 w 172"/>
              <a:gd name="T29" fmla="*/ 161 h 206"/>
              <a:gd name="T30" fmla="*/ 73 w 172"/>
              <a:gd name="T31" fmla="*/ 101 h 206"/>
              <a:gd name="T32" fmla="*/ 45 w 172"/>
              <a:gd name="T33" fmla="*/ 84 h 206"/>
              <a:gd name="T34" fmla="*/ 80 w 172"/>
              <a:gd name="T35" fmla="*/ 84 h 206"/>
              <a:gd name="T36" fmla="*/ 84 w 172"/>
              <a:gd name="T37" fmla="*/ 94 h 206"/>
              <a:gd name="T38" fmla="*/ 93 w 172"/>
              <a:gd name="T39" fmla="*/ 84 h 206"/>
              <a:gd name="T40" fmla="*/ 122 w 172"/>
              <a:gd name="T41" fmla="*/ 72 h 206"/>
              <a:gd name="T42" fmla="*/ 110 w 172"/>
              <a:gd name="T43" fmla="*/ 101 h 206"/>
              <a:gd name="T44" fmla="*/ 104 w 172"/>
              <a:gd name="T45" fmla="*/ 168 h 206"/>
              <a:gd name="T46" fmla="*/ 137 w 172"/>
              <a:gd name="T47" fmla="*/ 105 h 206"/>
              <a:gd name="T48" fmla="*/ 86 w 172"/>
              <a:gd name="T49" fmla="*/ 0 h 206"/>
              <a:gd name="T50" fmla="*/ 80 w 172"/>
              <a:gd name="T51" fmla="*/ 17 h 206"/>
              <a:gd name="T52" fmla="*/ 93 w 172"/>
              <a:gd name="T53" fmla="*/ 17 h 206"/>
              <a:gd name="T54" fmla="*/ 125 w 172"/>
              <a:gd name="T55" fmla="*/ 8 h 206"/>
              <a:gd name="T56" fmla="*/ 111 w 172"/>
              <a:gd name="T57" fmla="*/ 20 h 206"/>
              <a:gd name="T58" fmla="*/ 122 w 172"/>
              <a:gd name="T59" fmla="*/ 26 h 206"/>
              <a:gd name="T60" fmla="*/ 154 w 172"/>
              <a:gd name="T61" fmla="*/ 28 h 206"/>
              <a:gd name="T62" fmla="*/ 136 w 172"/>
              <a:gd name="T63" fmla="*/ 35 h 206"/>
              <a:gd name="T64" fmla="*/ 145 w 172"/>
              <a:gd name="T65" fmla="*/ 44 h 206"/>
              <a:gd name="T66" fmla="*/ 172 w 172"/>
              <a:gd name="T67" fmla="*/ 60 h 206"/>
              <a:gd name="T68" fmla="*/ 153 w 172"/>
              <a:gd name="T69" fmla="*/ 57 h 206"/>
              <a:gd name="T70" fmla="*/ 155 w 172"/>
              <a:gd name="T71" fmla="*/ 69 h 206"/>
              <a:gd name="T72" fmla="*/ 171 w 172"/>
              <a:gd name="T73" fmla="*/ 96 h 206"/>
              <a:gd name="T74" fmla="*/ 155 w 172"/>
              <a:gd name="T75" fmla="*/ 86 h 206"/>
              <a:gd name="T76" fmla="*/ 153 w 172"/>
              <a:gd name="T77" fmla="*/ 98 h 206"/>
              <a:gd name="T78" fmla="*/ 59 w 172"/>
              <a:gd name="T79" fmla="*/ 29 h 206"/>
              <a:gd name="T80" fmla="*/ 56 w 172"/>
              <a:gd name="T81" fmla="*/ 10 h 206"/>
              <a:gd name="T82" fmla="*/ 45 w 172"/>
              <a:gd name="T83" fmla="*/ 16 h 206"/>
              <a:gd name="T84" fmla="*/ 36 w 172"/>
              <a:gd name="T85" fmla="*/ 44 h 206"/>
              <a:gd name="T86" fmla="*/ 27 w 172"/>
              <a:gd name="T87" fmla="*/ 27 h 206"/>
              <a:gd name="T88" fmla="*/ 19 w 172"/>
              <a:gd name="T89" fmla="*/ 36 h 206"/>
              <a:gd name="T90" fmla="*/ 24 w 172"/>
              <a:gd name="T91" fmla="*/ 64 h 206"/>
              <a:gd name="T92" fmla="*/ 8 w 172"/>
              <a:gd name="T93" fmla="*/ 55 h 206"/>
              <a:gd name="T94" fmla="*/ 5 w 172"/>
              <a:gd name="T95" fmla="*/ 67 h 206"/>
              <a:gd name="T96" fmla="*/ 24 w 172"/>
              <a:gd name="T97" fmla="*/ 91 h 206"/>
              <a:gd name="T98" fmla="*/ 6 w 172"/>
              <a:gd name="T99" fmla="*/ 88 h 206"/>
              <a:gd name="T100" fmla="*/ 8 w 172"/>
              <a:gd name="T101" fmla="*/ 101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72" h="206" extrusionOk="0">
                <a:moveTo>
                  <a:pt x="115" y="199"/>
                </a:moveTo>
                <a:cubicBezTo>
                  <a:pt x="115" y="203"/>
                  <a:pt x="112" y="206"/>
                  <a:pt x="108" y="206"/>
                </a:cubicBezTo>
                <a:cubicBezTo>
                  <a:pt x="65" y="206"/>
                  <a:pt x="65" y="206"/>
                  <a:pt x="65" y="206"/>
                </a:cubicBezTo>
                <a:cubicBezTo>
                  <a:pt x="61" y="206"/>
                  <a:pt x="58" y="203"/>
                  <a:pt x="58" y="199"/>
                </a:cubicBezTo>
                <a:cubicBezTo>
                  <a:pt x="58" y="199"/>
                  <a:pt x="58" y="199"/>
                  <a:pt x="58" y="199"/>
                </a:cubicBezTo>
                <a:cubicBezTo>
                  <a:pt x="58" y="195"/>
                  <a:pt x="61" y="191"/>
                  <a:pt x="65" y="191"/>
                </a:cubicBezTo>
                <a:cubicBezTo>
                  <a:pt x="108" y="191"/>
                  <a:pt x="108" y="191"/>
                  <a:pt x="108" y="191"/>
                </a:cubicBezTo>
                <a:cubicBezTo>
                  <a:pt x="112" y="191"/>
                  <a:pt x="115" y="195"/>
                  <a:pt x="115" y="199"/>
                </a:cubicBezTo>
                <a:close/>
                <a:moveTo>
                  <a:pt x="115" y="180"/>
                </a:moveTo>
                <a:cubicBezTo>
                  <a:pt x="115" y="176"/>
                  <a:pt x="112" y="173"/>
                  <a:pt x="108" y="173"/>
                </a:cubicBezTo>
                <a:cubicBezTo>
                  <a:pt x="65" y="173"/>
                  <a:pt x="65" y="173"/>
                  <a:pt x="65" y="173"/>
                </a:cubicBezTo>
                <a:cubicBezTo>
                  <a:pt x="61" y="173"/>
                  <a:pt x="58" y="176"/>
                  <a:pt x="58" y="180"/>
                </a:cubicBezTo>
                <a:cubicBezTo>
                  <a:pt x="58" y="180"/>
                  <a:pt x="58" y="180"/>
                  <a:pt x="58" y="180"/>
                </a:cubicBezTo>
                <a:cubicBezTo>
                  <a:pt x="58" y="184"/>
                  <a:pt x="61" y="187"/>
                  <a:pt x="65" y="187"/>
                </a:cubicBezTo>
                <a:cubicBezTo>
                  <a:pt x="108" y="187"/>
                  <a:pt x="108" y="187"/>
                  <a:pt x="108" y="187"/>
                </a:cubicBezTo>
                <a:cubicBezTo>
                  <a:pt x="112" y="187"/>
                  <a:pt x="115" y="184"/>
                  <a:pt x="115" y="180"/>
                </a:cubicBezTo>
                <a:close/>
                <a:moveTo>
                  <a:pt x="93" y="101"/>
                </a:moveTo>
                <a:cubicBezTo>
                  <a:pt x="84" y="101"/>
                  <a:pt x="84" y="101"/>
                  <a:pt x="84" y="101"/>
                </a:cubicBezTo>
                <a:cubicBezTo>
                  <a:pt x="80" y="101"/>
                  <a:pt x="80" y="101"/>
                  <a:pt x="80" y="101"/>
                </a:cubicBezTo>
                <a:cubicBezTo>
                  <a:pt x="80" y="168"/>
                  <a:pt x="80" y="168"/>
                  <a:pt x="80" y="168"/>
                </a:cubicBezTo>
                <a:cubicBezTo>
                  <a:pt x="82" y="168"/>
                  <a:pt x="84" y="168"/>
                  <a:pt x="86" y="168"/>
                </a:cubicBezTo>
                <a:cubicBezTo>
                  <a:pt x="86" y="168"/>
                  <a:pt x="86" y="168"/>
                  <a:pt x="86" y="168"/>
                </a:cubicBezTo>
                <a:cubicBezTo>
                  <a:pt x="86" y="168"/>
                  <a:pt x="86" y="168"/>
                  <a:pt x="86" y="168"/>
                </a:cubicBezTo>
                <a:cubicBezTo>
                  <a:pt x="87" y="168"/>
                  <a:pt x="87" y="168"/>
                  <a:pt x="87" y="168"/>
                </a:cubicBezTo>
                <a:cubicBezTo>
                  <a:pt x="87" y="168"/>
                  <a:pt x="87" y="168"/>
                  <a:pt x="87" y="168"/>
                </a:cubicBezTo>
                <a:cubicBezTo>
                  <a:pt x="89" y="168"/>
                  <a:pt x="91" y="168"/>
                  <a:pt x="93" y="168"/>
                </a:cubicBezTo>
                <a:lnTo>
                  <a:pt x="93" y="101"/>
                </a:lnTo>
                <a:close/>
                <a:moveTo>
                  <a:pt x="63" y="74"/>
                </a:moveTo>
                <a:cubicBezTo>
                  <a:pt x="57" y="74"/>
                  <a:pt x="52" y="78"/>
                  <a:pt x="52" y="84"/>
                </a:cubicBezTo>
                <a:cubicBezTo>
                  <a:pt x="52" y="90"/>
                  <a:pt x="57" y="94"/>
                  <a:pt x="63" y="94"/>
                </a:cubicBezTo>
                <a:cubicBezTo>
                  <a:pt x="73" y="94"/>
                  <a:pt x="73" y="94"/>
                  <a:pt x="73" y="94"/>
                </a:cubicBezTo>
                <a:cubicBezTo>
                  <a:pt x="73" y="84"/>
                  <a:pt x="73" y="84"/>
                  <a:pt x="73" y="84"/>
                </a:cubicBezTo>
                <a:cubicBezTo>
                  <a:pt x="73" y="78"/>
                  <a:pt x="68" y="74"/>
                  <a:pt x="63" y="74"/>
                </a:cubicBezTo>
                <a:close/>
                <a:moveTo>
                  <a:pt x="121" y="84"/>
                </a:moveTo>
                <a:cubicBezTo>
                  <a:pt x="121" y="78"/>
                  <a:pt x="116" y="74"/>
                  <a:pt x="110" y="74"/>
                </a:cubicBezTo>
                <a:cubicBezTo>
                  <a:pt x="105" y="74"/>
                  <a:pt x="100" y="78"/>
                  <a:pt x="100" y="84"/>
                </a:cubicBezTo>
                <a:cubicBezTo>
                  <a:pt x="100" y="94"/>
                  <a:pt x="100" y="94"/>
                  <a:pt x="100" y="94"/>
                </a:cubicBezTo>
                <a:cubicBezTo>
                  <a:pt x="110" y="94"/>
                  <a:pt x="110" y="94"/>
                  <a:pt x="110" y="94"/>
                </a:cubicBezTo>
                <a:cubicBezTo>
                  <a:pt x="116" y="94"/>
                  <a:pt x="121" y="90"/>
                  <a:pt x="121" y="84"/>
                </a:cubicBezTo>
                <a:close/>
                <a:moveTo>
                  <a:pt x="144" y="65"/>
                </a:moveTo>
                <a:cubicBezTo>
                  <a:pt x="139" y="47"/>
                  <a:pt x="117" y="27"/>
                  <a:pt x="86" y="27"/>
                </a:cubicBezTo>
                <a:cubicBezTo>
                  <a:pt x="56" y="27"/>
                  <a:pt x="34" y="47"/>
                  <a:pt x="29" y="65"/>
                </a:cubicBezTo>
                <a:cubicBezTo>
                  <a:pt x="26" y="79"/>
                  <a:pt x="29" y="93"/>
                  <a:pt x="36" y="105"/>
                </a:cubicBezTo>
                <a:cubicBezTo>
                  <a:pt x="42" y="117"/>
                  <a:pt x="48" y="127"/>
                  <a:pt x="53" y="139"/>
                </a:cubicBezTo>
                <a:cubicBezTo>
                  <a:pt x="56" y="145"/>
                  <a:pt x="57" y="154"/>
                  <a:pt x="59" y="161"/>
                </a:cubicBezTo>
                <a:cubicBezTo>
                  <a:pt x="60" y="167"/>
                  <a:pt x="62" y="168"/>
                  <a:pt x="69" y="168"/>
                </a:cubicBezTo>
                <a:cubicBezTo>
                  <a:pt x="70" y="168"/>
                  <a:pt x="72" y="168"/>
                  <a:pt x="73" y="168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63" y="101"/>
                  <a:pt x="63" y="101"/>
                  <a:pt x="63" y="101"/>
                </a:cubicBezTo>
                <a:cubicBezTo>
                  <a:pt x="58" y="101"/>
                  <a:pt x="54" y="99"/>
                  <a:pt x="50" y="96"/>
                </a:cubicBezTo>
                <a:cubicBezTo>
                  <a:pt x="47" y="93"/>
                  <a:pt x="45" y="89"/>
                  <a:pt x="45" y="84"/>
                </a:cubicBezTo>
                <a:cubicBezTo>
                  <a:pt x="45" y="80"/>
                  <a:pt x="47" y="75"/>
                  <a:pt x="50" y="72"/>
                </a:cubicBezTo>
                <a:cubicBezTo>
                  <a:pt x="54" y="69"/>
                  <a:pt x="58" y="67"/>
                  <a:pt x="63" y="67"/>
                </a:cubicBezTo>
                <a:cubicBezTo>
                  <a:pt x="72" y="67"/>
                  <a:pt x="80" y="75"/>
                  <a:pt x="80" y="84"/>
                </a:cubicBezTo>
                <a:cubicBezTo>
                  <a:pt x="80" y="84"/>
                  <a:pt x="80" y="84"/>
                  <a:pt x="80" y="84"/>
                </a:cubicBezTo>
                <a:cubicBezTo>
                  <a:pt x="80" y="94"/>
                  <a:pt x="80" y="94"/>
                  <a:pt x="80" y="94"/>
                </a:cubicBezTo>
                <a:cubicBezTo>
                  <a:pt x="84" y="94"/>
                  <a:pt x="84" y="94"/>
                  <a:pt x="84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93" y="84"/>
                  <a:pt x="93" y="84"/>
                  <a:pt x="93" y="84"/>
                </a:cubicBezTo>
                <a:cubicBezTo>
                  <a:pt x="93" y="84"/>
                  <a:pt x="93" y="84"/>
                  <a:pt x="93" y="84"/>
                </a:cubicBezTo>
                <a:cubicBezTo>
                  <a:pt x="93" y="79"/>
                  <a:pt x="95" y="75"/>
                  <a:pt x="98" y="72"/>
                </a:cubicBezTo>
                <a:cubicBezTo>
                  <a:pt x="102" y="69"/>
                  <a:pt x="106" y="67"/>
                  <a:pt x="110" y="67"/>
                </a:cubicBezTo>
                <a:cubicBezTo>
                  <a:pt x="115" y="67"/>
                  <a:pt x="119" y="69"/>
                  <a:pt x="122" y="72"/>
                </a:cubicBezTo>
                <a:cubicBezTo>
                  <a:pt x="126" y="75"/>
                  <a:pt x="127" y="80"/>
                  <a:pt x="127" y="84"/>
                </a:cubicBezTo>
                <a:cubicBezTo>
                  <a:pt x="127" y="89"/>
                  <a:pt x="126" y="93"/>
                  <a:pt x="122" y="96"/>
                </a:cubicBezTo>
                <a:cubicBezTo>
                  <a:pt x="119" y="99"/>
                  <a:pt x="115" y="101"/>
                  <a:pt x="110" y="101"/>
                </a:cubicBezTo>
                <a:cubicBezTo>
                  <a:pt x="100" y="101"/>
                  <a:pt x="100" y="101"/>
                  <a:pt x="100" y="101"/>
                </a:cubicBezTo>
                <a:cubicBezTo>
                  <a:pt x="100" y="168"/>
                  <a:pt x="100" y="168"/>
                  <a:pt x="100" y="168"/>
                </a:cubicBezTo>
                <a:cubicBezTo>
                  <a:pt x="101" y="168"/>
                  <a:pt x="103" y="168"/>
                  <a:pt x="104" y="168"/>
                </a:cubicBezTo>
                <a:cubicBezTo>
                  <a:pt x="111" y="168"/>
                  <a:pt x="113" y="167"/>
                  <a:pt x="114" y="161"/>
                </a:cubicBezTo>
                <a:cubicBezTo>
                  <a:pt x="116" y="154"/>
                  <a:pt x="117" y="145"/>
                  <a:pt x="120" y="139"/>
                </a:cubicBezTo>
                <a:cubicBezTo>
                  <a:pt x="125" y="127"/>
                  <a:pt x="131" y="117"/>
                  <a:pt x="137" y="105"/>
                </a:cubicBezTo>
                <a:cubicBezTo>
                  <a:pt x="144" y="93"/>
                  <a:pt x="147" y="79"/>
                  <a:pt x="144" y="65"/>
                </a:cubicBezTo>
                <a:close/>
                <a:moveTo>
                  <a:pt x="93" y="6"/>
                </a:moveTo>
                <a:cubicBezTo>
                  <a:pt x="93" y="2"/>
                  <a:pt x="90" y="0"/>
                  <a:pt x="86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3" y="0"/>
                  <a:pt x="80" y="2"/>
                  <a:pt x="80" y="6"/>
                </a:cubicBezTo>
                <a:cubicBezTo>
                  <a:pt x="80" y="17"/>
                  <a:pt x="80" y="17"/>
                  <a:pt x="80" y="17"/>
                </a:cubicBezTo>
                <a:cubicBezTo>
                  <a:pt x="80" y="21"/>
                  <a:pt x="83" y="24"/>
                  <a:pt x="86" y="24"/>
                </a:cubicBezTo>
                <a:cubicBezTo>
                  <a:pt x="86" y="24"/>
                  <a:pt x="86" y="24"/>
                  <a:pt x="86" y="24"/>
                </a:cubicBezTo>
                <a:cubicBezTo>
                  <a:pt x="90" y="24"/>
                  <a:pt x="93" y="21"/>
                  <a:pt x="93" y="17"/>
                </a:cubicBezTo>
                <a:lnTo>
                  <a:pt x="93" y="6"/>
                </a:lnTo>
                <a:close/>
                <a:moveTo>
                  <a:pt x="128" y="16"/>
                </a:moveTo>
                <a:cubicBezTo>
                  <a:pt x="129" y="13"/>
                  <a:pt x="128" y="9"/>
                  <a:pt x="125" y="8"/>
                </a:cubicBezTo>
                <a:cubicBezTo>
                  <a:pt x="125" y="8"/>
                  <a:pt x="125" y="8"/>
                  <a:pt x="125" y="8"/>
                </a:cubicBezTo>
                <a:cubicBezTo>
                  <a:pt x="122" y="6"/>
                  <a:pt x="118" y="7"/>
                  <a:pt x="117" y="10"/>
                </a:cubicBezTo>
                <a:cubicBezTo>
                  <a:pt x="111" y="20"/>
                  <a:pt x="111" y="20"/>
                  <a:pt x="111" y="20"/>
                </a:cubicBezTo>
                <a:cubicBezTo>
                  <a:pt x="109" y="23"/>
                  <a:pt x="110" y="27"/>
                  <a:pt x="114" y="29"/>
                </a:cubicBezTo>
                <a:cubicBezTo>
                  <a:pt x="114" y="29"/>
                  <a:pt x="114" y="29"/>
                  <a:pt x="114" y="29"/>
                </a:cubicBezTo>
                <a:cubicBezTo>
                  <a:pt x="117" y="30"/>
                  <a:pt x="120" y="29"/>
                  <a:pt x="122" y="26"/>
                </a:cubicBezTo>
                <a:lnTo>
                  <a:pt x="128" y="16"/>
                </a:lnTo>
                <a:close/>
                <a:moveTo>
                  <a:pt x="153" y="36"/>
                </a:moveTo>
                <a:cubicBezTo>
                  <a:pt x="156" y="34"/>
                  <a:pt x="156" y="30"/>
                  <a:pt x="154" y="28"/>
                </a:cubicBezTo>
                <a:cubicBezTo>
                  <a:pt x="154" y="28"/>
                  <a:pt x="154" y="28"/>
                  <a:pt x="154" y="28"/>
                </a:cubicBezTo>
                <a:cubicBezTo>
                  <a:pt x="151" y="25"/>
                  <a:pt x="147" y="25"/>
                  <a:pt x="145" y="27"/>
                </a:cubicBezTo>
                <a:cubicBezTo>
                  <a:pt x="136" y="35"/>
                  <a:pt x="136" y="35"/>
                  <a:pt x="136" y="35"/>
                </a:cubicBezTo>
                <a:cubicBezTo>
                  <a:pt x="134" y="37"/>
                  <a:pt x="133" y="41"/>
                  <a:pt x="136" y="44"/>
                </a:cubicBezTo>
                <a:cubicBezTo>
                  <a:pt x="136" y="44"/>
                  <a:pt x="136" y="44"/>
                  <a:pt x="136" y="44"/>
                </a:cubicBezTo>
                <a:cubicBezTo>
                  <a:pt x="138" y="46"/>
                  <a:pt x="142" y="46"/>
                  <a:pt x="145" y="44"/>
                </a:cubicBezTo>
                <a:lnTo>
                  <a:pt x="153" y="36"/>
                </a:lnTo>
                <a:close/>
                <a:moveTo>
                  <a:pt x="167" y="67"/>
                </a:moveTo>
                <a:cubicBezTo>
                  <a:pt x="170" y="67"/>
                  <a:pt x="172" y="63"/>
                  <a:pt x="172" y="60"/>
                </a:cubicBezTo>
                <a:cubicBezTo>
                  <a:pt x="172" y="60"/>
                  <a:pt x="172" y="60"/>
                  <a:pt x="172" y="60"/>
                </a:cubicBezTo>
                <a:cubicBezTo>
                  <a:pt x="171" y="56"/>
                  <a:pt x="168" y="54"/>
                  <a:pt x="165" y="55"/>
                </a:cubicBezTo>
                <a:cubicBezTo>
                  <a:pt x="153" y="57"/>
                  <a:pt x="153" y="57"/>
                  <a:pt x="153" y="57"/>
                </a:cubicBezTo>
                <a:cubicBezTo>
                  <a:pt x="150" y="57"/>
                  <a:pt x="147" y="61"/>
                  <a:pt x="148" y="64"/>
                </a:cubicBezTo>
                <a:cubicBezTo>
                  <a:pt x="148" y="64"/>
                  <a:pt x="148" y="64"/>
                  <a:pt x="148" y="64"/>
                </a:cubicBezTo>
                <a:cubicBezTo>
                  <a:pt x="149" y="68"/>
                  <a:pt x="152" y="70"/>
                  <a:pt x="155" y="69"/>
                </a:cubicBezTo>
                <a:lnTo>
                  <a:pt x="167" y="67"/>
                </a:lnTo>
                <a:close/>
                <a:moveTo>
                  <a:pt x="164" y="101"/>
                </a:moveTo>
                <a:cubicBezTo>
                  <a:pt x="167" y="101"/>
                  <a:pt x="171" y="99"/>
                  <a:pt x="171" y="96"/>
                </a:cubicBezTo>
                <a:cubicBezTo>
                  <a:pt x="171" y="96"/>
                  <a:pt x="171" y="96"/>
                  <a:pt x="171" y="96"/>
                </a:cubicBezTo>
                <a:cubicBezTo>
                  <a:pt x="172" y="92"/>
                  <a:pt x="170" y="89"/>
                  <a:pt x="166" y="88"/>
                </a:cubicBezTo>
                <a:cubicBezTo>
                  <a:pt x="155" y="86"/>
                  <a:pt x="155" y="86"/>
                  <a:pt x="155" y="86"/>
                </a:cubicBezTo>
                <a:cubicBezTo>
                  <a:pt x="152" y="85"/>
                  <a:pt x="148" y="88"/>
                  <a:pt x="148" y="91"/>
                </a:cubicBezTo>
                <a:cubicBezTo>
                  <a:pt x="148" y="91"/>
                  <a:pt x="148" y="91"/>
                  <a:pt x="148" y="91"/>
                </a:cubicBezTo>
                <a:cubicBezTo>
                  <a:pt x="147" y="94"/>
                  <a:pt x="149" y="98"/>
                  <a:pt x="153" y="98"/>
                </a:cubicBezTo>
                <a:lnTo>
                  <a:pt x="164" y="101"/>
                </a:lnTo>
                <a:close/>
                <a:moveTo>
                  <a:pt x="50" y="26"/>
                </a:moveTo>
                <a:cubicBezTo>
                  <a:pt x="52" y="29"/>
                  <a:pt x="56" y="30"/>
                  <a:pt x="59" y="29"/>
                </a:cubicBezTo>
                <a:cubicBezTo>
                  <a:pt x="59" y="29"/>
                  <a:pt x="59" y="29"/>
                  <a:pt x="59" y="29"/>
                </a:cubicBezTo>
                <a:cubicBezTo>
                  <a:pt x="62" y="27"/>
                  <a:pt x="63" y="23"/>
                  <a:pt x="61" y="20"/>
                </a:cubicBezTo>
                <a:cubicBezTo>
                  <a:pt x="56" y="10"/>
                  <a:pt x="56" y="10"/>
                  <a:pt x="56" y="10"/>
                </a:cubicBezTo>
                <a:cubicBezTo>
                  <a:pt x="54" y="7"/>
                  <a:pt x="50" y="6"/>
                  <a:pt x="47" y="8"/>
                </a:cubicBezTo>
                <a:cubicBezTo>
                  <a:pt x="47" y="8"/>
                  <a:pt x="47" y="8"/>
                  <a:pt x="47" y="8"/>
                </a:cubicBezTo>
                <a:cubicBezTo>
                  <a:pt x="44" y="9"/>
                  <a:pt x="43" y="13"/>
                  <a:pt x="45" y="16"/>
                </a:cubicBezTo>
                <a:lnTo>
                  <a:pt x="50" y="26"/>
                </a:lnTo>
                <a:close/>
                <a:moveTo>
                  <a:pt x="28" y="44"/>
                </a:moveTo>
                <a:cubicBezTo>
                  <a:pt x="30" y="46"/>
                  <a:pt x="34" y="46"/>
                  <a:pt x="36" y="44"/>
                </a:cubicBezTo>
                <a:cubicBezTo>
                  <a:pt x="36" y="44"/>
                  <a:pt x="36" y="44"/>
                  <a:pt x="36" y="44"/>
                </a:cubicBezTo>
                <a:cubicBezTo>
                  <a:pt x="39" y="41"/>
                  <a:pt x="38" y="37"/>
                  <a:pt x="36" y="35"/>
                </a:cubicBezTo>
                <a:cubicBezTo>
                  <a:pt x="27" y="27"/>
                  <a:pt x="27" y="27"/>
                  <a:pt x="27" y="27"/>
                </a:cubicBezTo>
                <a:cubicBezTo>
                  <a:pt x="25" y="25"/>
                  <a:pt x="21" y="25"/>
                  <a:pt x="18" y="28"/>
                </a:cubicBezTo>
                <a:cubicBezTo>
                  <a:pt x="18" y="28"/>
                  <a:pt x="18" y="28"/>
                  <a:pt x="18" y="28"/>
                </a:cubicBezTo>
                <a:cubicBezTo>
                  <a:pt x="16" y="30"/>
                  <a:pt x="16" y="34"/>
                  <a:pt x="19" y="36"/>
                </a:cubicBezTo>
                <a:lnTo>
                  <a:pt x="28" y="44"/>
                </a:lnTo>
                <a:close/>
                <a:moveTo>
                  <a:pt x="17" y="69"/>
                </a:moveTo>
                <a:cubicBezTo>
                  <a:pt x="20" y="70"/>
                  <a:pt x="23" y="68"/>
                  <a:pt x="2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5" y="61"/>
                  <a:pt x="22" y="57"/>
                  <a:pt x="19" y="57"/>
                </a:cubicBezTo>
                <a:cubicBezTo>
                  <a:pt x="8" y="55"/>
                  <a:pt x="8" y="55"/>
                  <a:pt x="8" y="55"/>
                </a:cubicBezTo>
                <a:cubicBezTo>
                  <a:pt x="4" y="54"/>
                  <a:pt x="1" y="56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63"/>
                  <a:pt x="2" y="67"/>
                  <a:pt x="5" y="67"/>
                </a:cubicBezTo>
                <a:lnTo>
                  <a:pt x="17" y="69"/>
                </a:lnTo>
                <a:close/>
                <a:moveTo>
                  <a:pt x="20" y="98"/>
                </a:moveTo>
                <a:cubicBezTo>
                  <a:pt x="23" y="98"/>
                  <a:pt x="25" y="94"/>
                  <a:pt x="24" y="91"/>
                </a:cubicBezTo>
                <a:cubicBezTo>
                  <a:pt x="24" y="91"/>
                  <a:pt x="24" y="91"/>
                  <a:pt x="24" y="91"/>
                </a:cubicBezTo>
                <a:cubicBezTo>
                  <a:pt x="24" y="88"/>
                  <a:pt x="20" y="85"/>
                  <a:pt x="17" y="86"/>
                </a:cubicBezTo>
                <a:cubicBezTo>
                  <a:pt x="6" y="88"/>
                  <a:pt x="6" y="88"/>
                  <a:pt x="6" y="88"/>
                </a:cubicBezTo>
                <a:cubicBezTo>
                  <a:pt x="2" y="89"/>
                  <a:pt x="0" y="92"/>
                  <a:pt x="1" y="96"/>
                </a:cubicBezTo>
                <a:cubicBezTo>
                  <a:pt x="1" y="96"/>
                  <a:pt x="1" y="96"/>
                  <a:pt x="1" y="96"/>
                </a:cubicBezTo>
                <a:cubicBezTo>
                  <a:pt x="1" y="99"/>
                  <a:pt x="5" y="101"/>
                  <a:pt x="8" y="101"/>
                </a:cubicBezTo>
                <a:lnTo>
                  <a:pt x="20" y="98"/>
                </a:ln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3031" name="Google Shape;789;p27"/>
          <p:cNvSpPr txBox="1">
            <a:spLocks noChangeArrowheads="1"/>
          </p:cNvSpPr>
          <p:nvPr/>
        </p:nvSpPr>
        <p:spPr bwMode="auto">
          <a:xfrm>
            <a:off x="8772525" y="3697288"/>
            <a:ext cx="16970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3032" name="Google Shape;790;p27"/>
          <p:cNvSpPr txBox="1">
            <a:spLocks noChangeArrowheads="1"/>
          </p:cNvSpPr>
          <p:nvPr/>
        </p:nvSpPr>
        <p:spPr bwMode="auto">
          <a:xfrm>
            <a:off x="8761413" y="5643563"/>
            <a:ext cx="16970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3033" name="Google Shape;791;p27"/>
          <p:cNvSpPr txBox="1">
            <a:spLocks noChangeArrowheads="1"/>
          </p:cNvSpPr>
          <p:nvPr/>
        </p:nvSpPr>
        <p:spPr bwMode="auto">
          <a:xfrm>
            <a:off x="1787525" y="1673225"/>
            <a:ext cx="16986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3034" name="Google Shape;792;p27"/>
          <p:cNvSpPr txBox="1">
            <a:spLocks noChangeArrowheads="1"/>
          </p:cNvSpPr>
          <p:nvPr/>
        </p:nvSpPr>
        <p:spPr bwMode="auto">
          <a:xfrm>
            <a:off x="1792288" y="3660775"/>
            <a:ext cx="16986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3035" name="Google Shape;793;p27"/>
          <p:cNvSpPr txBox="1">
            <a:spLocks noChangeArrowheads="1"/>
          </p:cNvSpPr>
          <p:nvPr/>
        </p:nvSpPr>
        <p:spPr bwMode="auto">
          <a:xfrm>
            <a:off x="1782763" y="5608638"/>
            <a:ext cx="16970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200"/>
              <a:buFont typeface="Open Sans" panose="020B0606030504020204" pitchFamily="34" charset="0"/>
              <a:buNone/>
            </a:pPr>
            <a:r>
              <a:rPr lang="en-US" altLang="en-US" sz="12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Google Shape;798;p28"/>
          <p:cNvSpPr txBox="1">
            <a:spLocks noChangeArrowheads="1"/>
          </p:cNvSpPr>
          <p:nvPr/>
        </p:nvSpPr>
        <p:spPr bwMode="auto">
          <a:xfrm>
            <a:off x="2863850" y="519113"/>
            <a:ext cx="64643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5600"/>
              <a:buFont typeface="Montserrat" panose="02000505000000020004" pitchFamily="2" charset="0"/>
              <a:buNone/>
            </a:pPr>
            <a:r>
              <a:rPr lang="en-US" altLang="en-US" sz="5600">
                <a:latin typeface="Montserrat" panose="02000505000000020004" pitchFamily="2" charset="0"/>
                <a:sym typeface="Montserrat" panose="02000505000000020004" pitchFamily="2" charset="0"/>
              </a:rPr>
              <a:t>REPORTE ANUAL</a:t>
            </a:r>
            <a:endParaRPr lang="en-US" altLang="en-US"/>
          </a:p>
        </p:txBody>
      </p:sp>
      <p:cxnSp>
        <p:nvCxnSpPr>
          <p:cNvPr id="45059" name="Google Shape;799;p28"/>
          <p:cNvCxnSpPr>
            <a:cxnSpLocks noChangeShapeType="1"/>
          </p:cNvCxnSpPr>
          <p:nvPr/>
        </p:nvCxnSpPr>
        <p:spPr bwMode="auto">
          <a:xfrm>
            <a:off x="1639888" y="4394200"/>
            <a:ext cx="9544050" cy="0"/>
          </a:xfrm>
          <a:prstGeom prst="straightConnector1">
            <a:avLst/>
          </a:prstGeom>
          <a:noFill/>
          <a:ln w="20625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0" name="Google Shape;800;p28"/>
          <p:cNvCxnSpPr>
            <a:cxnSpLocks noChangeShapeType="1"/>
          </p:cNvCxnSpPr>
          <p:nvPr/>
        </p:nvCxnSpPr>
        <p:spPr bwMode="auto">
          <a:xfrm>
            <a:off x="1639888" y="5118100"/>
            <a:ext cx="9544050" cy="0"/>
          </a:xfrm>
          <a:prstGeom prst="straightConnector1">
            <a:avLst/>
          </a:prstGeom>
          <a:noFill/>
          <a:ln w="20625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1" name="Google Shape;801;p28"/>
          <p:cNvCxnSpPr>
            <a:cxnSpLocks noChangeShapeType="1"/>
          </p:cNvCxnSpPr>
          <p:nvPr/>
        </p:nvCxnSpPr>
        <p:spPr bwMode="auto">
          <a:xfrm>
            <a:off x="1639888" y="3665538"/>
            <a:ext cx="9544050" cy="0"/>
          </a:xfrm>
          <a:prstGeom prst="straightConnector1">
            <a:avLst/>
          </a:prstGeom>
          <a:noFill/>
          <a:ln w="20625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2" name="Google Shape;802;p28"/>
          <p:cNvCxnSpPr>
            <a:cxnSpLocks noChangeShapeType="1"/>
          </p:cNvCxnSpPr>
          <p:nvPr/>
        </p:nvCxnSpPr>
        <p:spPr bwMode="auto">
          <a:xfrm>
            <a:off x="1639888" y="2941638"/>
            <a:ext cx="9544050" cy="0"/>
          </a:xfrm>
          <a:prstGeom prst="straightConnector1">
            <a:avLst/>
          </a:prstGeom>
          <a:noFill/>
          <a:ln w="20625">
            <a:solidFill>
              <a:srgbClr val="E8E8E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3" name="Google Shape;803;p28"/>
          <p:cNvSpPr txBox="1">
            <a:spLocks noChangeArrowheads="1"/>
          </p:cNvSpPr>
          <p:nvPr/>
        </p:nvSpPr>
        <p:spPr bwMode="auto">
          <a:xfrm>
            <a:off x="2076450" y="5989638"/>
            <a:ext cx="60325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ENE</a:t>
            </a:r>
            <a:endParaRPr lang="en-US" altLang="en-US"/>
          </a:p>
        </p:txBody>
      </p:sp>
      <p:sp>
        <p:nvSpPr>
          <p:cNvPr id="45064" name="Google Shape;804;p28"/>
          <p:cNvSpPr txBox="1">
            <a:spLocks noChangeArrowheads="1"/>
          </p:cNvSpPr>
          <p:nvPr/>
        </p:nvSpPr>
        <p:spPr bwMode="auto">
          <a:xfrm>
            <a:off x="2851150" y="5989638"/>
            <a:ext cx="6238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FEB</a:t>
            </a:r>
            <a:endParaRPr lang="en-US" altLang="en-US"/>
          </a:p>
        </p:txBody>
      </p:sp>
      <p:sp>
        <p:nvSpPr>
          <p:cNvPr id="45065" name="Google Shape;805;p28"/>
          <p:cNvSpPr txBox="1">
            <a:spLocks noChangeArrowheads="1"/>
          </p:cNvSpPr>
          <p:nvPr/>
        </p:nvSpPr>
        <p:spPr bwMode="auto">
          <a:xfrm>
            <a:off x="3565525" y="5989638"/>
            <a:ext cx="7397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MAR</a:t>
            </a:r>
            <a:endParaRPr lang="en-US" altLang="en-US"/>
          </a:p>
        </p:txBody>
      </p:sp>
      <p:sp>
        <p:nvSpPr>
          <p:cNvPr id="45066" name="Google Shape;806;p28"/>
          <p:cNvSpPr txBox="1">
            <a:spLocks noChangeArrowheads="1"/>
          </p:cNvSpPr>
          <p:nvPr/>
        </p:nvSpPr>
        <p:spPr bwMode="auto">
          <a:xfrm>
            <a:off x="4344988" y="5989638"/>
            <a:ext cx="6588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ABR</a:t>
            </a:r>
            <a:endParaRPr lang="en-US" altLang="en-US"/>
          </a:p>
        </p:txBody>
      </p:sp>
      <p:sp>
        <p:nvSpPr>
          <p:cNvPr id="45067" name="Google Shape;807;p28"/>
          <p:cNvSpPr txBox="1">
            <a:spLocks noChangeArrowheads="1"/>
          </p:cNvSpPr>
          <p:nvPr/>
        </p:nvSpPr>
        <p:spPr bwMode="auto">
          <a:xfrm>
            <a:off x="5103813" y="5989638"/>
            <a:ext cx="7239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MAYO</a:t>
            </a:r>
            <a:endParaRPr lang="en-US" altLang="en-US"/>
          </a:p>
        </p:txBody>
      </p:sp>
      <p:sp>
        <p:nvSpPr>
          <p:cNvPr id="45068" name="Google Shape;808;p28"/>
          <p:cNvSpPr txBox="1">
            <a:spLocks noChangeArrowheads="1"/>
          </p:cNvSpPr>
          <p:nvPr/>
        </p:nvSpPr>
        <p:spPr bwMode="auto">
          <a:xfrm>
            <a:off x="5892800" y="5989638"/>
            <a:ext cx="62706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JUN</a:t>
            </a:r>
            <a:endParaRPr lang="en-US" altLang="en-US"/>
          </a:p>
        </p:txBody>
      </p:sp>
      <p:sp>
        <p:nvSpPr>
          <p:cNvPr id="45069" name="Google Shape;809;p28"/>
          <p:cNvSpPr txBox="1">
            <a:spLocks noChangeArrowheads="1"/>
          </p:cNvSpPr>
          <p:nvPr/>
        </p:nvSpPr>
        <p:spPr bwMode="auto">
          <a:xfrm>
            <a:off x="6697663" y="5989638"/>
            <a:ext cx="56515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JUL</a:t>
            </a:r>
            <a:endParaRPr lang="en-US" altLang="en-US"/>
          </a:p>
        </p:txBody>
      </p:sp>
      <p:sp>
        <p:nvSpPr>
          <p:cNvPr id="45070" name="Google Shape;810;p28"/>
          <p:cNvSpPr txBox="1">
            <a:spLocks noChangeArrowheads="1"/>
          </p:cNvSpPr>
          <p:nvPr/>
        </p:nvSpPr>
        <p:spPr bwMode="auto">
          <a:xfrm>
            <a:off x="7410450" y="5989638"/>
            <a:ext cx="7207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AGO</a:t>
            </a:r>
            <a:endParaRPr lang="en-US" altLang="en-US"/>
          </a:p>
        </p:txBody>
      </p:sp>
      <p:sp>
        <p:nvSpPr>
          <p:cNvPr id="45071" name="Google Shape;811;p28"/>
          <p:cNvSpPr txBox="1">
            <a:spLocks noChangeArrowheads="1"/>
          </p:cNvSpPr>
          <p:nvPr/>
        </p:nvSpPr>
        <p:spPr bwMode="auto">
          <a:xfrm>
            <a:off x="8193088" y="5989638"/>
            <a:ext cx="61912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SEP</a:t>
            </a:r>
            <a:endParaRPr lang="en-US" altLang="en-US"/>
          </a:p>
        </p:txBody>
      </p:sp>
      <p:sp>
        <p:nvSpPr>
          <p:cNvPr id="45072" name="Google Shape;812;p28"/>
          <p:cNvSpPr txBox="1">
            <a:spLocks noChangeArrowheads="1"/>
          </p:cNvSpPr>
          <p:nvPr/>
        </p:nvSpPr>
        <p:spPr bwMode="auto">
          <a:xfrm>
            <a:off x="8947150" y="5989638"/>
            <a:ext cx="6889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OCT</a:t>
            </a:r>
            <a:endParaRPr lang="en-US" altLang="en-US"/>
          </a:p>
        </p:txBody>
      </p:sp>
      <p:sp>
        <p:nvSpPr>
          <p:cNvPr id="45073" name="Google Shape;813;p28"/>
          <p:cNvSpPr txBox="1">
            <a:spLocks noChangeArrowheads="1"/>
          </p:cNvSpPr>
          <p:nvPr/>
        </p:nvSpPr>
        <p:spPr bwMode="auto">
          <a:xfrm>
            <a:off x="9698038" y="5989638"/>
            <a:ext cx="731837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NOV</a:t>
            </a:r>
            <a:endParaRPr lang="en-US" altLang="en-US"/>
          </a:p>
        </p:txBody>
      </p:sp>
      <p:sp>
        <p:nvSpPr>
          <p:cNvPr id="45074" name="Google Shape;814;p28"/>
          <p:cNvSpPr txBox="1">
            <a:spLocks noChangeArrowheads="1"/>
          </p:cNvSpPr>
          <p:nvPr/>
        </p:nvSpPr>
        <p:spPr bwMode="auto">
          <a:xfrm>
            <a:off x="10483850" y="5989638"/>
            <a:ext cx="6731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100"/>
              <a:buFont typeface="Open Sans" panose="020B0606030504020204" pitchFamily="34" charset="0"/>
              <a:buNone/>
            </a:pPr>
            <a:r>
              <a:rPr lang="en-US" altLang="en-US" sz="21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DIC</a:t>
            </a:r>
            <a:endParaRPr lang="en-US" altLang="en-US"/>
          </a:p>
        </p:txBody>
      </p:sp>
      <p:sp>
        <p:nvSpPr>
          <p:cNvPr id="45075" name="Google Shape;815;p28"/>
          <p:cNvSpPr txBox="1">
            <a:spLocks noChangeArrowheads="1"/>
          </p:cNvSpPr>
          <p:nvPr/>
        </p:nvSpPr>
        <p:spPr bwMode="auto">
          <a:xfrm>
            <a:off x="920750" y="4922838"/>
            <a:ext cx="744538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200"/>
              <a:buFont typeface="Open Sans" panose="020B0606030504020204" pitchFamily="34" charset="0"/>
              <a:buNone/>
            </a:pPr>
            <a:r>
              <a:rPr lang="en-US" altLang="en-US" sz="22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20%</a:t>
            </a:r>
            <a:endParaRPr lang="en-US" altLang="en-US"/>
          </a:p>
        </p:txBody>
      </p:sp>
      <p:sp>
        <p:nvSpPr>
          <p:cNvPr id="45076" name="Google Shape;816;p28"/>
          <p:cNvSpPr txBox="1">
            <a:spLocks noChangeArrowheads="1"/>
          </p:cNvSpPr>
          <p:nvPr/>
        </p:nvSpPr>
        <p:spPr bwMode="auto">
          <a:xfrm>
            <a:off x="920750" y="4183063"/>
            <a:ext cx="744538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200"/>
              <a:buFont typeface="Open Sans" panose="020B0606030504020204" pitchFamily="34" charset="0"/>
              <a:buNone/>
            </a:pPr>
            <a:r>
              <a:rPr lang="en-US" altLang="en-US" sz="22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40%</a:t>
            </a:r>
            <a:endParaRPr lang="en-US" altLang="en-US"/>
          </a:p>
        </p:txBody>
      </p:sp>
      <p:sp>
        <p:nvSpPr>
          <p:cNvPr id="45077" name="Google Shape;817;p28"/>
          <p:cNvSpPr txBox="1">
            <a:spLocks noChangeArrowheads="1"/>
          </p:cNvSpPr>
          <p:nvPr/>
        </p:nvSpPr>
        <p:spPr bwMode="auto">
          <a:xfrm>
            <a:off x="920750" y="3446463"/>
            <a:ext cx="744538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200"/>
              <a:buFont typeface="Open Sans" panose="020B0606030504020204" pitchFamily="34" charset="0"/>
              <a:buNone/>
            </a:pPr>
            <a:r>
              <a:rPr lang="en-US" altLang="en-US" sz="22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60%</a:t>
            </a:r>
            <a:endParaRPr lang="en-US" altLang="en-US"/>
          </a:p>
        </p:txBody>
      </p:sp>
      <p:sp>
        <p:nvSpPr>
          <p:cNvPr id="45078" name="Google Shape;818;p28"/>
          <p:cNvSpPr txBox="1">
            <a:spLocks noChangeArrowheads="1"/>
          </p:cNvSpPr>
          <p:nvPr/>
        </p:nvSpPr>
        <p:spPr bwMode="auto">
          <a:xfrm>
            <a:off x="920750" y="2703513"/>
            <a:ext cx="744538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200"/>
              <a:buFont typeface="Open Sans" panose="020B0606030504020204" pitchFamily="34" charset="0"/>
              <a:buNone/>
            </a:pPr>
            <a:r>
              <a:rPr lang="en-US" altLang="en-US" sz="22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80%</a:t>
            </a:r>
            <a:endParaRPr lang="en-US" altLang="en-US"/>
          </a:p>
        </p:txBody>
      </p:sp>
      <p:sp>
        <p:nvSpPr>
          <p:cNvPr id="45079" name="Google Shape;819;p28"/>
          <p:cNvSpPr txBox="1">
            <a:spLocks noChangeArrowheads="1"/>
          </p:cNvSpPr>
          <p:nvPr/>
        </p:nvSpPr>
        <p:spPr bwMode="auto">
          <a:xfrm>
            <a:off x="765175" y="1963738"/>
            <a:ext cx="91122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ABABA"/>
              </a:buClr>
              <a:buSzPts val="2200"/>
              <a:buFont typeface="Open Sans" panose="020B0606030504020204" pitchFamily="34" charset="0"/>
              <a:buNone/>
            </a:pPr>
            <a:r>
              <a:rPr lang="en-US" altLang="en-US" sz="2200">
                <a:solidFill>
                  <a:srgbClr val="BABABA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100%</a:t>
            </a:r>
            <a:endParaRPr lang="en-US" altLang="en-US"/>
          </a:p>
        </p:txBody>
      </p:sp>
      <p:sp>
        <p:nvSpPr>
          <p:cNvPr id="45080" name="Google Shape;820;p28"/>
          <p:cNvSpPr>
            <a:spLocks/>
          </p:cNvSpPr>
          <p:nvPr/>
        </p:nvSpPr>
        <p:spPr bwMode="auto">
          <a:xfrm>
            <a:off x="1639888" y="1671638"/>
            <a:ext cx="9605962" cy="4170362"/>
          </a:xfrm>
          <a:custGeom>
            <a:avLst/>
            <a:gdLst>
              <a:gd name="T0" fmla="*/ 2469 w 2469"/>
              <a:gd name="T1" fmla="*/ 1071 h 1071"/>
              <a:gd name="T2" fmla="*/ 97 w 2469"/>
              <a:gd name="T3" fmla="*/ 1071 h 1071"/>
              <a:gd name="T4" fmla="*/ 0 w 2469"/>
              <a:gd name="T5" fmla="*/ 974 h 1071"/>
              <a:gd name="T6" fmla="*/ 0 w 2469"/>
              <a:gd name="T7" fmla="*/ 0 h 10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69" h="1071" extrusionOk="0">
                <a:moveTo>
                  <a:pt x="2469" y="1071"/>
                </a:moveTo>
                <a:cubicBezTo>
                  <a:pt x="97" y="1071"/>
                  <a:pt x="97" y="1071"/>
                  <a:pt x="97" y="1071"/>
                </a:cubicBezTo>
                <a:cubicBezTo>
                  <a:pt x="43" y="1071"/>
                  <a:pt x="0" y="1028"/>
                  <a:pt x="0" y="974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36500" cap="flat" cmpd="sng">
            <a:solidFill>
              <a:srgbClr val="BABABA"/>
            </a:solidFill>
            <a:prstDash val="solid"/>
            <a:miter lim="524287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5081" name="Google Shape;821;p28"/>
          <p:cNvSpPr>
            <a:spLocks/>
          </p:cNvSpPr>
          <p:nvPr/>
        </p:nvSpPr>
        <p:spPr bwMode="auto">
          <a:xfrm>
            <a:off x="1441450" y="1500188"/>
            <a:ext cx="396875" cy="246062"/>
          </a:xfrm>
          <a:custGeom>
            <a:avLst/>
            <a:gdLst>
              <a:gd name="T0" fmla="*/ 0 w 250"/>
              <a:gd name="T1" fmla="*/ 155 h 155"/>
              <a:gd name="T2" fmla="*/ 128 w 250"/>
              <a:gd name="T3" fmla="*/ 0 h 155"/>
              <a:gd name="T4" fmla="*/ 250 w 250"/>
              <a:gd name="T5" fmla="*/ 155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0" h="155" extrusionOk="0">
                <a:moveTo>
                  <a:pt x="0" y="155"/>
                </a:moveTo>
                <a:lnTo>
                  <a:pt x="128" y="0"/>
                </a:lnTo>
                <a:lnTo>
                  <a:pt x="250" y="155"/>
                </a:lnTo>
              </a:path>
            </a:pathLst>
          </a:custGeom>
          <a:noFill/>
          <a:ln w="36500" cap="flat" cmpd="sng">
            <a:solidFill>
              <a:srgbClr val="BABABA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5082" name="Google Shape;822;p28"/>
          <p:cNvSpPr>
            <a:spLocks/>
          </p:cNvSpPr>
          <p:nvPr/>
        </p:nvSpPr>
        <p:spPr bwMode="auto">
          <a:xfrm>
            <a:off x="11183938" y="5643563"/>
            <a:ext cx="246062" cy="396875"/>
          </a:xfrm>
          <a:custGeom>
            <a:avLst/>
            <a:gdLst>
              <a:gd name="T0" fmla="*/ 0 w 155"/>
              <a:gd name="T1" fmla="*/ 0 h 250"/>
              <a:gd name="T2" fmla="*/ 155 w 155"/>
              <a:gd name="T3" fmla="*/ 130 h 250"/>
              <a:gd name="T4" fmla="*/ 0 w 155"/>
              <a:gd name="T5" fmla="*/ 250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5" h="250" extrusionOk="0">
                <a:moveTo>
                  <a:pt x="0" y="0"/>
                </a:moveTo>
                <a:lnTo>
                  <a:pt x="155" y="130"/>
                </a:lnTo>
                <a:lnTo>
                  <a:pt x="0" y="250"/>
                </a:lnTo>
              </a:path>
            </a:pathLst>
          </a:custGeom>
          <a:noFill/>
          <a:ln w="36500" cap="flat" cmpd="sng">
            <a:solidFill>
              <a:srgbClr val="BABABA"/>
            </a:solidFill>
            <a:prstDash val="solid"/>
            <a:miter lim="524287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5083" name="Google Shape;823;p28"/>
          <p:cNvSpPr txBox="1">
            <a:spLocks noChangeArrowheads="1"/>
          </p:cNvSpPr>
          <p:nvPr/>
        </p:nvSpPr>
        <p:spPr bwMode="auto">
          <a:xfrm>
            <a:off x="2119313" y="4646613"/>
            <a:ext cx="334962" cy="1179512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84" name="Google Shape;824;p28"/>
          <p:cNvSpPr txBox="1">
            <a:spLocks noChangeArrowheads="1"/>
          </p:cNvSpPr>
          <p:nvPr/>
        </p:nvSpPr>
        <p:spPr bwMode="auto">
          <a:xfrm>
            <a:off x="2889250" y="4879975"/>
            <a:ext cx="330200" cy="946150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85" name="Google Shape;825;p28"/>
          <p:cNvSpPr txBox="1">
            <a:spLocks noChangeArrowheads="1"/>
          </p:cNvSpPr>
          <p:nvPr/>
        </p:nvSpPr>
        <p:spPr bwMode="auto">
          <a:xfrm>
            <a:off x="3656013" y="4552950"/>
            <a:ext cx="334962" cy="1273175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86" name="Google Shape;826;p28"/>
          <p:cNvSpPr txBox="1">
            <a:spLocks noChangeArrowheads="1"/>
          </p:cNvSpPr>
          <p:nvPr/>
        </p:nvSpPr>
        <p:spPr bwMode="auto">
          <a:xfrm>
            <a:off x="4425950" y="4992688"/>
            <a:ext cx="330200" cy="833437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87" name="Google Shape;827;p28"/>
          <p:cNvSpPr txBox="1">
            <a:spLocks noChangeArrowheads="1"/>
          </p:cNvSpPr>
          <p:nvPr/>
        </p:nvSpPr>
        <p:spPr bwMode="auto">
          <a:xfrm>
            <a:off x="5192713" y="5440363"/>
            <a:ext cx="334962" cy="385762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88" name="Google Shape;828;p28"/>
          <p:cNvSpPr txBox="1">
            <a:spLocks noChangeArrowheads="1"/>
          </p:cNvSpPr>
          <p:nvPr/>
        </p:nvSpPr>
        <p:spPr bwMode="auto">
          <a:xfrm>
            <a:off x="5962650" y="5160963"/>
            <a:ext cx="331788" cy="665162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89" name="Google Shape;829;p28"/>
          <p:cNvSpPr txBox="1">
            <a:spLocks noChangeArrowheads="1"/>
          </p:cNvSpPr>
          <p:nvPr/>
        </p:nvSpPr>
        <p:spPr bwMode="auto">
          <a:xfrm>
            <a:off x="6729413" y="4938713"/>
            <a:ext cx="334962" cy="887412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90" name="Google Shape;830;p28"/>
          <p:cNvSpPr txBox="1">
            <a:spLocks noChangeArrowheads="1"/>
          </p:cNvSpPr>
          <p:nvPr/>
        </p:nvSpPr>
        <p:spPr bwMode="auto">
          <a:xfrm>
            <a:off x="7499350" y="4459288"/>
            <a:ext cx="331788" cy="1366837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91" name="Google Shape;831;p28"/>
          <p:cNvSpPr txBox="1">
            <a:spLocks noChangeArrowheads="1"/>
          </p:cNvSpPr>
          <p:nvPr/>
        </p:nvSpPr>
        <p:spPr bwMode="auto">
          <a:xfrm>
            <a:off x="8266113" y="4783138"/>
            <a:ext cx="334962" cy="1042987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92" name="Google Shape;832;p28"/>
          <p:cNvSpPr txBox="1">
            <a:spLocks noChangeArrowheads="1"/>
          </p:cNvSpPr>
          <p:nvPr/>
        </p:nvSpPr>
        <p:spPr bwMode="auto">
          <a:xfrm>
            <a:off x="9036050" y="4094163"/>
            <a:ext cx="331788" cy="1731962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93" name="Google Shape;833;p28"/>
          <p:cNvSpPr txBox="1">
            <a:spLocks noChangeArrowheads="1"/>
          </p:cNvSpPr>
          <p:nvPr/>
        </p:nvSpPr>
        <p:spPr bwMode="auto">
          <a:xfrm>
            <a:off x="9802813" y="4552950"/>
            <a:ext cx="334962" cy="1273175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94" name="Google Shape;834;p28"/>
          <p:cNvSpPr txBox="1">
            <a:spLocks noChangeArrowheads="1"/>
          </p:cNvSpPr>
          <p:nvPr/>
        </p:nvSpPr>
        <p:spPr bwMode="auto">
          <a:xfrm>
            <a:off x="10572750" y="4343400"/>
            <a:ext cx="331788" cy="1482725"/>
          </a:xfrm>
          <a:prstGeom prst="rect">
            <a:avLst/>
          </a:prstGeom>
          <a:solidFill>
            <a:srgbClr val="3C95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95" name="Google Shape;835;p28"/>
          <p:cNvSpPr txBox="1">
            <a:spLocks noChangeArrowheads="1"/>
          </p:cNvSpPr>
          <p:nvPr/>
        </p:nvSpPr>
        <p:spPr bwMode="auto">
          <a:xfrm>
            <a:off x="2119313" y="2217738"/>
            <a:ext cx="334962" cy="1354137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96" name="Google Shape;836;p28"/>
          <p:cNvSpPr txBox="1">
            <a:spLocks noChangeArrowheads="1"/>
          </p:cNvSpPr>
          <p:nvPr/>
        </p:nvSpPr>
        <p:spPr bwMode="auto">
          <a:xfrm>
            <a:off x="2889250" y="2217738"/>
            <a:ext cx="330200" cy="1123950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97" name="Google Shape;837;p28"/>
          <p:cNvSpPr txBox="1">
            <a:spLocks noChangeArrowheads="1"/>
          </p:cNvSpPr>
          <p:nvPr/>
        </p:nvSpPr>
        <p:spPr bwMode="auto">
          <a:xfrm>
            <a:off x="3656013" y="2217738"/>
            <a:ext cx="334962" cy="1404937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98" name="Google Shape;838;p28"/>
          <p:cNvSpPr txBox="1">
            <a:spLocks noChangeArrowheads="1"/>
          </p:cNvSpPr>
          <p:nvPr/>
        </p:nvSpPr>
        <p:spPr bwMode="auto">
          <a:xfrm>
            <a:off x="4425950" y="2217738"/>
            <a:ext cx="330200" cy="1011237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99" name="Google Shape;839;p28"/>
          <p:cNvSpPr txBox="1">
            <a:spLocks noChangeArrowheads="1"/>
          </p:cNvSpPr>
          <p:nvPr/>
        </p:nvSpPr>
        <p:spPr bwMode="auto">
          <a:xfrm>
            <a:off x="5192713" y="2217738"/>
            <a:ext cx="334962" cy="1614487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00" name="Google Shape;840;p28"/>
          <p:cNvSpPr txBox="1">
            <a:spLocks noChangeArrowheads="1"/>
          </p:cNvSpPr>
          <p:nvPr/>
        </p:nvSpPr>
        <p:spPr bwMode="auto">
          <a:xfrm>
            <a:off x="5962650" y="2217738"/>
            <a:ext cx="331788" cy="1260475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01" name="Google Shape;841;p28"/>
          <p:cNvSpPr txBox="1">
            <a:spLocks noChangeArrowheads="1"/>
          </p:cNvSpPr>
          <p:nvPr/>
        </p:nvSpPr>
        <p:spPr bwMode="auto">
          <a:xfrm>
            <a:off x="6729413" y="2217738"/>
            <a:ext cx="334962" cy="946150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02" name="Google Shape;842;p28"/>
          <p:cNvSpPr txBox="1">
            <a:spLocks noChangeArrowheads="1"/>
          </p:cNvSpPr>
          <p:nvPr/>
        </p:nvSpPr>
        <p:spPr bwMode="auto">
          <a:xfrm>
            <a:off x="7499350" y="2217738"/>
            <a:ext cx="331788" cy="466725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03" name="Google Shape;843;p28"/>
          <p:cNvSpPr txBox="1">
            <a:spLocks noChangeArrowheads="1"/>
          </p:cNvSpPr>
          <p:nvPr/>
        </p:nvSpPr>
        <p:spPr bwMode="auto">
          <a:xfrm>
            <a:off x="8266113" y="2217738"/>
            <a:ext cx="334962" cy="1003300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04" name="Google Shape;844;p28"/>
          <p:cNvSpPr txBox="1">
            <a:spLocks noChangeArrowheads="1"/>
          </p:cNvSpPr>
          <p:nvPr/>
        </p:nvSpPr>
        <p:spPr bwMode="auto">
          <a:xfrm>
            <a:off x="9036050" y="2217738"/>
            <a:ext cx="331788" cy="1027112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05" name="Google Shape;845;p28"/>
          <p:cNvSpPr txBox="1">
            <a:spLocks noChangeArrowheads="1"/>
          </p:cNvSpPr>
          <p:nvPr/>
        </p:nvSpPr>
        <p:spPr bwMode="auto">
          <a:xfrm>
            <a:off x="9802813" y="2217738"/>
            <a:ext cx="334962" cy="1238250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06" name="Google Shape;846;p28"/>
          <p:cNvSpPr txBox="1">
            <a:spLocks noChangeArrowheads="1"/>
          </p:cNvSpPr>
          <p:nvPr/>
        </p:nvSpPr>
        <p:spPr bwMode="auto">
          <a:xfrm>
            <a:off x="10572750" y="2217738"/>
            <a:ext cx="331788" cy="723900"/>
          </a:xfrm>
          <a:prstGeom prst="rect">
            <a:avLst/>
          </a:prstGeom>
          <a:solidFill>
            <a:srgbClr val="E25E4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07" name="Google Shape;847;p28"/>
          <p:cNvSpPr txBox="1">
            <a:spLocks noChangeArrowheads="1"/>
          </p:cNvSpPr>
          <p:nvPr/>
        </p:nvSpPr>
        <p:spPr bwMode="auto">
          <a:xfrm>
            <a:off x="2119313" y="3571875"/>
            <a:ext cx="334962" cy="1074738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08" name="Google Shape;848;p28"/>
          <p:cNvSpPr txBox="1">
            <a:spLocks noChangeArrowheads="1"/>
          </p:cNvSpPr>
          <p:nvPr/>
        </p:nvSpPr>
        <p:spPr bwMode="auto">
          <a:xfrm>
            <a:off x="2889250" y="3341688"/>
            <a:ext cx="330200" cy="1538287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09" name="Google Shape;849;p28"/>
          <p:cNvSpPr txBox="1">
            <a:spLocks noChangeArrowheads="1"/>
          </p:cNvSpPr>
          <p:nvPr/>
        </p:nvSpPr>
        <p:spPr bwMode="auto">
          <a:xfrm>
            <a:off x="3656013" y="3622675"/>
            <a:ext cx="334962" cy="930275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10" name="Google Shape;850;p28"/>
          <p:cNvSpPr txBox="1">
            <a:spLocks noChangeArrowheads="1"/>
          </p:cNvSpPr>
          <p:nvPr/>
        </p:nvSpPr>
        <p:spPr bwMode="auto">
          <a:xfrm>
            <a:off x="4425950" y="3228975"/>
            <a:ext cx="330200" cy="1763713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11" name="Google Shape;851;p28"/>
          <p:cNvSpPr txBox="1">
            <a:spLocks noChangeArrowheads="1"/>
          </p:cNvSpPr>
          <p:nvPr/>
        </p:nvSpPr>
        <p:spPr bwMode="auto">
          <a:xfrm>
            <a:off x="5192713" y="3832225"/>
            <a:ext cx="334962" cy="1608138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12" name="Google Shape;852;p28"/>
          <p:cNvSpPr txBox="1">
            <a:spLocks noChangeArrowheads="1"/>
          </p:cNvSpPr>
          <p:nvPr/>
        </p:nvSpPr>
        <p:spPr bwMode="auto">
          <a:xfrm>
            <a:off x="5962650" y="3478213"/>
            <a:ext cx="331788" cy="1682750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13" name="Google Shape;853;p28"/>
          <p:cNvSpPr txBox="1">
            <a:spLocks noChangeArrowheads="1"/>
          </p:cNvSpPr>
          <p:nvPr/>
        </p:nvSpPr>
        <p:spPr bwMode="auto">
          <a:xfrm>
            <a:off x="6729413" y="3163888"/>
            <a:ext cx="334962" cy="1774825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14" name="Google Shape;854;p28"/>
          <p:cNvSpPr txBox="1">
            <a:spLocks noChangeArrowheads="1"/>
          </p:cNvSpPr>
          <p:nvPr/>
        </p:nvSpPr>
        <p:spPr bwMode="auto">
          <a:xfrm>
            <a:off x="7499350" y="2684463"/>
            <a:ext cx="331788" cy="1774825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15" name="Google Shape;855;p28"/>
          <p:cNvSpPr txBox="1">
            <a:spLocks noChangeArrowheads="1"/>
          </p:cNvSpPr>
          <p:nvPr/>
        </p:nvSpPr>
        <p:spPr bwMode="auto">
          <a:xfrm>
            <a:off x="8266113" y="3221038"/>
            <a:ext cx="334962" cy="1562100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16" name="Google Shape;856;p28"/>
          <p:cNvSpPr txBox="1">
            <a:spLocks noChangeArrowheads="1"/>
          </p:cNvSpPr>
          <p:nvPr/>
        </p:nvSpPr>
        <p:spPr bwMode="auto">
          <a:xfrm>
            <a:off x="9036050" y="3244850"/>
            <a:ext cx="331788" cy="849313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17" name="Google Shape;857;p28"/>
          <p:cNvSpPr txBox="1">
            <a:spLocks noChangeArrowheads="1"/>
          </p:cNvSpPr>
          <p:nvPr/>
        </p:nvSpPr>
        <p:spPr bwMode="auto">
          <a:xfrm>
            <a:off x="9802813" y="3455988"/>
            <a:ext cx="334962" cy="1096962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118" name="Google Shape;858;p28"/>
          <p:cNvSpPr txBox="1">
            <a:spLocks noChangeArrowheads="1"/>
          </p:cNvSpPr>
          <p:nvPr/>
        </p:nvSpPr>
        <p:spPr bwMode="auto">
          <a:xfrm>
            <a:off x="10572750" y="2941638"/>
            <a:ext cx="331788" cy="1401762"/>
          </a:xfrm>
          <a:prstGeom prst="rect">
            <a:avLst/>
          </a:prstGeom>
          <a:solidFill>
            <a:srgbClr val="FAC8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Google Shape;863;p29"/>
          <p:cNvSpPr txBox="1">
            <a:spLocks noChangeArrowheads="1"/>
          </p:cNvSpPr>
          <p:nvPr/>
        </p:nvSpPr>
        <p:spPr bwMode="auto">
          <a:xfrm>
            <a:off x="2632075" y="1287463"/>
            <a:ext cx="1677988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7107" name="Google Shape;864;p29"/>
          <p:cNvSpPr>
            <a:spLocks/>
          </p:cNvSpPr>
          <p:nvPr/>
        </p:nvSpPr>
        <p:spPr bwMode="auto">
          <a:xfrm>
            <a:off x="828675" y="3121025"/>
            <a:ext cx="1698625" cy="466725"/>
          </a:xfrm>
          <a:custGeom>
            <a:avLst/>
            <a:gdLst>
              <a:gd name="T0" fmla="*/ 423 w 430"/>
              <a:gd name="T1" fmla="*/ 38 h 118"/>
              <a:gd name="T2" fmla="*/ 249 w 430"/>
              <a:gd name="T3" fmla="*/ 38 h 118"/>
              <a:gd name="T4" fmla="*/ 232 w 430"/>
              <a:gd name="T5" fmla="*/ 19 h 118"/>
              <a:gd name="T6" fmla="*/ 215 w 430"/>
              <a:gd name="T7" fmla="*/ 0 h 118"/>
              <a:gd name="T8" fmla="*/ 198 w 430"/>
              <a:gd name="T9" fmla="*/ 19 h 118"/>
              <a:gd name="T10" fmla="*/ 180 w 430"/>
              <a:gd name="T11" fmla="*/ 38 h 118"/>
              <a:gd name="T12" fmla="*/ 40 w 430"/>
              <a:gd name="T13" fmla="*/ 38 h 118"/>
              <a:gd name="T14" fmla="*/ 0 w 430"/>
              <a:gd name="T15" fmla="*/ 78 h 118"/>
              <a:gd name="T16" fmla="*/ 40 w 430"/>
              <a:gd name="T17" fmla="*/ 118 h 118"/>
              <a:gd name="T18" fmla="*/ 423 w 430"/>
              <a:gd name="T19" fmla="*/ 118 h 118"/>
              <a:gd name="T20" fmla="*/ 430 w 430"/>
              <a:gd name="T21" fmla="*/ 111 h 118"/>
              <a:gd name="T22" fmla="*/ 430 w 430"/>
              <a:gd name="T23" fmla="*/ 45 h 118"/>
              <a:gd name="T24" fmla="*/ 423 w 430"/>
              <a:gd name="T25" fmla="*/ 3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30" h="118" extrusionOk="0">
                <a:moveTo>
                  <a:pt x="423" y="38"/>
                </a:moveTo>
                <a:cubicBezTo>
                  <a:pt x="249" y="38"/>
                  <a:pt x="249" y="38"/>
                  <a:pt x="249" y="38"/>
                </a:cubicBezTo>
                <a:cubicBezTo>
                  <a:pt x="232" y="19"/>
                  <a:pt x="232" y="19"/>
                  <a:pt x="232" y="19"/>
                </a:cubicBezTo>
                <a:cubicBezTo>
                  <a:pt x="215" y="0"/>
                  <a:pt x="215" y="0"/>
                  <a:pt x="215" y="0"/>
                </a:cubicBezTo>
                <a:cubicBezTo>
                  <a:pt x="198" y="19"/>
                  <a:pt x="198" y="19"/>
                  <a:pt x="198" y="19"/>
                </a:cubicBezTo>
                <a:cubicBezTo>
                  <a:pt x="180" y="38"/>
                  <a:pt x="180" y="38"/>
                  <a:pt x="180" y="38"/>
                </a:cubicBezTo>
                <a:cubicBezTo>
                  <a:pt x="40" y="38"/>
                  <a:pt x="40" y="38"/>
                  <a:pt x="40" y="38"/>
                </a:cubicBezTo>
                <a:cubicBezTo>
                  <a:pt x="18" y="38"/>
                  <a:pt x="0" y="56"/>
                  <a:pt x="0" y="78"/>
                </a:cubicBezTo>
                <a:cubicBezTo>
                  <a:pt x="0" y="100"/>
                  <a:pt x="18" y="118"/>
                  <a:pt x="40" y="118"/>
                </a:cubicBezTo>
                <a:cubicBezTo>
                  <a:pt x="423" y="118"/>
                  <a:pt x="423" y="118"/>
                  <a:pt x="423" y="118"/>
                </a:cubicBezTo>
                <a:cubicBezTo>
                  <a:pt x="427" y="118"/>
                  <a:pt x="430" y="115"/>
                  <a:pt x="430" y="111"/>
                </a:cubicBezTo>
                <a:cubicBezTo>
                  <a:pt x="430" y="45"/>
                  <a:pt x="430" y="45"/>
                  <a:pt x="430" y="45"/>
                </a:cubicBezTo>
                <a:cubicBezTo>
                  <a:pt x="430" y="41"/>
                  <a:pt x="427" y="38"/>
                  <a:pt x="423" y="38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08" name="Google Shape;865;p29"/>
          <p:cNvSpPr>
            <a:spLocks/>
          </p:cNvSpPr>
          <p:nvPr/>
        </p:nvSpPr>
        <p:spPr bwMode="auto">
          <a:xfrm>
            <a:off x="4360863" y="3121025"/>
            <a:ext cx="1698625" cy="466725"/>
          </a:xfrm>
          <a:custGeom>
            <a:avLst/>
            <a:gdLst>
              <a:gd name="T0" fmla="*/ 423 w 430"/>
              <a:gd name="T1" fmla="*/ 38 h 118"/>
              <a:gd name="T2" fmla="*/ 250 w 430"/>
              <a:gd name="T3" fmla="*/ 38 h 118"/>
              <a:gd name="T4" fmla="*/ 233 w 430"/>
              <a:gd name="T5" fmla="*/ 19 h 118"/>
              <a:gd name="T6" fmla="*/ 215 w 430"/>
              <a:gd name="T7" fmla="*/ 0 h 118"/>
              <a:gd name="T8" fmla="*/ 198 w 430"/>
              <a:gd name="T9" fmla="*/ 19 h 118"/>
              <a:gd name="T10" fmla="*/ 181 w 430"/>
              <a:gd name="T11" fmla="*/ 38 h 118"/>
              <a:gd name="T12" fmla="*/ 7 w 430"/>
              <a:gd name="T13" fmla="*/ 38 h 118"/>
              <a:gd name="T14" fmla="*/ 0 w 430"/>
              <a:gd name="T15" fmla="*/ 45 h 118"/>
              <a:gd name="T16" fmla="*/ 0 w 430"/>
              <a:gd name="T17" fmla="*/ 111 h 118"/>
              <a:gd name="T18" fmla="*/ 7 w 430"/>
              <a:gd name="T19" fmla="*/ 118 h 118"/>
              <a:gd name="T20" fmla="*/ 423 w 430"/>
              <a:gd name="T21" fmla="*/ 118 h 118"/>
              <a:gd name="T22" fmla="*/ 430 w 430"/>
              <a:gd name="T23" fmla="*/ 111 h 118"/>
              <a:gd name="T24" fmla="*/ 430 w 430"/>
              <a:gd name="T25" fmla="*/ 45 h 118"/>
              <a:gd name="T26" fmla="*/ 423 w 430"/>
              <a:gd name="T27" fmla="*/ 3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30" h="118" extrusionOk="0">
                <a:moveTo>
                  <a:pt x="423" y="38"/>
                </a:moveTo>
                <a:cubicBezTo>
                  <a:pt x="250" y="38"/>
                  <a:pt x="250" y="38"/>
                  <a:pt x="250" y="38"/>
                </a:cubicBezTo>
                <a:cubicBezTo>
                  <a:pt x="233" y="19"/>
                  <a:pt x="233" y="19"/>
                  <a:pt x="233" y="19"/>
                </a:cubicBezTo>
                <a:cubicBezTo>
                  <a:pt x="215" y="0"/>
                  <a:pt x="215" y="0"/>
                  <a:pt x="215" y="0"/>
                </a:cubicBezTo>
                <a:cubicBezTo>
                  <a:pt x="198" y="19"/>
                  <a:pt x="198" y="19"/>
                  <a:pt x="198" y="19"/>
                </a:cubicBezTo>
                <a:cubicBezTo>
                  <a:pt x="181" y="38"/>
                  <a:pt x="181" y="38"/>
                  <a:pt x="181" y="38"/>
                </a:cubicBezTo>
                <a:cubicBezTo>
                  <a:pt x="7" y="38"/>
                  <a:pt x="7" y="38"/>
                  <a:pt x="7" y="38"/>
                </a:cubicBezTo>
                <a:cubicBezTo>
                  <a:pt x="4" y="38"/>
                  <a:pt x="0" y="41"/>
                  <a:pt x="0" y="45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5"/>
                  <a:pt x="4" y="118"/>
                  <a:pt x="7" y="118"/>
                </a:cubicBezTo>
                <a:cubicBezTo>
                  <a:pt x="423" y="118"/>
                  <a:pt x="423" y="118"/>
                  <a:pt x="423" y="118"/>
                </a:cubicBezTo>
                <a:cubicBezTo>
                  <a:pt x="427" y="118"/>
                  <a:pt x="430" y="115"/>
                  <a:pt x="430" y="111"/>
                </a:cubicBezTo>
                <a:cubicBezTo>
                  <a:pt x="430" y="45"/>
                  <a:pt x="430" y="45"/>
                  <a:pt x="430" y="45"/>
                </a:cubicBezTo>
                <a:cubicBezTo>
                  <a:pt x="430" y="41"/>
                  <a:pt x="427" y="38"/>
                  <a:pt x="423" y="38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09" name="Google Shape;866;p29"/>
          <p:cNvSpPr>
            <a:spLocks/>
          </p:cNvSpPr>
          <p:nvPr/>
        </p:nvSpPr>
        <p:spPr bwMode="auto">
          <a:xfrm>
            <a:off x="7896225" y="3121025"/>
            <a:ext cx="1700213" cy="466725"/>
          </a:xfrm>
          <a:custGeom>
            <a:avLst/>
            <a:gdLst>
              <a:gd name="T0" fmla="*/ 423 w 430"/>
              <a:gd name="T1" fmla="*/ 38 h 118"/>
              <a:gd name="T2" fmla="*/ 249 w 430"/>
              <a:gd name="T3" fmla="*/ 38 h 118"/>
              <a:gd name="T4" fmla="*/ 232 w 430"/>
              <a:gd name="T5" fmla="*/ 19 h 118"/>
              <a:gd name="T6" fmla="*/ 215 w 430"/>
              <a:gd name="T7" fmla="*/ 0 h 118"/>
              <a:gd name="T8" fmla="*/ 198 w 430"/>
              <a:gd name="T9" fmla="*/ 19 h 118"/>
              <a:gd name="T10" fmla="*/ 180 w 430"/>
              <a:gd name="T11" fmla="*/ 38 h 118"/>
              <a:gd name="T12" fmla="*/ 7 w 430"/>
              <a:gd name="T13" fmla="*/ 38 h 118"/>
              <a:gd name="T14" fmla="*/ 0 w 430"/>
              <a:gd name="T15" fmla="*/ 45 h 118"/>
              <a:gd name="T16" fmla="*/ 0 w 430"/>
              <a:gd name="T17" fmla="*/ 111 h 118"/>
              <a:gd name="T18" fmla="*/ 7 w 430"/>
              <a:gd name="T19" fmla="*/ 118 h 118"/>
              <a:gd name="T20" fmla="*/ 423 w 430"/>
              <a:gd name="T21" fmla="*/ 118 h 118"/>
              <a:gd name="T22" fmla="*/ 430 w 430"/>
              <a:gd name="T23" fmla="*/ 111 h 118"/>
              <a:gd name="T24" fmla="*/ 430 w 430"/>
              <a:gd name="T25" fmla="*/ 45 h 118"/>
              <a:gd name="T26" fmla="*/ 423 w 430"/>
              <a:gd name="T27" fmla="*/ 3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30" h="118" extrusionOk="0">
                <a:moveTo>
                  <a:pt x="423" y="38"/>
                </a:moveTo>
                <a:cubicBezTo>
                  <a:pt x="249" y="38"/>
                  <a:pt x="249" y="38"/>
                  <a:pt x="249" y="38"/>
                </a:cubicBezTo>
                <a:cubicBezTo>
                  <a:pt x="232" y="19"/>
                  <a:pt x="232" y="19"/>
                  <a:pt x="232" y="19"/>
                </a:cubicBezTo>
                <a:cubicBezTo>
                  <a:pt x="215" y="0"/>
                  <a:pt x="215" y="0"/>
                  <a:pt x="215" y="0"/>
                </a:cubicBezTo>
                <a:cubicBezTo>
                  <a:pt x="198" y="19"/>
                  <a:pt x="198" y="19"/>
                  <a:pt x="198" y="19"/>
                </a:cubicBezTo>
                <a:cubicBezTo>
                  <a:pt x="180" y="38"/>
                  <a:pt x="180" y="38"/>
                  <a:pt x="180" y="38"/>
                </a:cubicBezTo>
                <a:cubicBezTo>
                  <a:pt x="7" y="38"/>
                  <a:pt x="7" y="38"/>
                  <a:pt x="7" y="38"/>
                </a:cubicBezTo>
                <a:cubicBezTo>
                  <a:pt x="3" y="38"/>
                  <a:pt x="0" y="41"/>
                  <a:pt x="0" y="45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5"/>
                  <a:pt x="3" y="118"/>
                  <a:pt x="7" y="118"/>
                </a:cubicBezTo>
                <a:cubicBezTo>
                  <a:pt x="423" y="118"/>
                  <a:pt x="423" y="118"/>
                  <a:pt x="423" y="118"/>
                </a:cubicBezTo>
                <a:cubicBezTo>
                  <a:pt x="427" y="118"/>
                  <a:pt x="430" y="115"/>
                  <a:pt x="430" y="111"/>
                </a:cubicBezTo>
                <a:cubicBezTo>
                  <a:pt x="430" y="45"/>
                  <a:pt x="430" y="45"/>
                  <a:pt x="430" y="45"/>
                </a:cubicBezTo>
                <a:cubicBezTo>
                  <a:pt x="430" y="41"/>
                  <a:pt x="427" y="38"/>
                  <a:pt x="423" y="38"/>
                </a:cubicBezTo>
                <a:close/>
              </a:path>
            </a:pathLst>
          </a:cu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10" name="Google Shape;867;p29"/>
          <p:cNvSpPr>
            <a:spLocks/>
          </p:cNvSpPr>
          <p:nvPr/>
        </p:nvSpPr>
        <p:spPr bwMode="auto">
          <a:xfrm>
            <a:off x="9663113" y="3271838"/>
            <a:ext cx="1698625" cy="469900"/>
          </a:xfrm>
          <a:custGeom>
            <a:avLst/>
            <a:gdLst>
              <a:gd name="T0" fmla="*/ 390 w 430"/>
              <a:gd name="T1" fmla="*/ 0 h 119"/>
              <a:gd name="T2" fmla="*/ 7 w 430"/>
              <a:gd name="T3" fmla="*/ 0 h 119"/>
              <a:gd name="T4" fmla="*/ 0 w 430"/>
              <a:gd name="T5" fmla="*/ 7 h 119"/>
              <a:gd name="T6" fmla="*/ 0 w 430"/>
              <a:gd name="T7" fmla="*/ 73 h 119"/>
              <a:gd name="T8" fmla="*/ 7 w 430"/>
              <a:gd name="T9" fmla="*/ 80 h 119"/>
              <a:gd name="T10" fmla="*/ 181 w 430"/>
              <a:gd name="T11" fmla="*/ 80 h 119"/>
              <a:gd name="T12" fmla="*/ 198 w 430"/>
              <a:gd name="T13" fmla="*/ 99 h 119"/>
              <a:gd name="T14" fmla="*/ 215 w 430"/>
              <a:gd name="T15" fmla="*/ 119 h 119"/>
              <a:gd name="T16" fmla="*/ 232 w 430"/>
              <a:gd name="T17" fmla="*/ 99 h 119"/>
              <a:gd name="T18" fmla="*/ 250 w 430"/>
              <a:gd name="T19" fmla="*/ 80 h 119"/>
              <a:gd name="T20" fmla="*/ 390 w 430"/>
              <a:gd name="T21" fmla="*/ 80 h 119"/>
              <a:gd name="T22" fmla="*/ 430 w 430"/>
              <a:gd name="T23" fmla="*/ 40 h 119"/>
              <a:gd name="T24" fmla="*/ 390 w 430"/>
              <a:gd name="T25" fmla="*/ 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30" h="119" extrusionOk="0">
                <a:moveTo>
                  <a:pt x="390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77"/>
                  <a:pt x="3" y="80"/>
                  <a:pt x="7" y="80"/>
                </a:cubicBezTo>
                <a:cubicBezTo>
                  <a:pt x="181" y="80"/>
                  <a:pt x="181" y="80"/>
                  <a:pt x="181" y="80"/>
                </a:cubicBezTo>
                <a:cubicBezTo>
                  <a:pt x="198" y="99"/>
                  <a:pt x="198" y="99"/>
                  <a:pt x="198" y="99"/>
                </a:cubicBezTo>
                <a:cubicBezTo>
                  <a:pt x="215" y="119"/>
                  <a:pt x="215" y="119"/>
                  <a:pt x="215" y="119"/>
                </a:cubicBezTo>
                <a:cubicBezTo>
                  <a:pt x="232" y="99"/>
                  <a:pt x="232" y="99"/>
                  <a:pt x="232" y="99"/>
                </a:cubicBezTo>
                <a:cubicBezTo>
                  <a:pt x="250" y="80"/>
                  <a:pt x="250" y="80"/>
                  <a:pt x="250" y="80"/>
                </a:cubicBezTo>
                <a:cubicBezTo>
                  <a:pt x="390" y="80"/>
                  <a:pt x="390" y="80"/>
                  <a:pt x="390" y="80"/>
                </a:cubicBezTo>
                <a:cubicBezTo>
                  <a:pt x="412" y="80"/>
                  <a:pt x="430" y="62"/>
                  <a:pt x="430" y="40"/>
                </a:cubicBezTo>
                <a:cubicBezTo>
                  <a:pt x="430" y="18"/>
                  <a:pt x="412" y="0"/>
                  <a:pt x="390" y="0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11" name="Google Shape;868;p29"/>
          <p:cNvSpPr>
            <a:spLocks/>
          </p:cNvSpPr>
          <p:nvPr/>
        </p:nvSpPr>
        <p:spPr bwMode="auto">
          <a:xfrm>
            <a:off x="6130925" y="3271838"/>
            <a:ext cx="1698625" cy="469900"/>
          </a:xfrm>
          <a:custGeom>
            <a:avLst/>
            <a:gdLst>
              <a:gd name="T0" fmla="*/ 423 w 430"/>
              <a:gd name="T1" fmla="*/ 0 h 119"/>
              <a:gd name="T2" fmla="*/ 7 w 430"/>
              <a:gd name="T3" fmla="*/ 0 h 119"/>
              <a:gd name="T4" fmla="*/ 0 w 430"/>
              <a:gd name="T5" fmla="*/ 7 h 119"/>
              <a:gd name="T6" fmla="*/ 0 w 430"/>
              <a:gd name="T7" fmla="*/ 73 h 119"/>
              <a:gd name="T8" fmla="*/ 7 w 430"/>
              <a:gd name="T9" fmla="*/ 80 h 119"/>
              <a:gd name="T10" fmla="*/ 180 w 430"/>
              <a:gd name="T11" fmla="*/ 80 h 119"/>
              <a:gd name="T12" fmla="*/ 197 w 430"/>
              <a:gd name="T13" fmla="*/ 99 h 119"/>
              <a:gd name="T14" fmla="*/ 215 w 430"/>
              <a:gd name="T15" fmla="*/ 119 h 119"/>
              <a:gd name="T16" fmla="*/ 232 w 430"/>
              <a:gd name="T17" fmla="*/ 99 h 119"/>
              <a:gd name="T18" fmla="*/ 249 w 430"/>
              <a:gd name="T19" fmla="*/ 80 h 119"/>
              <a:gd name="T20" fmla="*/ 423 w 430"/>
              <a:gd name="T21" fmla="*/ 80 h 119"/>
              <a:gd name="T22" fmla="*/ 430 w 430"/>
              <a:gd name="T23" fmla="*/ 73 h 119"/>
              <a:gd name="T24" fmla="*/ 430 w 430"/>
              <a:gd name="T25" fmla="*/ 7 h 119"/>
              <a:gd name="T26" fmla="*/ 423 w 430"/>
              <a:gd name="T27" fmla="*/ 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30" h="119" extrusionOk="0">
                <a:moveTo>
                  <a:pt x="423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77"/>
                  <a:pt x="3" y="80"/>
                  <a:pt x="7" y="80"/>
                </a:cubicBezTo>
                <a:cubicBezTo>
                  <a:pt x="180" y="80"/>
                  <a:pt x="180" y="80"/>
                  <a:pt x="180" y="80"/>
                </a:cubicBezTo>
                <a:cubicBezTo>
                  <a:pt x="197" y="99"/>
                  <a:pt x="197" y="99"/>
                  <a:pt x="197" y="99"/>
                </a:cubicBezTo>
                <a:cubicBezTo>
                  <a:pt x="215" y="119"/>
                  <a:pt x="215" y="119"/>
                  <a:pt x="215" y="119"/>
                </a:cubicBezTo>
                <a:cubicBezTo>
                  <a:pt x="232" y="99"/>
                  <a:pt x="232" y="99"/>
                  <a:pt x="232" y="99"/>
                </a:cubicBezTo>
                <a:cubicBezTo>
                  <a:pt x="249" y="80"/>
                  <a:pt x="249" y="80"/>
                  <a:pt x="249" y="80"/>
                </a:cubicBezTo>
                <a:cubicBezTo>
                  <a:pt x="423" y="80"/>
                  <a:pt x="423" y="80"/>
                  <a:pt x="423" y="80"/>
                </a:cubicBezTo>
                <a:cubicBezTo>
                  <a:pt x="426" y="80"/>
                  <a:pt x="430" y="77"/>
                  <a:pt x="430" y="73"/>
                </a:cubicBezTo>
                <a:cubicBezTo>
                  <a:pt x="430" y="7"/>
                  <a:pt x="430" y="7"/>
                  <a:pt x="430" y="7"/>
                </a:cubicBezTo>
                <a:cubicBezTo>
                  <a:pt x="430" y="3"/>
                  <a:pt x="426" y="0"/>
                  <a:pt x="423" y="0"/>
                </a:cubicBezTo>
                <a:close/>
              </a:path>
            </a:pathLst>
          </a:cu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12" name="Google Shape;869;p29"/>
          <p:cNvSpPr>
            <a:spLocks/>
          </p:cNvSpPr>
          <p:nvPr/>
        </p:nvSpPr>
        <p:spPr bwMode="auto">
          <a:xfrm>
            <a:off x="2593975" y="3271838"/>
            <a:ext cx="1700213" cy="469900"/>
          </a:xfrm>
          <a:custGeom>
            <a:avLst/>
            <a:gdLst>
              <a:gd name="T0" fmla="*/ 423 w 430"/>
              <a:gd name="T1" fmla="*/ 0 h 119"/>
              <a:gd name="T2" fmla="*/ 7 w 430"/>
              <a:gd name="T3" fmla="*/ 0 h 119"/>
              <a:gd name="T4" fmla="*/ 0 w 430"/>
              <a:gd name="T5" fmla="*/ 7 h 119"/>
              <a:gd name="T6" fmla="*/ 0 w 430"/>
              <a:gd name="T7" fmla="*/ 73 h 119"/>
              <a:gd name="T8" fmla="*/ 7 w 430"/>
              <a:gd name="T9" fmla="*/ 80 h 119"/>
              <a:gd name="T10" fmla="*/ 181 w 430"/>
              <a:gd name="T11" fmla="*/ 80 h 119"/>
              <a:gd name="T12" fmla="*/ 198 w 430"/>
              <a:gd name="T13" fmla="*/ 99 h 119"/>
              <a:gd name="T14" fmla="*/ 215 w 430"/>
              <a:gd name="T15" fmla="*/ 119 h 119"/>
              <a:gd name="T16" fmla="*/ 232 w 430"/>
              <a:gd name="T17" fmla="*/ 99 h 119"/>
              <a:gd name="T18" fmla="*/ 250 w 430"/>
              <a:gd name="T19" fmla="*/ 80 h 119"/>
              <a:gd name="T20" fmla="*/ 423 w 430"/>
              <a:gd name="T21" fmla="*/ 80 h 119"/>
              <a:gd name="T22" fmla="*/ 430 w 430"/>
              <a:gd name="T23" fmla="*/ 73 h 119"/>
              <a:gd name="T24" fmla="*/ 430 w 430"/>
              <a:gd name="T25" fmla="*/ 7 h 119"/>
              <a:gd name="T26" fmla="*/ 423 w 430"/>
              <a:gd name="T27" fmla="*/ 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30" h="119" extrusionOk="0">
                <a:moveTo>
                  <a:pt x="423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77"/>
                  <a:pt x="3" y="80"/>
                  <a:pt x="7" y="80"/>
                </a:cubicBezTo>
                <a:cubicBezTo>
                  <a:pt x="181" y="80"/>
                  <a:pt x="181" y="80"/>
                  <a:pt x="181" y="80"/>
                </a:cubicBezTo>
                <a:cubicBezTo>
                  <a:pt x="198" y="99"/>
                  <a:pt x="198" y="99"/>
                  <a:pt x="198" y="99"/>
                </a:cubicBezTo>
                <a:cubicBezTo>
                  <a:pt x="215" y="119"/>
                  <a:pt x="215" y="119"/>
                  <a:pt x="215" y="119"/>
                </a:cubicBezTo>
                <a:cubicBezTo>
                  <a:pt x="232" y="99"/>
                  <a:pt x="232" y="99"/>
                  <a:pt x="232" y="99"/>
                </a:cubicBezTo>
                <a:cubicBezTo>
                  <a:pt x="250" y="80"/>
                  <a:pt x="250" y="80"/>
                  <a:pt x="250" y="80"/>
                </a:cubicBezTo>
                <a:cubicBezTo>
                  <a:pt x="423" y="80"/>
                  <a:pt x="423" y="80"/>
                  <a:pt x="423" y="80"/>
                </a:cubicBezTo>
                <a:cubicBezTo>
                  <a:pt x="427" y="80"/>
                  <a:pt x="430" y="77"/>
                  <a:pt x="430" y="73"/>
                </a:cubicBezTo>
                <a:cubicBezTo>
                  <a:pt x="430" y="7"/>
                  <a:pt x="430" y="7"/>
                  <a:pt x="430" y="7"/>
                </a:cubicBezTo>
                <a:cubicBezTo>
                  <a:pt x="430" y="3"/>
                  <a:pt x="427" y="0"/>
                  <a:pt x="423" y="0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13" name="Google Shape;870;p29"/>
          <p:cNvSpPr txBox="1">
            <a:spLocks noChangeArrowheads="1"/>
          </p:cNvSpPr>
          <p:nvPr/>
        </p:nvSpPr>
        <p:spPr bwMode="auto">
          <a:xfrm>
            <a:off x="1147763" y="4340225"/>
            <a:ext cx="14081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2500"/>
              <a:buFont typeface="Open Sans Semibold" panose="020B0706030804020204" pitchFamily="34" charset="0"/>
              <a:buNone/>
            </a:pPr>
            <a:r>
              <a:rPr lang="en-US" altLang="en-US" sz="2500" b="1" dirty="0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A</a:t>
            </a:r>
            <a:endParaRPr lang="en-US" altLang="en-US" dirty="0"/>
          </a:p>
        </p:txBody>
      </p:sp>
      <p:sp>
        <p:nvSpPr>
          <p:cNvPr id="47114" name="Google Shape;871;p29"/>
          <p:cNvSpPr txBox="1">
            <a:spLocks noChangeArrowheads="1"/>
          </p:cNvSpPr>
          <p:nvPr/>
        </p:nvSpPr>
        <p:spPr bwMode="auto">
          <a:xfrm>
            <a:off x="4684713" y="4340225"/>
            <a:ext cx="14541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500"/>
              <a:buFont typeface="Open Sans Semibold" panose="020B0706030804020204" pitchFamily="34" charset="0"/>
              <a:buNone/>
            </a:pPr>
            <a:r>
              <a:rPr lang="en-US" altLang="en-US" sz="2500" b="1" dirty="0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C</a:t>
            </a:r>
            <a:endParaRPr lang="en-US" altLang="en-US" dirty="0"/>
          </a:p>
        </p:txBody>
      </p:sp>
      <p:sp>
        <p:nvSpPr>
          <p:cNvPr id="47115" name="Google Shape;872;p29"/>
          <p:cNvSpPr txBox="1">
            <a:spLocks noChangeArrowheads="1"/>
          </p:cNvSpPr>
          <p:nvPr/>
        </p:nvSpPr>
        <p:spPr bwMode="auto">
          <a:xfrm>
            <a:off x="8229600" y="4340225"/>
            <a:ext cx="136683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2412A"/>
              </a:buClr>
              <a:buSzPts val="2500"/>
              <a:buFont typeface="Open Sans Semibold" panose="020B0706030804020204" pitchFamily="34" charset="0"/>
              <a:buNone/>
            </a:pPr>
            <a:r>
              <a:rPr lang="en-US" altLang="en-US" sz="2500" b="1" dirty="0">
                <a:solidFill>
                  <a:srgbClr val="E2412A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E</a:t>
            </a:r>
            <a:endParaRPr lang="en-US" altLang="en-US" dirty="0"/>
          </a:p>
        </p:txBody>
      </p:sp>
      <p:sp>
        <p:nvSpPr>
          <p:cNvPr id="47116" name="Google Shape;873;p29"/>
          <p:cNvSpPr txBox="1">
            <a:spLocks noChangeArrowheads="1"/>
          </p:cNvSpPr>
          <p:nvPr/>
        </p:nvSpPr>
        <p:spPr bwMode="auto">
          <a:xfrm>
            <a:off x="2914650" y="781050"/>
            <a:ext cx="14462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2500"/>
              <a:buFont typeface="Open Sans Semibold" panose="020B0706030804020204" pitchFamily="34" charset="0"/>
              <a:buNone/>
            </a:pPr>
            <a:r>
              <a:rPr lang="en-US" altLang="en-US" sz="2500" b="1" dirty="0">
                <a:solidFill>
                  <a:srgbClr val="2F526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B</a:t>
            </a:r>
            <a:endParaRPr lang="en-US" altLang="en-US" dirty="0"/>
          </a:p>
        </p:txBody>
      </p:sp>
      <p:sp>
        <p:nvSpPr>
          <p:cNvPr id="47117" name="Google Shape;874;p29"/>
          <p:cNvSpPr txBox="1">
            <a:spLocks noChangeArrowheads="1"/>
          </p:cNvSpPr>
          <p:nvPr/>
        </p:nvSpPr>
        <p:spPr bwMode="auto">
          <a:xfrm>
            <a:off x="6438900" y="781050"/>
            <a:ext cx="1479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7A8A7"/>
              </a:buClr>
              <a:buSzPts val="2500"/>
              <a:buFont typeface="Open Sans Semibold" panose="020B0706030804020204" pitchFamily="34" charset="0"/>
              <a:buNone/>
            </a:pPr>
            <a:r>
              <a:rPr lang="en-US" altLang="en-US" sz="2500" b="1" dirty="0">
                <a:solidFill>
                  <a:srgbClr val="A7A8A7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D</a:t>
            </a:r>
            <a:endParaRPr lang="en-US" altLang="en-US" dirty="0"/>
          </a:p>
        </p:txBody>
      </p:sp>
      <p:sp>
        <p:nvSpPr>
          <p:cNvPr id="47118" name="Google Shape;875;p29"/>
          <p:cNvSpPr txBox="1">
            <a:spLocks noChangeArrowheads="1"/>
          </p:cNvSpPr>
          <p:nvPr/>
        </p:nvSpPr>
        <p:spPr bwMode="auto">
          <a:xfrm>
            <a:off x="9999663" y="781050"/>
            <a:ext cx="13620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2500"/>
              <a:buFont typeface="Open Sans Semibold" panose="020B0706030804020204" pitchFamily="34" charset="0"/>
              <a:buNone/>
            </a:pPr>
            <a:r>
              <a:rPr lang="en-US" altLang="en-US" sz="2500" b="1" dirty="0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F</a:t>
            </a:r>
            <a:endParaRPr lang="en-US" altLang="en-US" dirty="0"/>
          </a:p>
        </p:txBody>
      </p:sp>
      <p:sp>
        <p:nvSpPr>
          <p:cNvPr id="47119" name="Google Shape;876;p29"/>
          <p:cNvSpPr>
            <a:spLocks/>
          </p:cNvSpPr>
          <p:nvPr/>
        </p:nvSpPr>
        <p:spPr bwMode="auto">
          <a:xfrm>
            <a:off x="3103563" y="4897438"/>
            <a:ext cx="679450" cy="676275"/>
          </a:xfrm>
          <a:custGeom>
            <a:avLst/>
            <a:gdLst>
              <a:gd name="T0" fmla="*/ 70 w 172"/>
              <a:gd name="T1" fmla="*/ 165 h 171"/>
              <a:gd name="T2" fmla="*/ 57 w 172"/>
              <a:gd name="T3" fmla="*/ 143 h 171"/>
              <a:gd name="T4" fmla="*/ 31 w 172"/>
              <a:gd name="T5" fmla="*/ 152 h 171"/>
              <a:gd name="T6" fmla="*/ 29 w 172"/>
              <a:gd name="T7" fmla="*/ 117 h 171"/>
              <a:gd name="T8" fmla="*/ 23 w 172"/>
              <a:gd name="T9" fmla="*/ 104 h 171"/>
              <a:gd name="T10" fmla="*/ 0 w 172"/>
              <a:gd name="T11" fmla="*/ 77 h 171"/>
              <a:gd name="T12" fmla="*/ 25 w 172"/>
              <a:gd name="T13" fmla="*/ 66 h 171"/>
              <a:gd name="T14" fmla="*/ 19 w 172"/>
              <a:gd name="T15" fmla="*/ 40 h 171"/>
              <a:gd name="T16" fmla="*/ 41 w 172"/>
              <a:gd name="T17" fmla="*/ 18 h 171"/>
              <a:gd name="T18" fmla="*/ 66 w 172"/>
              <a:gd name="T19" fmla="*/ 24 h 171"/>
              <a:gd name="T20" fmla="*/ 78 w 172"/>
              <a:gd name="T21" fmla="*/ 0 h 171"/>
              <a:gd name="T22" fmla="*/ 104 w 172"/>
              <a:gd name="T23" fmla="*/ 23 h 171"/>
              <a:gd name="T24" fmla="*/ 117 w 172"/>
              <a:gd name="T25" fmla="*/ 28 h 171"/>
              <a:gd name="T26" fmla="*/ 153 w 172"/>
              <a:gd name="T27" fmla="*/ 31 h 171"/>
              <a:gd name="T28" fmla="*/ 143 w 172"/>
              <a:gd name="T29" fmla="*/ 56 h 171"/>
              <a:gd name="T30" fmla="*/ 165 w 172"/>
              <a:gd name="T31" fmla="*/ 70 h 171"/>
              <a:gd name="T32" fmla="*/ 172 w 172"/>
              <a:gd name="T33" fmla="*/ 94 h 171"/>
              <a:gd name="T34" fmla="*/ 147 w 172"/>
              <a:gd name="T35" fmla="*/ 105 h 171"/>
              <a:gd name="T36" fmla="*/ 153 w 172"/>
              <a:gd name="T37" fmla="*/ 130 h 171"/>
              <a:gd name="T38" fmla="*/ 131 w 172"/>
              <a:gd name="T39" fmla="*/ 153 h 171"/>
              <a:gd name="T40" fmla="*/ 106 w 172"/>
              <a:gd name="T41" fmla="*/ 147 h 171"/>
              <a:gd name="T42" fmla="*/ 94 w 172"/>
              <a:gd name="T43" fmla="*/ 171 h 171"/>
              <a:gd name="T44" fmla="*/ 97 w 172"/>
              <a:gd name="T45" fmla="*/ 147 h 171"/>
              <a:gd name="T46" fmla="*/ 122 w 172"/>
              <a:gd name="T47" fmla="*/ 136 h 171"/>
              <a:gd name="T48" fmla="*/ 137 w 172"/>
              <a:gd name="T49" fmla="*/ 121 h 171"/>
              <a:gd name="T50" fmla="*/ 147 w 172"/>
              <a:gd name="T51" fmla="*/ 96 h 171"/>
              <a:gd name="T52" fmla="*/ 147 w 172"/>
              <a:gd name="T53" fmla="*/ 75 h 171"/>
              <a:gd name="T54" fmla="*/ 137 w 172"/>
              <a:gd name="T55" fmla="*/ 49 h 171"/>
              <a:gd name="T56" fmla="*/ 122 w 172"/>
              <a:gd name="T57" fmla="*/ 35 h 171"/>
              <a:gd name="T58" fmla="*/ 97 w 172"/>
              <a:gd name="T59" fmla="*/ 24 h 171"/>
              <a:gd name="T60" fmla="*/ 76 w 172"/>
              <a:gd name="T61" fmla="*/ 24 h 171"/>
              <a:gd name="T62" fmla="*/ 50 w 172"/>
              <a:gd name="T63" fmla="*/ 35 h 171"/>
              <a:gd name="T64" fmla="*/ 35 w 172"/>
              <a:gd name="T65" fmla="*/ 49 h 171"/>
              <a:gd name="T66" fmla="*/ 25 w 172"/>
              <a:gd name="T67" fmla="*/ 75 h 171"/>
              <a:gd name="T68" fmla="*/ 25 w 172"/>
              <a:gd name="T69" fmla="*/ 96 h 171"/>
              <a:gd name="T70" fmla="*/ 35 w 172"/>
              <a:gd name="T71" fmla="*/ 121 h 171"/>
              <a:gd name="T72" fmla="*/ 50 w 172"/>
              <a:gd name="T73" fmla="*/ 136 h 171"/>
              <a:gd name="T74" fmla="*/ 76 w 172"/>
              <a:gd name="T75" fmla="*/ 147 h 171"/>
              <a:gd name="T76" fmla="*/ 25 w 172"/>
              <a:gd name="T77" fmla="*/ 135 h 171"/>
              <a:gd name="T78" fmla="*/ 147 w 172"/>
              <a:gd name="T79" fmla="*/ 135 h 171"/>
              <a:gd name="T80" fmla="*/ 8 w 172"/>
              <a:gd name="T81" fmla="*/ 94 h 171"/>
              <a:gd name="T82" fmla="*/ 164 w 172"/>
              <a:gd name="T83" fmla="*/ 93 h 171"/>
              <a:gd name="T84" fmla="*/ 8 w 172"/>
              <a:gd name="T85" fmla="*/ 93 h 171"/>
              <a:gd name="T86" fmla="*/ 136 w 172"/>
              <a:gd name="T87" fmla="*/ 24 h 171"/>
              <a:gd name="T88" fmla="*/ 135 w 172"/>
              <a:gd name="T89" fmla="*/ 24 h 171"/>
              <a:gd name="T90" fmla="*/ 53 w 172"/>
              <a:gd name="T91" fmla="*/ 78 h 171"/>
              <a:gd name="T92" fmla="*/ 119 w 172"/>
              <a:gd name="T93" fmla="*/ 93 h 171"/>
              <a:gd name="T94" fmla="*/ 86 w 172"/>
              <a:gd name="T95" fmla="*/ 59 h 171"/>
              <a:gd name="T96" fmla="*/ 67 w 172"/>
              <a:gd name="T97" fmla="*/ 104 h 171"/>
              <a:gd name="T98" fmla="*/ 112 w 172"/>
              <a:gd name="T99" fmla="*/ 91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2" h="171" extrusionOk="0">
                <a:moveTo>
                  <a:pt x="94" y="171"/>
                </a:moveTo>
                <a:cubicBezTo>
                  <a:pt x="78" y="171"/>
                  <a:pt x="78" y="171"/>
                  <a:pt x="78" y="171"/>
                </a:cubicBezTo>
                <a:cubicBezTo>
                  <a:pt x="74" y="171"/>
                  <a:pt x="71" y="168"/>
                  <a:pt x="70" y="165"/>
                </a:cubicBezTo>
                <a:cubicBezTo>
                  <a:pt x="68" y="148"/>
                  <a:pt x="68" y="148"/>
                  <a:pt x="68" y="148"/>
                </a:cubicBezTo>
                <a:cubicBezTo>
                  <a:pt x="68" y="147"/>
                  <a:pt x="67" y="147"/>
                  <a:pt x="66" y="147"/>
                </a:cubicBezTo>
                <a:cubicBezTo>
                  <a:pt x="63" y="145"/>
                  <a:pt x="60" y="144"/>
                  <a:pt x="57" y="143"/>
                </a:cubicBezTo>
                <a:cubicBezTo>
                  <a:pt x="56" y="142"/>
                  <a:pt x="55" y="142"/>
                  <a:pt x="55" y="143"/>
                </a:cubicBezTo>
                <a:cubicBezTo>
                  <a:pt x="41" y="153"/>
                  <a:pt x="41" y="153"/>
                  <a:pt x="41" y="153"/>
                </a:cubicBezTo>
                <a:cubicBezTo>
                  <a:pt x="38" y="155"/>
                  <a:pt x="34" y="154"/>
                  <a:pt x="31" y="152"/>
                </a:cubicBezTo>
                <a:cubicBezTo>
                  <a:pt x="20" y="140"/>
                  <a:pt x="20" y="140"/>
                  <a:pt x="20" y="140"/>
                </a:cubicBezTo>
                <a:cubicBezTo>
                  <a:pt x="17" y="138"/>
                  <a:pt x="17" y="133"/>
                  <a:pt x="19" y="130"/>
                </a:cubicBezTo>
                <a:cubicBezTo>
                  <a:pt x="29" y="117"/>
                  <a:pt x="29" y="117"/>
                  <a:pt x="29" y="117"/>
                </a:cubicBezTo>
                <a:cubicBezTo>
                  <a:pt x="29" y="116"/>
                  <a:pt x="29" y="115"/>
                  <a:pt x="29" y="115"/>
                </a:cubicBezTo>
                <a:cubicBezTo>
                  <a:pt x="27" y="112"/>
                  <a:pt x="26" y="108"/>
                  <a:pt x="25" y="105"/>
                </a:cubicBezTo>
                <a:cubicBezTo>
                  <a:pt x="25" y="104"/>
                  <a:pt x="24" y="104"/>
                  <a:pt x="23" y="104"/>
                </a:cubicBezTo>
                <a:cubicBezTo>
                  <a:pt x="7" y="101"/>
                  <a:pt x="7" y="101"/>
                  <a:pt x="7" y="101"/>
                </a:cubicBezTo>
                <a:cubicBezTo>
                  <a:pt x="3" y="101"/>
                  <a:pt x="0" y="97"/>
                  <a:pt x="0" y="94"/>
                </a:cubicBezTo>
                <a:cubicBezTo>
                  <a:pt x="0" y="77"/>
                  <a:pt x="0" y="77"/>
                  <a:pt x="0" y="77"/>
                </a:cubicBezTo>
                <a:cubicBezTo>
                  <a:pt x="0" y="73"/>
                  <a:pt x="3" y="70"/>
                  <a:pt x="7" y="70"/>
                </a:cubicBezTo>
                <a:cubicBezTo>
                  <a:pt x="23" y="67"/>
                  <a:pt x="23" y="67"/>
                  <a:pt x="23" y="67"/>
                </a:cubicBezTo>
                <a:cubicBezTo>
                  <a:pt x="24" y="67"/>
                  <a:pt x="25" y="66"/>
                  <a:pt x="25" y="66"/>
                </a:cubicBezTo>
                <a:cubicBezTo>
                  <a:pt x="26" y="62"/>
                  <a:pt x="27" y="59"/>
                  <a:pt x="29" y="56"/>
                </a:cubicBezTo>
                <a:cubicBezTo>
                  <a:pt x="29" y="55"/>
                  <a:pt x="29" y="55"/>
                  <a:pt x="29" y="54"/>
                </a:cubicBezTo>
                <a:cubicBezTo>
                  <a:pt x="19" y="40"/>
                  <a:pt x="19" y="40"/>
                  <a:pt x="19" y="40"/>
                </a:cubicBezTo>
                <a:cubicBezTo>
                  <a:pt x="17" y="37"/>
                  <a:pt x="17" y="33"/>
                  <a:pt x="20" y="31"/>
                </a:cubicBezTo>
                <a:cubicBezTo>
                  <a:pt x="31" y="19"/>
                  <a:pt x="31" y="19"/>
                  <a:pt x="31" y="19"/>
                </a:cubicBezTo>
                <a:cubicBezTo>
                  <a:pt x="34" y="16"/>
                  <a:pt x="38" y="16"/>
                  <a:pt x="41" y="18"/>
                </a:cubicBezTo>
                <a:cubicBezTo>
                  <a:pt x="55" y="28"/>
                  <a:pt x="55" y="28"/>
                  <a:pt x="55" y="28"/>
                </a:cubicBezTo>
                <a:cubicBezTo>
                  <a:pt x="55" y="29"/>
                  <a:pt x="56" y="29"/>
                  <a:pt x="57" y="28"/>
                </a:cubicBezTo>
                <a:cubicBezTo>
                  <a:pt x="60" y="27"/>
                  <a:pt x="63" y="25"/>
                  <a:pt x="66" y="24"/>
                </a:cubicBezTo>
                <a:cubicBezTo>
                  <a:pt x="67" y="24"/>
                  <a:pt x="68" y="23"/>
                  <a:pt x="68" y="23"/>
                </a:cubicBezTo>
                <a:cubicBezTo>
                  <a:pt x="70" y="6"/>
                  <a:pt x="70" y="6"/>
                  <a:pt x="70" y="6"/>
                </a:cubicBezTo>
                <a:cubicBezTo>
                  <a:pt x="71" y="2"/>
                  <a:pt x="74" y="0"/>
                  <a:pt x="78" y="0"/>
                </a:cubicBezTo>
                <a:cubicBezTo>
                  <a:pt x="94" y="0"/>
                  <a:pt x="94" y="0"/>
                  <a:pt x="94" y="0"/>
                </a:cubicBezTo>
                <a:cubicBezTo>
                  <a:pt x="98" y="0"/>
                  <a:pt x="101" y="2"/>
                  <a:pt x="102" y="6"/>
                </a:cubicBezTo>
                <a:cubicBezTo>
                  <a:pt x="104" y="23"/>
                  <a:pt x="104" y="23"/>
                  <a:pt x="104" y="23"/>
                </a:cubicBezTo>
                <a:cubicBezTo>
                  <a:pt x="104" y="23"/>
                  <a:pt x="105" y="24"/>
                  <a:pt x="106" y="24"/>
                </a:cubicBezTo>
                <a:cubicBezTo>
                  <a:pt x="109" y="25"/>
                  <a:pt x="112" y="27"/>
                  <a:pt x="115" y="28"/>
                </a:cubicBezTo>
                <a:cubicBezTo>
                  <a:pt x="116" y="29"/>
                  <a:pt x="117" y="29"/>
                  <a:pt x="117" y="28"/>
                </a:cubicBezTo>
                <a:cubicBezTo>
                  <a:pt x="131" y="18"/>
                  <a:pt x="131" y="18"/>
                  <a:pt x="131" y="18"/>
                </a:cubicBezTo>
                <a:cubicBezTo>
                  <a:pt x="134" y="16"/>
                  <a:pt x="138" y="16"/>
                  <a:pt x="141" y="19"/>
                </a:cubicBezTo>
                <a:cubicBezTo>
                  <a:pt x="153" y="31"/>
                  <a:pt x="153" y="31"/>
                  <a:pt x="153" y="31"/>
                </a:cubicBezTo>
                <a:cubicBezTo>
                  <a:pt x="155" y="33"/>
                  <a:pt x="155" y="37"/>
                  <a:pt x="153" y="40"/>
                </a:cubicBezTo>
                <a:cubicBezTo>
                  <a:pt x="143" y="54"/>
                  <a:pt x="143" y="54"/>
                  <a:pt x="143" y="54"/>
                </a:cubicBezTo>
                <a:cubicBezTo>
                  <a:pt x="143" y="55"/>
                  <a:pt x="143" y="55"/>
                  <a:pt x="143" y="56"/>
                </a:cubicBezTo>
                <a:cubicBezTo>
                  <a:pt x="145" y="59"/>
                  <a:pt x="146" y="62"/>
                  <a:pt x="147" y="66"/>
                </a:cubicBezTo>
                <a:cubicBezTo>
                  <a:pt x="147" y="66"/>
                  <a:pt x="148" y="67"/>
                  <a:pt x="149" y="67"/>
                </a:cubicBezTo>
                <a:cubicBezTo>
                  <a:pt x="165" y="70"/>
                  <a:pt x="165" y="70"/>
                  <a:pt x="165" y="70"/>
                </a:cubicBezTo>
                <a:cubicBezTo>
                  <a:pt x="165" y="70"/>
                  <a:pt x="165" y="70"/>
                  <a:pt x="165" y="70"/>
                </a:cubicBezTo>
                <a:cubicBezTo>
                  <a:pt x="169" y="70"/>
                  <a:pt x="172" y="74"/>
                  <a:pt x="172" y="77"/>
                </a:cubicBezTo>
                <a:cubicBezTo>
                  <a:pt x="172" y="94"/>
                  <a:pt x="172" y="94"/>
                  <a:pt x="172" y="94"/>
                </a:cubicBezTo>
                <a:cubicBezTo>
                  <a:pt x="172" y="97"/>
                  <a:pt x="169" y="101"/>
                  <a:pt x="165" y="101"/>
                </a:cubicBezTo>
                <a:cubicBezTo>
                  <a:pt x="149" y="104"/>
                  <a:pt x="149" y="104"/>
                  <a:pt x="149" y="104"/>
                </a:cubicBezTo>
                <a:cubicBezTo>
                  <a:pt x="148" y="104"/>
                  <a:pt x="147" y="105"/>
                  <a:pt x="147" y="105"/>
                </a:cubicBezTo>
                <a:cubicBezTo>
                  <a:pt x="146" y="108"/>
                  <a:pt x="145" y="112"/>
                  <a:pt x="143" y="115"/>
                </a:cubicBezTo>
                <a:cubicBezTo>
                  <a:pt x="143" y="115"/>
                  <a:pt x="143" y="116"/>
                  <a:pt x="143" y="117"/>
                </a:cubicBezTo>
                <a:cubicBezTo>
                  <a:pt x="153" y="130"/>
                  <a:pt x="153" y="130"/>
                  <a:pt x="153" y="130"/>
                </a:cubicBezTo>
                <a:cubicBezTo>
                  <a:pt x="155" y="133"/>
                  <a:pt x="155" y="138"/>
                  <a:pt x="153" y="140"/>
                </a:cubicBezTo>
                <a:cubicBezTo>
                  <a:pt x="141" y="152"/>
                  <a:pt x="141" y="152"/>
                  <a:pt x="141" y="152"/>
                </a:cubicBezTo>
                <a:cubicBezTo>
                  <a:pt x="138" y="154"/>
                  <a:pt x="134" y="155"/>
                  <a:pt x="131" y="153"/>
                </a:cubicBezTo>
                <a:cubicBezTo>
                  <a:pt x="117" y="143"/>
                  <a:pt x="117" y="143"/>
                  <a:pt x="117" y="143"/>
                </a:cubicBezTo>
                <a:cubicBezTo>
                  <a:pt x="117" y="142"/>
                  <a:pt x="116" y="142"/>
                  <a:pt x="115" y="143"/>
                </a:cubicBezTo>
                <a:cubicBezTo>
                  <a:pt x="112" y="144"/>
                  <a:pt x="109" y="145"/>
                  <a:pt x="106" y="147"/>
                </a:cubicBezTo>
                <a:cubicBezTo>
                  <a:pt x="105" y="147"/>
                  <a:pt x="104" y="147"/>
                  <a:pt x="104" y="148"/>
                </a:cubicBezTo>
                <a:cubicBezTo>
                  <a:pt x="102" y="165"/>
                  <a:pt x="102" y="165"/>
                  <a:pt x="102" y="165"/>
                </a:cubicBezTo>
                <a:cubicBezTo>
                  <a:pt x="101" y="168"/>
                  <a:pt x="98" y="171"/>
                  <a:pt x="94" y="171"/>
                </a:cubicBezTo>
                <a:close/>
                <a:moveTo>
                  <a:pt x="78" y="163"/>
                </a:moveTo>
                <a:cubicBezTo>
                  <a:pt x="94" y="163"/>
                  <a:pt x="94" y="163"/>
                  <a:pt x="94" y="163"/>
                </a:cubicBezTo>
                <a:cubicBezTo>
                  <a:pt x="97" y="147"/>
                  <a:pt x="97" y="147"/>
                  <a:pt x="97" y="147"/>
                </a:cubicBezTo>
                <a:cubicBezTo>
                  <a:pt x="97" y="143"/>
                  <a:pt x="100" y="140"/>
                  <a:pt x="103" y="139"/>
                </a:cubicBezTo>
                <a:cubicBezTo>
                  <a:pt x="106" y="138"/>
                  <a:pt x="109" y="137"/>
                  <a:pt x="112" y="136"/>
                </a:cubicBezTo>
                <a:cubicBezTo>
                  <a:pt x="115" y="134"/>
                  <a:pt x="119" y="134"/>
                  <a:pt x="122" y="136"/>
                </a:cubicBezTo>
                <a:cubicBezTo>
                  <a:pt x="135" y="146"/>
                  <a:pt x="135" y="146"/>
                  <a:pt x="135" y="146"/>
                </a:cubicBezTo>
                <a:cubicBezTo>
                  <a:pt x="147" y="135"/>
                  <a:pt x="147" y="135"/>
                  <a:pt x="147" y="135"/>
                </a:cubicBezTo>
                <a:cubicBezTo>
                  <a:pt x="137" y="121"/>
                  <a:pt x="137" y="121"/>
                  <a:pt x="137" y="121"/>
                </a:cubicBezTo>
                <a:cubicBezTo>
                  <a:pt x="135" y="118"/>
                  <a:pt x="135" y="115"/>
                  <a:pt x="136" y="111"/>
                </a:cubicBezTo>
                <a:cubicBezTo>
                  <a:pt x="138" y="108"/>
                  <a:pt x="139" y="106"/>
                  <a:pt x="140" y="103"/>
                </a:cubicBezTo>
                <a:cubicBezTo>
                  <a:pt x="141" y="99"/>
                  <a:pt x="144" y="97"/>
                  <a:pt x="147" y="96"/>
                </a:cubicBezTo>
                <a:cubicBezTo>
                  <a:pt x="164" y="93"/>
                  <a:pt x="164" y="93"/>
                  <a:pt x="164" y="93"/>
                </a:cubicBezTo>
                <a:cubicBezTo>
                  <a:pt x="164" y="77"/>
                  <a:pt x="164" y="77"/>
                  <a:pt x="164" y="77"/>
                </a:cubicBezTo>
                <a:cubicBezTo>
                  <a:pt x="147" y="75"/>
                  <a:pt x="147" y="75"/>
                  <a:pt x="147" y="75"/>
                </a:cubicBezTo>
                <a:cubicBezTo>
                  <a:pt x="144" y="74"/>
                  <a:pt x="141" y="72"/>
                  <a:pt x="140" y="68"/>
                </a:cubicBezTo>
                <a:cubicBezTo>
                  <a:pt x="139" y="65"/>
                  <a:pt x="138" y="62"/>
                  <a:pt x="136" y="60"/>
                </a:cubicBezTo>
                <a:cubicBezTo>
                  <a:pt x="135" y="56"/>
                  <a:pt x="135" y="52"/>
                  <a:pt x="137" y="49"/>
                </a:cubicBezTo>
                <a:cubicBezTo>
                  <a:pt x="147" y="36"/>
                  <a:pt x="147" y="36"/>
                  <a:pt x="147" y="36"/>
                </a:cubicBezTo>
                <a:cubicBezTo>
                  <a:pt x="135" y="25"/>
                  <a:pt x="135" y="25"/>
                  <a:pt x="135" y="25"/>
                </a:cubicBezTo>
                <a:cubicBezTo>
                  <a:pt x="122" y="35"/>
                  <a:pt x="122" y="35"/>
                  <a:pt x="122" y="35"/>
                </a:cubicBezTo>
                <a:cubicBezTo>
                  <a:pt x="119" y="37"/>
                  <a:pt x="115" y="37"/>
                  <a:pt x="112" y="35"/>
                </a:cubicBezTo>
                <a:cubicBezTo>
                  <a:pt x="109" y="34"/>
                  <a:pt x="106" y="33"/>
                  <a:pt x="103" y="32"/>
                </a:cubicBezTo>
                <a:cubicBezTo>
                  <a:pt x="100" y="31"/>
                  <a:pt x="97" y="28"/>
                  <a:pt x="97" y="24"/>
                </a:cubicBezTo>
                <a:cubicBezTo>
                  <a:pt x="94" y="8"/>
                  <a:pt x="94" y="8"/>
                  <a:pt x="94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6" y="24"/>
                  <a:pt x="76" y="24"/>
                  <a:pt x="76" y="24"/>
                </a:cubicBezTo>
                <a:cubicBezTo>
                  <a:pt x="75" y="28"/>
                  <a:pt x="72" y="31"/>
                  <a:pt x="69" y="32"/>
                </a:cubicBezTo>
                <a:cubicBezTo>
                  <a:pt x="66" y="33"/>
                  <a:pt x="63" y="34"/>
                  <a:pt x="60" y="35"/>
                </a:cubicBezTo>
                <a:cubicBezTo>
                  <a:pt x="57" y="37"/>
                  <a:pt x="53" y="37"/>
                  <a:pt x="50" y="35"/>
                </a:cubicBezTo>
                <a:cubicBezTo>
                  <a:pt x="37" y="25"/>
                  <a:pt x="37" y="25"/>
                  <a:pt x="37" y="25"/>
                </a:cubicBezTo>
                <a:cubicBezTo>
                  <a:pt x="25" y="36"/>
                  <a:pt x="25" y="36"/>
                  <a:pt x="25" y="36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52"/>
                  <a:pt x="38" y="56"/>
                  <a:pt x="36" y="60"/>
                </a:cubicBezTo>
                <a:cubicBezTo>
                  <a:pt x="34" y="62"/>
                  <a:pt x="33" y="65"/>
                  <a:pt x="32" y="68"/>
                </a:cubicBezTo>
                <a:cubicBezTo>
                  <a:pt x="31" y="72"/>
                  <a:pt x="28" y="74"/>
                  <a:pt x="25" y="75"/>
                </a:cubicBezTo>
                <a:cubicBezTo>
                  <a:pt x="8" y="77"/>
                  <a:pt x="8" y="77"/>
                  <a:pt x="8" y="77"/>
                </a:cubicBezTo>
                <a:cubicBezTo>
                  <a:pt x="8" y="93"/>
                  <a:pt x="8" y="93"/>
                  <a:pt x="8" y="93"/>
                </a:cubicBezTo>
                <a:cubicBezTo>
                  <a:pt x="25" y="96"/>
                  <a:pt x="25" y="96"/>
                  <a:pt x="25" y="96"/>
                </a:cubicBezTo>
                <a:cubicBezTo>
                  <a:pt x="28" y="97"/>
                  <a:pt x="31" y="99"/>
                  <a:pt x="32" y="103"/>
                </a:cubicBezTo>
                <a:cubicBezTo>
                  <a:pt x="33" y="106"/>
                  <a:pt x="34" y="108"/>
                  <a:pt x="36" y="111"/>
                </a:cubicBezTo>
                <a:cubicBezTo>
                  <a:pt x="38" y="115"/>
                  <a:pt x="37" y="118"/>
                  <a:pt x="35" y="121"/>
                </a:cubicBezTo>
                <a:cubicBezTo>
                  <a:pt x="25" y="135"/>
                  <a:pt x="25" y="135"/>
                  <a:pt x="25" y="135"/>
                </a:cubicBezTo>
                <a:cubicBezTo>
                  <a:pt x="37" y="146"/>
                  <a:pt x="37" y="146"/>
                  <a:pt x="37" y="146"/>
                </a:cubicBezTo>
                <a:cubicBezTo>
                  <a:pt x="50" y="136"/>
                  <a:pt x="50" y="136"/>
                  <a:pt x="50" y="136"/>
                </a:cubicBezTo>
                <a:cubicBezTo>
                  <a:pt x="53" y="134"/>
                  <a:pt x="57" y="134"/>
                  <a:pt x="60" y="136"/>
                </a:cubicBezTo>
                <a:cubicBezTo>
                  <a:pt x="63" y="137"/>
                  <a:pt x="66" y="138"/>
                  <a:pt x="69" y="139"/>
                </a:cubicBezTo>
                <a:cubicBezTo>
                  <a:pt x="72" y="140"/>
                  <a:pt x="75" y="143"/>
                  <a:pt x="76" y="147"/>
                </a:cubicBezTo>
                <a:lnTo>
                  <a:pt x="78" y="163"/>
                </a:lnTo>
                <a:close/>
                <a:moveTo>
                  <a:pt x="25" y="135"/>
                </a:moveTo>
                <a:cubicBezTo>
                  <a:pt x="25" y="135"/>
                  <a:pt x="25" y="135"/>
                  <a:pt x="25" y="135"/>
                </a:cubicBezTo>
                <a:cubicBezTo>
                  <a:pt x="25" y="135"/>
                  <a:pt x="25" y="135"/>
                  <a:pt x="25" y="135"/>
                </a:cubicBezTo>
                <a:close/>
                <a:moveTo>
                  <a:pt x="147" y="135"/>
                </a:moveTo>
                <a:cubicBezTo>
                  <a:pt x="147" y="135"/>
                  <a:pt x="147" y="135"/>
                  <a:pt x="147" y="135"/>
                </a:cubicBezTo>
                <a:close/>
                <a:moveTo>
                  <a:pt x="164" y="94"/>
                </a:moveTo>
                <a:cubicBezTo>
                  <a:pt x="164" y="94"/>
                  <a:pt x="164" y="94"/>
                  <a:pt x="164" y="94"/>
                </a:cubicBezTo>
                <a:close/>
                <a:moveTo>
                  <a:pt x="8" y="94"/>
                </a:moveTo>
                <a:cubicBezTo>
                  <a:pt x="8" y="94"/>
                  <a:pt x="8" y="94"/>
                  <a:pt x="8" y="94"/>
                </a:cubicBezTo>
                <a:cubicBezTo>
                  <a:pt x="8" y="94"/>
                  <a:pt x="8" y="94"/>
                  <a:pt x="8" y="94"/>
                </a:cubicBezTo>
                <a:close/>
                <a:moveTo>
                  <a:pt x="164" y="93"/>
                </a:moveTo>
                <a:cubicBezTo>
                  <a:pt x="164" y="93"/>
                  <a:pt x="164" y="93"/>
                  <a:pt x="164" y="93"/>
                </a:cubicBezTo>
                <a:close/>
                <a:moveTo>
                  <a:pt x="8" y="93"/>
                </a:moveTo>
                <a:cubicBezTo>
                  <a:pt x="8" y="93"/>
                  <a:pt x="8" y="93"/>
                  <a:pt x="8" y="93"/>
                </a:cubicBezTo>
                <a:cubicBezTo>
                  <a:pt x="8" y="93"/>
                  <a:pt x="8" y="93"/>
                  <a:pt x="8" y="93"/>
                </a:cubicBezTo>
                <a:close/>
                <a:moveTo>
                  <a:pt x="136" y="24"/>
                </a:moveTo>
                <a:cubicBezTo>
                  <a:pt x="136" y="24"/>
                  <a:pt x="136" y="24"/>
                  <a:pt x="136" y="24"/>
                </a:cubicBezTo>
                <a:cubicBezTo>
                  <a:pt x="136" y="24"/>
                  <a:pt x="136" y="24"/>
                  <a:pt x="136" y="24"/>
                </a:cubicBezTo>
                <a:close/>
                <a:moveTo>
                  <a:pt x="135" y="24"/>
                </a:moveTo>
                <a:cubicBezTo>
                  <a:pt x="135" y="24"/>
                  <a:pt x="135" y="24"/>
                  <a:pt x="135" y="24"/>
                </a:cubicBezTo>
                <a:close/>
                <a:moveTo>
                  <a:pt x="86" y="119"/>
                </a:moveTo>
                <a:cubicBezTo>
                  <a:pt x="77" y="119"/>
                  <a:pt x="68" y="116"/>
                  <a:pt x="62" y="109"/>
                </a:cubicBezTo>
                <a:cubicBezTo>
                  <a:pt x="54" y="101"/>
                  <a:pt x="50" y="89"/>
                  <a:pt x="53" y="78"/>
                </a:cubicBezTo>
                <a:cubicBezTo>
                  <a:pt x="56" y="65"/>
                  <a:pt x="66" y="55"/>
                  <a:pt x="78" y="52"/>
                </a:cubicBezTo>
                <a:cubicBezTo>
                  <a:pt x="90" y="50"/>
                  <a:pt x="102" y="53"/>
                  <a:pt x="110" y="61"/>
                </a:cubicBezTo>
                <a:cubicBezTo>
                  <a:pt x="118" y="70"/>
                  <a:pt x="122" y="81"/>
                  <a:pt x="119" y="93"/>
                </a:cubicBezTo>
                <a:cubicBezTo>
                  <a:pt x="116" y="106"/>
                  <a:pt x="107" y="116"/>
                  <a:pt x="94" y="119"/>
                </a:cubicBezTo>
                <a:cubicBezTo>
                  <a:pt x="91" y="119"/>
                  <a:pt x="89" y="119"/>
                  <a:pt x="86" y="119"/>
                </a:cubicBezTo>
                <a:close/>
                <a:moveTo>
                  <a:pt x="86" y="59"/>
                </a:moveTo>
                <a:cubicBezTo>
                  <a:pt x="84" y="59"/>
                  <a:pt x="82" y="59"/>
                  <a:pt x="80" y="60"/>
                </a:cubicBezTo>
                <a:cubicBezTo>
                  <a:pt x="71" y="62"/>
                  <a:pt x="63" y="70"/>
                  <a:pt x="61" y="79"/>
                </a:cubicBezTo>
                <a:cubicBezTo>
                  <a:pt x="58" y="88"/>
                  <a:pt x="61" y="98"/>
                  <a:pt x="67" y="104"/>
                </a:cubicBezTo>
                <a:cubicBezTo>
                  <a:pt x="74" y="110"/>
                  <a:pt x="83" y="113"/>
                  <a:pt x="92" y="111"/>
                </a:cubicBezTo>
                <a:cubicBezTo>
                  <a:pt x="92" y="111"/>
                  <a:pt x="92" y="111"/>
                  <a:pt x="92" y="111"/>
                </a:cubicBezTo>
                <a:cubicBezTo>
                  <a:pt x="102" y="109"/>
                  <a:pt x="110" y="101"/>
                  <a:pt x="112" y="91"/>
                </a:cubicBezTo>
                <a:cubicBezTo>
                  <a:pt x="114" y="82"/>
                  <a:pt x="111" y="73"/>
                  <a:pt x="105" y="67"/>
                </a:cubicBezTo>
                <a:cubicBezTo>
                  <a:pt x="100" y="62"/>
                  <a:pt x="93" y="59"/>
                  <a:pt x="86" y="59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20" name="Google Shape;877;p29"/>
          <p:cNvSpPr>
            <a:spLocks/>
          </p:cNvSpPr>
          <p:nvPr/>
        </p:nvSpPr>
        <p:spPr bwMode="auto">
          <a:xfrm>
            <a:off x="4814888" y="1389063"/>
            <a:ext cx="790575" cy="498475"/>
          </a:xfrm>
          <a:custGeom>
            <a:avLst/>
            <a:gdLst>
              <a:gd name="T0" fmla="*/ 175 w 200"/>
              <a:gd name="T1" fmla="*/ 126 h 126"/>
              <a:gd name="T2" fmla="*/ 25 w 200"/>
              <a:gd name="T3" fmla="*/ 126 h 126"/>
              <a:gd name="T4" fmla="*/ 0 w 200"/>
              <a:gd name="T5" fmla="*/ 101 h 126"/>
              <a:gd name="T6" fmla="*/ 0 w 200"/>
              <a:gd name="T7" fmla="*/ 25 h 126"/>
              <a:gd name="T8" fmla="*/ 25 w 200"/>
              <a:gd name="T9" fmla="*/ 0 h 126"/>
              <a:gd name="T10" fmla="*/ 175 w 200"/>
              <a:gd name="T11" fmla="*/ 0 h 126"/>
              <a:gd name="T12" fmla="*/ 200 w 200"/>
              <a:gd name="T13" fmla="*/ 25 h 126"/>
              <a:gd name="T14" fmla="*/ 200 w 200"/>
              <a:gd name="T15" fmla="*/ 101 h 126"/>
              <a:gd name="T16" fmla="*/ 175 w 200"/>
              <a:gd name="T17" fmla="*/ 126 h 126"/>
              <a:gd name="T18" fmla="*/ 25 w 200"/>
              <a:gd name="T19" fmla="*/ 8 h 126"/>
              <a:gd name="T20" fmla="*/ 8 w 200"/>
              <a:gd name="T21" fmla="*/ 25 h 126"/>
              <a:gd name="T22" fmla="*/ 8 w 200"/>
              <a:gd name="T23" fmla="*/ 101 h 126"/>
              <a:gd name="T24" fmla="*/ 25 w 200"/>
              <a:gd name="T25" fmla="*/ 118 h 126"/>
              <a:gd name="T26" fmla="*/ 175 w 200"/>
              <a:gd name="T27" fmla="*/ 118 h 126"/>
              <a:gd name="T28" fmla="*/ 192 w 200"/>
              <a:gd name="T29" fmla="*/ 101 h 126"/>
              <a:gd name="T30" fmla="*/ 192 w 200"/>
              <a:gd name="T31" fmla="*/ 25 h 126"/>
              <a:gd name="T32" fmla="*/ 175 w 200"/>
              <a:gd name="T33" fmla="*/ 8 h 126"/>
              <a:gd name="T34" fmla="*/ 25 w 200"/>
              <a:gd name="T35" fmla="*/ 8 h 126"/>
              <a:gd name="T36" fmla="*/ 172 w 200"/>
              <a:gd name="T37" fmla="*/ 106 h 126"/>
              <a:gd name="T38" fmla="*/ 169 w 200"/>
              <a:gd name="T39" fmla="*/ 105 h 126"/>
              <a:gd name="T40" fmla="*/ 125 w 200"/>
              <a:gd name="T41" fmla="*/ 68 h 126"/>
              <a:gd name="T42" fmla="*/ 102 w 200"/>
              <a:gd name="T43" fmla="*/ 86 h 126"/>
              <a:gd name="T44" fmla="*/ 98 w 200"/>
              <a:gd name="T45" fmla="*/ 86 h 126"/>
              <a:gd name="T46" fmla="*/ 75 w 200"/>
              <a:gd name="T47" fmla="*/ 68 h 126"/>
              <a:gd name="T48" fmla="*/ 30 w 200"/>
              <a:gd name="T49" fmla="*/ 105 h 126"/>
              <a:gd name="T50" fmla="*/ 25 w 200"/>
              <a:gd name="T51" fmla="*/ 105 h 126"/>
              <a:gd name="T52" fmla="*/ 25 w 200"/>
              <a:gd name="T53" fmla="*/ 99 h 126"/>
              <a:gd name="T54" fmla="*/ 68 w 200"/>
              <a:gd name="T55" fmla="*/ 63 h 126"/>
              <a:gd name="T56" fmla="*/ 26 w 200"/>
              <a:gd name="T57" fmla="*/ 30 h 126"/>
              <a:gd name="T58" fmla="*/ 25 w 200"/>
              <a:gd name="T59" fmla="*/ 25 h 126"/>
              <a:gd name="T60" fmla="*/ 30 w 200"/>
              <a:gd name="T61" fmla="*/ 24 h 126"/>
              <a:gd name="T62" fmla="*/ 100 w 200"/>
              <a:gd name="T63" fmla="*/ 78 h 126"/>
              <a:gd name="T64" fmla="*/ 170 w 200"/>
              <a:gd name="T65" fmla="*/ 24 h 126"/>
              <a:gd name="T66" fmla="*/ 175 w 200"/>
              <a:gd name="T67" fmla="*/ 25 h 126"/>
              <a:gd name="T68" fmla="*/ 174 w 200"/>
              <a:gd name="T69" fmla="*/ 30 h 126"/>
              <a:gd name="T70" fmla="*/ 132 w 200"/>
              <a:gd name="T71" fmla="*/ 64 h 126"/>
              <a:gd name="T72" fmla="*/ 174 w 200"/>
              <a:gd name="T73" fmla="*/ 99 h 126"/>
              <a:gd name="T74" fmla="*/ 175 w 200"/>
              <a:gd name="T75" fmla="*/ 105 h 126"/>
              <a:gd name="T76" fmla="*/ 172 w 200"/>
              <a:gd name="T77" fmla="*/ 106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00" h="126" extrusionOk="0">
                <a:moveTo>
                  <a:pt x="175" y="126"/>
                </a:moveTo>
                <a:cubicBezTo>
                  <a:pt x="25" y="126"/>
                  <a:pt x="25" y="126"/>
                  <a:pt x="25" y="126"/>
                </a:cubicBezTo>
                <a:cubicBezTo>
                  <a:pt x="11" y="126"/>
                  <a:pt x="0" y="115"/>
                  <a:pt x="0" y="101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175" y="0"/>
                  <a:pt x="175" y="0"/>
                  <a:pt x="175" y="0"/>
                </a:cubicBezTo>
                <a:cubicBezTo>
                  <a:pt x="189" y="0"/>
                  <a:pt x="200" y="11"/>
                  <a:pt x="200" y="25"/>
                </a:cubicBezTo>
                <a:cubicBezTo>
                  <a:pt x="200" y="101"/>
                  <a:pt x="200" y="101"/>
                  <a:pt x="200" y="101"/>
                </a:cubicBezTo>
                <a:cubicBezTo>
                  <a:pt x="200" y="115"/>
                  <a:pt x="189" y="126"/>
                  <a:pt x="175" y="126"/>
                </a:cubicBezTo>
                <a:close/>
                <a:moveTo>
                  <a:pt x="25" y="8"/>
                </a:moveTo>
                <a:cubicBezTo>
                  <a:pt x="16" y="8"/>
                  <a:pt x="8" y="16"/>
                  <a:pt x="8" y="25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10"/>
                  <a:pt x="16" y="118"/>
                  <a:pt x="25" y="118"/>
                </a:cubicBezTo>
                <a:cubicBezTo>
                  <a:pt x="175" y="118"/>
                  <a:pt x="175" y="118"/>
                  <a:pt x="175" y="118"/>
                </a:cubicBezTo>
                <a:cubicBezTo>
                  <a:pt x="185" y="118"/>
                  <a:pt x="192" y="110"/>
                  <a:pt x="192" y="101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6"/>
                  <a:pt x="185" y="8"/>
                  <a:pt x="175" y="8"/>
                </a:cubicBezTo>
                <a:lnTo>
                  <a:pt x="25" y="8"/>
                </a:lnTo>
                <a:close/>
                <a:moveTo>
                  <a:pt x="172" y="106"/>
                </a:moveTo>
                <a:cubicBezTo>
                  <a:pt x="171" y="106"/>
                  <a:pt x="170" y="106"/>
                  <a:pt x="169" y="105"/>
                </a:cubicBezTo>
                <a:cubicBezTo>
                  <a:pt x="125" y="68"/>
                  <a:pt x="125" y="68"/>
                  <a:pt x="125" y="68"/>
                </a:cubicBezTo>
                <a:cubicBezTo>
                  <a:pt x="102" y="86"/>
                  <a:pt x="102" y="86"/>
                  <a:pt x="102" y="86"/>
                </a:cubicBezTo>
                <a:cubicBezTo>
                  <a:pt x="101" y="88"/>
                  <a:pt x="99" y="88"/>
                  <a:pt x="98" y="86"/>
                </a:cubicBezTo>
                <a:cubicBezTo>
                  <a:pt x="75" y="68"/>
                  <a:pt x="75" y="68"/>
                  <a:pt x="75" y="68"/>
                </a:cubicBezTo>
                <a:cubicBezTo>
                  <a:pt x="30" y="105"/>
                  <a:pt x="30" y="105"/>
                  <a:pt x="30" y="105"/>
                </a:cubicBezTo>
                <a:cubicBezTo>
                  <a:pt x="29" y="107"/>
                  <a:pt x="26" y="106"/>
                  <a:pt x="25" y="105"/>
                </a:cubicBezTo>
                <a:cubicBezTo>
                  <a:pt x="24" y="103"/>
                  <a:pt x="24" y="101"/>
                  <a:pt x="25" y="99"/>
                </a:cubicBezTo>
                <a:cubicBezTo>
                  <a:pt x="68" y="63"/>
                  <a:pt x="68" y="63"/>
                  <a:pt x="68" y="63"/>
                </a:cubicBezTo>
                <a:cubicBezTo>
                  <a:pt x="26" y="30"/>
                  <a:pt x="26" y="30"/>
                  <a:pt x="26" y="30"/>
                </a:cubicBezTo>
                <a:cubicBezTo>
                  <a:pt x="24" y="29"/>
                  <a:pt x="24" y="26"/>
                  <a:pt x="25" y="25"/>
                </a:cubicBezTo>
                <a:cubicBezTo>
                  <a:pt x="26" y="23"/>
                  <a:pt x="29" y="23"/>
                  <a:pt x="30" y="24"/>
                </a:cubicBezTo>
                <a:cubicBezTo>
                  <a:pt x="100" y="78"/>
                  <a:pt x="100" y="78"/>
                  <a:pt x="100" y="78"/>
                </a:cubicBezTo>
                <a:cubicBezTo>
                  <a:pt x="170" y="24"/>
                  <a:pt x="170" y="24"/>
                  <a:pt x="170" y="24"/>
                </a:cubicBezTo>
                <a:cubicBezTo>
                  <a:pt x="171" y="23"/>
                  <a:pt x="174" y="23"/>
                  <a:pt x="175" y="25"/>
                </a:cubicBezTo>
                <a:cubicBezTo>
                  <a:pt x="176" y="26"/>
                  <a:pt x="176" y="29"/>
                  <a:pt x="174" y="30"/>
                </a:cubicBezTo>
                <a:cubicBezTo>
                  <a:pt x="132" y="64"/>
                  <a:pt x="132" y="64"/>
                  <a:pt x="132" y="64"/>
                </a:cubicBezTo>
                <a:cubicBezTo>
                  <a:pt x="174" y="99"/>
                  <a:pt x="174" y="99"/>
                  <a:pt x="174" y="99"/>
                </a:cubicBezTo>
                <a:cubicBezTo>
                  <a:pt x="176" y="101"/>
                  <a:pt x="176" y="103"/>
                  <a:pt x="175" y="105"/>
                </a:cubicBezTo>
                <a:cubicBezTo>
                  <a:pt x="174" y="106"/>
                  <a:pt x="173" y="106"/>
                  <a:pt x="172" y="106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21" name="Google Shape;878;p29"/>
          <p:cNvSpPr>
            <a:spLocks/>
          </p:cNvSpPr>
          <p:nvPr/>
        </p:nvSpPr>
        <p:spPr bwMode="auto">
          <a:xfrm>
            <a:off x="6510338" y="4945063"/>
            <a:ext cx="939800" cy="473075"/>
          </a:xfrm>
          <a:custGeom>
            <a:avLst/>
            <a:gdLst>
              <a:gd name="T0" fmla="*/ 74 w 238"/>
              <a:gd name="T1" fmla="*/ 113 h 120"/>
              <a:gd name="T2" fmla="*/ 90 w 238"/>
              <a:gd name="T3" fmla="*/ 77 h 120"/>
              <a:gd name="T4" fmla="*/ 104 w 238"/>
              <a:gd name="T5" fmla="*/ 68 h 120"/>
              <a:gd name="T6" fmla="*/ 112 w 238"/>
              <a:gd name="T7" fmla="*/ 1 h 120"/>
              <a:gd name="T8" fmla="*/ 153 w 238"/>
              <a:gd name="T9" fmla="*/ 28 h 120"/>
              <a:gd name="T10" fmla="*/ 142 w 238"/>
              <a:gd name="T11" fmla="*/ 72 h 120"/>
              <a:gd name="T12" fmla="*/ 173 w 238"/>
              <a:gd name="T13" fmla="*/ 90 h 120"/>
              <a:gd name="T14" fmla="*/ 168 w 238"/>
              <a:gd name="T15" fmla="*/ 113 h 120"/>
              <a:gd name="T16" fmla="*/ 121 w 238"/>
              <a:gd name="T17" fmla="*/ 6 h 120"/>
              <a:gd name="T18" fmla="*/ 107 w 238"/>
              <a:gd name="T19" fmla="*/ 59 h 120"/>
              <a:gd name="T20" fmla="*/ 101 w 238"/>
              <a:gd name="T21" fmla="*/ 79 h 120"/>
              <a:gd name="T22" fmla="*/ 71 w 238"/>
              <a:gd name="T23" fmla="*/ 101 h 120"/>
              <a:gd name="T24" fmla="*/ 121 w 238"/>
              <a:gd name="T25" fmla="*/ 114 h 120"/>
              <a:gd name="T26" fmla="*/ 171 w 238"/>
              <a:gd name="T27" fmla="*/ 101 h 120"/>
              <a:gd name="T28" fmla="*/ 142 w 238"/>
              <a:gd name="T29" fmla="*/ 79 h 120"/>
              <a:gd name="T30" fmla="*/ 135 w 238"/>
              <a:gd name="T31" fmla="*/ 59 h 120"/>
              <a:gd name="T32" fmla="*/ 121 w 238"/>
              <a:gd name="T33" fmla="*/ 6 h 120"/>
              <a:gd name="T34" fmla="*/ 197 w 238"/>
              <a:gd name="T35" fmla="*/ 120 h 120"/>
              <a:gd name="T36" fmla="*/ 177 w 238"/>
              <a:gd name="T37" fmla="*/ 116 h 120"/>
              <a:gd name="T38" fmla="*/ 197 w 238"/>
              <a:gd name="T39" fmla="*/ 114 h 120"/>
              <a:gd name="T40" fmla="*/ 231 w 238"/>
              <a:gd name="T41" fmla="*/ 106 h 120"/>
              <a:gd name="T42" fmla="*/ 211 w 238"/>
              <a:gd name="T43" fmla="*/ 92 h 120"/>
              <a:gd name="T44" fmla="*/ 206 w 238"/>
              <a:gd name="T45" fmla="*/ 76 h 120"/>
              <a:gd name="T46" fmla="*/ 197 w 238"/>
              <a:gd name="T47" fmla="*/ 41 h 120"/>
              <a:gd name="T48" fmla="*/ 188 w 238"/>
              <a:gd name="T49" fmla="*/ 76 h 120"/>
              <a:gd name="T50" fmla="*/ 185 w 238"/>
              <a:gd name="T51" fmla="*/ 91 h 120"/>
              <a:gd name="T52" fmla="*/ 184 w 238"/>
              <a:gd name="T53" fmla="*/ 84 h 120"/>
              <a:gd name="T54" fmla="*/ 174 w 238"/>
              <a:gd name="T55" fmla="*/ 55 h 120"/>
              <a:gd name="T56" fmla="*/ 204 w 238"/>
              <a:gd name="T57" fmla="*/ 35 h 120"/>
              <a:gd name="T58" fmla="*/ 210 w 238"/>
              <a:gd name="T59" fmla="*/ 83 h 120"/>
              <a:gd name="T60" fmla="*/ 219 w 238"/>
              <a:gd name="T61" fmla="*/ 88 h 120"/>
              <a:gd name="T62" fmla="*/ 231 w 238"/>
              <a:gd name="T63" fmla="*/ 115 h 120"/>
              <a:gd name="T64" fmla="*/ 45 w 238"/>
              <a:gd name="T65" fmla="*/ 120 h 120"/>
              <a:gd name="T66" fmla="*/ 0 w 238"/>
              <a:gd name="T67" fmla="*/ 106 h 120"/>
              <a:gd name="T68" fmla="*/ 27 w 238"/>
              <a:gd name="T69" fmla="*/ 82 h 120"/>
              <a:gd name="T70" fmla="*/ 30 w 238"/>
              <a:gd name="T71" fmla="*/ 77 h 120"/>
              <a:gd name="T72" fmla="*/ 44 w 238"/>
              <a:gd name="T73" fmla="*/ 26 h 120"/>
              <a:gd name="T74" fmla="*/ 59 w 238"/>
              <a:gd name="T75" fmla="*/ 77 h 120"/>
              <a:gd name="T76" fmla="*/ 62 w 238"/>
              <a:gd name="T77" fmla="*/ 82 h 120"/>
              <a:gd name="T78" fmla="*/ 58 w 238"/>
              <a:gd name="T79" fmla="*/ 88 h 120"/>
              <a:gd name="T80" fmla="*/ 63 w 238"/>
              <a:gd name="T81" fmla="*/ 48 h 120"/>
              <a:gd name="T82" fmla="*/ 39 w 238"/>
              <a:gd name="T83" fmla="*/ 33 h 120"/>
              <a:gd name="T84" fmla="*/ 37 w 238"/>
              <a:gd name="T85" fmla="*/ 81 h 120"/>
              <a:gd name="T86" fmla="*/ 23 w 238"/>
              <a:gd name="T87" fmla="*/ 91 h 120"/>
              <a:gd name="T88" fmla="*/ 11 w 238"/>
              <a:gd name="T89" fmla="*/ 109 h 120"/>
              <a:gd name="T90" fmla="*/ 60 w 238"/>
              <a:gd name="T91" fmla="*/ 113 h 120"/>
              <a:gd name="T92" fmla="*/ 45 w 238"/>
              <a:gd name="T93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38" h="120" extrusionOk="0">
                <a:moveTo>
                  <a:pt x="121" y="120"/>
                </a:moveTo>
                <a:cubicBezTo>
                  <a:pt x="107" y="120"/>
                  <a:pt x="96" y="119"/>
                  <a:pt x="84" y="117"/>
                </a:cubicBezTo>
                <a:cubicBezTo>
                  <a:pt x="81" y="116"/>
                  <a:pt x="77" y="115"/>
                  <a:pt x="74" y="113"/>
                </a:cubicBezTo>
                <a:cubicBezTo>
                  <a:pt x="67" y="110"/>
                  <a:pt x="65" y="106"/>
                  <a:pt x="64" y="102"/>
                </a:cubicBezTo>
                <a:cubicBezTo>
                  <a:pt x="64" y="98"/>
                  <a:pt x="65" y="94"/>
                  <a:pt x="69" y="90"/>
                </a:cubicBezTo>
                <a:cubicBezTo>
                  <a:pt x="74" y="85"/>
                  <a:pt x="81" y="81"/>
                  <a:pt x="90" y="77"/>
                </a:cubicBezTo>
                <a:cubicBezTo>
                  <a:pt x="93" y="75"/>
                  <a:pt x="96" y="74"/>
                  <a:pt x="98" y="73"/>
                </a:cubicBezTo>
                <a:cubicBezTo>
                  <a:pt x="100" y="72"/>
                  <a:pt x="100" y="72"/>
                  <a:pt x="100" y="72"/>
                </a:cubicBezTo>
                <a:cubicBezTo>
                  <a:pt x="102" y="71"/>
                  <a:pt x="104" y="70"/>
                  <a:pt x="104" y="68"/>
                </a:cubicBezTo>
                <a:cubicBezTo>
                  <a:pt x="105" y="67"/>
                  <a:pt x="104" y="65"/>
                  <a:pt x="103" y="64"/>
                </a:cubicBezTo>
                <a:cubicBezTo>
                  <a:pt x="93" y="54"/>
                  <a:pt x="88" y="42"/>
                  <a:pt x="89" y="28"/>
                </a:cubicBezTo>
                <a:cubicBezTo>
                  <a:pt x="90" y="14"/>
                  <a:pt x="97" y="5"/>
                  <a:pt x="112" y="1"/>
                </a:cubicBezTo>
                <a:cubicBezTo>
                  <a:pt x="115" y="0"/>
                  <a:pt x="118" y="0"/>
                  <a:pt x="121" y="0"/>
                </a:cubicBezTo>
                <a:cubicBezTo>
                  <a:pt x="124" y="0"/>
                  <a:pt x="127" y="0"/>
                  <a:pt x="130" y="1"/>
                </a:cubicBezTo>
                <a:cubicBezTo>
                  <a:pt x="145" y="5"/>
                  <a:pt x="153" y="14"/>
                  <a:pt x="153" y="28"/>
                </a:cubicBezTo>
                <a:cubicBezTo>
                  <a:pt x="154" y="42"/>
                  <a:pt x="149" y="55"/>
                  <a:pt x="140" y="64"/>
                </a:cubicBezTo>
                <a:cubicBezTo>
                  <a:pt x="138" y="65"/>
                  <a:pt x="138" y="67"/>
                  <a:pt x="138" y="68"/>
                </a:cubicBezTo>
                <a:cubicBezTo>
                  <a:pt x="138" y="70"/>
                  <a:pt x="140" y="71"/>
                  <a:pt x="142" y="72"/>
                </a:cubicBezTo>
                <a:cubicBezTo>
                  <a:pt x="144" y="73"/>
                  <a:pt x="144" y="73"/>
                  <a:pt x="144" y="73"/>
                </a:cubicBezTo>
                <a:cubicBezTo>
                  <a:pt x="147" y="74"/>
                  <a:pt x="149" y="75"/>
                  <a:pt x="152" y="77"/>
                </a:cubicBezTo>
                <a:cubicBezTo>
                  <a:pt x="162" y="81"/>
                  <a:pt x="168" y="85"/>
                  <a:pt x="173" y="90"/>
                </a:cubicBezTo>
                <a:cubicBezTo>
                  <a:pt x="176" y="93"/>
                  <a:pt x="178" y="98"/>
                  <a:pt x="177" y="103"/>
                </a:cubicBezTo>
                <a:cubicBezTo>
                  <a:pt x="176" y="107"/>
                  <a:pt x="173" y="111"/>
                  <a:pt x="168" y="113"/>
                </a:cubicBezTo>
                <a:cubicBezTo>
                  <a:pt x="168" y="113"/>
                  <a:pt x="168" y="113"/>
                  <a:pt x="168" y="113"/>
                </a:cubicBezTo>
                <a:cubicBezTo>
                  <a:pt x="165" y="115"/>
                  <a:pt x="162" y="116"/>
                  <a:pt x="158" y="117"/>
                </a:cubicBezTo>
                <a:cubicBezTo>
                  <a:pt x="146" y="119"/>
                  <a:pt x="135" y="120"/>
                  <a:pt x="121" y="120"/>
                </a:cubicBezTo>
                <a:close/>
                <a:moveTo>
                  <a:pt x="121" y="6"/>
                </a:moveTo>
                <a:cubicBezTo>
                  <a:pt x="119" y="6"/>
                  <a:pt x="116" y="7"/>
                  <a:pt x="114" y="7"/>
                </a:cubicBezTo>
                <a:cubicBezTo>
                  <a:pt x="102" y="10"/>
                  <a:pt x="96" y="17"/>
                  <a:pt x="96" y="28"/>
                </a:cubicBezTo>
                <a:cubicBezTo>
                  <a:pt x="95" y="41"/>
                  <a:pt x="99" y="51"/>
                  <a:pt x="107" y="59"/>
                </a:cubicBezTo>
                <a:cubicBezTo>
                  <a:pt x="110" y="62"/>
                  <a:pt x="111" y="66"/>
                  <a:pt x="111" y="70"/>
                </a:cubicBezTo>
                <a:cubicBezTo>
                  <a:pt x="110" y="74"/>
                  <a:pt x="107" y="77"/>
                  <a:pt x="103" y="78"/>
                </a:cubicBezTo>
                <a:cubicBezTo>
                  <a:pt x="101" y="79"/>
                  <a:pt x="101" y="79"/>
                  <a:pt x="101" y="79"/>
                </a:cubicBezTo>
                <a:cubicBezTo>
                  <a:pt x="98" y="80"/>
                  <a:pt x="95" y="81"/>
                  <a:pt x="93" y="82"/>
                </a:cubicBezTo>
                <a:cubicBezTo>
                  <a:pt x="84" y="86"/>
                  <a:pt x="78" y="90"/>
                  <a:pt x="73" y="95"/>
                </a:cubicBezTo>
                <a:cubicBezTo>
                  <a:pt x="71" y="97"/>
                  <a:pt x="71" y="99"/>
                  <a:pt x="71" y="101"/>
                </a:cubicBezTo>
                <a:cubicBezTo>
                  <a:pt x="71" y="104"/>
                  <a:pt x="73" y="106"/>
                  <a:pt x="77" y="107"/>
                </a:cubicBezTo>
                <a:cubicBezTo>
                  <a:pt x="79" y="108"/>
                  <a:pt x="83" y="110"/>
                  <a:pt x="86" y="110"/>
                </a:cubicBezTo>
                <a:cubicBezTo>
                  <a:pt x="97" y="113"/>
                  <a:pt x="108" y="113"/>
                  <a:pt x="121" y="114"/>
                </a:cubicBezTo>
                <a:cubicBezTo>
                  <a:pt x="134" y="113"/>
                  <a:pt x="146" y="113"/>
                  <a:pt x="156" y="110"/>
                </a:cubicBezTo>
                <a:cubicBezTo>
                  <a:pt x="160" y="110"/>
                  <a:pt x="163" y="108"/>
                  <a:pt x="166" y="107"/>
                </a:cubicBezTo>
                <a:cubicBezTo>
                  <a:pt x="168" y="106"/>
                  <a:pt x="170" y="104"/>
                  <a:pt x="171" y="101"/>
                </a:cubicBezTo>
                <a:cubicBezTo>
                  <a:pt x="171" y="99"/>
                  <a:pt x="170" y="96"/>
                  <a:pt x="169" y="95"/>
                </a:cubicBezTo>
                <a:cubicBezTo>
                  <a:pt x="164" y="90"/>
                  <a:pt x="158" y="86"/>
                  <a:pt x="149" y="82"/>
                </a:cubicBezTo>
                <a:cubicBezTo>
                  <a:pt x="147" y="81"/>
                  <a:pt x="144" y="80"/>
                  <a:pt x="142" y="79"/>
                </a:cubicBezTo>
                <a:cubicBezTo>
                  <a:pt x="140" y="78"/>
                  <a:pt x="140" y="78"/>
                  <a:pt x="140" y="78"/>
                </a:cubicBezTo>
                <a:cubicBezTo>
                  <a:pt x="135" y="77"/>
                  <a:pt x="132" y="74"/>
                  <a:pt x="132" y="70"/>
                </a:cubicBezTo>
                <a:cubicBezTo>
                  <a:pt x="131" y="66"/>
                  <a:pt x="132" y="62"/>
                  <a:pt x="135" y="59"/>
                </a:cubicBezTo>
                <a:cubicBezTo>
                  <a:pt x="143" y="51"/>
                  <a:pt x="147" y="41"/>
                  <a:pt x="147" y="28"/>
                </a:cubicBezTo>
                <a:cubicBezTo>
                  <a:pt x="146" y="17"/>
                  <a:pt x="140" y="10"/>
                  <a:pt x="128" y="7"/>
                </a:cubicBezTo>
                <a:cubicBezTo>
                  <a:pt x="126" y="7"/>
                  <a:pt x="123" y="6"/>
                  <a:pt x="121" y="6"/>
                </a:cubicBezTo>
                <a:close/>
                <a:moveTo>
                  <a:pt x="167" y="110"/>
                </a:moveTo>
                <a:cubicBezTo>
                  <a:pt x="167" y="110"/>
                  <a:pt x="167" y="110"/>
                  <a:pt x="167" y="110"/>
                </a:cubicBezTo>
                <a:close/>
                <a:moveTo>
                  <a:pt x="197" y="120"/>
                </a:moveTo>
                <a:cubicBezTo>
                  <a:pt x="195" y="120"/>
                  <a:pt x="195" y="120"/>
                  <a:pt x="195" y="120"/>
                </a:cubicBezTo>
                <a:cubicBezTo>
                  <a:pt x="189" y="120"/>
                  <a:pt x="187" y="120"/>
                  <a:pt x="180" y="119"/>
                </a:cubicBezTo>
                <a:cubicBezTo>
                  <a:pt x="178" y="119"/>
                  <a:pt x="177" y="117"/>
                  <a:pt x="177" y="116"/>
                </a:cubicBezTo>
                <a:cubicBezTo>
                  <a:pt x="177" y="114"/>
                  <a:pt x="179" y="112"/>
                  <a:pt x="181" y="113"/>
                </a:cubicBezTo>
                <a:cubicBezTo>
                  <a:pt x="187" y="113"/>
                  <a:pt x="189" y="113"/>
                  <a:pt x="195" y="114"/>
                </a:cubicBezTo>
                <a:cubicBezTo>
                  <a:pt x="197" y="114"/>
                  <a:pt x="197" y="114"/>
                  <a:pt x="197" y="114"/>
                </a:cubicBezTo>
                <a:cubicBezTo>
                  <a:pt x="207" y="113"/>
                  <a:pt x="214" y="113"/>
                  <a:pt x="222" y="111"/>
                </a:cubicBezTo>
                <a:cubicBezTo>
                  <a:pt x="224" y="111"/>
                  <a:pt x="226" y="110"/>
                  <a:pt x="228" y="109"/>
                </a:cubicBezTo>
                <a:cubicBezTo>
                  <a:pt x="229" y="108"/>
                  <a:pt x="230" y="107"/>
                  <a:pt x="231" y="106"/>
                </a:cubicBezTo>
                <a:cubicBezTo>
                  <a:pt x="231" y="105"/>
                  <a:pt x="230" y="103"/>
                  <a:pt x="230" y="102"/>
                </a:cubicBezTo>
                <a:cubicBezTo>
                  <a:pt x="227" y="99"/>
                  <a:pt x="222" y="97"/>
                  <a:pt x="217" y="94"/>
                </a:cubicBezTo>
                <a:cubicBezTo>
                  <a:pt x="215" y="93"/>
                  <a:pt x="213" y="92"/>
                  <a:pt x="211" y="92"/>
                </a:cubicBezTo>
                <a:cubicBezTo>
                  <a:pt x="210" y="91"/>
                  <a:pt x="210" y="91"/>
                  <a:pt x="210" y="91"/>
                </a:cubicBezTo>
                <a:cubicBezTo>
                  <a:pt x="207" y="90"/>
                  <a:pt x="204" y="87"/>
                  <a:pt x="204" y="84"/>
                </a:cubicBezTo>
                <a:cubicBezTo>
                  <a:pt x="203" y="81"/>
                  <a:pt x="204" y="78"/>
                  <a:pt x="206" y="76"/>
                </a:cubicBezTo>
                <a:cubicBezTo>
                  <a:pt x="212" y="71"/>
                  <a:pt x="214" y="64"/>
                  <a:pt x="214" y="55"/>
                </a:cubicBezTo>
                <a:cubicBezTo>
                  <a:pt x="214" y="48"/>
                  <a:pt x="210" y="44"/>
                  <a:pt x="202" y="42"/>
                </a:cubicBezTo>
                <a:cubicBezTo>
                  <a:pt x="200" y="41"/>
                  <a:pt x="199" y="41"/>
                  <a:pt x="197" y="41"/>
                </a:cubicBezTo>
                <a:cubicBezTo>
                  <a:pt x="196" y="41"/>
                  <a:pt x="194" y="41"/>
                  <a:pt x="193" y="42"/>
                </a:cubicBezTo>
                <a:cubicBezTo>
                  <a:pt x="185" y="44"/>
                  <a:pt x="181" y="48"/>
                  <a:pt x="181" y="55"/>
                </a:cubicBezTo>
                <a:cubicBezTo>
                  <a:pt x="180" y="64"/>
                  <a:pt x="183" y="71"/>
                  <a:pt x="188" y="76"/>
                </a:cubicBezTo>
                <a:cubicBezTo>
                  <a:pt x="191" y="79"/>
                  <a:pt x="192" y="82"/>
                  <a:pt x="191" y="85"/>
                </a:cubicBezTo>
                <a:cubicBezTo>
                  <a:pt x="191" y="87"/>
                  <a:pt x="189" y="89"/>
                  <a:pt x="186" y="90"/>
                </a:cubicBezTo>
                <a:cubicBezTo>
                  <a:pt x="185" y="91"/>
                  <a:pt x="185" y="91"/>
                  <a:pt x="185" y="91"/>
                </a:cubicBezTo>
                <a:cubicBezTo>
                  <a:pt x="184" y="91"/>
                  <a:pt x="182" y="90"/>
                  <a:pt x="181" y="89"/>
                </a:cubicBezTo>
                <a:cubicBezTo>
                  <a:pt x="181" y="87"/>
                  <a:pt x="181" y="85"/>
                  <a:pt x="183" y="85"/>
                </a:cubicBezTo>
                <a:cubicBezTo>
                  <a:pt x="184" y="84"/>
                  <a:pt x="184" y="84"/>
                  <a:pt x="184" y="84"/>
                </a:cubicBezTo>
                <a:cubicBezTo>
                  <a:pt x="184" y="84"/>
                  <a:pt x="185" y="84"/>
                  <a:pt x="185" y="83"/>
                </a:cubicBezTo>
                <a:cubicBezTo>
                  <a:pt x="185" y="83"/>
                  <a:pt x="185" y="82"/>
                  <a:pt x="184" y="81"/>
                </a:cubicBezTo>
                <a:cubicBezTo>
                  <a:pt x="177" y="74"/>
                  <a:pt x="174" y="65"/>
                  <a:pt x="174" y="55"/>
                </a:cubicBezTo>
                <a:cubicBezTo>
                  <a:pt x="174" y="48"/>
                  <a:pt x="177" y="39"/>
                  <a:pt x="191" y="35"/>
                </a:cubicBezTo>
                <a:cubicBezTo>
                  <a:pt x="193" y="35"/>
                  <a:pt x="195" y="34"/>
                  <a:pt x="197" y="34"/>
                </a:cubicBezTo>
                <a:cubicBezTo>
                  <a:pt x="199" y="34"/>
                  <a:pt x="202" y="35"/>
                  <a:pt x="204" y="35"/>
                </a:cubicBezTo>
                <a:cubicBezTo>
                  <a:pt x="217" y="39"/>
                  <a:pt x="220" y="48"/>
                  <a:pt x="221" y="55"/>
                </a:cubicBezTo>
                <a:cubicBezTo>
                  <a:pt x="221" y="65"/>
                  <a:pt x="218" y="74"/>
                  <a:pt x="211" y="81"/>
                </a:cubicBezTo>
                <a:cubicBezTo>
                  <a:pt x="210" y="81"/>
                  <a:pt x="210" y="82"/>
                  <a:pt x="210" y="83"/>
                </a:cubicBezTo>
                <a:cubicBezTo>
                  <a:pt x="210" y="84"/>
                  <a:pt x="211" y="84"/>
                  <a:pt x="212" y="85"/>
                </a:cubicBezTo>
                <a:cubicBezTo>
                  <a:pt x="213" y="85"/>
                  <a:pt x="213" y="85"/>
                  <a:pt x="213" y="85"/>
                </a:cubicBezTo>
                <a:cubicBezTo>
                  <a:pt x="215" y="86"/>
                  <a:pt x="217" y="87"/>
                  <a:pt x="219" y="88"/>
                </a:cubicBezTo>
                <a:cubicBezTo>
                  <a:pt x="226" y="91"/>
                  <a:pt x="231" y="94"/>
                  <a:pt x="234" y="98"/>
                </a:cubicBezTo>
                <a:cubicBezTo>
                  <a:pt x="237" y="100"/>
                  <a:pt x="238" y="104"/>
                  <a:pt x="237" y="107"/>
                </a:cubicBezTo>
                <a:cubicBezTo>
                  <a:pt x="237" y="111"/>
                  <a:pt x="234" y="113"/>
                  <a:pt x="231" y="115"/>
                </a:cubicBezTo>
                <a:cubicBezTo>
                  <a:pt x="228" y="116"/>
                  <a:pt x="226" y="117"/>
                  <a:pt x="223" y="118"/>
                </a:cubicBezTo>
                <a:cubicBezTo>
                  <a:pt x="215" y="120"/>
                  <a:pt x="207" y="120"/>
                  <a:pt x="197" y="120"/>
                </a:cubicBezTo>
                <a:close/>
                <a:moveTo>
                  <a:pt x="45" y="120"/>
                </a:moveTo>
                <a:cubicBezTo>
                  <a:pt x="34" y="120"/>
                  <a:pt x="25" y="120"/>
                  <a:pt x="16" y="117"/>
                </a:cubicBezTo>
                <a:cubicBezTo>
                  <a:pt x="13" y="117"/>
                  <a:pt x="10" y="116"/>
                  <a:pt x="8" y="115"/>
                </a:cubicBezTo>
                <a:cubicBezTo>
                  <a:pt x="3" y="113"/>
                  <a:pt x="1" y="109"/>
                  <a:pt x="0" y="106"/>
                </a:cubicBezTo>
                <a:cubicBezTo>
                  <a:pt x="0" y="102"/>
                  <a:pt x="1" y="99"/>
                  <a:pt x="4" y="96"/>
                </a:cubicBezTo>
                <a:cubicBezTo>
                  <a:pt x="8" y="92"/>
                  <a:pt x="13" y="88"/>
                  <a:pt x="20" y="85"/>
                </a:cubicBezTo>
                <a:cubicBezTo>
                  <a:pt x="22" y="84"/>
                  <a:pt x="24" y="83"/>
                  <a:pt x="27" y="82"/>
                </a:cubicBezTo>
                <a:cubicBezTo>
                  <a:pt x="28" y="82"/>
                  <a:pt x="28" y="82"/>
                  <a:pt x="28" y="82"/>
                </a:cubicBezTo>
                <a:cubicBezTo>
                  <a:pt x="30" y="81"/>
                  <a:pt x="31" y="80"/>
                  <a:pt x="31" y="79"/>
                </a:cubicBezTo>
                <a:cubicBezTo>
                  <a:pt x="31" y="78"/>
                  <a:pt x="30" y="77"/>
                  <a:pt x="30" y="77"/>
                </a:cubicBezTo>
                <a:cubicBezTo>
                  <a:pt x="22" y="69"/>
                  <a:pt x="19" y="60"/>
                  <a:pt x="19" y="48"/>
                </a:cubicBezTo>
                <a:cubicBezTo>
                  <a:pt x="19" y="40"/>
                  <a:pt x="23" y="30"/>
                  <a:pt x="38" y="27"/>
                </a:cubicBezTo>
                <a:cubicBezTo>
                  <a:pt x="40" y="26"/>
                  <a:pt x="42" y="26"/>
                  <a:pt x="44" y="26"/>
                </a:cubicBezTo>
                <a:cubicBezTo>
                  <a:pt x="47" y="26"/>
                  <a:pt x="49" y="26"/>
                  <a:pt x="51" y="27"/>
                </a:cubicBezTo>
                <a:cubicBezTo>
                  <a:pt x="66" y="30"/>
                  <a:pt x="70" y="40"/>
                  <a:pt x="70" y="48"/>
                </a:cubicBezTo>
                <a:cubicBezTo>
                  <a:pt x="70" y="60"/>
                  <a:pt x="67" y="69"/>
                  <a:pt x="59" y="77"/>
                </a:cubicBezTo>
                <a:cubicBezTo>
                  <a:pt x="59" y="77"/>
                  <a:pt x="58" y="78"/>
                  <a:pt x="58" y="79"/>
                </a:cubicBezTo>
                <a:cubicBezTo>
                  <a:pt x="58" y="80"/>
                  <a:pt x="59" y="81"/>
                  <a:pt x="61" y="82"/>
                </a:cubicBezTo>
                <a:cubicBezTo>
                  <a:pt x="62" y="82"/>
                  <a:pt x="62" y="82"/>
                  <a:pt x="62" y="82"/>
                </a:cubicBezTo>
                <a:cubicBezTo>
                  <a:pt x="64" y="83"/>
                  <a:pt x="65" y="85"/>
                  <a:pt x="64" y="87"/>
                </a:cubicBezTo>
                <a:cubicBezTo>
                  <a:pt x="64" y="88"/>
                  <a:pt x="62" y="89"/>
                  <a:pt x="60" y="89"/>
                </a:cubicBezTo>
                <a:cubicBezTo>
                  <a:pt x="58" y="88"/>
                  <a:pt x="58" y="88"/>
                  <a:pt x="58" y="88"/>
                </a:cubicBezTo>
                <a:cubicBezTo>
                  <a:pt x="55" y="87"/>
                  <a:pt x="52" y="84"/>
                  <a:pt x="52" y="81"/>
                </a:cubicBezTo>
                <a:cubicBezTo>
                  <a:pt x="51" y="78"/>
                  <a:pt x="52" y="74"/>
                  <a:pt x="55" y="72"/>
                </a:cubicBezTo>
                <a:cubicBezTo>
                  <a:pt x="61" y="66"/>
                  <a:pt x="64" y="58"/>
                  <a:pt x="63" y="48"/>
                </a:cubicBezTo>
                <a:cubicBezTo>
                  <a:pt x="63" y="40"/>
                  <a:pt x="59" y="35"/>
                  <a:pt x="50" y="33"/>
                </a:cubicBezTo>
                <a:cubicBezTo>
                  <a:pt x="48" y="33"/>
                  <a:pt x="46" y="32"/>
                  <a:pt x="44" y="32"/>
                </a:cubicBezTo>
                <a:cubicBezTo>
                  <a:pt x="43" y="32"/>
                  <a:pt x="41" y="33"/>
                  <a:pt x="39" y="33"/>
                </a:cubicBezTo>
                <a:cubicBezTo>
                  <a:pt x="30" y="35"/>
                  <a:pt x="26" y="40"/>
                  <a:pt x="26" y="48"/>
                </a:cubicBezTo>
                <a:cubicBezTo>
                  <a:pt x="25" y="58"/>
                  <a:pt x="28" y="66"/>
                  <a:pt x="34" y="72"/>
                </a:cubicBezTo>
                <a:cubicBezTo>
                  <a:pt x="37" y="75"/>
                  <a:pt x="38" y="78"/>
                  <a:pt x="37" y="81"/>
                </a:cubicBezTo>
                <a:cubicBezTo>
                  <a:pt x="36" y="84"/>
                  <a:pt x="34" y="87"/>
                  <a:pt x="31" y="88"/>
                </a:cubicBezTo>
                <a:cubicBezTo>
                  <a:pt x="29" y="89"/>
                  <a:pt x="29" y="89"/>
                  <a:pt x="29" y="89"/>
                </a:cubicBezTo>
                <a:cubicBezTo>
                  <a:pt x="27" y="89"/>
                  <a:pt x="25" y="90"/>
                  <a:pt x="23" y="91"/>
                </a:cubicBezTo>
                <a:cubicBezTo>
                  <a:pt x="16" y="94"/>
                  <a:pt x="12" y="97"/>
                  <a:pt x="8" y="101"/>
                </a:cubicBezTo>
                <a:cubicBezTo>
                  <a:pt x="7" y="102"/>
                  <a:pt x="6" y="103"/>
                  <a:pt x="7" y="105"/>
                </a:cubicBezTo>
                <a:cubicBezTo>
                  <a:pt x="7" y="106"/>
                  <a:pt x="8" y="108"/>
                  <a:pt x="11" y="109"/>
                </a:cubicBezTo>
                <a:cubicBezTo>
                  <a:pt x="13" y="110"/>
                  <a:pt x="15" y="110"/>
                  <a:pt x="18" y="111"/>
                </a:cubicBezTo>
                <a:cubicBezTo>
                  <a:pt x="26" y="113"/>
                  <a:pt x="34" y="113"/>
                  <a:pt x="45" y="114"/>
                </a:cubicBezTo>
                <a:cubicBezTo>
                  <a:pt x="51" y="113"/>
                  <a:pt x="56" y="113"/>
                  <a:pt x="60" y="113"/>
                </a:cubicBezTo>
                <a:cubicBezTo>
                  <a:pt x="62" y="113"/>
                  <a:pt x="64" y="114"/>
                  <a:pt x="64" y="116"/>
                </a:cubicBezTo>
                <a:cubicBezTo>
                  <a:pt x="64" y="118"/>
                  <a:pt x="63" y="119"/>
                  <a:pt x="61" y="119"/>
                </a:cubicBezTo>
                <a:cubicBezTo>
                  <a:pt x="56" y="120"/>
                  <a:pt x="51" y="120"/>
                  <a:pt x="45" y="120"/>
                </a:cubicBezTo>
                <a:close/>
              </a:path>
            </a:pathLst>
          </a:custGeom>
          <a:solidFill>
            <a:srgbClr val="AEB0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22" name="Google Shape;879;p29"/>
          <p:cNvSpPr>
            <a:spLocks/>
          </p:cNvSpPr>
          <p:nvPr/>
        </p:nvSpPr>
        <p:spPr bwMode="auto">
          <a:xfrm>
            <a:off x="10161588" y="4897438"/>
            <a:ext cx="706437" cy="615950"/>
          </a:xfrm>
          <a:custGeom>
            <a:avLst/>
            <a:gdLst>
              <a:gd name="T0" fmla="*/ 20 w 179"/>
              <a:gd name="T1" fmla="*/ 156 h 156"/>
              <a:gd name="T2" fmla="*/ 0 w 179"/>
              <a:gd name="T3" fmla="*/ 101 h 156"/>
              <a:gd name="T4" fmla="*/ 7 w 179"/>
              <a:gd name="T5" fmla="*/ 101 h 156"/>
              <a:gd name="T6" fmla="*/ 20 w 179"/>
              <a:gd name="T7" fmla="*/ 148 h 156"/>
              <a:gd name="T8" fmla="*/ 171 w 179"/>
              <a:gd name="T9" fmla="*/ 135 h 156"/>
              <a:gd name="T10" fmla="*/ 175 w 179"/>
              <a:gd name="T11" fmla="*/ 97 h 156"/>
              <a:gd name="T12" fmla="*/ 179 w 179"/>
              <a:gd name="T13" fmla="*/ 135 h 156"/>
              <a:gd name="T14" fmla="*/ 96 w 179"/>
              <a:gd name="T15" fmla="*/ 111 h 156"/>
              <a:gd name="T16" fmla="*/ 72 w 179"/>
              <a:gd name="T17" fmla="*/ 100 h 156"/>
              <a:gd name="T18" fmla="*/ 82 w 179"/>
              <a:gd name="T19" fmla="*/ 72 h 156"/>
              <a:gd name="T20" fmla="*/ 107 w 179"/>
              <a:gd name="T21" fmla="*/ 83 h 156"/>
              <a:gd name="T22" fmla="*/ 96 w 179"/>
              <a:gd name="T23" fmla="*/ 111 h 156"/>
              <a:gd name="T24" fmla="*/ 80 w 179"/>
              <a:gd name="T25" fmla="*/ 83 h 156"/>
              <a:gd name="T26" fmla="*/ 82 w 179"/>
              <a:gd name="T27" fmla="*/ 104 h 156"/>
              <a:gd name="T28" fmla="*/ 99 w 179"/>
              <a:gd name="T29" fmla="*/ 100 h 156"/>
              <a:gd name="T30" fmla="*/ 96 w 179"/>
              <a:gd name="T31" fmla="*/ 80 h 156"/>
              <a:gd name="T32" fmla="*/ 158 w 179"/>
              <a:gd name="T33" fmla="*/ 96 h 156"/>
              <a:gd name="T34" fmla="*/ 114 w 179"/>
              <a:gd name="T35" fmla="*/ 92 h 156"/>
              <a:gd name="T36" fmla="*/ 158 w 179"/>
              <a:gd name="T37" fmla="*/ 88 h 156"/>
              <a:gd name="T38" fmla="*/ 171 w 179"/>
              <a:gd name="T39" fmla="*/ 48 h 156"/>
              <a:gd name="T40" fmla="*/ 20 w 179"/>
              <a:gd name="T41" fmla="*/ 35 h 156"/>
              <a:gd name="T42" fmla="*/ 7 w 179"/>
              <a:gd name="T43" fmla="*/ 75 h 156"/>
              <a:gd name="T44" fmla="*/ 61 w 179"/>
              <a:gd name="T45" fmla="*/ 88 h 156"/>
              <a:gd name="T46" fmla="*/ 61 w 179"/>
              <a:gd name="T47" fmla="*/ 96 h 156"/>
              <a:gd name="T48" fmla="*/ 0 w 179"/>
              <a:gd name="T49" fmla="*/ 75 h 156"/>
              <a:gd name="T50" fmla="*/ 20 w 179"/>
              <a:gd name="T51" fmla="*/ 28 h 156"/>
              <a:gd name="T52" fmla="*/ 179 w 179"/>
              <a:gd name="T53" fmla="*/ 48 h 156"/>
              <a:gd name="T54" fmla="*/ 178 w 179"/>
              <a:gd name="T55" fmla="*/ 80 h 156"/>
              <a:gd name="T56" fmla="*/ 119 w 179"/>
              <a:gd name="T57" fmla="*/ 21 h 156"/>
              <a:gd name="T58" fmla="*/ 104 w 179"/>
              <a:gd name="T59" fmla="*/ 8 h 156"/>
              <a:gd name="T60" fmla="*/ 63 w 179"/>
              <a:gd name="T61" fmla="*/ 17 h 156"/>
              <a:gd name="T62" fmla="*/ 56 w 179"/>
              <a:gd name="T63" fmla="*/ 17 h 156"/>
              <a:gd name="T64" fmla="*/ 104 w 179"/>
              <a:gd name="T65" fmla="*/ 0 h 156"/>
              <a:gd name="T66" fmla="*/ 119 w 179"/>
              <a:gd name="T67" fmla="*/ 21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9" h="156" extrusionOk="0">
                <a:moveTo>
                  <a:pt x="158" y="156"/>
                </a:moveTo>
                <a:cubicBezTo>
                  <a:pt x="20" y="156"/>
                  <a:pt x="20" y="156"/>
                  <a:pt x="20" y="156"/>
                </a:cubicBezTo>
                <a:cubicBezTo>
                  <a:pt x="9" y="156"/>
                  <a:pt x="0" y="146"/>
                  <a:pt x="0" y="135"/>
                </a:cubicBezTo>
                <a:cubicBezTo>
                  <a:pt x="0" y="101"/>
                  <a:pt x="0" y="101"/>
                  <a:pt x="0" y="101"/>
                </a:cubicBezTo>
                <a:cubicBezTo>
                  <a:pt x="0" y="99"/>
                  <a:pt x="1" y="97"/>
                  <a:pt x="4" y="97"/>
                </a:cubicBezTo>
                <a:cubicBezTo>
                  <a:pt x="6" y="97"/>
                  <a:pt x="7" y="99"/>
                  <a:pt x="7" y="101"/>
                </a:cubicBezTo>
                <a:cubicBezTo>
                  <a:pt x="7" y="135"/>
                  <a:pt x="7" y="135"/>
                  <a:pt x="7" y="135"/>
                </a:cubicBezTo>
                <a:cubicBezTo>
                  <a:pt x="7" y="142"/>
                  <a:pt x="13" y="148"/>
                  <a:pt x="20" y="148"/>
                </a:cubicBezTo>
                <a:cubicBezTo>
                  <a:pt x="158" y="148"/>
                  <a:pt x="158" y="148"/>
                  <a:pt x="158" y="148"/>
                </a:cubicBezTo>
                <a:cubicBezTo>
                  <a:pt x="165" y="148"/>
                  <a:pt x="171" y="142"/>
                  <a:pt x="171" y="135"/>
                </a:cubicBezTo>
                <a:cubicBezTo>
                  <a:pt x="171" y="101"/>
                  <a:pt x="171" y="101"/>
                  <a:pt x="171" y="101"/>
                </a:cubicBezTo>
                <a:cubicBezTo>
                  <a:pt x="171" y="99"/>
                  <a:pt x="173" y="97"/>
                  <a:pt x="175" y="97"/>
                </a:cubicBezTo>
                <a:cubicBezTo>
                  <a:pt x="177" y="97"/>
                  <a:pt x="179" y="99"/>
                  <a:pt x="179" y="101"/>
                </a:cubicBezTo>
                <a:cubicBezTo>
                  <a:pt x="179" y="135"/>
                  <a:pt x="179" y="135"/>
                  <a:pt x="179" y="135"/>
                </a:cubicBezTo>
                <a:cubicBezTo>
                  <a:pt x="179" y="146"/>
                  <a:pt x="170" y="156"/>
                  <a:pt x="158" y="156"/>
                </a:cubicBezTo>
                <a:close/>
                <a:moveTo>
                  <a:pt x="96" y="111"/>
                </a:moveTo>
                <a:cubicBezTo>
                  <a:pt x="82" y="111"/>
                  <a:pt x="82" y="111"/>
                  <a:pt x="82" y="111"/>
                </a:cubicBezTo>
                <a:cubicBezTo>
                  <a:pt x="76" y="111"/>
                  <a:pt x="72" y="106"/>
                  <a:pt x="72" y="100"/>
                </a:cubicBezTo>
                <a:cubicBezTo>
                  <a:pt x="72" y="83"/>
                  <a:pt x="72" y="83"/>
                  <a:pt x="72" y="83"/>
                </a:cubicBezTo>
                <a:cubicBezTo>
                  <a:pt x="72" y="77"/>
                  <a:pt x="76" y="72"/>
                  <a:pt x="82" y="72"/>
                </a:cubicBezTo>
                <a:cubicBezTo>
                  <a:pt x="96" y="72"/>
                  <a:pt x="96" y="72"/>
                  <a:pt x="96" y="72"/>
                </a:cubicBezTo>
                <a:cubicBezTo>
                  <a:pt x="102" y="72"/>
                  <a:pt x="107" y="77"/>
                  <a:pt x="107" y="83"/>
                </a:cubicBezTo>
                <a:cubicBezTo>
                  <a:pt x="107" y="100"/>
                  <a:pt x="107" y="100"/>
                  <a:pt x="107" y="100"/>
                </a:cubicBezTo>
                <a:cubicBezTo>
                  <a:pt x="107" y="106"/>
                  <a:pt x="102" y="111"/>
                  <a:pt x="96" y="111"/>
                </a:cubicBezTo>
                <a:close/>
                <a:moveTo>
                  <a:pt x="82" y="80"/>
                </a:moveTo>
                <a:cubicBezTo>
                  <a:pt x="81" y="80"/>
                  <a:pt x="80" y="81"/>
                  <a:pt x="80" y="83"/>
                </a:cubicBezTo>
                <a:cubicBezTo>
                  <a:pt x="80" y="100"/>
                  <a:pt x="80" y="100"/>
                  <a:pt x="80" y="100"/>
                </a:cubicBezTo>
                <a:cubicBezTo>
                  <a:pt x="80" y="102"/>
                  <a:pt x="81" y="104"/>
                  <a:pt x="82" y="104"/>
                </a:cubicBezTo>
                <a:cubicBezTo>
                  <a:pt x="96" y="104"/>
                  <a:pt x="96" y="104"/>
                  <a:pt x="96" y="104"/>
                </a:cubicBezTo>
                <a:cubicBezTo>
                  <a:pt x="98" y="104"/>
                  <a:pt x="99" y="102"/>
                  <a:pt x="99" y="100"/>
                </a:cubicBezTo>
                <a:cubicBezTo>
                  <a:pt x="99" y="83"/>
                  <a:pt x="99" y="83"/>
                  <a:pt x="99" y="83"/>
                </a:cubicBezTo>
                <a:cubicBezTo>
                  <a:pt x="99" y="81"/>
                  <a:pt x="98" y="80"/>
                  <a:pt x="96" y="80"/>
                </a:cubicBezTo>
                <a:lnTo>
                  <a:pt x="82" y="80"/>
                </a:lnTo>
                <a:close/>
                <a:moveTo>
                  <a:pt x="158" y="96"/>
                </a:moveTo>
                <a:cubicBezTo>
                  <a:pt x="118" y="96"/>
                  <a:pt x="118" y="96"/>
                  <a:pt x="118" y="96"/>
                </a:cubicBezTo>
                <a:cubicBezTo>
                  <a:pt x="115" y="96"/>
                  <a:pt x="114" y="94"/>
                  <a:pt x="114" y="92"/>
                </a:cubicBezTo>
                <a:cubicBezTo>
                  <a:pt x="114" y="90"/>
                  <a:pt x="115" y="88"/>
                  <a:pt x="118" y="88"/>
                </a:cubicBezTo>
                <a:cubicBezTo>
                  <a:pt x="158" y="88"/>
                  <a:pt x="158" y="88"/>
                  <a:pt x="158" y="88"/>
                </a:cubicBezTo>
                <a:cubicBezTo>
                  <a:pt x="165" y="88"/>
                  <a:pt x="171" y="82"/>
                  <a:pt x="171" y="75"/>
                </a:cubicBezTo>
                <a:cubicBezTo>
                  <a:pt x="171" y="48"/>
                  <a:pt x="171" y="48"/>
                  <a:pt x="171" y="48"/>
                </a:cubicBezTo>
                <a:cubicBezTo>
                  <a:pt x="171" y="41"/>
                  <a:pt x="165" y="35"/>
                  <a:pt x="158" y="35"/>
                </a:cubicBezTo>
                <a:cubicBezTo>
                  <a:pt x="20" y="35"/>
                  <a:pt x="20" y="35"/>
                  <a:pt x="20" y="35"/>
                </a:cubicBezTo>
                <a:cubicBezTo>
                  <a:pt x="13" y="35"/>
                  <a:pt x="7" y="41"/>
                  <a:pt x="7" y="48"/>
                </a:cubicBezTo>
                <a:cubicBezTo>
                  <a:pt x="7" y="75"/>
                  <a:pt x="7" y="75"/>
                  <a:pt x="7" y="75"/>
                </a:cubicBezTo>
                <a:cubicBezTo>
                  <a:pt x="7" y="82"/>
                  <a:pt x="13" y="88"/>
                  <a:pt x="20" y="88"/>
                </a:cubicBezTo>
                <a:cubicBezTo>
                  <a:pt x="61" y="88"/>
                  <a:pt x="61" y="88"/>
                  <a:pt x="61" y="88"/>
                </a:cubicBezTo>
                <a:cubicBezTo>
                  <a:pt x="63" y="88"/>
                  <a:pt x="65" y="90"/>
                  <a:pt x="65" y="92"/>
                </a:cubicBezTo>
                <a:cubicBezTo>
                  <a:pt x="65" y="94"/>
                  <a:pt x="63" y="96"/>
                  <a:pt x="61" y="96"/>
                </a:cubicBezTo>
                <a:cubicBezTo>
                  <a:pt x="20" y="96"/>
                  <a:pt x="20" y="96"/>
                  <a:pt x="20" y="96"/>
                </a:cubicBezTo>
                <a:cubicBezTo>
                  <a:pt x="9" y="96"/>
                  <a:pt x="0" y="86"/>
                  <a:pt x="0" y="75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37"/>
                  <a:pt x="9" y="28"/>
                  <a:pt x="20" y="28"/>
                </a:cubicBezTo>
                <a:cubicBezTo>
                  <a:pt x="158" y="28"/>
                  <a:pt x="158" y="28"/>
                  <a:pt x="158" y="28"/>
                </a:cubicBezTo>
                <a:cubicBezTo>
                  <a:pt x="170" y="28"/>
                  <a:pt x="179" y="37"/>
                  <a:pt x="179" y="48"/>
                </a:cubicBezTo>
                <a:cubicBezTo>
                  <a:pt x="179" y="78"/>
                  <a:pt x="179" y="78"/>
                  <a:pt x="179" y="78"/>
                </a:cubicBezTo>
                <a:cubicBezTo>
                  <a:pt x="179" y="79"/>
                  <a:pt x="179" y="79"/>
                  <a:pt x="178" y="80"/>
                </a:cubicBezTo>
                <a:cubicBezTo>
                  <a:pt x="176" y="89"/>
                  <a:pt x="168" y="96"/>
                  <a:pt x="158" y="96"/>
                </a:cubicBezTo>
                <a:close/>
                <a:moveTo>
                  <a:pt x="119" y="21"/>
                </a:moveTo>
                <a:cubicBezTo>
                  <a:pt x="117" y="21"/>
                  <a:pt x="115" y="19"/>
                  <a:pt x="115" y="17"/>
                </a:cubicBezTo>
                <a:cubicBezTo>
                  <a:pt x="115" y="12"/>
                  <a:pt x="110" y="8"/>
                  <a:pt x="104" y="8"/>
                </a:cubicBezTo>
                <a:cubicBezTo>
                  <a:pt x="74" y="8"/>
                  <a:pt x="74" y="8"/>
                  <a:pt x="74" y="8"/>
                </a:cubicBezTo>
                <a:cubicBezTo>
                  <a:pt x="68" y="8"/>
                  <a:pt x="63" y="12"/>
                  <a:pt x="63" y="17"/>
                </a:cubicBezTo>
                <a:cubicBezTo>
                  <a:pt x="63" y="19"/>
                  <a:pt x="62" y="21"/>
                  <a:pt x="59" y="21"/>
                </a:cubicBezTo>
                <a:cubicBezTo>
                  <a:pt x="57" y="21"/>
                  <a:pt x="56" y="19"/>
                  <a:pt x="56" y="17"/>
                </a:cubicBezTo>
                <a:cubicBezTo>
                  <a:pt x="56" y="8"/>
                  <a:pt x="64" y="0"/>
                  <a:pt x="74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15" y="0"/>
                  <a:pt x="123" y="8"/>
                  <a:pt x="123" y="17"/>
                </a:cubicBezTo>
                <a:cubicBezTo>
                  <a:pt x="123" y="19"/>
                  <a:pt x="121" y="21"/>
                  <a:pt x="119" y="21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23" name="Google Shape;880;p29"/>
          <p:cNvSpPr>
            <a:spLocks/>
          </p:cNvSpPr>
          <p:nvPr/>
        </p:nvSpPr>
        <p:spPr bwMode="auto">
          <a:xfrm>
            <a:off x="8386763" y="1306513"/>
            <a:ext cx="719137" cy="649287"/>
          </a:xfrm>
          <a:custGeom>
            <a:avLst/>
            <a:gdLst>
              <a:gd name="T0" fmla="*/ 29 w 182"/>
              <a:gd name="T1" fmla="*/ 85 h 164"/>
              <a:gd name="T2" fmla="*/ 39 w 182"/>
              <a:gd name="T3" fmla="*/ 137 h 164"/>
              <a:gd name="T4" fmla="*/ 59 w 182"/>
              <a:gd name="T5" fmla="*/ 127 h 164"/>
              <a:gd name="T6" fmla="*/ 49 w 182"/>
              <a:gd name="T7" fmla="*/ 75 h 164"/>
              <a:gd name="T8" fmla="*/ 52 w 182"/>
              <a:gd name="T9" fmla="*/ 85 h 164"/>
              <a:gd name="T10" fmla="*/ 49 w 182"/>
              <a:gd name="T11" fmla="*/ 129 h 164"/>
              <a:gd name="T12" fmla="*/ 37 w 182"/>
              <a:gd name="T13" fmla="*/ 127 h 164"/>
              <a:gd name="T14" fmla="*/ 39 w 182"/>
              <a:gd name="T15" fmla="*/ 83 h 164"/>
              <a:gd name="T16" fmla="*/ 52 w 182"/>
              <a:gd name="T17" fmla="*/ 85 h 164"/>
              <a:gd name="T18" fmla="*/ 66 w 182"/>
              <a:gd name="T19" fmla="*/ 70 h 164"/>
              <a:gd name="T20" fmla="*/ 76 w 182"/>
              <a:gd name="T21" fmla="*/ 137 h 164"/>
              <a:gd name="T22" fmla="*/ 97 w 182"/>
              <a:gd name="T23" fmla="*/ 127 h 164"/>
              <a:gd name="T24" fmla="*/ 87 w 182"/>
              <a:gd name="T25" fmla="*/ 60 h 164"/>
              <a:gd name="T26" fmla="*/ 89 w 182"/>
              <a:gd name="T27" fmla="*/ 70 h 164"/>
              <a:gd name="T28" fmla="*/ 87 w 182"/>
              <a:gd name="T29" fmla="*/ 129 h 164"/>
              <a:gd name="T30" fmla="*/ 74 w 182"/>
              <a:gd name="T31" fmla="*/ 127 h 164"/>
              <a:gd name="T32" fmla="*/ 76 w 182"/>
              <a:gd name="T33" fmla="*/ 68 h 164"/>
              <a:gd name="T34" fmla="*/ 89 w 182"/>
              <a:gd name="T35" fmla="*/ 70 h 164"/>
              <a:gd name="T36" fmla="*/ 104 w 182"/>
              <a:gd name="T37" fmla="*/ 57 h 164"/>
              <a:gd name="T38" fmla="*/ 114 w 182"/>
              <a:gd name="T39" fmla="*/ 137 h 164"/>
              <a:gd name="T40" fmla="*/ 134 w 182"/>
              <a:gd name="T41" fmla="*/ 127 h 164"/>
              <a:gd name="T42" fmla="*/ 124 w 182"/>
              <a:gd name="T43" fmla="*/ 47 h 164"/>
              <a:gd name="T44" fmla="*/ 126 w 182"/>
              <a:gd name="T45" fmla="*/ 57 h 164"/>
              <a:gd name="T46" fmla="*/ 124 w 182"/>
              <a:gd name="T47" fmla="*/ 129 h 164"/>
              <a:gd name="T48" fmla="*/ 111 w 182"/>
              <a:gd name="T49" fmla="*/ 127 h 164"/>
              <a:gd name="T50" fmla="*/ 114 w 182"/>
              <a:gd name="T51" fmla="*/ 55 h 164"/>
              <a:gd name="T52" fmla="*/ 126 w 182"/>
              <a:gd name="T53" fmla="*/ 57 h 164"/>
              <a:gd name="T54" fmla="*/ 141 w 182"/>
              <a:gd name="T55" fmla="*/ 127 h 164"/>
              <a:gd name="T56" fmla="*/ 161 w 182"/>
              <a:gd name="T57" fmla="*/ 137 h 164"/>
              <a:gd name="T58" fmla="*/ 171 w 182"/>
              <a:gd name="T59" fmla="*/ 44 h 164"/>
              <a:gd name="T60" fmla="*/ 151 w 182"/>
              <a:gd name="T61" fmla="*/ 34 h 164"/>
              <a:gd name="T62" fmla="*/ 163 w 182"/>
              <a:gd name="T63" fmla="*/ 44 h 164"/>
              <a:gd name="T64" fmla="*/ 161 w 182"/>
              <a:gd name="T65" fmla="*/ 129 h 164"/>
              <a:gd name="T66" fmla="*/ 149 w 182"/>
              <a:gd name="T67" fmla="*/ 127 h 164"/>
              <a:gd name="T68" fmla="*/ 151 w 182"/>
              <a:gd name="T69" fmla="*/ 42 h 164"/>
              <a:gd name="T70" fmla="*/ 163 w 182"/>
              <a:gd name="T71" fmla="*/ 44 h 164"/>
              <a:gd name="T72" fmla="*/ 143 w 182"/>
              <a:gd name="T73" fmla="*/ 9 h 164"/>
              <a:gd name="T74" fmla="*/ 147 w 182"/>
              <a:gd name="T75" fmla="*/ 4 h 164"/>
              <a:gd name="T76" fmla="*/ 153 w 182"/>
              <a:gd name="T77" fmla="*/ 16 h 164"/>
              <a:gd name="T78" fmla="*/ 146 w 182"/>
              <a:gd name="T79" fmla="*/ 16 h 164"/>
              <a:gd name="T80" fmla="*/ 35 w 182"/>
              <a:gd name="T81" fmla="*/ 58 h 164"/>
              <a:gd name="T82" fmla="*/ 30 w 182"/>
              <a:gd name="T83" fmla="*/ 55 h 164"/>
              <a:gd name="T84" fmla="*/ 94 w 182"/>
              <a:gd name="T85" fmla="*/ 33 h 164"/>
              <a:gd name="T86" fmla="*/ 176 w 182"/>
              <a:gd name="T87" fmla="*/ 158 h 164"/>
              <a:gd name="T88" fmla="*/ 170 w 182"/>
              <a:gd name="T89" fmla="*/ 155 h 164"/>
              <a:gd name="T90" fmla="*/ 11 w 182"/>
              <a:gd name="T91" fmla="*/ 151 h 164"/>
              <a:gd name="T92" fmla="*/ 0 w 182"/>
              <a:gd name="T93" fmla="*/ 26 h 164"/>
              <a:gd name="T94" fmla="*/ 15 w 182"/>
              <a:gd name="T95" fmla="*/ 13 h 164"/>
              <a:gd name="T96" fmla="*/ 30 w 182"/>
              <a:gd name="T97" fmla="*/ 26 h 164"/>
              <a:gd name="T98" fmla="*/ 19 w 182"/>
              <a:gd name="T99" fmla="*/ 147 h 164"/>
              <a:gd name="T100" fmla="*/ 170 w 182"/>
              <a:gd name="T101" fmla="*/ 137 h 164"/>
              <a:gd name="T102" fmla="*/ 182 w 182"/>
              <a:gd name="T103" fmla="*/ 151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82" h="164" extrusionOk="0">
                <a:moveTo>
                  <a:pt x="39" y="75"/>
                </a:moveTo>
                <a:cubicBezTo>
                  <a:pt x="34" y="75"/>
                  <a:pt x="29" y="79"/>
                  <a:pt x="29" y="85"/>
                </a:cubicBezTo>
                <a:cubicBezTo>
                  <a:pt x="29" y="127"/>
                  <a:pt x="29" y="127"/>
                  <a:pt x="29" y="127"/>
                </a:cubicBezTo>
                <a:cubicBezTo>
                  <a:pt x="29" y="132"/>
                  <a:pt x="34" y="137"/>
                  <a:pt x="39" y="137"/>
                </a:cubicBezTo>
                <a:cubicBezTo>
                  <a:pt x="49" y="137"/>
                  <a:pt x="49" y="137"/>
                  <a:pt x="49" y="137"/>
                </a:cubicBezTo>
                <a:cubicBezTo>
                  <a:pt x="55" y="137"/>
                  <a:pt x="59" y="132"/>
                  <a:pt x="59" y="127"/>
                </a:cubicBezTo>
                <a:cubicBezTo>
                  <a:pt x="59" y="85"/>
                  <a:pt x="59" y="85"/>
                  <a:pt x="59" y="85"/>
                </a:cubicBezTo>
                <a:cubicBezTo>
                  <a:pt x="59" y="79"/>
                  <a:pt x="55" y="75"/>
                  <a:pt x="49" y="75"/>
                </a:cubicBezTo>
                <a:lnTo>
                  <a:pt x="39" y="75"/>
                </a:lnTo>
                <a:close/>
                <a:moveTo>
                  <a:pt x="52" y="85"/>
                </a:moveTo>
                <a:cubicBezTo>
                  <a:pt x="52" y="127"/>
                  <a:pt x="52" y="127"/>
                  <a:pt x="52" y="127"/>
                </a:cubicBezTo>
                <a:cubicBezTo>
                  <a:pt x="52" y="128"/>
                  <a:pt x="51" y="129"/>
                  <a:pt x="49" y="129"/>
                </a:cubicBezTo>
                <a:cubicBezTo>
                  <a:pt x="39" y="129"/>
                  <a:pt x="39" y="129"/>
                  <a:pt x="39" y="129"/>
                </a:cubicBezTo>
                <a:cubicBezTo>
                  <a:pt x="38" y="129"/>
                  <a:pt x="37" y="128"/>
                  <a:pt x="37" y="127"/>
                </a:cubicBezTo>
                <a:cubicBezTo>
                  <a:pt x="37" y="85"/>
                  <a:pt x="37" y="85"/>
                  <a:pt x="37" y="85"/>
                </a:cubicBezTo>
                <a:cubicBezTo>
                  <a:pt x="37" y="84"/>
                  <a:pt x="38" y="83"/>
                  <a:pt x="39" y="83"/>
                </a:cubicBezTo>
                <a:cubicBezTo>
                  <a:pt x="49" y="83"/>
                  <a:pt x="49" y="83"/>
                  <a:pt x="49" y="83"/>
                </a:cubicBezTo>
                <a:cubicBezTo>
                  <a:pt x="51" y="83"/>
                  <a:pt x="52" y="84"/>
                  <a:pt x="52" y="85"/>
                </a:cubicBezTo>
                <a:close/>
                <a:moveTo>
                  <a:pt x="76" y="60"/>
                </a:moveTo>
                <a:cubicBezTo>
                  <a:pt x="71" y="60"/>
                  <a:pt x="66" y="64"/>
                  <a:pt x="66" y="70"/>
                </a:cubicBezTo>
                <a:cubicBezTo>
                  <a:pt x="66" y="127"/>
                  <a:pt x="66" y="127"/>
                  <a:pt x="66" y="127"/>
                </a:cubicBezTo>
                <a:cubicBezTo>
                  <a:pt x="66" y="132"/>
                  <a:pt x="71" y="137"/>
                  <a:pt x="76" y="137"/>
                </a:cubicBezTo>
                <a:cubicBezTo>
                  <a:pt x="87" y="137"/>
                  <a:pt x="87" y="137"/>
                  <a:pt x="87" y="137"/>
                </a:cubicBezTo>
                <a:cubicBezTo>
                  <a:pt x="92" y="137"/>
                  <a:pt x="97" y="132"/>
                  <a:pt x="97" y="127"/>
                </a:cubicBezTo>
                <a:cubicBezTo>
                  <a:pt x="97" y="70"/>
                  <a:pt x="97" y="70"/>
                  <a:pt x="97" y="70"/>
                </a:cubicBezTo>
                <a:cubicBezTo>
                  <a:pt x="97" y="64"/>
                  <a:pt x="92" y="60"/>
                  <a:pt x="87" y="60"/>
                </a:cubicBezTo>
                <a:lnTo>
                  <a:pt x="76" y="60"/>
                </a:lnTo>
                <a:close/>
                <a:moveTo>
                  <a:pt x="89" y="70"/>
                </a:moveTo>
                <a:cubicBezTo>
                  <a:pt x="89" y="127"/>
                  <a:pt x="89" y="127"/>
                  <a:pt x="89" y="127"/>
                </a:cubicBezTo>
                <a:cubicBezTo>
                  <a:pt x="89" y="128"/>
                  <a:pt x="88" y="129"/>
                  <a:pt x="87" y="129"/>
                </a:cubicBezTo>
                <a:cubicBezTo>
                  <a:pt x="76" y="129"/>
                  <a:pt x="76" y="129"/>
                  <a:pt x="76" y="129"/>
                </a:cubicBezTo>
                <a:cubicBezTo>
                  <a:pt x="75" y="129"/>
                  <a:pt x="74" y="128"/>
                  <a:pt x="74" y="127"/>
                </a:cubicBezTo>
                <a:cubicBezTo>
                  <a:pt x="74" y="70"/>
                  <a:pt x="74" y="70"/>
                  <a:pt x="74" y="70"/>
                </a:cubicBezTo>
                <a:cubicBezTo>
                  <a:pt x="74" y="69"/>
                  <a:pt x="75" y="68"/>
                  <a:pt x="76" y="68"/>
                </a:cubicBezTo>
                <a:cubicBezTo>
                  <a:pt x="87" y="68"/>
                  <a:pt x="87" y="68"/>
                  <a:pt x="87" y="68"/>
                </a:cubicBezTo>
                <a:cubicBezTo>
                  <a:pt x="88" y="68"/>
                  <a:pt x="89" y="69"/>
                  <a:pt x="89" y="70"/>
                </a:cubicBezTo>
                <a:close/>
                <a:moveTo>
                  <a:pt x="114" y="47"/>
                </a:moveTo>
                <a:cubicBezTo>
                  <a:pt x="108" y="47"/>
                  <a:pt x="104" y="52"/>
                  <a:pt x="104" y="57"/>
                </a:cubicBezTo>
                <a:cubicBezTo>
                  <a:pt x="104" y="127"/>
                  <a:pt x="104" y="127"/>
                  <a:pt x="104" y="127"/>
                </a:cubicBezTo>
                <a:cubicBezTo>
                  <a:pt x="104" y="132"/>
                  <a:pt x="108" y="137"/>
                  <a:pt x="114" y="137"/>
                </a:cubicBezTo>
                <a:cubicBezTo>
                  <a:pt x="124" y="137"/>
                  <a:pt x="124" y="137"/>
                  <a:pt x="124" y="137"/>
                </a:cubicBezTo>
                <a:cubicBezTo>
                  <a:pt x="129" y="137"/>
                  <a:pt x="134" y="132"/>
                  <a:pt x="134" y="127"/>
                </a:cubicBezTo>
                <a:cubicBezTo>
                  <a:pt x="134" y="57"/>
                  <a:pt x="134" y="57"/>
                  <a:pt x="134" y="57"/>
                </a:cubicBezTo>
                <a:cubicBezTo>
                  <a:pt x="134" y="52"/>
                  <a:pt x="129" y="47"/>
                  <a:pt x="124" y="47"/>
                </a:cubicBezTo>
                <a:lnTo>
                  <a:pt x="114" y="47"/>
                </a:lnTo>
                <a:close/>
                <a:moveTo>
                  <a:pt x="126" y="57"/>
                </a:moveTo>
                <a:cubicBezTo>
                  <a:pt x="126" y="127"/>
                  <a:pt x="126" y="127"/>
                  <a:pt x="126" y="127"/>
                </a:cubicBezTo>
                <a:cubicBezTo>
                  <a:pt x="126" y="128"/>
                  <a:pt x="125" y="129"/>
                  <a:pt x="124" y="129"/>
                </a:cubicBezTo>
                <a:cubicBezTo>
                  <a:pt x="114" y="129"/>
                  <a:pt x="114" y="129"/>
                  <a:pt x="114" y="129"/>
                </a:cubicBezTo>
                <a:cubicBezTo>
                  <a:pt x="112" y="129"/>
                  <a:pt x="111" y="128"/>
                  <a:pt x="111" y="127"/>
                </a:cubicBezTo>
                <a:cubicBezTo>
                  <a:pt x="111" y="57"/>
                  <a:pt x="111" y="57"/>
                  <a:pt x="111" y="57"/>
                </a:cubicBezTo>
                <a:cubicBezTo>
                  <a:pt x="111" y="56"/>
                  <a:pt x="112" y="55"/>
                  <a:pt x="114" y="55"/>
                </a:cubicBezTo>
                <a:cubicBezTo>
                  <a:pt x="124" y="55"/>
                  <a:pt x="124" y="55"/>
                  <a:pt x="124" y="55"/>
                </a:cubicBezTo>
                <a:cubicBezTo>
                  <a:pt x="125" y="55"/>
                  <a:pt x="126" y="56"/>
                  <a:pt x="126" y="57"/>
                </a:cubicBezTo>
                <a:close/>
                <a:moveTo>
                  <a:pt x="141" y="44"/>
                </a:moveTo>
                <a:cubicBezTo>
                  <a:pt x="141" y="127"/>
                  <a:pt x="141" y="127"/>
                  <a:pt x="141" y="127"/>
                </a:cubicBezTo>
                <a:cubicBezTo>
                  <a:pt x="141" y="132"/>
                  <a:pt x="145" y="137"/>
                  <a:pt x="151" y="137"/>
                </a:cubicBezTo>
                <a:cubicBezTo>
                  <a:pt x="161" y="137"/>
                  <a:pt x="161" y="137"/>
                  <a:pt x="161" y="137"/>
                </a:cubicBezTo>
                <a:cubicBezTo>
                  <a:pt x="166" y="137"/>
                  <a:pt x="171" y="132"/>
                  <a:pt x="171" y="127"/>
                </a:cubicBezTo>
                <a:cubicBezTo>
                  <a:pt x="171" y="44"/>
                  <a:pt x="171" y="44"/>
                  <a:pt x="171" y="44"/>
                </a:cubicBezTo>
                <a:cubicBezTo>
                  <a:pt x="171" y="38"/>
                  <a:pt x="166" y="34"/>
                  <a:pt x="161" y="34"/>
                </a:cubicBezTo>
                <a:cubicBezTo>
                  <a:pt x="151" y="34"/>
                  <a:pt x="151" y="34"/>
                  <a:pt x="151" y="34"/>
                </a:cubicBezTo>
                <a:cubicBezTo>
                  <a:pt x="145" y="34"/>
                  <a:pt x="141" y="38"/>
                  <a:pt x="141" y="44"/>
                </a:cubicBezTo>
                <a:close/>
                <a:moveTo>
                  <a:pt x="163" y="44"/>
                </a:moveTo>
                <a:cubicBezTo>
                  <a:pt x="163" y="127"/>
                  <a:pt x="163" y="127"/>
                  <a:pt x="163" y="127"/>
                </a:cubicBezTo>
                <a:cubicBezTo>
                  <a:pt x="163" y="128"/>
                  <a:pt x="162" y="129"/>
                  <a:pt x="161" y="129"/>
                </a:cubicBezTo>
                <a:cubicBezTo>
                  <a:pt x="151" y="129"/>
                  <a:pt x="151" y="129"/>
                  <a:pt x="151" y="129"/>
                </a:cubicBezTo>
                <a:cubicBezTo>
                  <a:pt x="150" y="129"/>
                  <a:pt x="149" y="128"/>
                  <a:pt x="149" y="127"/>
                </a:cubicBezTo>
                <a:cubicBezTo>
                  <a:pt x="149" y="44"/>
                  <a:pt x="149" y="44"/>
                  <a:pt x="149" y="44"/>
                </a:cubicBezTo>
                <a:cubicBezTo>
                  <a:pt x="149" y="43"/>
                  <a:pt x="150" y="42"/>
                  <a:pt x="151" y="42"/>
                </a:cubicBezTo>
                <a:cubicBezTo>
                  <a:pt x="161" y="42"/>
                  <a:pt x="161" y="42"/>
                  <a:pt x="161" y="42"/>
                </a:cubicBezTo>
                <a:cubicBezTo>
                  <a:pt x="162" y="42"/>
                  <a:pt x="163" y="43"/>
                  <a:pt x="163" y="44"/>
                </a:cubicBezTo>
                <a:close/>
                <a:moveTo>
                  <a:pt x="94" y="33"/>
                </a:moveTo>
                <a:cubicBezTo>
                  <a:pt x="118" y="24"/>
                  <a:pt x="142" y="9"/>
                  <a:pt x="143" y="9"/>
                </a:cubicBezTo>
                <a:cubicBezTo>
                  <a:pt x="138" y="0"/>
                  <a:pt x="138" y="0"/>
                  <a:pt x="138" y="0"/>
                </a:cubicBezTo>
                <a:cubicBezTo>
                  <a:pt x="147" y="4"/>
                  <a:pt x="147" y="4"/>
                  <a:pt x="147" y="4"/>
                </a:cubicBezTo>
                <a:cubicBezTo>
                  <a:pt x="155" y="7"/>
                  <a:pt x="155" y="7"/>
                  <a:pt x="155" y="7"/>
                </a:cubicBezTo>
                <a:cubicBezTo>
                  <a:pt x="153" y="16"/>
                  <a:pt x="153" y="16"/>
                  <a:pt x="153" y="16"/>
                </a:cubicBezTo>
                <a:cubicBezTo>
                  <a:pt x="150" y="25"/>
                  <a:pt x="150" y="25"/>
                  <a:pt x="150" y="25"/>
                </a:cubicBezTo>
                <a:cubicBezTo>
                  <a:pt x="146" y="16"/>
                  <a:pt x="146" y="16"/>
                  <a:pt x="146" y="16"/>
                </a:cubicBezTo>
                <a:cubicBezTo>
                  <a:pt x="142" y="18"/>
                  <a:pt x="120" y="31"/>
                  <a:pt x="97" y="40"/>
                </a:cubicBezTo>
                <a:cubicBezTo>
                  <a:pt x="70" y="51"/>
                  <a:pt x="35" y="58"/>
                  <a:pt x="35" y="58"/>
                </a:cubicBezTo>
                <a:cubicBezTo>
                  <a:pt x="35" y="58"/>
                  <a:pt x="34" y="58"/>
                  <a:pt x="34" y="58"/>
                </a:cubicBezTo>
                <a:cubicBezTo>
                  <a:pt x="32" y="58"/>
                  <a:pt x="31" y="56"/>
                  <a:pt x="30" y="55"/>
                </a:cubicBezTo>
                <a:cubicBezTo>
                  <a:pt x="30" y="53"/>
                  <a:pt x="31" y="50"/>
                  <a:pt x="33" y="50"/>
                </a:cubicBezTo>
                <a:cubicBezTo>
                  <a:pt x="34" y="50"/>
                  <a:pt x="67" y="43"/>
                  <a:pt x="94" y="33"/>
                </a:cubicBezTo>
                <a:close/>
                <a:moveTo>
                  <a:pt x="182" y="151"/>
                </a:moveTo>
                <a:cubicBezTo>
                  <a:pt x="176" y="158"/>
                  <a:pt x="176" y="158"/>
                  <a:pt x="176" y="158"/>
                </a:cubicBezTo>
                <a:cubicBezTo>
                  <a:pt x="170" y="164"/>
                  <a:pt x="170" y="164"/>
                  <a:pt x="170" y="164"/>
                </a:cubicBezTo>
                <a:cubicBezTo>
                  <a:pt x="170" y="155"/>
                  <a:pt x="170" y="155"/>
                  <a:pt x="170" y="155"/>
                </a:cubicBezTo>
                <a:cubicBezTo>
                  <a:pt x="15" y="155"/>
                  <a:pt x="15" y="155"/>
                  <a:pt x="15" y="155"/>
                </a:cubicBezTo>
                <a:cubicBezTo>
                  <a:pt x="13" y="155"/>
                  <a:pt x="11" y="153"/>
                  <a:pt x="11" y="151"/>
                </a:cubicBezTo>
                <a:cubicBezTo>
                  <a:pt x="11" y="26"/>
                  <a:pt x="11" y="26"/>
                  <a:pt x="11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7" y="20"/>
                  <a:pt x="7" y="20"/>
                  <a:pt x="7" y="20"/>
                </a:cubicBezTo>
                <a:cubicBezTo>
                  <a:pt x="15" y="13"/>
                  <a:pt x="15" y="13"/>
                  <a:pt x="15" y="13"/>
                </a:cubicBezTo>
                <a:cubicBezTo>
                  <a:pt x="23" y="20"/>
                  <a:pt x="23" y="20"/>
                  <a:pt x="23" y="20"/>
                </a:cubicBezTo>
                <a:cubicBezTo>
                  <a:pt x="30" y="26"/>
                  <a:pt x="30" y="26"/>
                  <a:pt x="30" y="26"/>
                </a:cubicBezTo>
                <a:cubicBezTo>
                  <a:pt x="19" y="26"/>
                  <a:pt x="19" y="26"/>
                  <a:pt x="19" y="26"/>
                </a:cubicBezTo>
                <a:cubicBezTo>
                  <a:pt x="19" y="147"/>
                  <a:pt x="19" y="147"/>
                  <a:pt x="19" y="147"/>
                </a:cubicBezTo>
                <a:cubicBezTo>
                  <a:pt x="170" y="147"/>
                  <a:pt x="170" y="147"/>
                  <a:pt x="170" y="147"/>
                </a:cubicBezTo>
                <a:cubicBezTo>
                  <a:pt x="170" y="137"/>
                  <a:pt x="170" y="137"/>
                  <a:pt x="170" y="137"/>
                </a:cubicBezTo>
                <a:cubicBezTo>
                  <a:pt x="176" y="144"/>
                  <a:pt x="176" y="144"/>
                  <a:pt x="176" y="144"/>
                </a:cubicBezTo>
                <a:lnTo>
                  <a:pt x="182" y="151"/>
                </a:lnTo>
                <a:close/>
              </a:path>
            </a:pathLst>
          </a:cu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24" name="Google Shape;881;p29"/>
          <p:cNvSpPr>
            <a:spLocks/>
          </p:cNvSpPr>
          <p:nvPr/>
        </p:nvSpPr>
        <p:spPr bwMode="auto">
          <a:xfrm>
            <a:off x="1333500" y="1219200"/>
            <a:ext cx="703263" cy="827088"/>
          </a:xfrm>
          <a:custGeom>
            <a:avLst/>
            <a:gdLst>
              <a:gd name="T0" fmla="*/ 73 w 178"/>
              <a:gd name="T1" fmla="*/ 209 h 209"/>
              <a:gd name="T2" fmla="*/ 73 w 178"/>
              <a:gd name="T3" fmla="*/ 201 h 209"/>
              <a:gd name="T4" fmla="*/ 106 w 178"/>
              <a:gd name="T5" fmla="*/ 205 h 209"/>
              <a:gd name="T6" fmla="*/ 110 w 178"/>
              <a:gd name="T7" fmla="*/ 195 h 209"/>
              <a:gd name="T8" fmla="*/ 61 w 178"/>
              <a:gd name="T9" fmla="*/ 191 h 209"/>
              <a:gd name="T10" fmla="*/ 110 w 178"/>
              <a:gd name="T11" fmla="*/ 187 h 209"/>
              <a:gd name="T12" fmla="*/ 110 w 178"/>
              <a:gd name="T13" fmla="*/ 195 h 209"/>
              <a:gd name="T14" fmla="*/ 70 w 178"/>
              <a:gd name="T15" fmla="*/ 181 h 209"/>
              <a:gd name="T16" fmla="*/ 57 w 178"/>
              <a:gd name="T17" fmla="*/ 171 h 209"/>
              <a:gd name="T18" fmla="*/ 54 w 178"/>
              <a:gd name="T19" fmla="*/ 151 h 209"/>
              <a:gd name="T20" fmla="*/ 30 w 178"/>
              <a:gd name="T21" fmla="*/ 77 h 209"/>
              <a:gd name="T22" fmla="*/ 144 w 178"/>
              <a:gd name="T23" fmla="*/ 77 h 209"/>
              <a:gd name="T24" fmla="*/ 120 w 178"/>
              <a:gd name="T25" fmla="*/ 151 h 209"/>
              <a:gd name="T26" fmla="*/ 118 w 178"/>
              <a:gd name="T27" fmla="*/ 171 h 209"/>
              <a:gd name="T28" fmla="*/ 87 w 178"/>
              <a:gd name="T29" fmla="*/ 181 h 209"/>
              <a:gd name="T30" fmla="*/ 104 w 178"/>
              <a:gd name="T31" fmla="*/ 173 h 209"/>
              <a:gd name="T32" fmla="*/ 111 w 178"/>
              <a:gd name="T33" fmla="*/ 161 h 209"/>
              <a:gd name="T34" fmla="*/ 130 w 178"/>
              <a:gd name="T35" fmla="*/ 117 h 209"/>
              <a:gd name="T36" fmla="*/ 87 w 178"/>
              <a:gd name="T37" fmla="*/ 45 h 209"/>
              <a:gd name="T38" fmla="*/ 45 w 178"/>
              <a:gd name="T39" fmla="*/ 117 h 209"/>
              <a:gd name="T40" fmla="*/ 64 w 178"/>
              <a:gd name="T41" fmla="*/ 161 h 209"/>
              <a:gd name="T42" fmla="*/ 70 w 178"/>
              <a:gd name="T43" fmla="*/ 173 h 209"/>
              <a:gd name="T44" fmla="*/ 19 w 178"/>
              <a:gd name="T45" fmla="*/ 96 h 209"/>
              <a:gd name="T46" fmla="*/ 0 w 178"/>
              <a:gd name="T47" fmla="*/ 92 h 209"/>
              <a:gd name="T48" fmla="*/ 19 w 178"/>
              <a:gd name="T49" fmla="*/ 88 h 209"/>
              <a:gd name="T50" fmla="*/ 19 w 178"/>
              <a:gd name="T51" fmla="*/ 96 h 209"/>
              <a:gd name="T52" fmla="*/ 156 w 178"/>
              <a:gd name="T53" fmla="*/ 93 h 209"/>
              <a:gd name="T54" fmla="*/ 156 w 178"/>
              <a:gd name="T55" fmla="*/ 85 h 209"/>
              <a:gd name="T56" fmla="*/ 178 w 178"/>
              <a:gd name="T57" fmla="*/ 89 h 209"/>
              <a:gd name="T58" fmla="*/ 52 w 178"/>
              <a:gd name="T59" fmla="*/ 90 h 209"/>
              <a:gd name="T60" fmla="*/ 48 w 178"/>
              <a:gd name="T61" fmla="*/ 85 h 209"/>
              <a:gd name="T62" fmla="*/ 89 w 178"/>
              <a:gd name="T63" fmla="*/ 56 h 209"/>
              <a:gd name="T64" fmla="*/ 89 w 178"/>
              <a:gd name="T65" fmla="*/ 64 h 209"/>
              <a:gd name="T66" fmla="*/ 52 w 178"/>
              <a:gd name="T67" fmla="*/ 90 h 209"/>
              <a:gd name="T68" fmla="*/ 134 w 178"/>
              <a:gd name="T69" fmla="*/ 46 h 209"/>
              <a:gd name="T70" fmla="*/ 147 w 178"/>
              <a:gd name="T71" fmla="*/ 27 h 209"/>
              <a:gd name="T72" fmla="*/ 153 w 178"/>
              <a:gd name="T73" fmla="*/ 33 h 209"/>
              <a:gd name="T74" fmla="*/ 137 w 178"/>
              <a:gd name="T75" fmla="*/ 47 h 209"/>
              <a:gd name="T76" fmla="*/ 36 w 178"/>
              <a:gd name="T77" fmla="*/ 46 h 209"/>
              <a:gd name="T78" fmla="*/ 22 w 178"/>
              <a:gd name="T79" fmla="*/ 27 h 209"/>
              <a:gd name="T80" fmla="*/ 41 w 178"/>
              <a:gd name="T81" fmla="*/ 40 h 209"/>
              <a:gd name="T82" fmla="*/ 38 w 178"/>
              <a:gd name="T83" fmla="*/ 47 h 209"/>
              <a:gd name="T84" fmla="*/ 83 w 178"/>
              <a:gd name="T85" fmla="*/ 26 h 209"/>
              <a:gd name="T86" fmla="*/ 87 w 178"/>
              <a:gd name="T87" fmla="*/ 0 h 209"/>
              <a:gd name="T88" fmla="*/ 91 w 178"/>
              <a:gd name="T89" fmla="*/ 26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78" h="209" extrusionOk="0">
                <a:moveTo>
                  <a:pt x="102" y="209"/>
                </a:moveTo>
                <a:cubicBezTo>
                  <a:pt x="73" y="209"/>
                  <a:pt x="73" y="209"/>
                  <a:pt x="73" y="209"/>
                </a:cubicBezTo>
                <a:cubicBezTo>
                  <a:pt x="71" y="209"/>
                  <a:pt x="69" y="207"/>
                  <a:pt x="69" y="205"/>
                </a:cubicBezTo>
                <a:cubicBezTo>
                  <a:pt x="69" y="203"/>
                  <a:pt x="71" y="201"/>
                  <a:pt x="73" y="201"/>
                </a:cubicBezTo>
                <a:cubicBezTo>
                  <a:pt x="102" y="201"/>
                  <a:pt x="102" y="201"/>
                  <a:pt x="102" y="201"/>
                </a:cubicBezTo>
                <a:cubicBezTo>
                  <a:pt x="104" y="201"/>
                  <a:pt x="106" y="203"/>
                  <a:pt x="106" y="205"/>
                </a:cubicBezTo>
                <a:cubicBezTo>
                  <a:pt x="106" y="207"/>
                  <a:pt x="104" y="209"/>
                  <a:pt x="102" y="209"/>
                </a:cubicBezTo>
                <a:close/>
                <a:moveTo>
                  <a:pt x="110" y="195"/>
                </a:moveTo>
                <a:cubicBezTo>
                  <a:pt x="65" y="195"/>
                  <a:pt x="65" y="195"/>
                  <a:pt x="65" y="195"/>
                </a:cubicBezTo>
                <a:cubicBezTo>
                  <a:pt x="63" y="195"/>
                  <a:pt x="61" y="194"/>
                  <a:pt x="61" y="191"/>
                </a:cubicBezTo>
                <a:cubicBezTo>
                  <a:pt x="61" y="189"/>
                  <a:pt x="63" y="187"/>
                  <a:pt x="65" y="187"/>
                </a:cubicBezTo>
                <a:cubicBezTo>
                  <a:pt x="110" y="187"/>
                  <a:pt x="110" y="187"/>
                  <a:pt x="110" y="187"/>
                </a:cubicBezTo>
                <a:cubicBezTo>
                  <a:pt x="113" y="187"/>
                  <a:pt x="114" y="189"/>
                  <a:pt x="114" y="191"/>
                </a:cubicBezTo>
                <a:cubicBezTo>
                  <a:pt x="114" y="194"/>
                  <a:pt x="113" y="195"/>
                  <a:pt x="110" y="195"/>
                </a:cubicBezTo>
                <a:close/>
                <a:moveTo>
                  <a:pt x="87" y="181"/>
                </a:moveTo>
                <a:cubicBezTo>
                  <a:pt x="79" y="181"/>
                  <a:pt x="71" y="181"/>
                  <a:pt x="70" y="181"/>
                </a:cubicBezTo>
                <a:cubicBezTo>
                  <a:pt x="70" y="181"/>
                  <a:pt x="70" y="181"/>
                  <a:pt x="70" y="181"/>
                </a:cubicBezTo>
                <a:cubicBezTo>
                  <a:pt x="62" y="181"/>
                  <a:pt x="58" y="178"/>
                  <a:pt x="57" y="171"/>
                </a:cubicBezTo>
                <a:cubicBezTo>
                  <a:pt x="56" y="168"/>
                  <a:pt x="56" y="165"/>
                  <a:pt x="56" y="162"/>
                </a:cubicBezTo>
                <a:cubicBezTo>
                  <a:pt x="56" y="158"/>
                  <a:pt x="56" y="154"/>
                  <a:pt x="54" y="151"/>
                </a:cubicBezTo>
                <a:cubicBezTo>
                  <a:pt x="48" y="140"/>
                  <a:pt x="44" y="132"/>
                  <a:pt x="38" y="121"/>
                </a:cubicBezTo>
                <a:cubicBezTo>
                  <a:pt x="32" y="110"/>
                  <a:pt x="26" y="93"/>
                  <a:pt x="30" y="77"/>
                </a:cubicBezTo>
                <a:cubicBezTo>
                  <a:pt x="35" y="57"/>
                  <a:pt x="56" y="37"/>
                  <a:pt x="87" y="37"/>
                </a:cubicBezTo>
                <a:cubicBezTo>
                  <a:pt x="118" y="37"/>
                  <a:pt x="139" y="57"/>
                  <a:pt x="144" y="77"/>
                </a:cubicBezTo>
                <a:cubicBezTo>
                  <a:pt x="148" y="93"/>
                  <a:pt x="142" y="110"/>
                  <a:pt x="137" y="121"/>
                </a:cubicBezTo>
                <a:cubicBezTo>
                  <a:pt x="131" y="132"/>
                  <a:pt x="127" y="140"/>
                  <a:pt x="120" y="151"/>
                </a:cubicBezTo>
                <a:cubicBezTo>
                  <a:pt x="119" y="154"/>
                  <a:pt x="119" y="158"/>
                  <a:pt x="119" y="162"/>
                </a:cubicBezTo>
                <a:cubicBezTo>
                  <a:pt x="118" y="165"/>
                  <a:pt x="118" y="168"/>
                  <a:pt x="118" y="171"/>
                </a:cubicBezTo>
                <a:cubicBezTo>
                  <a:pt x="116" y="178"/>
                  <a:pt x="112" y="181"/>
                  <a:pt x="104" y="181"/>
                </a:cubicBezTo>
                <a:cubicBezTo>
                  <a:pt x="104" y="181"/>
                  <a:pt x="96" y="181"/>
                  <a:pt x="87" y="181"/>
                </a:cubicBezTo>
                <a:close/>
                <a:moveTo>
                  <a:pt x="70" y="173"/>
                </a:moveTo>
                <a:cubicBezTo>
                  <a:pt x="71" y="173"/>
                  <a:pt x="103" y="173"/>
                  <a:pt x="104" y="173"/>
                </a:cubicBezTo>
                <a:cubicBezTo>
                  <a:pt x="109" y="173"/>
                  <a:pt x="109" y="172"/>
                  <a:pt x="110" y="169"/>
                </a:cubicBezTo>
                <a:cubicBezTo>
                  <a:pt x="111" y="167"/>
                  <a:pt x="111" y="164"/>
                  <a:pt x="111" y="161"/>
                </a:cubicBezTo>
                <a:cubicBezTo>
                  <a:pt x="111" y="157"/>
                  <a:pt x="111" y="152"/>
                  <a:pt x="114" y="147"/>
                </a:cubicBezTo>
                <a:cubicBezTo>
                  <a:pt x="120" y="136"/>
                  <a:pt x="124" y="129"/>
                  <a:pt x="130" y="117"/>
                </a:cubicBezTo>
                <a:cubicBezTo>
                  <a:pt x="134" y="109"/>
                  <a:pt x="140" y="93"/>
                  <a:pt x="137" y="79"/>
                </a:cubicBezTo>
                <a:cubicBezTo>
                  <a:pt x="133" y="63"/>
                  <a:pt x="114" y="45"/>
                  <a:pt x="87" y="45"/>
                </a:cubicBezTo>
                <a:cubicBezTo>
                  <a:pt x="61" y="45"/>
                  <a:pt x="42" y="63"/>
                  <a:pt x="38" y="79"/>
                </a:cubicBezTo>
                <a:cubicBezTo>
                  <a:pt x="34" y="93"/>
                  <a:pt x="41" y="109"/>
                  <a:pt x="45" y="117"/>
                </a:cubicBezTo>
                <a:cubicBezTo>
                  <a:pt x="51" y="129"/>
                  <a:pt x="55" y="136"/>
                  <a:pt x="61" y="147"/>
                </a:cubicBezTo>
                <a:cubicBezTo>
                  <a:pt x="63" y="152"/>
                  <a:pt x="64" y="157"/>
                  <a:pt x="64" y="161"/>
                </a:cubicBezTo>
                <a:cubicBezTo>
                  <a:pt x="64" y="164"/>
                  <a:pt x="64" y="167"/>
                  <a:pt x="64" y="169"/>
                </a:cubicBezTo>
                <a:cubicBezTo>
                  <a:pt x="65" y="172"/>
                  <a:pt x="65" y="173"/>
                  <a:pt x="70" y="173"/>
                </a:cubicBezTo>
                <a:cubicBezTo>
                  <a:pt x="70" y="173"/>
                  <a:pt x="70" y="173"/>
                  <a:pt x="70" y="173"/>
                </a:cubicBezTo>
                <a:close/>
                <a:moveTo>
                  <a:pt x="19" y="96"/>
                </a:moveTo>
                <a:cubicBezTo>
                  <a:pt x="4" y="96"/>
                  <a:pt x="4" y="96"/>
                  <a:pt x="4" y="96"/>
                </a:cubicBezTo>
                <a:cubicBezTo>
                  <a:pt x="1" y="96"/>
                  <a:pt x="0" y="94"/>
                  <a:pt x="0" y="92"/>
                </a:cubicBezTo>
                <a:cubicBezTo>
                  <a:pt x="0" y="90"/>
                  <a:pt x="1" y="88"/>
                  <a:pt x="4" y="88"/>
                </a:cubicBezTo>
                <a:cubicBezTo>
                  <a:pt x="19" y="88"/>
                  <a:pt x="19" y="88"/>
                  <a:pt x="19" y="88"/>
                </a:cubicBezTo>
                <a:cubicBezTo>
                  <a:pt x="21" y="88"/>
                  <a:pt x="23" y="90"/>
                  <a:pt x="23" y="92"/>
                </a:cubicBezTo>
                <a:cubicBezTo>
                  <a:pt x="23" y="94"/>
                  <a:pt x="21" y="96"/>
                  <a:pt x="19" y="96"/>
                </a:cubicBezTo>
                <a:close/>
                <a:moveTo>
                  <a:pt x="174" y="93"/>
                </a:moveTo>
                <a:cubicBezTo>
                  <a:pt x="156" y="93"/>
                  <a:pt x="156" y="93"/>
                  <a:pt x="156" y="93"/>
                </a:cubicBezTo>
                <a:cubicBezTo>
                  <a:pt x="154" y="93"/>
                  <a:pt x="152" y="91"/>
                  <a:pt x="152" y="89"/>
                </a:cubicBezTo>
                <a:cubicBezTo>
                  <a:pt x="152" y="87"/>
                  <a:pt x="154" y="85"/>
                  <a:pt x="156" y="85"/>
                </a:cubicBezTo>
                <a:cubicBezTo>
                  <a:pt x="174" y="85"/>
                  <a:pt x="174" y="85"/>
                  <a:pt x="174" y="85"/>
                </a:cubicBezTo>
                <a:cubicBezTo>
                  <a:pt x="176" y="85"/>
                  <a:pt x="178" y="87"/>
                  <a:pt x="178" y="89"/>
                </a:cubicBezTo>
                <a:cubicBezTo>
                  <a:pt x="178" y="91"/>
                  <a:pt x="176" y="93"/>
                  <a:pt x="174" y="93"/>
                </a:cubicBezTo>
                <a:close/>
                <a:moveTo>
                  <a:pt x="52" y="90"/>
                </a:moveTo>
                <a:cubicBezTo>
                  <a:pt x="52" y="90"/>
                  <a:pt x="52" y="90"/>
                  <a:pt x="51" y="90"/>
                </a:cubicBezTo>
                <a:cubicBezTo>
                  <a:pt x="49" y="89"/>
                  <a:pt x="48" y="87"/>
                  <a:pt x="48" y="85"/>
                </a:cubicBezTo>
                <a:cubicBezTo>
                  <a:pt x="52" y="71"/>
                  <a:pt x="67" y="56"/>
                  <a:pt x="89" y="56"/>
                </a:cubicBezTo>
                <a:cubicBezTo>
                  <a:pt x="89" y="56"/>
                  <a:pt x="89" y="56"/>
                  <a:pt x="89" y="56"/>
                </a:cubicBezTo>
                <a:cubicBezTo>
                  <a:pt x="91" y="56"/>
                  <a:pt x="93" y="58"/>
                  <a:pt x="93" y="60"/>
                </a:cubicBezTo>
                <a:cubicBezTo>
                  <a:pt x="93" y="62"/>
                  <a:pt x="91" y="64"/>
                  <a:pt x="89" y="64"/>
                </a:cubicBezTo>
                <a:cubicBezTo>
                  <a:pt x="71" y="64"/>
                  <a:pt x="59" y="76"/>
                  <a:pt x="56" y="87"/>
                </a:cubicBezTo>
                <a:cubicBezTo>
                  <a:pt x="56" y="89"/>
                  <a:pt x="54" y="90"/>
                  <a:pt x="52" y="90"/>
                </a:cubicBezTo>
                <a:close/>
                <a:moveTo>
                  <a:pt x="137" y="47"/>
                </a:moveTo>
                <a:cubicBezTo>
                  <a:pt x="136" y="47"/>
                  <a:pt x="135" y="47"/>
                  <a:pt x="134" y="46"/>
                </a:cubicBezTo>
                <a:cubicBezTo>
                  <a:pt x="133" y="44"/>
                  <a:pt x="133" y="42"/>
                  <a:pt x="134" y="40"/>
                </a:cubicBezTo>
                <a:cubicBezTo>
                  <a:pt x="147" y="27"/>
                  <a:pt x="147" y="27"/>
                  <a:pt x="147" y="27"/>
                </a:cubicBezTo>
                <a:cubicBezTo>
                  <a:pt x="149" y="26"/>
                  <a:pt x="151" y="26"/>
                  <a:pt x="153" y="27"/>
                </a:cubicBezTo>
                <a:cubicBezTo>
                  <a:pt x="155" y="29"/>
                  <a:pt x="155" y="31"/>
                  <a:pt x="153" y="33"/>
                </a:cubicBezTo>
                <a:cubicBezTo>
                  <a:pt x="140" y="46"/>
                  <a:pt x="140" y="46"/>
                  <a:pt x="140" y="46"/>
                </a:cubicBezTo>
                <a:cubicBezTo>
                  <a:pt x="139" y="47"/>
                  <a:pt x="138" y="47"/>
                  <a:pt x="137" y="47"/>
                </a:cubicBezTo>
                <a:close/>
                <a:moveTo>
                  <a:pt x="38" y="47"/>
                </a:moveTo>
                <a:cubicBezTo>
                  <a:pt x="37" y="47"/>
                  <a:pt x="36" y="47"/>
                  <a:pt x="36" y="46"/>
                </a:cubicBezTo>
                <a:cubicBezTo>
                  <a:pt x="22" y="33"/>
                  <a:pt x="22" y="33"/>
                  <a:pt x="22" y="33"/>
                </a:cubicBezTo>
                <a:cubicBezTo>
                  <a:pt x="21" y="31"/>
                  <a:pt x="21" y="29"/>
                  <a:pt x="22" y="27"/>
                </a:cubicBezTo>
                <a:cubicBezTo>
                  <a:pt x="24" y="26"/>
                  <a:pt x="26" y="26"/>
                  <a:pt x="28" y="27"/>
                </a:cubicBezTo>
                <a:cubicBezTo>
                  <a:pt x="41" y="40"/>
                  <a:pt x="41" y="40"/>
                  <a:pt x="41" y="40"/>
                </a:cubicBezTo>
                <a:cubicBezTo>
                  <a:pt x="43" y="42"/>
                  <a:pt x="43" y="44"/>
                  <a:pt x="41" y="46"/>
                </a:cubicBezTo>
                <a:cubicBezTo>
                  <a:pt x="40" y="47"/>
                  <a:pt x="39" y="47"/>
                  <a:pt x="38" y="47"/>
                </a:cubicBezTo>
                <a:close/>
                <a:moveTo>
                  <a:pt x="87" y="30"/>
                </a:moveTo>
                <a:cubicBezTo>
                  <a:pt x="85" y="30"/>
                  <a:pt x="83" y="28"/>
                  <a:pt x="83" y="26"/>
                </a:cubicBezTo>
                <a:cubicBezTo>
                  <a:pt x="83" y="4"/>
                  <a:pt x="83" y="4"/>
                  <a:pt x="83" y="4"/>
                </a:cubicBezTo>
                <a:cubicBezTo>
                  <a:pt x="83" y="2"/>
                  <a:pt x="85" y="0"/>
                  <a:pt x="87" y="0"/>
                </a:cubicBezTo>
                <a:cubicBezTo>
                  <a:pt x="89" y="0"/>
                  <a:pt x="91" y="2"/>
                  <a:pt x="91" y="4"/>
                </a:cubicBezTo>
                <a:cubicBezTo>
                  <a:pt x="91" y="26"/>
                  <a:pt x="91" y="26"/>
                  <a:pt x="91" y="26"/>
                </a:cubicBezTo>
                <a:cubicBezTo>
                  <a:pt x="91" y="28"/>
                  <a:pt x="89" y="30"/>
                  <a:pt x="87" y="30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125" name="Google Shape;882;p29"/>
          <p:cNvSpPr>
            <a:spLocks noChangeArrowheads="1"/>
          </p:cNvSpPr>
          <p:nvPr/>
        </p:nvSpPr>
        <p:spPr bwMode="auto">
          <a:xfrm>
            <a:off x="4633913" y="1054100"/>
            <a:ext cx="1157287" cy="1157288"/>
          </a:xfrm>
          <a:prstGeom prst="ellipse">
            <a:avLst/>
          </a:prstGeom>
          <a:noFill/>
          <a:ln w="26975">
            <a:solidFill>
              <a:srgbClr val="61605E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7126" name="Google Shape;883;p29"/>
          <p:cNvSpPr>
            <a:spLocks noChangeArrowheads="1"/>
          </p:cNvSpPr>
          <p:nvPr/>
        </p:nvSpPr>
        <p:spPr bwMode="auto">
          <a:xfrm>
            <a:off x="8166100" y="1054100"/>
            <a:ext cx="1160463" cy="1157288"/>
          </a:xfrm>
          <a:prstGeom prst="ellipse">
            <a:avLst/>
          </a:prstGeom>
          <a:noFill/>
          <a:ln w="26975">
            <a:solidFill>
              <a:srgbClr val="E2412A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7127" name="Google Shape;884;p29"/>
          <p:cNvSpPr>
            <a:spLocks noChangeArrowheads="1"/>
          </p:cNvSpPr>
          <p:nvPr/>
        </p:nvSpPr>
        <p:spPr bwMode="auto">
          <a:xfrm>
            <a:off x="1096963" y="1054100"/>
            <a:ext cx="1157287" cy="1157288"/>
          </a:xfrm>
          <a:prstGeom prst="ellipse">
            <a:avLst/>
          </a:prstGeom>
          <a:noFill/>
          <a:ln w="26975">
            <a:solidFill>
              <a:srgbClr val="23929E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7128" name="Google Shape;885;p29"/>
          <p:cNvSpPr>
            <a:spLocks noChangeArrowheads="1"/>
          </p:cNvSpPr>
          <p:nvPr/>
        </p:nvSpPr>
        <p:spPr bwMode="auto">
          <a:xfrm>
            <a:off x="6391275" y="4640263"/>
            <a:ext cx="1173163" cy="1173162"/>
          </a:xfrm>
          <a:prstGeom prst="ellipse">
            <a:avLst/>
          </a:prstGeom>
          <a:noFill/>
          <a:ln w="26975">
            <a:solidFill>
              <a:srgbClr val="B3B5B4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7129" name="Google Shape;886;p29"/>
          <p:cNvSpPr>
            <a:spLocks noChangeArrowheads="1"/>
          </p:cNvSpPr>
          <p:nvPr/>
        </p:nvSpPr>
        <p:spPr bwMode="auto">
          <a:xfrm>
            <a:off x="9936163" y="4648200"/>
            <a:ext cx="1157287" cy="1162050"/>
          </a:xfrm>
          <a:prstGeom prst="ellipse">
            <a:avLst/>
          </a:prstGeom>
          <a:noFill/>
          <a:ln w="26975">
            <a:solidFill>
              <a:srgbClr val="FAC344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7130" name="Google Shape;887;p29"/>
          <p:cNvSpPr>
            <a:spLocks noChangeArrowheads="1"/>
          </p:cNvSpPr>
          <p:nvPr/>
        </p:nvSpPr>
        <p:spPr bwMode="auto">
          <a:xfrm>
            <a:off x="2863850" y="4648200"/>
            <a:ext cx="1160463" cy="1162050"/>
          </a:xfrm>
          <a:prstGeom prst="ellipse">
            <a:avLst/>
          </a:prstGeom>
          <a:noFill/>
          <a:ln w="26975">
            <a:solidFill>
              <a:srgbClr val="2F526B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7131" name="Google Shape;888;p29"/>
          <p:cNvSpPr txBox="1">
            <a:spLocks noChangeArrowheads="1"/>
          </p:cNvSpPr>
          <p:nvPr/>
        </p:nvSpPr>
        <p:spPr bwMode="auto">
          <a:xfrm>
            <a:off x="6138863" y="1301750"/>
            <a:ext cx="1677987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7132" name="Google Shape;889;p29"/>
          <p:cNvSpPr txBox="1">
            <a:spLocks noChangeArrowheads="1"/>
          </p:cNvSpPr>
          <p:nvPr/>
        </p:nvSpPr>
        <p:spPr bwMode="auto">
          <a:xfrm>
            <a:off x="9674225" y="1216025"/>
            <a:ext cx="16764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7133" name="Google Shape;890;p29"/>
          <p:cNvSpPr txBox="1">
            <a:spLocks noChangeArrowheads="1"/>
          </p:cNvSpPr>
          <p:nvPr/>
        </p:nvSpPr>
        <p:spPr bwMode="auto">
          <a:xfrm>
            <a:off x="877888" y="4799013"/>
            <a:ext cx="1677987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7134" name="Google Shape;891;p29"/>
          <p:cNvSpPr txBox="1">
            <a:spLocks noChangeArrowheads="1"/>
          </p:cNvSpPr>
          <p:nvPr/>
        </p:nvSpPr>
        <p:spPr bwMode="auto">
          <a:xfrm>
            <a:off x="4384675" y="4813300"/>
            <a:ext cx="16779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7135" name="Google Shape;892;p29"/>
          <p:cNvSpPr txBox="1">
            <a:spLocks noChangeArrowheads="1"/>
          </p:cNvSpPr>
          <p:nvPr/>
        </p:nvSpPr>
        <p:spPr bwMode="auto">
          <a:xfrm>
            <a:off x="7918450" y="4727575"/>
            <a:ext cx="16779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Google Shape;897;p30"/>
          <p:cNvSpPr txBox="1">
            <a:spLocks noChangeArrowheads="1"/>
          </p:cNvSpPr>
          <p:nvPr/>
        </p:nvSpPr>
        <p:spPr bwMode="auto">
          <a:xfrm>
            <a:off x="1071563" y="2525713"/>
            <a:ext cx="18669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9155" name="Google Shape;898;p30"/>
          <p:cNvSpPr txBox="1">
            <a:spLocks noChangeArrowheads="1"/>
          </p:cNvSpPr>
          <p:nvPr/>
        </p:nvSpPr>
        <p:spPr bwMode="auto">
          <a:xfrm>
            <a:off x="6350" y="-3175"/>
            <a:ext cx="12190413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9156" name="Google Shape;899;p30"/>
          <p:cNvSpPr>
            <a:spLocks/>
          </p:cNvSpPr>
          <p:nvPr/>
        </p:nvSpPr>
        <p:spPr bwMode="auto">
          <a:xfrm>
            <a:off x="3709988" y="1481138"/>
            <a:ext cx="4783137" cy="1714500"/>
          </a:xfrm>
          <a:custGeom>
            <a:avLst/>
            <a:gdLst>
              <a:gd name="T0" fmla="*/ 609 w 1217"/>
              <a:gd name="T1" fmla="*/ 0 h 436"/>
              <a:gd name="T2" fmla="*/ 507 w 1217"/>
              <a:gd name="T3" fmla="*/ 22 h 436"/>
              <a:gd name="T4" fmla="*/ 55 w 1217"/>
              <a:gd name="T5" fmla="*/ 227 h 436"/>
              <a:gd name="T6" fmla="*/ 55 w 1217"/>
              <a:gd name="T7" fmla="*/ 356 h 436"/>
              <a:gd name="T8" fmla="*/ 230 w 1217"/>
              <a:gd name="T9" fmla="*/ 436 h 436"/>
              <a:gd name="T10" fmla="*/ 519 w 1217"/>
              <a:gd name="T11" fmla="*/ 304 h 436"/>
              <a:gd name="T12" fmla="*/ 609 w 1217"/>
              <a:gd name="T13" fmla="*/ 285 h 436"/>
              <a:gd name="T14" fmla="*/ 698 w 1217"/>
              <a:gd name="T15" fmla="*/ 304 h 436"/>
              <a:gd name="T16" fmla="*/ 987 w 1217"/>
              <a:gd name="T17" fmla="*/ 436 h 436"/>
              <a:gd name="T18" fmla="*/ 1162 w 1217"/>
              <a:gd name="T19" fmla="*/ 356 h 436"/>
              <a:gd name="T20" fmla="*/ 1162 w 1217"/>
              <a:gd name="T21" fmla="*/ 227 h 436"/>
              <a:gd name="T22" fmla="*/ 710 w 1217"/>
              <a:gd name="T23" fmla="*/ 22 h 436"/>
              <a:gd name="T24" fmla="*/ 609 w 1217"/>
              <a:gd name="T25" fmla="*/ 0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17" h="436" extrusionOk="0">
                <a:moveTo>
                  <a:pt x="609" y="0"/>
                </a:moveTo>
                <a:cubicBezTo>
                  <a:pt x="574" y="0"/>
                  <a:pt x="539" y="7"/>
                  <a:pt x="507" y="22"/>
                </a:cubicBezTo>
                <a:cubicBezTo>
                  <a:pt x="55" y="227"/>
                  <a:pt x="55" y="227"/>
                  <a:pt x="55" y="227"/>
                </a:cubicBezTo>
                <a:cubicBezTo>
                  <a:pt x="0" y="252"/>
                  <a:pt x="0" y="331"/>
                  <a:pt x="55" y="356"/>
                </a:cubicBezTo>
                <a:cubicBezTo>
                  <a:pt x="230" y="436"/>
                  <a:pt x="230" y="436"/>
                  <a:pt x="230" y="436"/>
                </a:cubicBezTo>
                <a:cubicBezTo>
                  <a:pt x="519" y="304"/>
                  <a:pt x="519" y="304"/>
                  <a:pt x="519" y="304"/>
                </a:cubicBezTo>
                <a:cubicBezTo>
                  <a:pt x="548" y="291"/>
                  <a:pt x="578" y="285"/>
                  <a:pt x="609" y="285"/>
                </a:cubicBezTo>
                <a:cubicBezTo>
                  <a:pt x="639" y="285"/>
                  <a:pt x="669" y="291"/>
                  <a:pt x="698" y="304"/>
                </a:cubicBezTo>
                <a:cubicBezTo>
                  <a:pt x="987" y="436"/>
                  <a:pt x="987" y="436"/>
                  <a:pt x="987" y="436"/>
                </a:cubicBezTo>
                <a:cubicBezTo>
                  <a:pt x="1162" y="356"/>
                  <a:pt x="1162" y="356"/>
                  <a:pt x="1162" y="356"/>
                </a:cubicBezTo>
                <a:cubicBezTo>
                  <a:pt x="1217" y="331"/>
                  <a:pt x="1217" y="252"/>
                  <a:pt x="1162" y="227"/>
                </a:cubicBezTo>
                <a:cubicBezTo>
                  <a:pt x="710" y="22"/>
                  <a:pt x="710" y="22"/>
                  <a:pt x="710" y="22"/>
                </a:cubicBezTo>
                <a:cubicBezTo>
                  <a:pt x="678" y="7"/>
                  <a:pt x="643" y="0"/>
                  <a:pt x="609" y="0"/>
                </a:cubicBezTo>
              </a:path>
            </a:pathLst>
          </a:custGeom>
          <a:solidFill>
            <a:srgbClr val="E1E2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57" name="Google Shape;900;p30"/>
          <p:cNvSpPr>
            <a:spLocks/>
          </p:cNvSpPr>
          <p:nvPr/>
        </p:nvSpPr>
        <p:spPr bwMode="auto">
          <a:xfrm>
            <a:off x="4003675" y="3195638"/>
            <a:ext cx="4194175" cy="968375"/>
          </a:xfrm>
          <a:custGeom>
            <a:avLst/>
            <a:gdLst>
              <a:gd name="T0" fmla="*/ 912 w 1067"/>
              <a:gd name="T1" fmla="*/ 0 h 246"/>
              <a:gd name="T2" fmla="*/ 635 w 1067"/>
              <a:gd name="T3" fmla="*/ 125 h 246"/>
              <a:gd name="T4" fmla="*/ 596 w 1067"/>
              <a:gd name="T5" fmla="*/ 139 h 246"/>
              <a:gd name="T6" fmla="*/ 611 w 1067"/>
              <a:gd name="T7" fmla="*/ 145 h 246"/>
              <a:gd name="T8" fmla="*/ 833 w 1067"/>
              <a:gd name="T9" fmla="*/ 246 h 246"/>
              <a:gd name="T10" fmla="*/ 1019 w 1067"/>
              <a:gd name="T11" fmla="*/ 161 h 246"/>
              <a:gd name="T12" fmla="*/ 1019 w 1067"/>
              <a:gd name="T13" fmla="*/ 48 h 246"/>
              <a:gd name="T14" fmla="*/ 912 w 1067"/>
              <a:gd name="T15" fmla="*/ 0 h 246"/>
              <a:gd name="T16" fmla="*/ 155 w 1067"/>
              <a:gd name="T17" fmla="*/ 0 h 246"/>
              <a:gd name="T18" fmla="*/ 48 w 1067"/>
              <a:gd name="T19" fmla="*/ 48 h 246"/>
              <a:gd name="T20" fmla="*/ 48 w 1067"/>
              <a:gd name="T21" fmla="*/ 161 h 246"/>
              <a:gd name="T22" fmla="*/ 234 w 1067"/>
              <a:gd name="T23" fmla="*/ 246 h 246"/>
              <a:gd name="T24" fmla="*/ 456 w 1067"/>
              <a:gd name="T25" fmla="*/ 145 h 246"/>
              <a:gd name="T26" fmla="*/ 471 w 1067"/>
              <a:gd name="T27" fmla="*/ 139 h 246"/>
              <a:gd name="T28" fmla="*/ 432 w 1067"/>
              <a:gd name="T29" fmla="*/ 125 h 246"/>
              <a:gd name="T30" fmla="*/ 155 w 1067"/>
              <a:gd name="T31" fmla="*/ 0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67" h="246" extrusionOk="0">
                <a:moveTo>
                  <a:pt x="912" y="0"/>
                </a:moveTo>
                <a:cubicBezTo>
                  <a:pt x="635" y="125"/>
                  <a:pt x="635" y="125"/>
                  <a:pt x="635" y="125"/>
                </a:cubicBezTo>
                <a:cubicBezTo>
                  <a:pt x="623" y="131"/>
                  <a:pt x="610" y="136"/>
                  <a:pt x="596" y="139"/>
                </a:cubicBezTo>
                <a:cubicBezTo>
                  <a:pt x="601" y="141"/>
                  <a:pt x="606" y="143"/>
                  <a:pt x="611" y="145"/>
                </a:cubicBezTo>
                <a:cubicBezTo>
                  <a:pt x="833" y="246"/>
                  <a:pt x="833" y="246"/>
                  <a:pt x="833" y="246"/>
                </a:cubicBezTo>
                <a:cubicBezTo>
                  <a:pt x="1019" y="161"/>
                  <a:pt x="1019" y="161"/>
                  <a:pt x="1019" y="161"/>
                </a:cubicBezTo>
                <a:cubicBezTo>
                  <a:pt x="1067" y="139"/>
                  <a:pt x="1067" y="70"/>
                  <a:pt x="1019" y="48"/>
                </a:cubicBezTo>
                <a:cubicBezTo>
                  <a:pt x="912" y="0"/>
                  <a:pt x="912" y="0"/>
                  <a:pt x="912" y="0"/>
                </a:cubicBezTo>
                <a:moveTo>
                  <a:pt x="155" y="0"/>
                </a:moveTo>
                <a:cubicBezTo>
                  <a:pt x="48" y="48"/>
                  <a:pt x="48" y="48"/>
                  <a:pt x="48" y="48"/>
                </a:cubicBezTo>
                <a:cubicBezTo>
                  <a:pt x="0" y="70"/>
                  <a:pt x="0" y="139"/>
                  <a:pt x="48" y="161"/>
                </a:cubicBezTo>
                <a:cubicBezTo>
                  <a:pt x="234" y="246"/>
                  <a:pt x="234" y="246"/>
                  <a:pt x="234" y="246"/>
                </a:cubicBezTo>
                <a:cubicBezTo>
                  <a:pt x="456" y="145"/>
                  <a:pt x="456" y="145"/>
                  <a:pt x="456" y="145"/>
                </a:cubicBezTo>
                <a:cubicBezTo>
                  <a:pt x="461" y="143"/>
                  <a:pt x="466" y="141"/>
                  <a:pt x="471" y="139"/>
                </a:cubicBezTo>
                <a:cubicBezTo>
                  <a:pt x="457" y="136"/>
                  <a:pt x="445" y="131"/>
                  <a:pt x="432" y="125"/>
                </a:cubicBezTo>
                <a:cubicBezTo>
                  <a:pt x="155" y="0"/>
                  <a:pt x="155" y="0"/>
                  <a:pt x="155" y="0"/>
                </a:cubicBezTo>
              </a:path>
            </a:pathLst>
          </a:custGeom>
          <a:solidFill>
            <a:srgbClr val="65B2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58" name="Google Shape;901;p30"/>
          <p:cNvSpPr>
            <a:spLocks/>
          </p:cNvSpPr>
          <p:nvPr/>
        </p:nvSpPr>
        <p:spPr bwMode="auto">
          <a:xfrm>
            <a:off x="4613275" y="2601913"/>
            <a:ext cx="2976563" cy="1139825"/>
          </a:xfrm>
          <a:custGeom>
            <a:avLst/>
            <a:gdLst>
              <a:gd name="T0" fmla="*/ 379 w 757"/>
              <a:gd name="T1" fmla="*/ 0 h 290"/>
              <a:gd name="T2" fmla="*/ 289 w 757"/>
              <a:gd name="T3" fmla="*/ 19 h 290"/>
              <a:gd name="T4" fmla="*/ 0 w 757"/>
              <a:gd name="T5" fmla="*/ 151 h 290"/>
              <a:gd name="T6" fmla="*/ 277 w 757"/>
              <a:gd name="T7" fmla="*/ 276 h 290"/>
              <a:gd name="T8" fmla="*/ 316 w 757"/>
              <a:gd name="T9" fmla="*/ 290 h 290"/>
              <a:gd name="T10" fmla="*/ 379 w 757"/>
              <a:gd name="T11" fmla="*/ 279 h 290"/>
              <a:gd name="T12" fmla="*/ 441 w 757"/>
              <a:gd name="T13" fmla="*/ 290 h 290"/>
              <a:gd name="T14" fmla="*/ 480 w 757"/>
              <a:gd name="T15" fmla="*/ 276 h 290"/>
              <a:gd name="T16" fmla="*/ 757 w 757"/>
              <a:gd name="T17" fmla="*/ 151 h 290"/>
              <a:gd name="T18" fmla="*/ 468 w 757"/>
              <a:gd name="T19" fmla="*/ 19 h 290"/>
              <a:gd name="T20" fmla="*/ 379 w 757"/>
              <a:gd name="T21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57" h="290" extrusionOk="0">
                <a:moveTo>
                  <a:pt x="379" y="0"/>
                </a:moveTo>
                <a:cubicBezTo>
                  <a:pt x="348" y="0"/>
                  <a:pt x="318" y="6"/>
                  <a:pt x="289" y="19"/>
                </a:cubicBezTo>
                <a:cubicBezTo>
                  <a:pt x="0" y="151"/>
                  <a:pt x="0" y="151"/>
                  <a:pt x="0" y="151"/>
                </a:cubicBezTo>
                <a:cubicBezTo>
                  <a:pt x="277" y="276"/>
                  <a:pt x="277" y="276"/>
                  <a:pt x="277" y="276"/>
                </a:cubicBezTo>
                <a:cubicBezTo>
                  <a:pt x="290" y="282"/>
                  <a:pt x="302" y="287"/>
                  <a:pt x="316" y="290"/>
                </a:cubicBezTo>
                <a:cubicBezTo>
                  <a:pt x="336" y="283"/>
                  <a:pt x="357" y="279"/>
                  <a:pt x="379" y="279"/>
                </a:cubicBezTo>
                <a:cubicBezTo>
                  <a:pt x="400" y="279"/>
                  <a:pt x="421" y="283"/>
                  <a:pt x="441" y="290"/>
                </a:cubicBezTo>
                <a:cubicBezTo>
                  <a:pt x="455" y="287"/>
                  <a:pt x="468" y="282"/>
                  <a:pt x="480" y="276"/>
                </a:cubicBezTo>
                <a:cubicBezTo>
                  <a:pt x="757" y="151"/>
                  <a:pt x="757" y="151"/>
                  <a:pt x="757" y="151"/>
                </a:cubicBezTo>
                <a:cubicBezTo>
                  <a:pt x="468" y="19"/>
                  <a:pt x="468" y="19"/>
                  <a:pt x="468" y="19"/>
                </a:cubicBezTo>
                <a:cubicBezTo>
                  <a:pt x="439" y="6"/>
                  <a:pt x="409" y="0"/>
                  <a:pt x="379" y="0"/>
                </a:cubicBezTo>
              </a:path>
            </a:pathLst>
          </a:custGeom>
          <a:solidFill>
            <a:srgbClr val="5CAA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59" name="Google Shape;902;p30"/>
          <p:cNvSpPr>
            <a:spLocks/>
          </p:cNvSpPr>
          <p:nvPr/>
        </p:nvSpPr>
        <p:spPr bwMode="auto">
          <a:xfrm>
            <a:off x="4275138" y="4164013"/>
            <a:ext cx="3651250" cy="971550"/>
          </a:xfrm>
          <a:custGeom>
            <a:avLst/>
            <a:gdLst>
              <a:gd name="T0" fmla="*/ 764 w 929"/>
              <a:gd name="T1" fmla="*/ 0 h 247"/>
              <a:gd name="T2" fmla="*/ 554 w 929"/>
              <a:gd name="T3" fmla="*/ 95 h 247"/>
              <a:gd name="T4" fmla="*/ 465 w 929"/>
              <a:gd name="T5" fmla="*/ 114 h 247"/>
              <a:gd name="T6" fmla="*/ 375 w 929"/>
              <a:gd name="T7" fmla="*/ 95 h 247"/>
              <a:gd name="T8" fmla="*/ 165 w 929"/>
              <a:gd name="T9" fmla="*/ 0 h 247"/>
              <a:gd name="T10" fmla="*/ 42 w 929"/>
              <a:gd name="T11" fmla="*/ 56 h 247"/>
              <a:gd name="T12" fmla="*/ 42 w 929"/>
              <a:gd name="T13" fmla="*/ 154 h 247"/>
              <a:gd name="T14" fmla="*/ 246 w 929"/>
              <a:gd name="T15" fmla="*/ 247 h 247"/>
              <a:gd name="T16" fmla="*/ 399 w 929"/>
              <a:gd name="T17" fmla="*/ 177 h 247"/>
              <a:gd name="T18" fmla="*/ 465 w 929"/>
              <a:gd name="T19" fmla="*/ 163 h 247"/>
              <a:gd name="T20" fmla="*/ 530 w 929"/>
              <a:gd name="T21" fmla="*/ 177 h 247"/>
              <a:gd name="T22" fmla="*/ 683 w 929"/>
              <a:gd name="T23" fmla="*/ 247 h 247"/>
              <a:gd name="T24" fmla="*/ 887 w 929"/>
              <a:gd name="T25" fmla="*/ 154 h 247"/>
              <a:gd name="T26" fmla="*/ 887 w 929"/>
              <a:gd name="T27" fmla="*/ 56 h 247"/>
              <a:gd name="T28" fmla="*/ 764 w 929"/>
              <a:gd name="T29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" h="247" extrusionOk="0">
                <a:moveTo>
                  <a:pt x="764" y="0"/>
                </a:moveTo>
                <a:cubicBezTo>
                  <a:pt x="554" y="95"/>
                  <a:pt x="554" y="95"/>
                  <a:pt x="554" y="95"/>
                </a:cubicBezTo>
                <a:cubicBezTo>
                  <a:pt x="525" y="108"/>
                  <a:pt x="495" y="114"/>
                  <a:pt x="465" y="114"/>
                </a:cubicBezTo>
                <a:cubicBezTo>
                  <a:pt x="434" y="114"/>
                  <a:pt x="404" y="108"/>
                  <a:pt x="375" y="95"/>
                </a:cubicBezTo>
                <a:cubicBezTo>
                  <a:pt x="165" y="0"/>
                  <a:pt x="165" y="0"/>
                  <a:pt x="165" y="0"/>
                </a:cubicBezTo>
                <a:cubicBezTo>
                  <a:pt x="42" y="56"/>
                  <a:pt x="42" y="56"/>
                  <a:pt x="42" y="56"/>
                </a:cubicBezTo>
                <a:cubicBezTo>
                  <a:pt x="0" y="75"/>
                  <a:pt x="0" y="135"/>
                  <a:pt x="42" y="154"/>
                </a:cubicBezTo>
                <a:cubicBezTo>
                  <a:pt x="246" y="247"/>
                  <a:pt x="246" y="247"/>
                  <a:pt x="246" y="247"/>
                </a:cubicBezTo>
                <a:cubicBezTo>
                  <a:pt x="399" y="177"/>
                  <a:pt x="399" y="177"/>
                  <a:pt x="399" y="177"/>
                </a:cubicBezTo>
                <a:cubicBezTo>
                  <a:pt x="420" y="168"/>
                  <a:pt x="442" y="163"/>
                  <a:pt x="465" y="163"/>
                </a:cubicBezTo>
                <a:cubicBezTo>
                  <a:pt x="487" y="163"/>
                  <a:pt x="509" y="168"/>
                  <a:pt x="530" y="177"/>
                </a:cubicBezTo>
                <a:cubicBezTo>
                  <a:pt x="683" y="247"/>
                  <a:pt x="683" y="247"/>
                  <a:pt x="683" y="247"/>
                </a:cubicBezTo>
                <a:cubicBezTo>
                  <a:pt x="887" y="154"/>
                  <a:pt x="887" y="154"/>
                  <a:pt x="887" y="154"/>
                </a:cubicBezTo>
                <a:cubicBezTo>
                  <a:pt x="929" y="135"/>
                  <a:pt x="929" y="75"/>
                  <a:pt x="887" y="56"/>
                </a:cubicBezTo>
                <a:cubicBezTo>
                  <a:pt x="764" y="0"/>
                  <a:pt x="764" y="0"/>
                  <a:pt x="764" y="0"/>
                </a:cubicBezTo>
              </a:path>
            </a:pathLst>
          </a:custGeom>
          <a:solidFill>
            <a:srgbClr val="6D86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60" name="Google Shape;903;p30"/>
          <p:cNvSpPr>
            <a:spLocks/>
          </p:cNvSpPr>
          <p:nvPr/>
        </p:nvSpPr>
        <p:spPr bwMode="auto">
          <a:xfrm>
            <a:off x="4924425" y="3741738"/>
            <a:ext cx="2354263" cy="869950"/>
          </a:xfrm>
          <a:custGeom>
            <a:avLst/>
            <a:gdLst>
              <a:gd name="T0" fmla="*/ 237 w 599"/>
              <a:gd name="T1" fmla="*/ 0 h 221"/>
              <a:gd name="T2" fmla="*/ 222 w 599"/>
              <a:gd name="T3" fmla="*/ 6 h 221"/>
              <a:gd name="T4" fmla="*/ 0 w 599"/>
              <a:gd name="T5" fmla="*/ 107 h 221"/>
              <a:gd name="T6" fmla="*/ 210 w 599"/>
              <a:gd name="T7" fmla="*/ 202 h 221"/>
              <a:gd name="T8" fmla="*/ 300 w 599"/>
              <a:gd name="T9" fmla="*/ 221 h 221"/>
              <a:gd name="T10" fmla="*/ 389 w 599"/>
              <a:gd name="T11" fmla="*/ 202 h 221"/>
              <a:gd name="T12" fmla="*/ 599 w 599"/>
              <a:gd name="T13" fmla="*/ 107 h 221"/>
              <a:gd name="T14" fmla="*/ 377 w 599"/>
              <a:gd name="T15" fmla="*/ 6 h 221"/>
              <a:gd name="T16" fmla="*/ 362 w 599"/>
              <a:gd name="T17" fmla="*/ 0 h 221"/>
              <a:gd name="T18" fmla="*/ 300 w 599"/>
              <a:gd name="T19" fmla="*/ 8 h 221"/>
              <a:gd name="T20" fmla="*/ 237 w 599"/>
              <a:gd name="T21" fmla="*/ 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9" h="221" extrusionOk="0">
                <a:moveTo>
                  <a:pt x="237" y="0"/>
                </a:moveTo>
                <a:cubicBezTo>
                  <a:pt x="232" y="2"/>
                  <a:pt x="227" y="4"/>
                  <a:pt x="222" y="6"/>
                </a:cubicBezTo>
                <a:cubicBezTo>
                  <a:pt x="0" y="107"/>
                  <a:pt x="0" y="107"/>
                  <a:pt x="0" y="107"/>
                </a:cubicBezTo>
                <a:cubicBezTo>
                  <a:pt x="210" y="202"/>
                  <a:pt x="210" y="202"/>
                  <a:pt x="210" y="202"/>
                </a:cubicBezTo>
                <a:cubicBezTo>
                  <a:pt x="239" y="215"/>
                  <a:pt x="269" y="221"/>
                  <a:pt x="300" y="221"/>
                </a:cubicBezTo>
                <a:cubicBezTo>
                  <a:pt x="330" y="221"/>
                  <a:pt x="360" y="215"/>
                  <a:pt x="389" y="202"/>
                </a:cubicBezTo>
                <a:cubicBezTo>
                  <a:pt x="599" y="107"/>
                  <a:pt x="599" y="107"/>
                  <a:pt x="599" y="107"/>
                </a:cubicBezTo>
                <a:cubicBezTo>
                  <a:pt x="377" y="6"/>
                  <a:pt x="377" y="6"/>
                  <a:pt x="377" y="6"/>
                </a:cubicBezTo>
                <a:cubicBezTo>
                  <a:pt x="372" y="4"/>
                  <a:pt x="367" y="2"/>
                  <a:pt x="362" y="0"/>
                </a:cubicBezTo>
                <a:cubicBezTo>
                  <a:pt x="342" y="6"/>
                  <a:pt x="321" y="8"/>
                  <a:pt x="300" y="8"/>
                </a:cubicBezTo>
                <a:cubicBezTo>
                  <a:pt x="278" y="8"/>
                  <a:pt x="257" y="6"/>
                  <a:pt x="237" y="0"/>
                </a:cubicBezTo>
              </a:path>
            </a:pathLst>
          </a:custGeom>
          <a:solidFill>
            <a:srgbClr val="3F6F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61" name="Google Shape;904;p30"/>
          <p:cNvSpPr>
            <a:spLocks/>
          </p:cNvSpPr>
          <p:nvPr/>
        </p:nvSpPr>
        <p:spPr bwMode="auto">
          <a:xfrm>
            <a:off x="5856288" y="3698875"/>
            <a:ext cx="490537" cy="74613"/>
          </a:xfrm>
          <a:custGeom>
            <a:avLst/>
            <a:gdLst>
              <a:gd name="T0" fmla="*/ 63 w 125"/>
              <a:gd name="T1" fmla="*/ 0 h 19"/>
              <a:gd name="T2" fmla="*/ 0 w 125"/>
              <a:gd name="T3" fmla="*/ 11 h 19"/>
              <a:gd name="T4" fmla="*/ 63 w 125"/>
              <a:gd name="T5" fmla="*/ 19 h 19"/>
              <a:gd name="T6" fmla="*/ 125 w 125"/>
              <a:gd name="T7" fmla="*/ 11 h 19"/>
              <a:gd name="T8" fmla="*/ 63 w 125"/>
              <a:gd name="T9" fmla="*/ 0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" h="19" extrusionOk="0">
                <a:moveTo>
                  <a:pt x="63" y="0"/>
                </a:moveTo>
                <a:cubicBezTo>
                  <a:pt x="41" y="0"/>
                  <a:pt x="20" y="4"/>
                  <a:pt x="0" y="11"/>
                </a:cubicBezTo>
                <a:cubicBezTo>
                  <a:pt x="20" y="17"/>
                  <a:pt x="41" y="19"/>
                  <a:pt x="63" y="19"/>
                </a:cubicBezTo>
                <a:cubicBezTo>
                  <a:pt x="84" y="19"/>
                  <a:pt x="105" y="17"/>
                  <a:pt x="125" y="11"/>
                </a:cubicBezTo>
                <a:cubicBezTo>
                  <a:pt x="105" y="4"/>
                  <a:pt x="84" y="0"/>
                  <a:pt x="63" y="0"/>
                </a:cubicBezTo>
              </a:path>
            </a:pathLst>
          </a:custGeom>
          <a:solidFill>
            <a:srgbClr val="3C6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62" name="Google Shape;905;p30"/>
          <p:cNvSpPr>
            <a:spLocks/>
          </p:cNvSpPr>
          <p:nvPr/>
        </p:nvSpPr>
        <p:spPr bwMode="auto">
          <a:xfrm>
            <a:off x="4554538" y="5135563"/>
            <a:ext cx="3094037" cy="1155700"/>
          </a:xfrm>
          <a:custGeom>
            <a:avLst/>
            <a:gdLst>
              <a:gd name="T0" fmla="*/ 612 w 787"/>
              <a:gd name="T1" fmla="*/ 0 h 294"/>
              <a:gd name="T2" fmla="*/ 471 w 787"/>
              <a:gd name="T3" fmla="*/ 64 h 294"/>
              <a:gd name="T4" fmla="*/ 394 w 787"/>
              <a:gd name="T5" fmla="*/ 80 h 294"/>
              <a:gd name="T6" fmla="*/ 316 w 787"/>
              <a:gd name="T7" fmla="*/ 64 h 294"/>
              <a:gd name="T8" fmla="*/ 175 w 787"/>
              <a:gd name="T9" fmla="*/ 0 h 294"/>
              <a:gd name="T10" fmla="*/ 36 w 787"/>
              <a:gd name="T11" fmla="*/ 63 h 294"/>
              <a:gd name="T12" fmla="*/ 36 w 787"/>
              <a:gd name="T13" fmla="*/ 147 h 294"/>
              <a:gd name="T14" fmla="*/ 328 w 787"/>
              <a:gd name="T15" fmla="*/ 279 h 294"/>
              <a:gd name="T16" fmla="*/ 394 w 787"/>
              <a:gd name="T17" fmla="*/ 294 h 294"/>
              <a:gd name="T18" fmla="*/ 459 w 787"/>
              <a:gd name="T19" fmla="*/ 279 h 294"/>
              <a:gd name="T20" fmla="*/ 751 w 787"/>
              <a:gd name="T21" fmla="*/ 147 h 294"/>
              <a:gd name="T22" fmla="*/ 751 w 787"/>
              <a:gd name="T23" fmla="*/ 63 h 294"/>
              <a:gd name="T24" fmla="*/ 612 w 787"/>
              <a:gd name="T25" fmla="*/ 0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87" h="294" extrusionOk="0">
                <a:moveTo>
                  <a:pt x="612" y="0"/>
                </a:moveTo>
                <a:cubicBezTo>
                  <a:pt x="471" y="64"/>
                  <a:pt x="471" y="64"/>
                  <a:pt x="471" y="64"/>
                </a:cubicBezTo>
                <a:cubicBezTo>
                  <a:pt x="446" y="75"/>
                  <a:pt x="420" y="80"/>
                  <a:pt x="394" y="80"/>
                </a:cubicBezTo>
                <a:cubicBezTo>
                  <a:pt x="367" y="80"/>
                  <a:pt x="341" y="75"/>
                  <a:pt x="316" y="64"/>
                </a:cubicBezTo>
                <a:cubicBezTo>
                  <a:pt x="175" y="0"/>
                  <a:pt x="175" y="0"/>
                  <a:pt x="175" y="0"/>
                </a:cubicBezTo>
                <a:cubicBezTo>
                  <a:pt x="36" y="63"/>
                  <a:pt x="36" y="63"/>
                  <a:pt x="36" y="63"/>
                </a:cubicBezTo>
                <a:cubicBezTo>
                  <a:pt x="0" y="80"/>
                  <a:pt x="0" y="130"/>
                  <a:pt x="36" y="147"/>
                </a:cubicBezTo>
                <a:cubicBezTo>
                  <a:pt x="328" y="279"/>
                  <a:pt x="328" y="279"/>
                  <a:pt x="328" y="279"/>
                </a:cubicBezTo>
                <a:cubicBezTo>
                  <a:pt x="349" y="289"/>
                  <a:pt x="371" y="294"/>
                  <a:pt x="394" y="294"/>
                </a:cubicBezTo>
                <a:cubicBezTo>
                  <a:pt x="416" y="294"/>
                  <a:pt x="438" y="289"/>
                  <a:pt x="459" y="279"/>
                </a:cubicBezTo>
                <a:cubicBezTo>
                  <a:pt x="751" y="147"/>
                  <a:pt x="751" y="147"/>
                  <a:pt x="751" y="147"/>
                </a:cubicBezTo>
                <a:cubicBezTo>
                  <a:pt x="787" y="130"/>
                  <a:pt x="787" y="80"/>
                  <a:pt x="751" y="63"/>
                </a:cubicBezTo>
                <a:cubicBezTo>
                  <a:pt x="612" y="0"/>
                  <a:pt x="612" y="0"/>
                  <a:pt x="612" y="0"/>
                </a:cubicBezTo>
              </a:path>
            </a:pathLst>
          </a:custGeom>
          <a:solidFill>
            <a:srgbClr val="908F8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63" name="Google Shape;906;p30"/>
          <p:cNvSpPr>
            <a:spLocks/>
          </p:cNvSpPr>
          <p:nvPr/>
        </p:nvSpPr>
        <p:spPr bwMode="auto">
          <a:xfrm>
            <a:off x="5241925" y="4805363"/>
            <a:ext cx="1717675" cy="644525"/>
          </a:xfrm>
          <a:custGeom>
            <a:avLst/>
            <a:gdLst>
              <a:gd name="T0" fmla="*/ 219 w 437"/>
              <a:gd name="T1" fmla="*/ 0 h 164"/>
              <a:gd name="T2" fmla="*/ 153 w 437"/>
              <a:gd name="T3" fmla="*/ 14 h 164"/>
              <a:gd name="T4" fmla="*/ 0 w 437"/>
              <a:gd name="T5" fmla="*/ 84 h 164"/>
              <a:gd name="T6" fmla="*/ 141 w 437"/>
              <a:gd name="T7" fmla="*/ 148 h 164"/>
              <a:gd name="T8" fmla="*/ 219 w 437"/>
              <a:gd name="T9" fmla="*/ 164 h 164"/>
              <a:gd name="T10" fmla="*/ 296 w 437"/>
              <a:gd name="T11" fmla="*/ 148 h 164"/>
              <a:gd name="T12" fmla="*/ 437 w 437"/>
              <a:gd name="T13" fmla="*/ 84 h 164"/>
              <a:gd name="T14" fmla="*/ 284 w 437"/>
              <a:gd name="T15" fmla="*/ 14 h 164"/>
              <a:gd name="T16" fmla="*/ 219 w 437"/>
              <a:gd name="T17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37" h="164" extrusionOk="0">
                <a:moveTo>
                  <a:pt x="219" y="0"/>
                </a:moveTo>
                <a:cubicBezTo>
                  <a:pt x="196" y="0"/>
                  <a:pt x="174" y="5"/>
                  <a:pt x="153" y="14"/>
                </a:cubicBezTo>
                <a:cubicBezTo>
                  <a:pt x="0" y="84"/>
                  <a:pt x="0" y="84"/>
                  <a:pt x="0" y="84"/>
                </a:cubicBezTo>
                <a:cubicBezTo>
                  <a:pt x="141" y="148"/>
                  <a:pt x="141" y="148"/>
                  <a:pt x="141" y="148"/>
                </a:cubicBezTo>
                <a:cubicBezTo>
                  <a:pt x="166" y="159"/>
                  <a:pt x="192" y="164"/>
                  <a:pt x="219" y="164"/>
                </a:cubicBezTo>
                <a:cubicBezTo>
                  <a:pt x="245" y="164"/>
                  <a:pt x="271" y="159"/>
                  <a:pt x="296" y="148"/>
                </a:cubicBezTo>
                <a:cubicBezTo>
                  <a:pt x="437" y="84"/>
                  <a:pt x="437" y="84"/>
                  <a:pt x="437" y="84"/>
                </a:cubicBezTo>
                <a:cubicBezTo>
                  <a:pt x="284" y="14"/>
                  <a:pt x="284" y="14"/>
                  <a:pt x="284" y="14"/>
                </a:cubicBezTo>
                <a:cubicBezTo>
                  <a:pt x="263" y="5"/>
                  <a:pt x="241" y="0"/>
                  <a:pt x="219" y="0"/>
                </a:cubicBezTo>
              </a:path>
            </a:pathLst>
          </a:custGeom>
          <a:solidFill>
            <a:srgbClr val="656B6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64" name="Google Shape;907;p30"/>
          <p:cNvSpPr>
            <a:spLocks noChangeArrowheads="1"/>
          </p:cNvSpPr>
          <p:nvPr/>
        </p:nvSpPr>
        <p:spPr bwMode="auto">
          <a:xfrm>
            <a:off x="9750425" y="1500188"/>
            <a:ext cx="912813" cy="912812"/>
          </a:xfrm>
          <a:prstGeom prst="ellipse">
            <a:avLst/>
          </a:prstGeom>
          <a:solidFill>
            <a:srgbClr val="4366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9165" name="Google Shape;908;p30"/>
          <p:cNvSpPr>
            <a:spLocks noChangeArrowheads="1"/>
          </p:cNvSpPr>
          <p:nvPr/>
        </p:nvSpPr>
        <p:spPr bwMode="auto">
          <a:xfrm>
            <a:off x="9750425" y="4241800"/>
            <a:ext cx="912813" cy="912813"/>
          </a:xfrm>
          <a:prstGeom prst="ellipse">
            <a:avLst/>
          </a:prstGeom>
          <a:solidFill>
            <a:srgbClr val="7575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9166" name="Google Shape;909;p30"/>
          <p:cNvSpPr>
            <a:spLocks noChangeArrowheads="1"/>
          </p:cNvSpPr>
          <p:nvPr/>
        </p:nvSpPr>
        <p:spPr bwMode="auto">
          <a:xfrm>
            <a:off x="1539875" y="1500188"/>
            <a:ext cx="911225" cy="912812"/>
          </a:xfrm>
          <a:prstGeom prst="ellipse">
            <a:avLst/>
          </a:pr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9167" name="Google Shape;910;p30"/>
          <p:cNvSpPr>
            <a:spLocks noChangeArrowheads="1"/>
          </p:cNvSpPr>
          <p:nvPr/>
        </p:nvSpPr>
        <p:spPr bwMode="auto">
          <a:xfrm>
            <a:off x="1539875" y="4241800"/>
            <a:ext cx="911225" cy="912813"/>
          </a:xfrm>
          <a:prstGeom prst="ellipse">
            <a:avLst/>
          </a:prstGeom>
          <a:solidFill>
            <a:srgbClr val="3DA7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9168" name="Google Shape;911;p30"/>
          <p:cNvSpPr>
            <a:spLocks/>
          </p:cNvSpPr>
          <p:nvPr/>
        </p:nvSpPr>
        <p:spPr bwMode="auto">
          <a:xfrm>
            <a:off x="1716088" y="1692275"/>
            <a:ext cx="558800" cy="488950"/>
          </a:xfrm>
          <a:custGeom>
            <a:avLst/>
            <a:gdLst>
              <a:gd name="T0" fmla="*/ 16 w 142"/>
              <a:gd name="T1" fmla="*/ 124 h 124"/>
              <a:gd name="T2" fmla="*/ 0 w 142"/>
              <a:gd name="T3" fmla="*/ 80 h 124"/>
              <a:gd name="T4" fmla="*/ 6 w 142"/>
              <a:gd name="T5" fmla="*/ 80 h 124"/>
              <a:gd name="T6" fmla="*/ 16 w 142"/>
              <a:gd name="T7" fmla="*/ 118 h 124"/>
              <a:gd name="T8" fmla="*/ 136 w 142"/>
              <a:gd name="T9" fmla="*/ 107 h 124"/>
              <a:gd name="T10" fmla="*/ 139 w 142"/>
              <a:gd name="T11" fmla="*/ 78 h 124"/>
              <a:gd name="T12" fmla="*/ 142 w 142"/>
              <a:gd name="T13" fmla="*/ 107 h 124"/>
              <a:gd name="T14" fmla="*/ 77 w 142"/>
              <a:gd name="T15" fmla="*/ 89 h 124"/>
              <a:gd name="T16" fmla="*/ 57 w 142"/>
              <a:gd name="T17" fmla="*/ 80 h 124"/>
              <a:gd name="T18" fmla="*/ 65 w 142"/>
              <a:gd name="T19" fmla="*/ 57 h 124"/>
              <a:gd name="T20" fmla="*/ 85 w 142"/>
              <a:gd name="T21" fmla="*/ 66 h 124"/>
              <a:gd name="T22" fmla="*/ 77 w 142"/>
              <a:gd name="T23" fmla="*/ 89 h 124"/>
              <a:gd name="T24" fmla="*/ 63 w 142"/>
              <a:gd name="T25" fmla="*/ 66 h 124"/>
              <a:gd name="T26" fmla="*/ 65 w 142"/>
              <a:gd name="T27" fmla="*/ 83 h 124"/>
              <a:gd name="T28" fmla="*/ 79 w 142"/>
              <a:gd name="T29" fmla="*/ 80 h 124"/>
              <a:gd name="T30" fmla="*/ 77 w 142"/>
              <a:gd name="T31" fmla="*/ 64 h 124"/>
              <a:gd name="T32" fmla="*/ 126 w 142"/>
              <a:gd name="T33" fmla="*/ 76 h 124"/>
              <a:gd name="T34" fmla="*/ 90 w 142"/>
              <a:gd name="T35" fmla="*/ 73 h 124"/>
              <a:gd name="T36" fmla="*/ 126 w 142"/>
              <a:gd name="T37" fmla="*/ 70 h 124"/>
              <a:gd name="T38" fmla="*/ 136 w 142"/>
              <a:gd name="T39" fmla="*/ 39 h 124"/>
              <a:gd name="T40" fmla="*/ 16 w 142"/>
              <a:gd name="T41" fmla="*/ 28 h 124"/>
              <a:gd name="T42" fmla="*/ 6 w 142"/>
              <a:gd name="T43" fmla="*/ 60 h 124"/>
              <a:gd name="T44" fmla="*/ 49 w 142"/>
              <a:gd name="T45" fmla="*/ 70 h 124"/>
              <a:gd name="T46" fmla="*/ 49 w 142"/>
              <a:gd name="T47" fmla="*/ 76 h 124"/>
              <a:gd name="T48" fmla="*/ 0 w 142"/>
              <a:gd name="T49" fmla="*/ 60 h 124"/>
              <a:gd name="T50" fmla="*/ 16 w 142"/>
              <a:gd name="T51" fmla="*/ 22 h 124"/>
              <a:gd name="T52" fmla="*/ 142 w 142"/>
              <a:gd name="T53" fmla="*/ 39 h 124"/>
              <a:gd name="T54" fmla="*/ 142 w 142"/>
              <a:gd name="T55" fmla="*/ 64 h 124"/>
              <a:gd name="T56" fmla="*/ 95 w 142"/>
              <a:gd name="T57" fmla="*/ 17 h 124"/>
              <a:gd name="T58" fmla="*/ 83 w 142"/>
              <a:gd name="T59" fmla="*/ 7 h 124"/>
              <a:gd name="T60" fmla="*/ 51 w 142"/>
              <a:gd name="T61" fmla="*/ 14 h 124"/>
              <a:gd name="T62" fmla="*/ 44 w 142"/>
              <a:gd name="T63" fmla="*/ 14 h 124"/>
              <a:gd name="T64" fmla="*/ 83 w 142"/>
              <a:gd name="T65" fmla="*/ 0 h 124"/>
              <a:gd name="T66" fmla="*/ 95 w 142"/>
              <a:gd name="T67" fmla="*/ 17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42" h="124" extrusionOk="0">
                <a:moveTo>
                  <a:pt x="126" y="124"/>
                </a:moveTo>
                <a:cubicBezTo>
                  <a:pt x="16" y="124"/>
                  <a:pt x="16" y="124"/>
                  <a:pt x="16" y="124"/>
                </a:cubicBezTo>
                <a:cubicBezTo>
                  <a:pt x="7" y="124"/>
                  <a:pt x="0" y="116"/>
                  <a:pt x="0" y="107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79"/>
                  <a:pt x="1" y="77"/>
                  <a:pt x="3" y="77"/>
                </a:cubicBezTo>
                <a:cubicBezTo>
                  <a:pt x="5" y="77"/>
                  <a:pt x="6" y="79"/>
                  <a:pt x="6" y="80"/>
                </a:cubicBezTo>
                <a:cubicBezTo>
                  <a:pt x="6" y="107"/>
                  <a:pt x="6" y="107"/>
                  <a:pt x="6" y="107"/>
                </a:cubicBezTo>
                <a:cubicBezTo>
                  <a:pt x="6" y="113"/>
                  <a:pt x="11" y="118"/>
                  <a:pt x="16" y="118"/>
                </a:cubicBezTo>
                <a:cubicBezTo>
                  <a:pt x="126" y="118"/>
                  <a:pt x="126" y="118"/>
                  <a:pt x="126" y="118"/>
                </a:cubicBezTo>
                <a:cubicBezTo>
                  <a:pt x="131" y="118"/>
                  <a:pt x="136" y="113"/>
                  <a:pt x="136" y="107"/>
                </a:cubicBezTo>
                <a:cubicBezTo>
                  <a:pt x="136" y="81"/>
                  <a:pt x="136" y="81"/>
                  <a:pt x="136" y="81"/>
                </a:cubicBezTo>
                <a:cubicBezTo>
                  <a:pt x="136" y="79"/>
                  <a:pt x="137" y="78"/>
                  <a:pt x="139" y="78"/>
                </a:cubicBezTo>
                <a:cubicBezTo>
                  <a:pt x="141" y="78"/>
                  <a:pt x="142" y="79"/>
                  <a:pt x="142" y="81"/>
                </a:cubicBezTo>
                <a:cubicBezTo>
                  <a:pt x="142" y="107"/>
                  <a:pt x="142" y="107"/>
                  <a:pt x="142" y="107"/>
                </a:cubicBezTo>
                <a:cubicBezTo>
                  <a:pt x="142" y="116"/>
                  <a:pt x="135" y="124"/>
                  <a:pt x="126" y="124"/>
                </a:cubicBezTo>
                <a:close/>
                <a:moveTo>
                  <a:pt x="77" y="89"/>
                </a:moveTo>
                <a:cubicBezTo>
                  <a:pt x="65" y="89"/>
                  <a:pt x="65" y="89"/>
                  <a:pt x="65" y="89"/>
                </a:cubicBezTo>
                <a:cubicBezTo>
                  <a:pt x="61" y="89"/>
                  <a:pt x="57" y="85"/>
                  <a:pt x="57" y="80"/>
                </a:cubicBezTo>
                <a:cubicBezTo>
                  <a:pt x="57" y="66"/>
                  <a:pt x="57" y="66"/>
                  <a:pt x="57" y="66"/>
                </a:cubicBezTo>
                <a:cubicBezTo>
                  <a:pt x="57" y="61"/>
                  <a:pt x="61" y="57"/>
                  <a:pt x="65" y="57"/>
                </a:cubicBezTo>
                <a:cubicBezTo>
                  <a:pt x="77" y="57"/>
                  <a:pt x="77" y="57"/>
                  <a:pt x="77" y="57"/>
                </a:cubicBezTo>
                <a:cubicBezTo>
                  <a:pt x="81" y="57"/>
                  <a:pt x="85" y="61"/>
                  <a:pt x="85" y="66"/>
                </a:cubicBezTo>
                <a:cubicBezTo>
                  <a:pt x="85" y="80"/>
                  <a:pt x="85" y="80"/>
                  <a:pt x="85" y="80"/>
                </a:cubicBezTo>
                <a:cubicBezTo>
                  <a:pt x="85" y="85"/>
                  <a:pt x="81" y="89"/>
                  <a:pt x="77" y="89"/>
                </a:cubicBezTo>
                <a:close/>
                <a:moveTo>
                  <a:pt x="65" y="64"/>
                </a:moveTo>
                <a:cubicBezTo>
                  <a:pt x="64" y="64"/>
                  <a:pt x="63" y="65"/>
                  <a:pt x="63" y="66"/>
                </a:cubicBezTo>
                <a:cubicBezTo>
                  <a:pt x="63" y="80"/>
                  <a:pt x="63" y="80"/>
                  <a:pt x="63" y="80"/>
                </a:cubicBezTo>
                <a:cubicBezTo>
                  <a:pt x="63" y="81"/>
                  <a:pt x="64" y="83"/>
                  <a:pt x="65" y="83"/>
                </a:cubicBezTo>
                <a:cubicBezTo>
                  <a:pt x="77" y="83"/>
                  <a:pt x="77" y="83"/>
                  <a:pt x="77" y="83"/>
                </a:cubicBezTo>
                <a:cubicBezTo>
                  <a:pt x="78" y="83"/>
                  <a:pt x="79" y="81"/>
                  <a:pt x="79" y="80"/>
                </a:cubicBezTo>
                <a:cubicBezTo>
                  <a:pt x="79" y="66"/>
                  <a:pt x="79" y="66"/>
                  <a:pt x="79" y="66"/>
                </a:cubicBezTo>
                <a:cubicBezTo>
                  <a:pt x="79" y="65"/>
                  <a:pt x="78" y="64"/>
                  <a:pt x="77" y="64"/>
                </a:cubicBezTo>
                <a:lnTo>
                  <a:pt x="65" y="64"/>
                </a:lnTo>
                <a:close/>
                <a:moveTo>
                  <a:pt x="126" y="76"/>
                </a:moveTo>
                <a:cubicBezTo>
                  <a:pt x="93" y="76"/>
                  <a:pt x="93" y="76"/>
                  <a:pt x="93" y="76"/>
                </a:cubicBezTo>
                <a:cubicBezTo>
                  <a:pt x="92" y="76"/>
                  <a:pt x="90" y="75"/>
                  <a:pt x="90" y="73"/>
                </a:cubicBezTo>
                <a:cubicBezTo>
                  <a:pt x="90" y="71"/>
                  <a:pt x="92" y="70"/>
                  <a:pt x="93" y="70"/>
                </a:cubicBezTo>
                <a:cubicBezTo>
                  <a:pt x="126" y="70"/>
                  <a:pt x="126" y="70"/>
                  <a:pt x="126" y="70"/>
                </a:cubicBezTo>
                <a:cubicBezTo>
                  <a:pt x="131" y="70"/>
                  <a:pt x="136" y="65"/>
                  <a:pt x="136" y="60"/>
                </a:cubicBezTo>
                <a:cubicBezTo>
                  <a:pt x="136" y="39"/>
                  <a:pt x="136" y="39"/>
                  <a:pt x="136" y="39"/>
                </a:cubicBezTo>
                <a:cubicBezTo>
                  <a:pt x="136" y="33"/>
                  <a:pt x="131" y="28"/>
                  <a:pt x="126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11" y="28"/>
                  <a:pt x="6" y="33"/>
                  <a:pt x="6" y="39"/>
                </a:cubicBezTo>
                <a:cubicBezTo>
                  <a:pt x="6" y="60"/>
                  <a:pt x="6" y="60"/>
                  <a:pt x="6" y="60"/>
                </a:cubicBezTo>
                <a:cubicBezTo>
                  <a:pt x="6" y="65"/>
                  <a:pt x="11" y="70"/>
                  <a:pt x="16" y="70"/>
                </a:cubicBezTo>
                <a:cubicBezTo>
                  <a:pt x="49" y="70"/>
                  <a:pt x="49" y="70"/>
                  <a:pt x="49" y="70"/>
                </a:cubicBezTo>
                <a:cubicBezTo>
                  <a:pt x="50" y="70"/>
                  <a:pt x="52" y="71"/>
                  <a:pt x="52" y="73"/>
                </a:cubicBezTo>
                <a:cubicBezTo>
                  <a:pt x="52" y="75"/>
                  <a:pt x="50" y="76"/>
                  <a:pt x="49" y="76"/>
                </a:cubicBezTo>
                <a:cubicBezTo>
                  <a:pt x="16" y="76"/>
                  <a:pt x="16" y="76"/>
                  <a:pt x="16" y="76"/>
                </a:cubicBezTo>
                <a:cubicBezTo>
                  <a:pt x="7" y="76"/>
                  <a:pt x="0" y="69"/>
                  <a:pt x="0" y="60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0"/>
                  <a:pt x="7" y="22"/>
                  <a:pt x="16" y="22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35" y="22"/>
                  <a:pt x="142" y="30"/>
                  <a:pt x="142" y="39"/>
                </a:cubicBezTo>
                <a:cubicBezTo>
                  <a:pt x="142" y="62"/>
                  <a:pt x="142" y="62"/>
                  <a:pt x="142" y="62"/>
                </a:cubicBezTo>
                <a:cubicBezTo>
                  <a:pt x="142" y="63"/>
                  <a:pt x="142" y="63"/>
                  <a:pt x="142" y="64"/>
                </a:cubicBezTo>
                <a:cubicBezTo>
                  <a:pt x="140" y="71"/>
                  <a:pt x="133" y="76"/>
                  <a:pt x="126" y="76"/>
                </a:cubicBezTo>
                <a:close/>
                <a:moveTo>
                  <a:pt x="95" y="17"/>
                </a:moveTo>
                <a:cubicBezTo>
                  <a:pt x="93" y="17"/>
                  <a:pt x="91" y="16"/>
                  <a:pt x="91" y="14"/>
                </a:cubicBezTo>
                <a:cubicBezTo>
                  <a:pt x="91" y="10"/>
                  <a:pt x="88" y="7"/>
                  <a:pt x="83" y="7"/>
                </a:cubicBezTo>
                <a:cubicBezTo>
                  <a:pt x="59" y="7"/>
                  <a:pt x="59" y="7"/>
                  <a:pt x="59" y="7"/>
                </a:cubicBezTo>
                <a:cubicBezTo>
                  <a:pt x="54" y="7"/>
                  <a:pt x="51" y="10"/>
                  <a:pt x="51" y="14"/>
                </a:cubicBezTo>
                <a:cubicBezTo>
                  <a:pt x="51" y="16"/>
                  <a:pt x="49" y="17"/>
                  <a:pt x="47" y="17"/>
                </a:cubicBezTo>
                <a:cubicBezTo>
                  <a:pt x="46" y="17"/>
                  <a:pt x="44" y="16"/>
                  <a:pt x="44" y="14"/>
                </a:cubicBezTo>
                <a:cubicBezTo>
                  <a:pt x="44" y="6"/>
                  <a:pt x="51" y="0"/>
                  <a:pt x="59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91" y="0"/>
                  <a:pt x="98" y="6"/>
                  <a:pt x="98" y="14"/>
                </a:cubicBezTo>
                <a:cubicBezTo>
                  <a:pt x="98" y="16"/>
                  <a:pt x="96" y="17"/>
                  <a:pt x="95" y="1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69" name="Google Shape;912;p30"/>
          <p:cNvSpPr>
            <a:spLocks/>
          </p:cNvSpPr>
          <p:nvPr/>
        </p:nvSpPr>
        <p:spPr bwMode="auto">
          <a:xfrm>
            <a:off x="1731963" y="4383088"/>
            <a:ext cx="538162" cy="630237"/>
          </a:xfrm>
          <a:custGeom>
            <a:avLst/>
            <a:gdLst>
              <a:gd name="T0" fmla="*/ 57 w 137"/>
              <a:gd name="T1" fmla="*/ 160 h 160"/>
              <a:gd name="T2" fmla="*/ 57 w 137"/>
              <a:gd name="T3" fmla="*/ 154 h 160"/>
              <a:gd name="T4" fmla="*/ 82 w 137"/>
              <a:gd name="T5" fmla="*/ 157 h 160"/>
              <a:gd name="T6" fmla="*/ 85 w 137"/>
              <a:gd name="T7" fmla="*/ 149 h 160"/>
              <a:gd name="T8" fmla="*/ 48 w 137"/>
              <a:gd name="T9" fmla="*/ 146 h 160"/>
              <a:gd name="T10" fmla="*/ 85 w 137"/>
              <a:gd name="T11" fmla="*/ 144 h 160"/>
              <a:gd name="T12" fmla="*/ 85 w 137"/>
              <a:gd name="T13" fmla="*/ 149 h 160"/>
              <a:gd name="T14" fmla="*/ 54 w 137"/>
              <a:gd name="T15" fmla="*/ 138 h 160"/>
              <a:gd name="T16" fmla="*/ 43 w 137"/>
              <a:gd name="T17" fmla="*/ 124 h 160"/>
              <a:gd name="T18" fmla="*/ 30 w 137"/>
              <a:gd name="T19" fmla="*/ 93 h 160"/>
              <a:gd name="T20" fmla="*/ 67 w 137"/>
              <a:gd name="T21" fmla="*/ 29 h 160"/>
              <a:gd name="T22" fmla="*/ 105 w 137"/>
              <a:gd name="T23" fmla="*/ 93 h 160"/>
              <a:gd name="T24" fmla="*/ 91 w 137"/>
              <a:gd name="T25" fmla="*/ 124 h 160"/>
              <a:gd name="T26" fmla="*/ 80 w 137"/>
              <a:gd name="T27" fmla="*/ 138 h 160"/>
              <a:gd name="T28" fmla="*/ 54 w 137"/>
              <a:gd name="T29" fmla="*/ 132 h 160"/>
              <a:gd name="T30" fmla="*/ 85 w 137"/>
              <a:gd name="T31" fmla="*/ 129 h 160"/>
              <a:gd name="T32" fmla="*/ 87 w 137"/>
              <a:gd name="T33" fmla="*/ 113 h 160"/>
              <a:gd name="T34" fmla="*/ 105 w 137"/>
              <a:gd name="T35" fmla="*/ 61 h 160"/>
              <a:gd name="T36" fmla="*/ 30 w 137"/>
              <a:gd name="T37" fmla="*/ 61 h 160"/>
              <a:gd name="T38" fmla="*/ 47 w 137"/>
              <a:gd name="T39" fmla="*/ 113 h 160"/>
              <a:gd name="T40" fmla="*/ 50 w 137"/>
              <a:gd name="T41" fmla="*/ 129 h 160"/>
              <a:gd name="T42" fmla="*/ 54 w 137"/>
              <a:gd name="T43" fmla="*/ 132 h 160"/>
              <a:gd name="T44" fmla="*/ 3 w 137"/>
              <a:gd name="T45" fmla="*/ 74 h 160"/>
              <a:gd name="T46" fmla="*/ 3 w 137"/>
              <a:gd name="T47" fmla="*/ 68 h 160"/>
              <a:gd name="T48" fmla="*/ 18 w 137"/>
              <a:gd name="T49" fmla="*/ 71 h 160"/>
              <a:gd name="T50" fmla="*/ 134 w 137"/>
              <a:gd name="T51" fmla="*/ 71 h 160"/>
              <a:gd name="T52" fmla="*/ 117 w 137"/>
              <a:gd name="T53" fmla="*/ 68 h 160"/>
              <a:gd name="T54" fmla="*/ 134 w 137"/>
              <a:gd name="T55" fmla="*/ 65 h 160"/>
              <a:gd name="T56" fmla="*/ 134 w 137"/>
              <a:gd name="T57" fmla="*/ 71 h 160"/>
              <a:gd name="T58" fmla="*/ 40 w 137"/>
              <a:gd name="T59" fmla="*/ 69 h 160"/>
              <a:gd name="T60" fmla="*/ 69 w 137"/>
              <a:gd name="T61" fmla="*/ 43 h 160"/>
              <a:gd name="T62" fmla="*/ 72 w 137"/>
              <a:gd name="T63" fmla="*/ 46 h 160"/>
              <a:gd name="T64" fmla="*/ 43 w 137"/>
              <a:gd name="T65" fmla="*/ 67 h 160"/>
              <a:gd name="T66" fmla="*/ 105 w 137"/>
              <a:gd name="T67" fmla="*/ 36 h 160"/>
              <a:gd name="T68" fmla="*/ 103 w 137"/>
              <a:gd name="T69" fmla="*/ 31 h 160"/>
              <a:gd name="T70" fmla="*/ 118 w 137"/>
              <a:gd name="T71" fmla="*/ 21 h 160"/>
              <a:gd name="T72" fmla="*/ 108 w 137"/>
              <a:gd name="T73" fmla="*/ 35 h 160"/>
              <a:gd name="T74" fmla="*/ 30 w 137"/>
              <a:gd name="T75" fmla="*/ 36 h 160"/>
              <a:gd name="T76" fmla="*/ 18 w 137"/>
              <a:gd name="T77" fmla="*/ 25 h 160"/>
              <a:gd name="T78" fmla="*/ 22 w 137"/>
              <a:gd name="T79" fmla="*/ 21 h 160"/>
              <a:gd name="T80" fmla="*/ 32 w 137"/>
              <a:gd name="T81" fmla="*/ 35 h 160"/>
              <a:gd name="T82" fmla="*/ 67 w 137"/>
              <a:gd name="T83" fmla="*/ 23 h 160"/>
              <a:gd name="T84" fmla="*/ 64 w 137"/>
              <a:gd name="T85" fmla="*/ 3 h 160"/>
              <a:gd name="T86" fmla="*/ 70 w 137"/>
              <a:gd name="T87" fmla="*/ 3 h 160"/>
              <a:gd name="T88" fmla="*/ 67 w 137"/>
              <a:gd name="T89" fmla="*/ 23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37" h="160" extrusionOk="0">
                <a:moveTo>
                  <a:pt x="79" y="160"/>
                </a:moveTo>
                <a:cubicBezTo>
                  <a:pt x="57" y="160"/>
                  <a:pt x="57" y="160"/>
                  <a:pt x="57" y="160"/>
                </a:cubicBezTo>
                <a:cubicBezTo>
                  <a:pt x="55" y="160"/>
                  <a:pt x="54" y="158"/>
                  <a:pt x="54" y="157"/>
                </a:cubicBezTo>
                <a:cubicBezTo>
                  <a:pt x="54" y="155"/>
                  <a:pt x="55" y="154"/>
                  <a:pt x="57" y="154"/>
                </a:cubicBezTo>
                <a:cubicBezTo>
                  <a:pt x="79" y="154"/>
                  <a:pt x="79" y="154"/>
                  <a:pt x="79" y="154"/>
                </a:cubicBezTo>
                <a:cubicBezTo>
                  <a:pt x="80" y="154"/>
                  <a:pt x="82" y="155"/>
                  <a:pt x="82" y="157"/>
                </a:cubicBezTo>
                <a:cubicBezTo>
                  <a:pt x="82" y="158"/>
                  <a:pt x="80" y="160"/>
                  <a:pt x="79" y="160"/>
                </a:cubicBezTo>
                <a:close/>
                <a:moveTo>
                  <a:pt x="85" y="149"/>
                </a:moveTo>
                <a:cubicBezTo>
                  <a:pt x="51" y="149"/>
                  <a:pt x="51" y="149"/>
                  <a:pt x="51" y="149"/>
                </a:cubicBezTo>
                <a:cubicBezTo>
                  <a:pt x="49" y="149"/>
                  <a:pt x="48" y="148"/>
                  <a:pt x="48" y="146"/>
                </a:cubicBezTo>
                <a:cubicBezTo>
                  <a:pt x="48" y="145"/>
                  <a:pt x="49" y="144"/>
                  <a:pt x="51" y="144"/>
                </a:cubicBezTo>
                <a:cubicBezTo>
                  <a:pt x="85" y="144"/>
                  <a:pt x="85" y="144"/>
                  <a:pt x="85" y="144"/>
                </a:cubicBezTo>
                <a:cubicBezTo>
                  <a:pt x="87" y="144"/>
                  <a:pt x="88" y="145"/>
                  <a:pt x="88" y="146"/>
                </a:cubicBezTo>
                <a:cubicBezTo>
                  <a:pt x="88" y="148"/>
                  <a:pt x="87" y="149"/>
                  <a:pt x="85" y="149"/>
                </a:cubicBezTo>
                <a:close/>
                <a:moveTo>
                  <a:pt x="68" y="138"/>
                </a:moveTo>
                <a:cubicBezTo>
                  <a:pt x="61" y="138"/>
                  <a:pt x="55" y="138"/>
                  <a:pt x="54" y="138"/>
                </a:cubicBezTo>
                <a:cubicBezTo>
                  <a:pt x="48" y="138"/>
                  <a:pt x="45" y="136"/>
                  <a:pt x="44" y="131"/>
                </a:cubicBezTo>
                <a:cubicBezTo>
                  <a:pt x="44" y="128"/>
                  <a:pt x="44" y="126"/>
                  <a:pt x="43" y="124"/>
                </a:cubicBezTo>
                <a:cubicBezTo>
                  <a:pt x="43" y="121"/>
                  <a:pt x="43" y="118"/>
                  <a:pt x="42" y="116"/>
                </a:cubicBezTo>
                <a:cubicBezTo>
                  <a:pt x="37" y="107"/>
                  <a:pt x="34" y="101"/>
                  <a:pt x="30" y="93"/>
                </a:cubicBezTo>
                <a:cubicBezTo>
                  <a:pt x="25" y="84"/>
                  <a:pt x="21" y="71"/>
                  <a:pt x="24" y="59"/>
                </a:cubicBezTo>
                <a:cubicBezTo>
                  <a:pt x="28" y="44"/>
                  <a:pt x="44" y="29"/>
                  <a:pt x="67" y="29"/>
                </a:cubicBezTo>
                <a:cubicBezTo>
                  <a:pt x="91" y="29"/>
                  <a:pt x="107" y="44"/>
                  <a:pt x="111" y="59"/>
                </a:cubicBezTo>
                <a:cubicBezTo>
                  <a:pt x="114" y="71"/>
                  <a:pt x="109" y="84"/>
                  <a:pt x="105" y="93"/>
                </a:cubicBezTo>
                <a:cubicBezTo>
                  <a:pt x="100" y="101"/>
                  <a:pt x="97" y="107"/>
                  <a:pt x="93" y="116"/>
                </a:cubicBezTo>
                <a:cubicBezTo>
                  <a:pt x="91" y="118"/>
                  <a:pt x="91" y="121"/>
                  <a:pt x="91" y="124"/>
                </a:cubicBezTo>
                <a:cubicBezTo>
                  <a:pt x="91" y="126"/>
                  <a:pt x="91" y="128"/>
                  <a:pt x="91" y="131"/>
                </a:cubicBezTo>
                <a:cubicBezTo>
                  <a:pt x="89" y="136"/>
                  <a:pt x="86" y="138"/>
                  <a:pt x="80" y="138"/>
                </a:cubicBezTo>
                <a:cubicBezTo>
                  <a:pt x="80" y="138"/>
                  <a:pt x="74" y="138"/>
                  <a:pt x="68" y="138"/>
                </a:cubicBezTo>
                <a:close/>
                <a:moveTo>
                  <a:pt x="54" y="132"/>
                </a:moveTo>
                <a:cubicBezTo>
                  <a:pt x="55" y="132"/>
                  <a:pt x="80" y="132"/>
                  <a:pt x="80" y="132"/>
                </a:cubicBezTo>
                <a:cubicBezTo>
                  <a:pt x="84" y="132"/>
                  <a:pt x="84" y="132"/>
                  <a:pt x="85" y="129"/>
                </a:cubicBezTo>
                <a:cubicBezTo>
                  <a:pt x="85" y="128"/>
                  <a:pt x="85" y="126"/>
                  <a:pt x="85" y="124"/>
                </a:cubicBezTo>
                <a:cubicBezTo>
                  <a:pt x="85" y="120"/>
                  <a:pt x="86" y="116"/>
                  <a:pt x="87" y="113"/>
                </a:cubicBezTo>
                <a:cubicBezTo>
                  <a:pt x="92" y="104"/>
                  <a:pt x="95" y="98"/>
                  <a:pt x="100" y="90"/>
                </a:cubicBezTo>
                <a:cubicBezTo>
                  <a:pt x="103" y="84"/>
                  <a:pt x="108" y="72"/>
                  <a:pt x="105" y="61"/>
                </a:cubicBezTo>
                <a:cubicBezTo>
                  <a:pt x="102" y="48"/>
                  <a:pt x="88" y="35"/>
                  <a:pt x="67" y="35"/>
                </a:cubicBezTo>
                <a:cubicBezTo>
                  <a:pt x="47" y="35"/>
                  <a:pt x="33" y="48"/>
                  <a:pt x="30" y="61"/>
                </a:cubicBezTo>
                <a:cubicBezTo>
                  <a:pt x="27" y="72"/>
                  <a:pt x="32" y="84"/>
                  <a:pt x="35" y="90"/>
                </a:cubicBezTo>
                <a:cubicBezTo>
                  <a:pt x="39" y="99"/>
                  <a:pt x="43" y="104"/>
                  <a:pt x="47" y="113"/>
                </a:cubicBezTo>
                <a:cubicBezTo>
                  <a:pt x="49" y="116"/>
                  <a:pt x="49" y="120"/>
                  <a:pt x="49" y="124"/>
                </a:cubicBezTo>
                <a:cubicBezTo>
                  <a:pt x="49" y="126"/>
                  <a:pt x="50" y="128"/>
                  <a:pt x="50" y="129"/>
                </a:cubicBezTo>
                <a:cubicBezTo>
                  <a:pt x="50" y="132"/>
                  <a:pt x="51" y="132"/>
                  <a:pt x="54" y="132"/>
                </a:cubicBezTo>
                <a:cubicBezTo>
                  <a:pt x="54" y="132"/>
                  <a:pt x="54" y="132"/>
                  <a:pt x="54" y="132"/>
                </a:cubicBezTo>
                <a:close/>
                <a:moveTo>
                  <a:pt x="15" y="74"/>
                </a:moveTo>
                <a:cubicBezTo>
                  <a:pt x="3" y="74"/>
                  <a:pt x="3" y="74"/>
                  <a:pt x="3" y="74"/>
                </a:cubicBezTo>
                <a:cubicBezTo>
                  <a:pt x="2" y="74"/>
                  <a:pt x="0" y="72"/>
                  <a:pt x="0" y="71"/>
                </a:cubicBezTo>
                <a:cubicBezTo>
                  <a:pt x="0" y="69"/>
                  <a:pt x="2" y="68"/>
                  <a:pt x="3" y="68"/>
                </a:cubicBezTo>
                <a:cubicBezTo>
                  <a:pt x="15" y="68"/>
                  <a:pt x="15" y="68"/>
                  <a:pt x="15" y="68"/>
                </a:cubicBezTo>
                <a:cubicBezTo>
                  <a:pt x="17" y="68"/>
                  <a:pt x="18" y="69"/>
                  <a:pt x="18" y="71"/>
                </a:cubicBezTo>
                <a:cubicBezTo>
                  <a:pt x="18" y="72"/>
                  <a:pt x="17" y="74"/>
                  <a:pt x="15" y="74"/>
                </a:cubicBezTo>
                <a:close/>
                <a:moveTo>
                  <a:pt x="134" y="71"/>
                </a:moveTo>
                <a:cubicBezTo>
                  <a:pt x="120" y="71"/>
                  <a:pt x="120" y="71"/>
                  <a:pt x="120" y="71"/>
                </a:cubicBezTo>
                <a:cubicBezTo>
                  <a:pt x="118" y="71"/>
                  <a:pt x="117" y="70"/>
                  <a:pt x="117" y="68"/>
                </a:cubicBezTo>
                <a:cubicBezTo>
                  <a:pt x="117" y="67"/>
                  <a:pt x="118" y="65"/>
                  <a:pt x="120" y="65"/>
                </a:cubicBezTo>
                <a:cubicBezTo>
                  <a:pt x="134" y="65"/>
                  <a:pt x="134" y="65"/>
                  <a:pt x="134" y="65"/>
                </a:cubicBezTo>
                <a:cubicBezTo>
                  <a:pt x="136" y="65"/>
                  <a:pt x="137" y="67"/>
                  <a:pt x="137" y="68"/>
                </a:cubicBezTo>
                <a:cubicBezTo>
                  <a:pt x="137" y="70"/>
                  <a:pt x="136" y="71"/>
                  <a:pt x="134" y="71"/>
                </a:cubicBezTo>
                <a:close/>
                <a:moveTo>
                  <a:pt x="41" y="69"/>
                </a:moveTo>
                <a:cubicBezTo>
                  <a:pt x="40" y="69"/>
                  <a:pt x="40" y="69"/>
                  <a:pt x="40" y="69"/>
                </a:cubicBezTo>
                <a:cubicBezTo>
                  <a:pt x="38" y="68"/>
                  <a:pt x="37" y="67"/>
                  <a:pt x="38" y="65"/>
                </a:cubicBezTo>
                <a:cubicBezTo>
                  <a:pt x="40" y="54"/>
                  <a:pt x="52" y="43"/>
                  <a:pt x="69" y="43"/>
                </a:cubicBezTo>
                <a:cubicBezTo>
                  <a:pt x="69" y="43"/>
                  <a:pt x="69" y="43"/>
                  <a:pt x="69" y="43"/>
                </a:cubicBezTo>
                <a:cubicBezTo>
                  <a:pt x="71" y="43"/>
                  <a:pt x="72" y="45"/>
                  <a:pt x="72" y="46"/>
                </a:cubicBezTo>
                <a:cubicBezTo>
                  <a:pt x="72" y="48"/>
                  <a:pt x="71" y="49"/>
                  <a:pt x="69" y="49"/>
                </a:cubicBezTo>
                <a:cubicBezTo>
                  <a:pt x="55" y="49"/>
                  <a:pt x="46" y="58"/>
                  <a:pt x="43" y="67"/>
                </a:cubicBezTo>
                <a:cubicBezTo>
                  <a:pt x="43" y="68"/>
                  <a:pt x="42" y="69"/>
                  <a:pt x="41" y="69"/>
                </a:cubicBezTo>
                <a:close/>
                <a:moveTo>
                  <a:pt x="105" y="36"/>
                </a:moveTo>
                <a:cubicBezTo>
                  <a:pt x="105" y="36"/>
                  <a:pt x="104" y="36"/>
                  <a:pt x="103" y="35"/>
                </a:cubicBezTo>
                <a:cubicBezTo>
                  <a:pt x="102" y="34"/>
                  <a:pt x="102" y="32"/>
                  <a:pt x="103" y="31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5" y="20"/>
                  <a:pt x="116" y="20"/>
                  <a:pt x="118" y="21"/>
                </a:cubicBezTo>
                <a:cubicBezTo>
                  <a:pt x="119" y="22"/>
                  <a:pt x="119" y="24"/>
                  <a:pt x="118" y="25"/>
                </a:cubicBezTo>
                <a:cubicBezTo>
                  <a:pt x="108" y="35"/>
                  <a:pt x="108" y="35"/>
                  <a:pt x="108" y="35"/>
                </a:cubicBezTo>
                <a:cubicBezTo>
                  <a:pt x="107" y="36"/>
                  <a:pt x="106" y="36"/>
                  <a:pt x="105" y="36"/>
                </a:cubicBezTo>
                <a:close/>
                <a:moveTo>
                  <a:pt x="30" y="36"/>
                </a:moveTo>
                <a:cubicBezTo>
                  <a:pt x="29" y="36"/>
                  <a:pt x="29" y="36"/>
                  <a:pt x="28" y="35"/>
                </a:cubicBezTo>
                <a:cubicBezTo>
                  <a:pt x="18" y="25"/>
                  <a:pt x="18" y="25"/>
                  <a:pt x="18" y="25"/>
                </a:cubicBezTo>
                <a:cubicBezTo>
                  <a:pt x="17" y="24"/>
                  <a:pt x="17" y="22"/>
                  <a:pt x="18" y="21"/>
                </a:cubicBezTo>
                <a:cubicBezTo>
                  <a:pt x="19" y="20"/>
                  <a:pt x="21" y="20"/>
                  <a:pt x="22" y="21"/>
                </a:cubicBezTo>
                <a:cubicBezTo>
                  <a:pt x="32" y="31"/>
                  <a:pt x="32" y="31"/>
                  <a:pt x="32" y="31"/>
                </a:cubicBezTo>
                <a:cubicBezTo>
                  <a:pt x="33" y="32"/>
                  <a:pt x="33" y="34"/>
                  <a:pt x="32" y="35"/>
                </a:cubicBezTo>
                <a:cubicBezTo>
                  <a:pt x="32" y="36"/>
                  <a:pt x="31" y="36"/>
                  <a:pt x="30" y="36"/>
                </a:cubicBezTo>
                <a:close/>
                <a:moveTo>
                  <a:pt x="67" y="23"/>
                </a:moveTo>
                <a:cubicBezTo>
                  <a:pt x="66" y="23"/>
                  <a:pt x="64" y="22"/>
                  <a:pt x="64" y="20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2"/>
                  <a:pt x="66" y="0"/>
                  <a:pt x="67" y="0"/>
                </a:cubicBezTo>
                <a:cubicBezTo>
                  <a:pt x="69" y="0"/>
                  <a:pt x="70" y="2"/>
                  <a:pt x="70" y="3"/>
                </a:cubicBezTo>
                <a:cubicBezTo>
                  <a:pt x="70" y="20"/>
                  <a:pt x="70" y="20"/>
                  <a:pt x="70" y="20"/>
                </a:cubicBezTo>
                <a:cubicBezTo>
                  <a:pt x="70" y="22"/>
                  <a:pt x="69" y="23"/>
                  <a:pt x="67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70" name="Google Shape;913;p30"/>
          <p:cNvSpPr>
            <a:spLocks/>
          </p:cNvSpPr>
          <p:nvPr/>
        </p:nvSpPr>
        <p:spPr bwMode="auto">
          <a:xfrm>
            <a:off x="9920288" y="1670050"/>
            <a:ext cx="573087" cy="573088"/>
          </a:xfrm>
          <a:custGeom>
            <a:avLst/>
            <a:gdLst>
              <a:gd name="T0" fmla="*/ 60 w 146"/>
              <a:gd name="T1" fmla="*/ 140 h 146"/>
              <a:gd name="T2" fmla="*/ 48 w 146"/>
              <a:gd name="T3" fmla="*/ 121 h 146"/>
              <a:gd name="T4" fmla="*/ 27 w 146"/>
              <a:gd name="T5" fmla="*/ 129 h 146"/>
              <a:gd name="T6" fmla="*/ 25 w 146"/>
              <a:gd name="T7" fmla="*/ 100 h 146"/>
              <a:gd name="T8" fmla="*/ 20 w 146"/>
              <a:gd name="T9" fmla="*/ 89 h 146"/>
              <a:gd name="T10" fmla="*/ 0 w 146"/>
              <a:gd name="T11" fmla="*/ 66 h 146"/>
              <a:gd name="T12" fmla="*/ 21 w 146"/>
              <a:gd name="T13" fmla="*/ 56 h 146"/>
              <a:gd name="T14" fmla="*/ 16 w 146"/>
              <a:gd name="T15" fmla="*/ 35 h 146"/>
              <a:gd name="T16" fmla="*/ 35 w 146"/>
              <a:gd name="T17" fmla="*/ 16 h 146"/>
              <a:gd name="T18" fmla="*/ 56 w 146"/>
              <a:gd name="T19" fmla="*/ 21 h 146"/>
              <a:gd name="T20" fmla="*/ 66 w 146"/>
              <a:gd name="T21" fmla="*/ 0 h 146"/>
              <a:gd name="T22" fmla="*/ 89 w 146"/>
              <a:gd name="T23" fmla="*/ 20 h 146"/>
              <a:gd name="T24" fmla="*/ 100 w 146"/>
              <a:gd name="T25" fmla="*/ 25 h 146"/>
              <a:gd name="T26" fmla="*/ 129 w 146"/>
              <a:gd name="T27" fmla="*/ 27 h 146"/>
              <a:gd name="T28" fmla="*/ 121 w 146"/>
              <a:gd name="T29" fmla="*/ 48 h 146"/>
              <a:gd name="T30" fmla="*/ 140 w 146"/>
              <a:gd name="T31" fmla="*/ 60 h 146"/>
              <a:gd name="T32" fmla="*/ 146 w 146"/>
              <a:gd name="T33" fmla="*/ 80 h 146"/>
              <a:gd name="T34" fmla="*/ 125 w 146"/>
              <a:gd name="T35" fmla="*/ 90 h 146"/>
              <a:gd name="T36" fmla="*/ 130 w 146"/>
              <a:gd name="T37" fmla="*/ 111 h 146"/>
              <a:gd name="T38" fmla="*/ 111 w 146"/>
              <a:gd name="T39" fmla="*/ 130 h 146"/>
              <a:gd name="T40" fmla="*/ 90 w 146"/>
              <a:gd name="T41" fmla="*/ 125 h 146"/>
              <a:gd name="T42" fmla="*/ 80 w 146"/>
              <a:gd name="T43" fmla="*/ 146 h 146"/>
              <a:gd name="T44" fmla="*/ 82 w 146"/>
              <a:gd name="T45" fmla="*/ 125 h 146"/>
              <a:gd name="T46" fmla="*/ 103 w 146"/>
              <a:gd name="T47" fmla="*/ 116 h 146"/>
              <a:gd name="T48" fmla="*/ 116 w 146"/>
              <a:gd name="T49" fmla="*/ 104 h 146"/>
              <a:gd name="T50" fmla="*/ 125 w 146"/>
              <a:gd name="T51" fmla="*/ 82 h 146"/>
              <a:gd name="T52" fmla="*/ 125 w 146"/>
              <a:gd name="T53" fmla="*/ 64 h 146"/>
              <a:gd name="T54" fmla="*/ 116 w 146"/>
              <a:gd name="T55" fmla="*/ 43 h 146"/>
              <a:gd name="T56" fmla="*/ 103 w 146"/>
              <a:gd name="T57" fmla="*/ 30 h 146"/>
              <a:gd name="T58" fmla="*/ 82 w 146"/>
              <a:gd name="T59" fmla="*/ 21 h 146"/>
              <a:gd name="T60" fmla="*/ 64 w 146"/>
              <a:gd name="T61" fmla="*/ 21 h 146"/>
              <a:gd name="T62" fmla="*/ 43 w 146"/>
              <a:gd name="T63" fmla="*/ 30 h 146"/>
              <a:gd name="T64" fmla="*/ 30 w 146"/>
              <a:gd name="T65" fmla="*/ 43 h 146"/>
              <a:gd name="T66" fmla="*/ 21 w 146"/>
              <a:gd name="T67" fmla="*/ 64 h 146"/>
              <a:gd name="T68" fmla="*/ 21 w 146"/>
              <a:gd name="T69" fmla="*/ 82 h 146"/>
              <a:gd name="T70" fmla="*/ 30 w 146"/>
              <a:gd name="T71" fmla="*/ 104 h 146"/>
              <a:gd name="T72" fmla="*/ 43 w 146"/>
              <a:gd name="T73" fmla="*/ 116 h 146"/>
              <a:gd name="T74" fmla="*/ 64 w 146"/>
              <a:gd name="T75" fmla="*/ 125 h 146"/>
              <a:gd name="T76" fmla="*/ 21 w 146"/>
              <a:gd name="T77" fmla="*/ 115 h 146"/>
              <a:gd name="T78" fmla="*/ 139 w 146"/>
              <a:gd name="T79" fmla="*/ 80 h 146"/>
              <a:gd name="T80" fmla="*/ 7 w 146"/>
              <a:gd name="T81" fmla="*/ 80 h 146"/>
              <a:gd name="T82" fmla="*/ 7 w 146"/>
              <a:gd name="T83" fmla="*/ 80 h 146"/>
              <a:gd name="T84" fmla="*/ 115 w 146"/>
              <a:gd name="T85" fmla="*/ 21 h 146"/>
              <a:gd name="T86" fmla="*/ 73 w 146"/>
              <a:gd name="T87" fmla="*/ 102 h 146"/>
              <a:gd name="T88" fmla="*/ 67 w 146"/>
              <a:gd name="T89" fmla="*/ 45 h 146"/>
              <a:gd name="T90" fmla="*/ 80 w 146"/>
              <a:gd name="T91" fmla="*/ 101 h 146"/>
              <a:gd name="T92" fmla="*/ 68 w 146"/>
              <a:gd name="T93" fmla="*/ 51 h 146"/>
              <a:gd name="T94" fmla="*/ 78 w 146"/>
              <a:gd name="T95" fmla="*/ 95 h 146"/>
              <a:gd name="T96" fmla="*/ 89 w 146"/>
              <a:gd name="T97" fmla="*/ 57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6" h="146" extrusionOk="0">
                <a:moveTo>
                  <a:pt x="80" y="146"/>
                </a:moveTo>
                <a:cubicBezTo>
                  <a:pt x="66" y="146"/>
                  <a:pt x="66" y="146"/>
                  <a:pt x="66" y="146"/>
                </a:cubicBezTo>
                <a:cubicBezTo>
                  <a:pt x="63" y="146"/>
                  <a:pt x="60" y="143"/>
                  <a:pt x="60" y="140"/>
                </a:cubicBezTo>
                <a:cubicBezTo>
                  <a:pt x="58" y="126"/>
                  <a:pt x="58" y="126"/>
                  <a:pt x="58" y="126"/>
                </a:cubicBezTo>
                <a:cubicBezTo>
                  <a:pt x="57" y="125"/>
                  <a:pt x="57" y="125"/>
                  <a:pt x="56" y="125"/>
                </a:cubicBezTo>
                <a:cubicBezTo>
                  <a:pt x="54" y="124"/>
                  <a:pt x="51" y="123"/>
                  <a:pt x="48" y="121"/>
                </a:cubicBezTo>
                <a:cubicBezTo>
                  <a:pt x="48" y="121"/>
                  <a:pt x="47" y="121"/>
                  <a:pt x="46" y="122"/>
                </a:cubicBezTo>
                <a:cubicBezTo>
                  <a:pt x="35" y="130"/>
                  <a:pt x="35" y="130"/>
                  <a:pt x="35" y="130"/>
                </a:cubicBezTo>
                <a:cubicBezTo>
                  <a:pt x="32" y="132"/>
                  <a:pt x="29" y="132"/>
                  <a:pt x="27" y="129"/>
                </a:cubicBezTo>
                <a:cubicBezTo>
                  <a:pt x="17" y="119"/>
                  <a:pt x="17" y="119"/>
                  <a:pt x="17" y="119"/>
                </a:cubicBezTo>
                <a:cubicBezTo>
                  <a:pt x="15" y="117"/>
                  <a:pt x="14" y="114"/>
                  <a:pt x="16" y="111"/>
                </a:cubicBezTo>
                <a:cubicBezTo>
                  <a:pt x="25" y="100"/>
                  <a:pt x="25" y="100"/>
                  <a:pt x="25" y="100"/>
                </a:cubicBezTo>
                <a:cubicBezTo>
                  <a:pt x="25" y="99"/>
                  <a:pt x="25" y="99"/>
                  <a:pt x="25" y="98"/>
                </a:cubicBezTo>
                <a:cubicBezTo>
                  <a:pt x="23" y="95"/>
                  <a:pt x="22" y="93"/>
                  <a:pt x="21" y="90"/>
                </a:cubicBezTo>
                <a:cubicBezTo>
                  <a:pt x="21" y="89"/>
                  <a:pt x="21" y="89"/>
                  <a:pt x="20" y="89"/>
                </a:cubicBezTo>
                <a:cubicBezTo>
                  <a:pt x="6" y="86"/>
                  <a:pt x="6" y="86"/>
                  <a:pt x="6" y="86"/>
                </a:cubicBezTo>
                <a:cubicBezTo>
                  <a:pt x="3" y="86"/>
                  <a:pt x="0" y="83"/>
                  <a:pt x="0" y="80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3"/>
                  <a:pt x="3" y="60"/>
                  <a:pt x="6" y="60"/>
                </a:cubicBezTo>
                <a:cubicBezTo>
                  <a:pt x="20" y="58"/>
                  <a:pt x="20" y="58"/>
                  <a:pt x="20" y="58"/>
                </a:cubicBezTo>
                <a:cubicBezTo>
                  <a:pt x="21" y="57"/>
                  <a:pt x="21" y="57"/>
                  <a:pt x="21" y="56"/>
                </a:cubicBezTo>
                <a:cubicBezTo>
                  <a:pt x="22" y="54"/>
                  <a:pt x="23" y="51"/>
                  <a:pt x="25" y="48"/>
                </a:cubicBezTo>
                <a:cubicBezTo>
                  <a:pt x="25" y="48"/>
                  <a:pt x="25" y="47"/>
                  <a:pt x="25" y="47"/>
                </a:cubicBezTo>
                <a:cubicBezTo>
                  <a:pt x="16" y="35"/>
                  <a:pt x="16" y="35"/>
                  <a:pt x="16" y="35"/>
                </a:cubicBezTo>
                <a:cubicBezTo>
                  <a:pt x="14" y="32"/>
                  <a:pt x="15" y="29"/>
                  <a:pt x="17" y="27"/>
                </a:cubicBezTo>
                <a:cubicBezTo>
                  <a:pt x="27" y="17"/>
                  <a:pt x="27" y="17"/>
                  <a:pt x="27" y="17"/>
                </a:cubicBezTo>
                <a:cubicBezTo>
                  <a:pt x="29" y="15"/>
                  <a:pt x="32" y="14"/>
                  <a:pt x="35" y="16"/>
                </a:cubicBezTo>
                <a:cubicBezTo>
                  <a:pt x="46" y="25"/>
                  <a:pt x="46" y="25"/>
                  <a:pt x="46" y="25"/>
                </a:cubicBezTo>
                <a:cubicBezTo>
                  <a:pt x="47" y="25"/>
                  <a:pt x="48" y="25"/>
                  <a:pt x="48" y="25"/>
                </a:cubicBezTo>
                <a:cubicBezTo>
                  <a:pt x="51" y="23"/>
                  <a:pt x="54" y="22"/>
                  <a:pt x="56" y="21"/>
                </a:cubicBezTo>
                <a:cubicBezTo>
                  <a:pt x="57" y="21"/>
                  <a:pt x="57" y="21"/>
                  <a:pt x="58" y="20"/>
                </a:cubicBezTo>
                <a:cubicBezTo>
                  <a:pt x="60" y="6"/>
                  <a:pt x="60" y="6"/>
                  <a:pt x="60" y="6"/>
                </a:cubicBezTo>
                <a:cubicBezTo>
                  <a:pt x="60" y="3"/>
                  <a:pt x="63" y="0"/>
                  <a:pt x="66" y="0"/>
                </a:cubicBezTo>
                <a:cubicBezTo>
                  <a:pt x="80" y="0"/>
                  <a:pt x="80" y="0"/>
                  <a:pt x="80" y="0"/>
                </a:cubicBezTo>
                <a:cubicBezTo>
                  <a:pt x="83" y="0"/>
                  <a:pt x="86" y="3"/>
                  <a:pt x="86" y="6"/>
                </a:cubicBezTo>
                <a:cubicBezTo>
                  <a:pt x="89" y="20"/>
                  <a:pt x="89" y="20"/>
                  <a:pt x="89" y="20"/>
                </a:cubicBezTo>
                <a:cubicBezTo>
                  <a:pt x="89" y="21"/>
                  <a:pt x="89" y="21"/>
                  <a:pt x="90" y="21"/>
                </a:cubicBezTo>
                <a:cubicBezTo>
                  <a:pt x="92" y="22"/>
                  <a:pt x="95" y="23"/>
                  <a:pt x="98" y="25"/>
                </a:cubicBezTo>
                <a:cubicBezTo>
                  <a:pt x="98" y="25"/>
                  <a:pt x="99" y="25"/>
                  <a:pt x="100" y="25"/>
                </a:cubicBezTo>
                <a:cubicBezTo>
                  <a:pt x="111" y="16"/>
                  <a:pt x="111" y="16"/>
                  <a:pt x="111" y="16"/>
                </a:cubicBezTo>
                <a:cubicBezTo>
                  <a:pt x="114" y="14"/>
                  <a:pt x="117" y="15"/>
                  <a:pt x="119" y="1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9"/>
                  <a:pt x="132" y="32"/>
                  <a:pt x="130" y="35"/>
                </a:cubicBezTo>
                <a:cubicBezTo>
                  <a:pt x="121" y="47"/>
                  <a:pt x="121" y="47"/>
                  <a:pt x="121" y="47"/>
                </a:cubicBezTo>
                <a:cubicBezTo>
                  <a:pt x="121" y="47"/>
                  <a:pt x="121" y="48"/>
                  <a:pt x="121" y="48"/>
                </a:cubicBezTo>
                <a:cubicBezTo>
                  <a:pt x="123" y="51"/>
                  <a:pt x="124" y="54"/>
                  <a:pt x="125" y="56"/>
                </a:cubicBezTo>
                <a:cubicBezTo>
                  <a:pt x="125" y="57"/>
                  <a:pt x="125" y="57"/>
                  <a:pt x="126" y="58"/>
                </a:cubicBezTo>
                <a:cubicBezTo>
                  <a:pt x="140" y="60"/>
                  <a:pt x="140" y="60"/>
                  <a:pt x="140" y="60"/>
                </a:cubicBezTo>
                <a:cubicBezTo>
                  <a:pt x="140" y="60"/>
                  <a:pt x="140" y="60"/>
                  <a:pt x="140" y="60"/>
                </a:cubicBezTo>
                <a:cubicBezTo>
                  <a:pt x="143" y="60"/>
                  <a:pt x="146" y="63"/>
                  <a:pt x="146" y="66"/>
                </a:cubicBezTo>
                <a:cubicBezTo>
                  <a:pt x="146" y="80"/>
                  <a:pt x="146" y="80"/>
                  <a:pt x="146" y="80"/>
                </a:cubicBezTo>
                <a:cubicBezTo>
                  <a:pt x="146" y="83"/>
                  <a:pt x="143" y="86"/>
                  <a:pt x="140" y="86"/>
                </a:cubicBezTo>
                <a:cubicBezTo>
                  <a:pt x="126" y="89"/>
                  <a:pt x="126" y="89"/>
                  <a:pt x="126" y="89"/>
                </a:cubicBezTo>
                <a:cubicBezTo>
                  <a:pt x="125" y="89"/>
                  <a:pt x="125" y="89"/>
                  <a:pt x="125" y="90"/>
                </a:cubicBezTo>
                <a:cubicBezTo>
                  <a:pt x="124" y="93"/>
                  <a:pt x="123" y="95"/>
                  <a:pt x="121" y="98"/>
                </a:cubicBezTo>
                <a:cubicBezTo>
                  <a:pt x="121" y="99"/>
                  <a:pt x="121" y="99"/>
                  <a:pt x="121" y="100"/>
                </a:cubicBezTo>
                <a:cubicBezTo>
                  <a:pt x="130" y="111"/>
                  <a:pt x="130" y="111"/>
                  <a:pt x="130" y="111"/>
                </a:cubicBezTo>
                <a:cubicBezTo>
                  <a:pt x="132" y="114"/>
                  <a:pt x="131" y="117"/>
                  <a:pt x="129" y="119"/>
                </a:cubicBezTo>
                <a:cubicBezTo>
                  <a:pt x="119" y="129"/>
                  <a:pt x="119" y="129"/>
                  <a:pt x="119" y="129"/>
                </a:cubicBezTo>
                <a:cubicBezTo>
                  <a:pt x="117" y="132"/>
                  <a:pt x="114" y="132"/>
                  <a:pt x="111" y="130"/>
                </a:cubicBezTo>
                <a:cubicBezTo>
                  <a:pt x="100" y="122"/>
                  <a:pt x="100" y="122"/>
                  <a:pt x="100" y="122"/>
                </a:cubicBezTo>
                <a:cubicBezTo>
                  <a:pt x="99" y="121"/>
                  <a:pt x="98" y="121"/>
                  <a:pt x="98" y="121"/>
                </a:cubicBezTo>
                <a:cubicBezTo>
                  <a:pt x="95" y="123"/>
                  <a:pt x="92" y="124"/>
                  <a:pt x="90" y="125"/>
                </a:cubicBezTo>
                <a:cubicBezTo>
                  <a:pt x="89" y="125"/>
                  <a:pt x="89" y="126"/>
                  <a:pt x="89" y="126"/>
                </a:cubicBezTo>
                <a:cubicBezTo>
                  <a:pt x="86" y="140"/>
                  <a:pt x="86" y="140"/>
                  <a:pt x="86" y="140"/>
                </a:cubicBezTo>
                <a:cubicBezTo>
                  <a:pt x="86" y="143"/>
                  <a:pt x="83" y="146"/>
                  <a:pt x="80" y="146"/>
                </a:cubicBezTo>
                <a:close/>
                <a:moveTo>
                  <a:pt x="66" y="139"/>
                </a:moveTo>
                <a:cubicBezTo>
                  <a:pt x="80" y="139"/>
                  <a:pt x="80" y="139"/>
                  <a:pt x="80" y="139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82" y="122"/>
                  <a:pt x="85" y="120"/>
                  <a:pt x="88" y="119"/>
                </a:cubicBezTo>
                <a:cubicBezTo>
                  <a:pt x="90" y="118"/>
                  <a:pt x="93" y="117"/>
                  <a:pt x="95" y="116"/>
                </a:cubicBezTo>
                <a:cubicBezTo>
                  <a:pt x="98" y="114"/>
                  <a:pt x="101" y="114"/>
                  <a:pt x="103" y="116"/>
                </a:cubicBezTo>
                <a:cubicBezTo>
                  <a:pt x="115" y="125"/>
                  <a:pt x="115" y="125"/>
                  <a:pt x="115" y="125"/>
                </a:cubicBezTo>
                <a:cubicBezTo>
                  <a:pt x="124" y="115"/>
                  <a:pt x="124" y="115"/>
                  <a:pt x="124" y="115"/>
                </a:cubicBezTo>
                <a:cubicBezTo>
                  <a:pt x="116" y="104"/>
                  <a:pt x="116" y="104"/>
                  <a:pt x="116" y="104"/>
                </a:cubicBezTo>
                <a:cubicBezTo>
                  <a:pt x="114" y="101"/>
                  <a:pt x="114" y="98"/>
                  <a:pt x="116" y="95"/>
                </a:cubicBezTo>
                <a:cubicBezTo>
                  <a:pt x="117" y="93"/>
                  <a:pt x="118" y="90"/>
                  <a:pt x="119" y="88"/>
                </a:cubicBezTo>
                <a:cubicBezTo>
                  <a:pt x="119" y="85"/>
                  <a:pt x="122" y="83"/>
                  <a:pt x="125" y="82"/>
                </a:cubicBezTo>
                <a:cubicBezTo>
                  <a:pt x="139" y="80"/>
                  <a:pt x="139" y="80"/>
                  <a:pt x="139" y="80"/>
                </a:cubicBezTo>
                <a:cubicBezTo>
                  <a:pt x="139" y="66"/>
                  <a:pt x="139" y="66"/>
                  <a:pt x="139" y="66"/>
                </a:cubicBezTo>
                <a:cubicBezTo>
                  <a:pt x="125" y="64"/>
                  <a:pt x="125" y="64"/>
                  <a:pt x="125" y="64"/>
                </a:cubicBezTo>
                <a:cubicBezTo>
                  <a:pt x="122" y="64"/>
                  <a:pt x="119" y="61"/>
                  <a:pt x="119" y="58"/>
                </a:cubicBezTo>
                <a:cubicBezTo>
                  <a:pt x="118" y="56"/>
                  <a:pt x="117" y="54"/>
                  <a:pt x="116" y="51"/>
                </a:cubicBezTo>
                <a:cubicBezTo>
                  <a:pt x="114" y="48"/>
                  <a:pt x="114" y="45"/>
                  <a:pt x="116" y="43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15" y="22"/>
                  <a:pt x="115" y="22"/>
                  <a:pt x="115" y="22"/>
                </a:cubicBezTo>
                <a:cubicBezTo>
                  <a:pt x="103" y="30"/>
                  <a:pt x="103" y="30"/>
                  <a:pt x="103" y="30"/>
                </a:cubicBezTo>
                <a:cubicBezTo>
                  <a:pt x="101" y="32"/>
                  <a:pt x="98" y="32"/>
                  <a:pt x="95" y="31"/>
                </a:cubicBezTo>
                <a:cubicBezTo>
                  <a:pt x="93" y="29"/>
                  <a:pt x="90" y="28"/>
                  <a:pt x="88" y="28"/>
                </a:cubicBezTo>
                <a:cubicBezTo>
                  <a:pt x="85" y="27"/>
                  <a:pt x="82" y="24"/>
                  <a:pt x="82" y="21"/>
                </a:cubicBezTo>
                <a:cubicBezTo>
                  <a:pt x="80" y="7"/>
                  <a:pt x="80" y="7"/>
                  <a:pt x="80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4" y="21"/>
                  <a:pt x="64" y="21"/>
                  <a:pt x="64" y="21"/>
                </a:cubicBezTo>
                <a:cubicBezTo>
                  <a:pt x="64" y="24"/>
                  <a:pt x="61" y="27"/>
                  <a:pt x="58" y="28"/>
                </a:cubicBezTo>
                <a:cubicBezTo>
                  <a:pt x="56" y="28"/>
                  <a:pt x="54" y="29"/>
                  <a:pt x="51" y="31"/>
                </a:cubicBezTo>
                <a:cubicBezTo>
                  <a:pt x="48" y="32"/>
                  <a:pt x="45" y="32"/>
                  <a:pt x="43" y="30"/>
                </a:cubicBezTo>
                <a:cubicBezTo>
                  <a:pt x="31" y="22"/>
                  <a:pt x="31" y="22"/>
                  <a:pt x="31" y="22"/>
                </a:cubicBezTo>
                <a:cubicBezTo>
                  <a:pt x="22" y="31"/>
                  <a:pt x="22" y="31"/>
                  <a:pt x="22" y="31"/>
                </a:cubicBezTo>
                <a:cubicBezTo>
                  <a:pt x="30" y="43"/>
                  <a:pt x="30" y="43"/>
                  <a:pt x="30" y="43"/>
                </a:cubicBezTo>
                <a:cubicBezTo>
                  <a:pt x="32" y="45"/>
                  <a:pt x="32" y="48"/>
                  <a:pt x="30" y="51"/>
                </a:cubicBezTo>
                <a:cubicBezTo>
                  <a:pt x="29" y="54"/>
                  <a:pt x="28" y="56"/>
                  <a:pt x="28" y="58"/>
                </a:cubicBezTo>
                <a:cubicBezTo>
                  <a:pt x="27" y="61"/>
                  <a:pt x="24" y="64"/>
                  <a:pt x="21" y="64"/>
                </a:cubicBezTo>
                <a:cubicBezTo>
                  <a:pt x="7" y="66"/>
                  <a:pt x="7" y="66"/>
                  <a:pt x="7" y="66"/>
                </a:cubicBezTo>
                <a:cubicBezTo>
                  <a:pt x="7" y="80"/>
                  <a:pt x="7" y="80"/>
                  <a:pt x="7" y="80"/>
                </a:cubicBezTo>
                <a:cubicBezTo>
                  <a:pt x="21" y="82"/>
                  <a:pt x="21" y="82"/>
                  <a:pt x="21" y="82"/>
                </a:cubicBezTo>
                <a:cubicBezTo>
                  <a:pt x="24" y="83"/>
                  <a:pt x="27" y="85"/>
                  <a:pt x="28" y="88"/>
                </a:cubicBezTo>
                <a:cubicBezTo>
                  <a:pt x="28" y="90"/>
                  <a:pt x="29" y="93"/>
                  <a:pt x="30" y="95"/>
                </a:cubicBezTo>
                <a:cubicBezTo>
                  <a:pt x="32" y="98"/>
                  <a:pt x="32" y="101"/>
                  <a:pt x="30" y="104"/>
                </a:cubicBezTo>
                <a:cubicBezTo>
                  <a:pt x="22" y="115"/>
                  <a:pt x="22" y="115"/>
                  <a:pt x="22" y="115"/>
                </a:cubicBezTo>
                <a:cubicBezTo>
                  <a:pt x="31" y="125"/>
                  <a:pt x="31" y="125"/>
                  <a:pt x="31" y="125"/>
                </a:cubicBezTo>
                <a:cubicBezTo>
                  <a:pt x="43" y="116"/>
                  <a:pt x="43" y="116"/>
                  <a:pt x="43" y="116"/>
                </a:cubicBezTo>
                <a:cubicBezTo>
                  <a:pt x="45" y="114"/>
                  <a:pt x="48" y="114"/>
                  <a:pt x="51" y="116"/>
                </a:cubicBezTo>
                <a:cubicBezTo>
                  <a:pt x="54" y="117"/>
                  <a:pt x="56" y="118"/>
                  <a:pt x="58" y="119"/>
                </a:cubicBezTo>
                <a:cubicBezTo>
                  <a:pt x="61" y="120"/>
                  <a:pt x="64" y="122"/>
                  <a:pt x="64" y="125"/>
                </a:cubicBezTo>
                <a:lnTo>
                  <a:pt x="66" y="139"/>
                </a:lnTo>
                <a:close/>
                <a:moveTo>
                  <a:pt x="21" y="115"/>
                </a:moveTo>
                <a:cubicBezTo>
                  <a:pt x="21" y="115"/>
                  <a:pt x="21" y="115"/>
                  <a:pt x="21" y="115"/>
                </a:cubicBezTo>
                <a:close/>
                <a:moveTo>
                  <a:pt x="125" y="115"/>
                </a:moveTo>
                <a:cubicBezTo>
                  <a:pt x="125" y="115"/>
                  <a:pt x="125" y="115"/>
                  <a:pt x="125" y="115"/>
                </a:cubicBezTo>
                <a:close/>
                <a:moveTo>
                  <a:pt x="139" y="80"/>
                </a:moveTo>
                <a:cubicBezTo>
                  <a:pt x="139" y="80"/>
                  <a:pt x="139" y="80"/>
                  <a:pt x="139" y="80"/>
                </a:cubicBezTo>
                <a:close/>
                <a:moveTo>
                  <a:pt x="7" y="80"/>
                </a:moveTo>
                <a:cubicBezTo>
                  <a:pt x="7" y="80"/>
                  <a:pt x="7" y="80"/>
                  <a:pt x="7" y="80"/>
                </a:cubicBezTo>
                <a:close/>
                <a:moveTo>
                  <a:pt x="139" y="80"/>
                </a:moveTo>
                <a:cubicBezTo>
                  <a:pt x="139" y="80"/>
                  <a:pt x="139" y="80"/>
                  <a:pt x="139" y="80"/>
                </a:cubicBezTo>
                <a:close/>
                <a:moveTo>
                  <a:pt x="7" y="80"/>
                </a:moveTo>
                <a:cubicBezTo>
                  <a:pt x="7" y="80"/>
                  <a:pt x="7" y="80"/>
                  <a:pt x="7" y="80"/>
                </a:cubicBezTo>
                <a:close/>
                <a:moveTo>
                  <a:pt x="115" y="21"/>
                </a:moveTo>
                <a:cubicBezTo>
                  <a:pt x="115" y="21"/>
                  <a:pt x="115" y="21"/>
                  <a:pt x="115" y="21"/>
                </a:cubicBezTo>
                <a:close/>
                <a:moveTo>
                  <a:pt x="115" y="21"/>
                </a:moveTo>
                <a:cubicBezTo>
                  <a:pt x="115" y="21"/>
                  <a:pt x="115" y="21"/>
                  <a:pt x="115" y="21"/>
                </a:cubicBezTo>
                <a:close/>
                <a:moveTo>
                  <a:pt x="73" y="102"/>
                </a:moveTo>
                <a:cubicBezTo>
                  <a:pt x="65" y="102"/>
                  <a:pt x="58" y="99"/>
                  <a:pt x="53" y="93"/>
                </a:cubicBezTo>
                <a:cubicBezTo>
                  <a:pt x="46" y="86"/>
                  <a:pt x="43" y="76"/>
                  <a:pt x="45" y="66"/>
                </a:cubicBezTo>
                <a:cubicBezTo>
                  <a:pt x="47" y="56"/>
                  <a:pt x="56" y="47"/>
                  <a:pt x="67" y="45"/>
                </a:cubicBezTo>
                <a:cubicBezTo>
                  <a:pt x="76" y="43"/>
                  <a:pt x="86" y="46"/>
                  <a:pt x="93" y="53"/>
                </a:cubicBezTo>
                <a:cubicBezTo>
                  <a:pt x="100" y="60"/>
                  <a:pt x="103" y="70"/>
                  <a:pt x="101" y="80"/>
                </a:cubicBezTo>
                <a:cubicBezTo>
                  <a:pt x="99" y="90"/>
                  <a:pt x="90" y="99"/>
                  <a:pt x="80" y="101"/>
                </a:cubicBezTo>
                <a:cubicBezTo>
                  <a:pt x="77" y="102"/>
                  <a:pt x="75" y="102"/>
                  <a:pt x="73" y="102"/>
                </a:cubicBezTo>
                <a:close/>
                <a:moveTo>
                  <a:pt x="73" y="51"/>
                </a:moveTo>
                <a:cubicBezTo>
                  <a:pt x="71" y="51"/>
                  <a:pt x="70" y="51"/>
                  <a:pt x="68" y="51"/>
                </a:cubicBezTo>
                <a:cubicBezTo>
                  <a:pt x="60" y="53"/>
                  <a:pt x="53" y="60"/>
                  <a:pt x="51" y="68"/>
                </a:cubicBezTo>
                <a:cubicBezTo>
                  <a:pt x="50" y="76"/>
                  <a:pt x="52" y="83"/>
                  <a:pt x="57" y="89"/>
                </a:cubicBezTo>
                <a:cubicBezTo>
                  <a:pt x="63" y="94"/>
                  <a:pt x="71" y="96"/>
                  <a:pt x="78" y="95"/>
                </a:cubicBezTo>
                <a:cubicBezTo>
                  <a:pt x="78" y="95"/>
                  <a:pt x="78" y="95"/>
                  <a:pt x="78" y="95"/>
                </a:cubicBezTo>
                <a:cubicBezTo>
                  <a:pt x="86" y="93"/>
                  <a:pt x="93" y="86"/>
                  <a:pt x="95" y="78"/>
                </a:cubicBezTo>
                <a:cubicBezTo>
                  <a:pt x="96" y="71"/>
                  <a:pt x="94" y="63"/>
                  <a:pt x="89" y="57"/>
                </a:cubicBezTo>
                <a:cubicBezTo>
                  <a:pt x="85" y="53"/>
                  <a:pt x="79" y="51"/>
                  <a:pt x="73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71" name="Google Shape;914;p30"/>
          <p:cNvSpPr>
            <a:spLocks/>
          </p:cNvSpPr>
          <p:nvPr/>
        </p:nvSpPr>
        <p:spPr bwMode="auto">
          <a:xfrm>
            <a:off x="9904413" y="4510088"/>
            <a:ext cx="604837" cy="377825"/>
          </a:xfrm>
          <a:custGeom>
            <a:avLst/>
            <a:gdLst>
              <a:gd name="T0" fmla="*/ 135 w 154"/>
              <a:gd name="T1" fmla="*/ 96 h 96"/>
              <a:gd name="T2" fmla="*/ 19 w 154"/>
              <a:gd name="T3" fmla="*/ 96 h 96"/>
              <a:gd name="T4" fmla="*/ 0 w 154"/>
              <a:gd name="T5" fmla="*/ 77 h 96"/>
              <a:gd name="T6" fmla="*/ 0 w 154"/>
              <a:gd name="T7" fmla="*/ 19 h 96"/>
              <a:gd name="T8" fmla="*/ 19 w 154"/>
              <a:gd name="T9" fmla="*/ 0 h 96"/>
              <a:gd name="T10" fmla="*/ 135 w 154"/>
              <a:gd name="T11" fmla="*/ 0 h 96"/>
              <a:gd name="T12" fmla="*/ 154 w 154"/>
              <a:gd name="T13" fmla="*/ 19 h 96"/>
              <a:gd name="T14" fmla="*/ 154 w 154"/>
              <a:gd name="T15" fmla="*/ 77 h 96"/>
              <a:gd name="T16" fmla="*/ 135 w 154"/>
              <a:gd name="T17" fmla="*/ 96 h 96"/>
              <a:gd name="T18" fmla="*/ 19 w 154"/>
              <a:gd name="T19" fmla="*/ 6 h 96"/>
              <a:gd name="T20" fmla="*/ 6 w 154"/>
              <a:gd name="T21" fmla="*/ 19 h 96"/>
              <a:gd name="T22" fmla="*/ 6 w 154"/>
              <a:gd name="T23" fmla="*/ 77 h 96"/>
              <a:gd name="T24" fmla="*/ 19 w 154"/>
              <a:gd name="T25" fmla="*/ 90 h 96"/>
              <a:gd name="T26" fmla="*/ 135 w 154"/>
              <a:gd name="T27" fmla="*/ 90 h 96"/>
              <a:gd name="T28" fmla="*/ 148 w 154"/>
              <a:gd name="T29" fmla="*/ 77 h 96"/>
              <a:gd name="T30" fmla="*/ 148 w 154"/>
              <a:gd name="T31" fmla="*/ 19 h 96"/>
              <a:gd name="T32" fmla="*/ 135 w 154"/>
              <a:gd name="T33" fmla="*/ 6 h 96"/>
              <a:gd name="T34" fmla="*/ 19 w 154"/>
              <a:gd name="T35" fmla="*/ 6 h 96"/>
              <a:gd name="T36" fmla="*/ 132 w 154"/>
              <a:gd name="T37" fmla="*/ 81 h 96"/>
              <a:gd name="T38" fmla="*/ 130 w 154"/>
              <a:gd name="T39" fmla="*/ 81 h 96"/>
              <a:gd name="T40" fmla="*/ 96 w 154"/>
              <a:gd name="T41" fmla="*/ 52 h 96"/>
              <a:gd name="T42" fmla="*/ 79 w 154"/>
              <a:gd name="T43" fmla="*/ 66 h 96"/>
              <a:gd name="T44" fmla="*/ 75 w 154"/>
              <a:gd name="T45" fmla="*/ 66 h 96"/>
              <a:gd name="T46" fmla="*/ 57 w 154"/>
              <a:gd name="T47" fmla="*/ 52 h 96"/>
              <a:gd name="T48" fmla="*/ 23 w 154"/>
              <a:gd name="T49" fmla="*/ 81 h 96"/>
              <a:gd name="T50" fmla="*/ 19 w 154"/>
              <a:gd name="T51" fmla="*/ 80 h 96"/>
              <a:gd name="T52" fmla="*/ 19 w 154"/>
              <a:gd name="T53" fmla="*/ 76 h 96"/>
              <a:gd name="T54" fmla="*/ 52 w 154"/>
              <a:gd name="T55" fmla="*/ 48 h 96"/>
              <a:gd name="T56" fmla="*/ 19 w 154"/>
              <a:gd name="T57" fmla="*/ 23 h 96"/>
              <a:gd name="T58" fmla="*/ 19 w 154"/>
              <a:gd name="T59" fmla="*/ 18 h 96"/>
              <a:gd name="T60" fmla="*/ 23 w 154"/>
              <a:gd name="T61" fmla="*/ 18 h 96"/>
              <a:gd name="T62" fmla="*/ 77 w 154"/>
              <a:gd name="T63" fmla="*/ 60 h 96"/>
              <a:gd name="T64" fmla="*/ 131 w 154"/>
              <a:gd name="T65" fmla="*/ 18 h 96"/>
              <a:gd name="T66" fmla="*/ 135 w 154"/>
              <a:gd name="T67" fmla="*/ 18 h 96"/>
              <a:gd name="T68" fmla="*/ 134 w 154"/>
              <a:gd name="T69" fmla="*/ 23 h 96"/>
              <a:gd name="T70" fmla="*/ 101 w 154"/>
              <a:gd name="T71" fmla="*/ 48 h 96"/>
              <a:gd name="T72" fmla="*/ 134 w 154"/>
              <a:gd name="T73" fmla="*/ 76 h 96"/>
              <a:gd name="T74" fmla="*/ 135 w 154"/>
              <a:gd name="T75" fmla="*/ 80 h 96"/>
              <a:gd name="T76" fmla="*/ 132 w 154"/>
              <a:gd name="T77" fmla="*/ 81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54" h="96" extrusionOk="0">
                <a:moveTo>
                  <a:pt x="135" y="96"/>
                </a:moveTo>
                <a:cubicBezTo>
                  <a:pt x="19" y="96"/>
                  <a:pt x="19" y="96"/>
                  <a:pt x="19" y="96"/>
                </a:cubicBezTo>
                <a:cubicBezTo>
                  <a:pt x="9" y="96"/>
                  <a:pt x="0" y="88"/>
                  <a:pt x="0" y="77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9" y="0"/>
                  <a:pt x="19" y="0"/>
                </a:cubicBezTo>
                <a:cubicBezTo>
                  <a:pt x="135" y="0"/>
                  <a:pt x="135" y="0"/>
                  <a:pt x="135" y="0"/>
                </a:cubicBezTo>
                <a:cubicBezTo>
                  <a:pt x="146" y="0"/>
                  <a:pt x="154" y="8"/>
                  <a:pt x="154" y="19"/>
                </a:cubicBezTo>
                <a:cubicBezTo>
                  <a:pt x="154" y="77"/>
                  <a:pt x="154" y="77"/>
                  <a:pt x="154" y="77"/>
                </a:cubicBezTo>
                <a:cubicBezTo>
                  <a:pt x="154" y="88"/>
                  <a:pt x="146" y="96"/>
                  <a:pt x="135" y="96"/>
                </a:cubicBezTo>
                <a:close/>
                <a:moveTo>
                  <a:pt x="19" y="6"/>
                </a:moveTo>
                <a:cubicBezTo>
                  <a:pt x="12" y="6"/>
                  <a:pt x="6" y="12"/>
                  <a:pt x="6" y="19"/>
                </a:cubicBezTo>
                <a:cubicBezTo>
                  <a:pt x="6" y="77"/>
                  <a:pt x="6" y="77"/>
                  <a:pt x="6" y="77"/>
                </a:cubicBezTo>
                <a:cubicBezTo>
                  <a:pt x="6" y="84"/>
                  <a:pt x="12" y="90"/>
                  <a:pt x="19" y="90"/>
                </a:cubicBezTo>
                <a:cubicBezTo>
                  <a:pt x="135" y="90"/>
                  <a:pt x="135" y="90"/>
                  <a:pt x="135" y="90"/>
                </a:cubicBezTo>
                <a:cubicBezTo>
                  <a:pt x="142" y="90"/>
                  <a:pt x="148" y="84"/>
                  <a:pt x="148" y="77"/>
                </a:cubicBezTo>
                <a:cubicBezTo>
                  <a:pt x="148" y="19"/>
                  <a:pt x="148" y="19"/>
                  <a:pt x="148" y="19"/>
                </a:cubicBezTo>
                <a:cubicBezTo>
                  <a:pt x="148" y="12"/>
                  <a:pt x="142" y="6"/>
                  <a:pt x="135" y="6"/>
                </a:cubicBezTo>
                <a:lnTo>
                  <a:pt x="19" y="6"/>
                </a:lnTo>
                <a:close/>
                <a:moveTo>
                  <a:pt x="132" y="81"/>
                </a:moveTo>
                <a:cubicBezTo>
                  <a:pt x="132" y="81"/>
                  <a:pt x="131" y="81"/>
                  <a:pt x="130" y="81"/>
                </a:cubicBezTo>
                <a:cubicBezTo>
                  <a:pt x="96" y="52"/>
                  <a:pt x="96" y="52"/>
                  <a:pt x="96" y="52"/>
                </a:cubicBezTo>
                <a:cubicBezTo>
                  <a:pt x="79" y="66"/>
                  <a:pt x="79" y="66"/>
                  <a:pt x="79" y="66"/>
                </a:cubicBezTo>
                <a:cubicBezTo>
                  <a:pt x="78" y="67"/>
                  <a:pt x="76" y="67"/>
                  <a:pt x="75" y="66"/>
                </a:cubicBezTo>
                <a:cubicBezTo>
                  <a:pt x="57" y="52"/>
                  <a:pt x="57" y="52"/>
                  <a:pt x="57" y="52"/>
                </a:cubicBezTo>
                <a:cubicBezTo>
                  <a:pt x="23" y="81"/>
                  <a:pt x="23" y="81"/>
                  <a:pt x="23" y="81"/>
                </a:cubicBezTo>
                <a:cubicBezTo>
                  <a:pt x="22" y="82"/>
                  <a:pt x="20" y="81"/>
                  <a:pt x="19" y="80"/>
                </a:cubicBezTo>
                <a:cubicBezTo>
                  <a:pt x="18" y="79"/>
                  <a:pt x="18" y="77"/>
                  <a:pt x="19" y="76"/>
                </a:cubicBezTo>
                <a:cubicBezTo>
                  <a:pt x="52" y="48"/>
                  <a:pt x="52" y="48"/>
                  <a:pt x="52" y="48"/>
                </a:cubicBezTo>
                <a:cubicBezTo>
                  <a:pt x="19" y="23"/>
                  <a:pt x="19" y="23"/>
                  <a:pt x="19" y="23"/>
                </a:cubicBezTo>
                <a:cubicBezTo>
                  <a:pt x="18" y="22"/>
                  <a:pt x="18" y="20"/>
                  <a:pt x="19" y="18"/>
                </a:cubicBezTo>
                <a:cubicBezTo>
                  <a:pt x="20" y="17"/>
                  <a:pt x="22" y="17"/>
                  <a:pt x="23" y="18"/>
                </a:cubicBezTo>
                <a:cubicBezTo>
                  <a:pt x="77" y="60"/>
                  <a:pt x="77" y="60"/>
                  <a:pt x="77" y="60"/>
                </a:cubicBezTo>
                <a:cubicBezTo>
                  <a:pt x="131" y="18"/>
                  <a:pt x="131" y="18"/>
                  <a:pt x="131" y="18"/>
                </a:cubicBezTo>
                <a:cubicBezTo>
                  <a:pt x="132" y="17"/>
                  <a:pt x="134" y="17"/>
                  <a:pt x="135" y="18"/>
                </a:cubicBezTo>
                <a:cubicBezTo>
                  <a:pt x="136" y="20"/>
                  <a:pt x="136" y="22"/>
                  <a:pt x="134" y="23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34" y="76"/>
                  <a:pt x="134" y="76"/>
                  <a:pt x="134" y="76"/>
                </a:cubicBezTo>
                <a:cubicBezTo>
                  <a:pt x="136" y="77"/>
                  <a:pt x="136" y="79"/>
                  <a:pt x="135" y="80"/>
                </a:cubicBezTo>
                <a:cubicBezTo>
                  <a:pt x="134" y="81"/>
                  <a:pt x="133" y="81"/>
                  <a:pt x="132" y="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172" name="Google Shape;915;p30"/>
          <p:cNvSpPr txBox="1">
            <a:spLocks noChangeArrowheads="1"/>
          </p:cNvSpPr>
          <p:nvPr/>
        </p:nvSpPr>
        <p:spPr bwMode="auto">
          <a:xfrm>
            <a:off x="2546289" y="376238"/>
            <a:ext cx="6619997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3500"/>
              <a:buFont typeface="Montserrat" panose="02000505000000020004" pitchFamily="2" charset="0"/>
              <a:buNone/>
            </a:pPr>
            <a:r>
              <a:rPr lang="es-EC" altLang="en-US" sz="3500" dirty="0">
                <a:latin typeface="Montserrat" panose="02000505000000020004" pitchFamily="2" charset="0"/>
                <a:sym typeface="Montserrat" panose="02000505000000020004" pitchFamily="2" charset="0"/>
              </a:rPr>
              <a:t>D</a:t>
            </a:r>
            <a:r>
              <a:rPr lang="en-US" altLang="en-US" sz="3500" dirty="0">
                <a:latin typeface="Montserrat" panose="02000505000000020004" pitchFamily="2" charset="0"/>
                <a:sym typeface="Montserrat" panose="02000505000000020004" pitchFamily="2" charset="0"/>
              </a:rPr>
              <a:t>ESARROLLO DEL NEGOCIO</a:t>
            </a:r>
            <a:endParaRPr lang="en-US" altLang="en-US" dirty="0"/>
          </a:p>
        </p:txBody>
      </p:sp>
      <p:sp>
        <p:nvSpPr>
          <p:cNvPr id="49175" name="Google Shape;918;p30"/>
          <p:cNvSpPr txBox="1">
            <a:spLocks noChangeArrowheads="1"/>
          </p:cNvSpPr>
          <p:nvPr/>
        </p:nvSpPr>
        <p:spPr bwMode="auto">
          <a:xfrm>
            <a:off x="1062038" y="5267325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9176" name="Google Shape;919;p30"/>
          <p:cNvSpPr txBox="1">
            <a:spLocks noChangeArrowheads="1"/>
          </p:cNvSpPr>
          <p:nvPr/>
        </p:nvSpPr>
        <p:spPr bwMode="auto">
          <a:xfrm>
            <a:off x="9266238" y="2525713"/>
            <a:ext cx="18669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49177" name="Google Shape;920;p30"/>
          <p:cNvSpPr txBox="1">
            <a:spLocks noChangeArrowheads="1"/>
          </p:cNvSpPr>
          <p:nvPr/>
        </p:nvSpPr>
        <p:spPr bwMode="auto">
          <a:xfrm>
            <a:off x="9256713" y="5267325"/>
            <a:ext cx="18669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Google Shape;925;p31"/>
          <p:cNvSpPr txBox="1">
            <a:spLocks noChangeArrowheads="1"/>
          </p:cNvSpPr>
          <p:nvPr/>
        </p:nvSpPr>
        <p:spPr bwMode="auto">
          <a:xfrm>
            <a:off x="487363" y="4819650"/>
            <a:ext cx="17176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1203" name="Google Shape;926;p31"/>
          <p:cNvSpPr>
            <a:spLocks noChangeArrowheads="1"/>
          </p:cNvSpPr>
          <p:nvPr/>
        </p:nvSpPr>
        <p:spPr bwMode="auto">
          <a:xfrm>
            <a:off x="719138" y="2398713"/>
            <a:ext cx="1255712" cy="1255712"/>
          </a:xfrm>
          <a:prstGeom prst="ellipse">
            <a:avLst/>
          </a:pr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04" name="Google Shape;927;p31"/>
          <p:cNvSpPr>
            <a:spLocks noChangeArrowheads="1"/>
          </p:cNvSpPr>
          <p:nvPr/>
        </p:nvSpPr>
        <p:spPr bwMode="auto">
          <a:xfrm>
            <a:off x="2601913" y="2398713"/>
            <a:ext cx="1250950" cy="1255712"/>
          </a:xfrm>
          <a:prstGeom prst="ellipse">
            <a:avLst/>
          </a:pr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05" name="Google Shape;928;p31"/>
          <p:cNvSpPr>
            <a:spLocks noChangeArrowheads="1"/>
          </p:cNvSpPr>
          <p:nvPr/>
        </p:nvSpPr>
        <p:spPr bwMode="auto">
          <a:xfrm>
            <a:off x="4479925" y="2398713"/>
            <a:ext cx="1250950" cy="1255712"/>
          </a:xfrm>
          <a:prstGeom prst="ellipse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06" name="Google Shape;929;p31"/>
          <p:cNvSpPr>
            <a:spLocks noChangeArrowheads="1"/>
          </p:cNvSpPr>
          <p:nvPr/>
        </p:nvSpPr>
        <p:spPr bwMode="auto">
          <a:xfrm>
            <a:off x="6357938" y="2398713"/>
            <a:ext cx="1250950" cy="1255712"/>
          </a:xfrm>
          <a:prstGeom prst="ellipse">
            <a:avLst/>
          </a:pr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07" name="Google Shape;930;p31"/>
          <p:cNvSpPr>
            <a:spLocks noChangeArrowheads="1"/>
          </p:cNvSpPr>
          <p:nvPr/>
        </p:nvSpPr>
        <p:spPr bwMode="auto">
          <a:xfrm>
            <a:off x="8235950" y="2398713"/>
            <a:ext cx="1255713" cy="1255712"/>
          </a:xfrm>
          <a:prstGeom prst="ellipse">
            <a:avLst/>
          </a:pr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08" name="Google Shape;931;p31"/>
          <p:cNvSpPr>
            <a:spLocks noChangeArrowheads="1"/>
          </p:cNvSpPr>
          <p:nvPr/>
        </p:nvSpPr>
        <p:spPr bwMode="auto">
          <a:xfrm>
            <a:off x="10220325" y="2398713"/>
            <a:ext cx="1250950" cy="1255712"/>
          </a:xfrm>
          <a:prstGeom prst="ellipse">
            <a:avLst/>
          </a:pr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09" name="Google Shape;932;p31"/>
          <p:cNvSpPr txBox="1">
            <a:spLocks noChangeArrowheads="1"/>
          </p:cNvSpPr>
          <p:nvPr/>
        </p:nvSpPr>
        <p:spPr bwMode="auto">
          <a:xfrm>
            <a:off x="879231" y="754063"/>
            <a:ext cx="10433538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6900"/>
              <a:buFont typeface="Montserrat" panose="02000505000000020004" pitchFamily="2" charset="0"/>
              <a:buNone/>
            </a:pPr>
            <a:r>
              <a:rPr lang="en-US" altLang="en-US" sz="6900" dirty="0">
                <a:latin typeface="Montserrat" panose="02000505000000020004" pitchFamily="2" charset="0"/>
                <a:sym typeface="Montserrat" panose="02000505000000020004" pitchFamily="2" charset="0"/>
              </a:rPr>
              <a:t>NUESTROS SERVICIOS</a:t>
            </a:r>
            <a:endParaRPr lang="en-US" altLang="en-US" dirty="0"/>
          </a:p>
        </p:txBody>
      </p:sp>
      <p:sp>
        <p:nvSpPr>
          <p:cNvPr id="51210" name="Google Shape;933;p31"/>
          <p:cNvSpPr>
            <a:spLocks/>
          </p:cNvSpPr>
          <p:nvPr/>
        </p:nvSpPr>
        <p:spPr bwMode="auto">
          <a:xfrm>
            <a:off x="8509000" y="2671763"/>
            <a:ext cx="704850" cy="706437"/>
          </a:xfrm>
          <a:custGeom>
            <a:avLst/>
            <a:gdLst>
              <a:gd name="T0" fmla="*/ 71 w 173"/>
              <a:gd name="T1" fmla="*/ 167 h 173"/>
              <a:gd name="T2" fmla="*/ 57 w 173"/>
              <a:gd name="T3" fmla="*/ 145 h 173"/>
              <a:gd name="T4" fmla="*/ 32 w 173"/>
              <a:gd name="T5" fmla="*/ 154 h 173"/>
              <a:gd name="T6" fmla="*/ 29 w 173"/>
              <a:gd name="T7" fmla="*/ 119 h 173"/>
              <a:gd name="T8" fmla="*/ 24 w 173"/>
              <a:gd name="T9" fmla="*/ 105 h 173"/>
              <a:gd name="T10" fmla="*/ 0 w 173"/>
              <a:gd name="T11" fmla="*/ 78 h 173"/>
              <a:gd name="T12" fmla="*/ 25 w 173"/>
              <a:gd name="T13" fmla="*/ 67 h 173"/>
              <a:gd name="T14" fmla="*/ 19 w 173"/>
              <a:gd name="T15" fmla="*/ 41 h 173"/>
              <a:gd name="T16" fmla="*/ 41 w 173"/>
              <a:gd name="T17" fmla="*/ 19 h 173"/>
              <a:gd name="T18" fmla="*/ 67 w 173"/>
              <a:gd name="T19" fmla="*/ 25 h 173"/>
              <a:gd name="T20" fmla="*/ 78 w 173"/>
              <a:gd name="T21" fmla="*/ 0 h 173"/>
              <a:gd name="T22" fmla="*/ 105 w 173"/>
              <a:gd name="T23" fmla="*/ 24 h 173"/>
              <a:gd name="T24" fmla="*/ 118 w 173"/>
              <a:gd name="T25" fmla="*/ 29 h 173"/>
              <a:gd name="T26" fmla="*/ 154 w 173"/>
              <a:gd name="T27" fmla="*/ 32 h 173"/>
              <a:gd name="T28" fmla="*/ 145 w 173"/>
              <a:gd name="T29" fmla="*/ 57 h 173"/>
              <a:gd name="T30" fmla="*/ 167 w 173"/>
              <a:gd name="T31" fmla="*/ 71 h 173"/>
              <a:gd name="T32" fmla="*/ 173 w 173"/>
              <a:gd name="T33" fmla="*/ 95 h 173"/>
              <a:gd name="T34" fmla="*/ 149 w 173"/>
              <a:gd name="T35" fmla="*/ 107 h 173"/>
              <a:gd name="T36" fmla="*/ 155 w 173"/>
              <a:gd name="T37" fmla="*/ 132 h 173"/>
              <a:gd name="T38" fmla="*/ 132 w 173"/>
              <a:gd name="T39" fmla="*/ 155 h 173"/>
              <a:gd name="T40" fmla="*/ 107 w 173"/>
              <a:gd name="T41" fmla="*/ 149 h 173"/>
              <a:gd name="T42" fmla="*/ 95 w 173"/>
              <a:gd name="T43" fmla="*/ 173 h 173"/>
              <a:gd name="T44" fmla="*/ 97 w 173"/>
              <a:gd name="T45" fmla="*/ 149 h 173"/>
              <a:gd name="T46" fmla="*/ 123 w 173"/>
              <a:gd name="T47" fmla="*/ 138 h 173"/>
              <a:gd name="T48" fmla="*/ 138 w 173"/>
              <a:gd name="T49" fmla="*/ 123 h 173"/>
              <a:gd name="T50" fmla="*/ 149 w 173"/>
              <a:gd name="T51" fmla="*/ 98 h 173"/>
              <a:gd name="T52" fmla="*/ 149 w 173"/>
              <a:gd name="T53" fmla="*/ 76 h 173"/>
              <a:gd name="T54" fmla="*/ 138 w 173"/>
              <a:gd name="T55" fmla="*/ 51 h 173"/>
              <a:gd name="T56" fmla="*/ 123 w 173"/>
              <a:gd name="T57" fmla="*/ 35 h 173"/>
              <a:gd name="T58" fmla="*/ 97 w 173"/>
              <a:gd name="T59" fmla="*/ 25 h 173"/>
              <a:gd name="T60" fmla="*/ 76 w 173"/>
              <a:gd name="T61" fmla="*/ 25 h 173"/>
              <a:gd name="T62" fmla="*/ 50 w 173"/>
              <a:gd name="T63" fmla="*/ 35 h 173"/>
              <a:gd name="T64" fmla="*/ 35 w 173"/>
              <a:gd name="T65" fmla="*/ 51 h 173"/>
              <a:gd name="T66" fmla="*/ 25 w 173"/>
              <a:gd name="T67" fmla="*/ 76 h 173"/>
              <a:gd name="T68" fmla="*/ 25 w 173"/>
              <a:gd name="T69" fmla="*/ 98 h 173"/>
              <a:gd name="T70" fmla="*/ 35 w 173"/>
              <a:gd name="T71" fmla="*/ 123 h 173"/>
              <a:gd name="T72" fmla="*/ 50 w 173"/>
              <a:gd name="T73" fmla="*/ 138 h 173"/>
              <a:gd name="T74" fmla="*/ 76 w 173"/>
              <a:gd name="T75" fmla="*/ 149 h 173"/>
              <a:gd name="T76" fmla="*/ 25 w 173"/>
              <a:gd name="T77" fmla="*/ 137 h 173"/>
              <a:gd name="T78" fmla="*/ 166 w 173"/>
              <a:gd name="T79" fmla="*/ 95 h 173"/>
              <a:gd name="T80" fmla="*/ 8 w 173"/>
              <a:gd name="T81" fmla="*/ 95 h 173"/>
              <a:gd name="T82" fmla="*/ 8 w 173"/>
              <a:gd name="T83" fmla="*/ 95 h 173"/>
              <a:gd name="T84" fmla="*/ 137 w 173"/>
              <a:gd name="T85" fmla="*/ 25 h 173"/>
              <a:gd name="T86" fmla="*/ 136 w 173"/>
              <a:gd name="T87" fmla="*/ 25 h 173"/>
              <a:gd name="T88" fmla="*/ 87 w 173"/>
              <a:gd name="T89" fmla="*/ 121 h 173"/>
              <a:gd name="T90" fmla="*/ 79 w 173"/>
              <a:gd name="T91" fmla="*/ 53 h 173"/>
              <a:gd name="T92" fmla="*/ 95 w 173"/>
              <a:gd name="T93" fmla="*/ 120 h 173"/>
              <a:gd name="T94" fmla="*/ 81 w 173"/>
              <a:gd name="T95" fmla="*/ 61 h 173"/>
              <a:gd name="T96" fmla="*/ 93 w 173"/>
              <a:gd name="T97" fmla="*/ 113 h 173"/>
              <a:gd name="T98" fmla="*/ 106 w 173"/>
              <a:gd name="T99" fmla="*/ 68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3" h="173" extrusionOk="0">
                <a:moveTo>
                  <a:pt x="95" y="173"/>
                </a:moveTo>
                <a:cubicBezTo>
                  <a:pt x="78" y="173"/>
                  <a:pt x="78" y="173"/>
                  <a:pt x="78" y="173"/>
                </a:cubicBezTo>
                <a:cubicBezTo>
                  <a:pt x="75" y="173"/>
                  <a:pt x="72" y="171"/>
                  <a:pt x="71" y="167"/>
                </a:cubicBezTo>
                <a:cubicBezTo>
                  <a:pt x="68" y="150"/>
                  <a:pt x="68" y="150"/>
                  <a:pt x="68" y="150"/>
                </a:cubicBezTo>
                <a:cubicBezTo>
                  <a:pt x="68" y="149"/>
                  <a:pt x="68" y="149"/>
                  <a:pt x="67" y="149"/>
                </a:cubicBezTo>
                <a:cubicBezTo>
                  <a:pt x="64" y="148"/>
                  <a:pt x="60" y="146"/>
                  <a:pt x="57" y="145"/>
                </a:cubicBezTo>
                <a:cubicBezTo>
                  <a:pt x="56" y="144"/>
                  <a:pt x="56" y="144"/>
                  <a:pt x="55" y="145"/>
                </a:cubicBezTo>
                <a:cubicBezTo>
                  <a:pt x="41" y="155"/>
                  <a:pt x="41" y="155"/>
                  <a:pt x="41" y="155"/>
                </a:cubicBezTo>
                <a:cubicBezTo>
                  <a:pt x="38" y="157"/>
                  <a:pt x="34" y="157"/>
                  <a:pt x="32" y="154"/>
                </a:cubicBezTo>
                <a:cubicBezTo>
                  <a:pt x="20" y="142"/>
                  <a:pt x="20" y="142"/>
                  <a:pt x="20" y="142"/>
                </a:cubicBezTo>
                <a:cubicBezTo>
                  <a:pt x="17" y="140"/>
                  <a:pt x="17" y="135"/>
                  <a:pt x="19" y="132"/>
                </a:cubicBezTo>
                <a:cubicBezTo>
                  <a:pt x="29" y="119"/>
                  <a:pt x="29" y="119"/>
                  <a:pt x="29" y="119"/>
                </a:cubicBezTo>
                <a:cubicBezTo>
                  <a:pt x="29" y="118"/>
                  <a:pt x="29" y="117"/>
                  <a:pt x="29" y="116"/>
                </a:cubicBezTo>
                <a:cubicBezTo>
                  <a:pt x="27" y="113"/>
                  <a:pt x="26" y="110"/>
                  <a:pt x="25" y="107"/>
                </a:cubicBezTo>
                <a:cubicBezTo>
                  <a:pt x="25" y="106"/>
                  <a:pt x="24" y="105"/>
                  <a:pt x="24" y="105"/>
                </a:cubicBezTo>
                <a:cubicBezTo>
                  <a:pt x="7" y="103"/>
                  <a:pt x="7" y="103"/>
                  <a:pt x="7" y="103"/>
                </a:cubicBezTo>
                <a:cubicBezTo>
                  <a:pt x="3" y="102"/>
                  <a:pt x="0" y="99"/>
                  <a:pt x="0" y="95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75"/>
                  <a:pt x="3" y="72"/>
                  <a:pt x="7" y="71"/>
                </a:cubicBezTo>
                <a:cubicBezTo>
                  <a:pt x="24" y="68"/>
                  <a:pt x="24" y="68"/>
                  <a:pt x="24" y="68"/>
                </a:cubicBezTo>
                <a:cubicBezTo>
                  <a:pt x="24" y="68"/>
                  <a:pt x="25" y="68"/>
                  <a:pt x="25" y="67"/>
                </a:cubicBezTo>
                <a:cubicBezTo>
                  <a:pt x="26" y="64"/>
                  <a:pt x="27" y="60"/>
                  <a:pt x="29" y="57"/>
                </a:cubicBezTo>
                <a:cubicBezTo>
                  <a:pt x="29" y="56"/>
                  <a:pt x="29" y="56"/>
                  <a:pt x="29" y="55"/>
                </a:cubicBezTo>
                <a:cubicBezTo>
                  <a:pt x="19" y="41"/>
                  <a:pt x="19" y="41"/>
                  <a:pt x="19" y="41"/>
                </a:cubicBezTo>
                <a:cubicBezTo>
                  <a:pt x="17" y="38"/>
                  <a:pt x="17" y="34"/>
                  <a:pt x="20" y="32"/>
                </a:cubicBezTo>
                <a:cubicBezTo>
                  <a:pt x="32" y="20"/>
                  <a:pt x="32" y="20"/>
                  <a:pt x="32" y="20"/>
                </a:cubicBezTo>
                <a:cubicBezTo>
                  <a:pt x="34" y="17"/>
                  <a:pt x="38" y="17"/>
                  <a:pt x="41" y="19"/>
                </a:cubicBezTo>
                <a:cubicBezTo>
                  <a:pt x="55" y="29"/>
                  <a:pt x="55" y="29"/>
                  <a:pt x="55" y="29"/>
                </a:cubicBezTo>
                <a:cubicBezTo>
                  <a:pt x="56" y="29"/>
                  <a:pt x="56" y="29"/>
                  <a:pt x="57" y="29"/>
                </a:cubicBezTo>
                <a:cubicBezTo>
                  <a:pt x="60" y="27"/>
                  <a:pt x="64" y="26"/>
                  <a:pt x="67" y="25"/>
                </a:cubicBezTo>
                <a:cubicBezTo>
                  <a:pt x="68" y="25"/>
                  <a:pt x="68" y="24"/>
                  <a:pt x="68" y="24"/>
                </a:cubicBezTo>
                <a:cubicBezTo>
                  <a:pt x="71" y="7"/>
                  <a:pt x="71" y="7"/>
                  <a:pt x="71" y="7"/>
                </a:cubicBezTo>
                <a:cubicBezTo>
                  <a:pt x="72" y="3"/>
                  <a:pt x="75" y="0"/>
                  <a:pt x="78" y="0"/>
                </a:cubicBezTo>
                <a:cubicBezTo>
                  <a:pt x="95" y="0"/>
                  <a:pt x="95" y="0"/>
                  <a:pt x="95" y="0"/>
                </a:cubicBezTo>
                <a:cubicBezTo>
                  <a:pt x="99" y="0"/>
                  <a:pt x="102" y="3"/>
                  <a:pt x="103" y="7"/>
                </a:cubicBezTo>
                <a:cubicBezTo>
                  <a:pt x="105" y="24"/>
                  <a:pt x="105" y="24"/>
                  <a:pt x="105" y="24"/>
                </a:cubicBezTo>
                <a:cubicBezTo>
                  <a:pt x="105" y="24"/>
                  <a:pt x="106" y="25"/>
                  <a:pt x="107" y="25"/>
                </a:cubicBezTo>
                <a:cubicBezTo>
                  <a:pt x="110" y="26"/>
                  <a:pt x="113" y="27"/>
                  <a:pt x="116" y="29"/>
                </a:cubicBezTo>
                <a:cubicBezTo>
                  <a:pt x="117" y="29"/>
                  <a:pt x="118" y="29"/>
                  <a:pt x="118" y="29"/>
                </a:cubicBezTo>
                <a:cubicBezTo>
                  <a:pt x="132" y="19"/>
                  <a:pt x="132" y="19"/>
                  <a:pt x="132" y="19"/>
                </a:cubicBezTo>
                <a:cubicBezTo>
                  <a:pt x="135" y="17"/>
                  <a:pt x="140" y="17"/>
                  <a:pt x="142" y="20"/>
                </a:cubicBezTo>
                <a:cubicBezTo>
                  <a:pt x="154" y="32"/>
                  <a:pt x="154" y="32"/>
                  <a:pt x="154" y="32"/>
                </a:cubicBezTo>
                <a:cubicBezTo>
                  <a:pt x="157" y="34"/>
                  <a:pt x="157" y="38"/>
                  <a:pt x="155" y="41"/>
                </a:cubicBezTo>
                <a:cubicBezTo>
                  <a:pt x="145" y="55"/>
                  <a:pt x="145" y="55"/>
                  <a:pt x="145" y="55"/>
                </a:cubicBezTo>
                <a:cubicBezTo>
                  <a:pt x="144" y="56"/>
                  <a:pt x="144" y="57"/>
                  <a:pt x="145" y="57"/>
                </a:cubicBezTo>
                <a:cubicBezTo>
                  <a:pt x="146" y="60"/>
                  <a:pt x="148" y="64"/>
                  <a:pt x="149" y="67"/>
                </a:cubicBezTo>
                <a:cubicBezTo>
                  <a:pt x="149" y="68"/>
                  <a:pt x="149" y="68"/>
                  <a:pt x="150" y="68"/>
                </a:cubicBezTo>
                <a:cubicBezTo>
                  <a:pt x="167" y="71"/>
                  <a:pt x="167" y="71"/>
                  <a:pt x="167" y="71"/>
                </a:cubicBezTo>
                <a:cubicBezTo>
                  <a:pt x="167" y="71"/>
                  <a:pt x="167" y="71"/>
                  <a:pt x="167" y="71"/>
                </a:cubicBezTo>
                <a:cubicBezTo>
                  <a:pt x="171" y="72"/>
                  <a:pt x="173" y="75"/>
                  <a:pt x="173" y="78"/>
                </a:cubicBezTo>
                <a:cubicBezTo>
                  <a:pt x="173" y="95"/>
                  <a:pt x="173" y="95"/>
                  <a:pt x="173" y="95"/>
                </a:cubicBezTo>
                <a:cubicBezTo>
                  <a:pt x="173" y="99"/>
                  <a:pt x="171" y="102"/>
                  <a:pt x="167" y="103"/>
                </a:cubicBezTo>
                <a:cubicBezTo>
                  <a:pt x="150" y="105"/>
                  <a:pt x="150" y="105"/>
                  <a:pt x="150" y="105"/>
                </a:cubicBezTo>
                <a:cubicBezTo>
                  <a:pt x="149" y="105"/>
                  <a:pt x="149" y="106"/>
                  <a:pt x="149" y="107"/>
                </a:cubicBezTo>
                <a:cubicBezTo>
                  <a:pt x="148" y="110"/>
                  <a:pt x="146" y="113"/>
                  <a:pt x="145" y="116"/>
                </a:cubicBezTo>
                <a:cubicBezTo>
                  <a:pt x="144" y="117"/>
                  <a:pt x="144" y="118"/>
                  <a:pt x="145" y="119"/>
                </a:cubicBezTo>
                <a:cubicBezTo>
                  <a:pt x="155" y="132"/>
                  <a:pt x="155" y="132"/>
                  <a:pt x="155" y="132"/>
                </a:cubicBezTo>
                <a:cubicBezTo>
                  <a:pt x="157" y="135"/>
                  <a:pt x="157" y="140"/>
                  <a:pt x="154" y="142"/>
                </a:cubicBezTo>
                <a:cubicBezTo>
                  <a:pt x="142" y="154"/>
                  <a:pt x="142" y="154"/>
                  <a:pt x="142" y="154"/>
                </a:cubicBezTo>
                <a:cubicBezTo>
                  <a:pt x="140" y="157"/>
                  <a:pt x="135" y="157"/>
                  <a:pt x="132" y="155"/>
                </a:cubicBezTo>
                <a:cubicBezTo>
                  <a:pt x="118" y="145"/>
                  <a:pt x="118" y="145"/>
                  <a:pt x="118" y="145"/>
                </a:cubicBezTo>
                <a:cubicBezTo>
                  <a:pt x="118" y="144"/>
                  <a:pt x="117" y="144"/>
                  <a:pt x="116" y="145"/>
                </a:cubicBezTo>
                <a:cubicBezTo>
                  <a:pt x="113" y="146"/>
                  <a:pt x="110" y="148"/>
                  <a:pt x="107" y="149"/>
                </a:cubicBezTo>
                <a:cubicBezTo>
                  <a:pt x="106" y="149"/>
                  <a:pt x="105" y="149"/>
                  <a:pt x="105" y="150"/>
                </a:cubicBezTo>
                <a:cubicBezTo>
                  <a:pt x="103" y="167"/>
                  <a:pt x="103" y="167"/>
                  <a:pt x="103" y="167"/>
                </a:cubicBezTo>
                <a:cubicBezTo>
                  <a:pt x="102" y="171"/>
                  <a:pt x="99" y="173"/>
                  <a:pt x="95" y="173"/>
                </a:cubicBezTo>
                <a:close/>
                <a:moveTo>
                  <a:pt x="79" y="166"/>
                </a:moveTo>
                <a:cubicBezTo>
                  <a:pt x="95" y="166"/>
                  <a:pt x="95" y="166"/>
                  <a:pt x="95" y="166"/>
                </a:cubicBezTo>
                <a:cubicBezTo>
                  <a:pt x="97" y="149"/>
                  <a:pt x="97" y="149"/>
                  <a:pt x="97" y="149"/>
                </a:cubicBezTo>
                <a:cubicBezTo>
                  <a:pt x="98" y="145"/>
                  <a:pt x="101" y="142"/>
                  <a:pt x="104" y="141"/>
                </a:cubicBezTo>
                <a:cubicBezTo>
                  <a:pt x="107" y="140"/>
                  <a:pt x="110" y="139"/>
                  <a:pt x="113" y="138"/>
                </a:cubicBezTo>
                <a:cubicBezTo>
                  <a:pt x="116" y="136"/>
                  <a:pt x="120" y="136"/>
                  <a:pt x="123" y="138"/>
                </a:cubicBezTo>
                <a:cubicBezTo>
                  <a:pt x="137" y="148"/>
                  <a:pt x="137" y="148"/>
                  <a:pt x="137" y="148"/>
                </a:cubicBezTo>
                <a:cubicBezTo>
                  <a:pt x="148" y="137"/>
                  <a:pt x="148" y="137"/>
                  <a:pt x="148" y="137"/>
                </a:cubicBezTo>
                <a:cubicBezTo>
                  <a:pt x="138" y="123"/>
                  <a:pt x="138" y="123"/>
                  <a:pt x="138" y="123"/>
                </a:cubicBezTo>
                <a:cubicBezTo>
                  <a:pt x="136" y="120"/>
                  <a:pt x="136" y="116"/>
                  <a:pt x="138" y="113"/>
                </a:cubicBezTo>
                <a:cubicBezTo>
                  <a:pt x="139" y="110"/>
                  <a:pt x="140" y="107"/>
                  <a:pt x="141" y="104"/>
                </a:cubicBezTo>
                <a:cubicBezTo>
                  <a:pt x="142" y="101"/>
                  <a:pt x="145" y="98"/>
                  <a:pt x="149" y="98"/>
                </a:cubicBezTo>
                <a:cubicBezTo>
                  <a:pt x="166" y="95"/>
                  <a:pt x="166" y="95"/>
                  <a:pt x="166" y="95"/>
                </a:cubicBezTo>
                <a:cubicBezTo>
                  <a:pt x="166" y="79"/>
                  <a:pt x="166" y="79"/>
                  <a:pt x="166" y="79"/>
                </a:cubicBezTo>
                <a:cubicBezTo>
                  <a:pt x="149" y="76"/>
                  <a:pt x="149" y="76"/>
                  <a:pt x="149" y="76"/>
                </a:cubicBezTo>
                <a:cubicBezTo>
                  <a:pt x="145" y="76"/>
                  <a:pt x="142" y="73"/>
                  <a:pt x="141" y="69"/>
                </a:cubicBezTo>
                <a:cubicBezTo>
                  <a:pt x="140" y="66"/>
                  <a:pt x="139" y="64"/>
                  <a:pt x="138" y="61"/>
                </a:cubicBezTo>
                <a:cubicBezTo>
                  <a:pt x="136" y="57"/>
                  <a:pt x="136" y="53"/>
                  <a:pt x="138" y="51"/>
                </a:cubicBezTo>
                <a:cubicBezTo>
                  <a:pt x="148" y="37"/>
                  <a:pt x="148" y="37"/>
                  <a:pt x="148" y="37"/>
                </a:cubicBezTo>
                <a:cubicBezTo>
                  <a:pt x="137" y="25"/>
                  <a:pt x="137" y="25"/>
                  <a:pt x="137" y="25"/>
                </a:cubicBezTo>
                <a:cubicBezTo>
                  <a:pt x="123" y="35"/>
                  <a:pt x="123" y="35"/>
                  <a:pt x="123" y="35"/>
                </a:cubicBezTo>
                <a:cubicBezTo>
                  <a:pt x="120" y="38"/>
                  <a:pt x="116" y="38"/>
                  <a:pt x="113" y="36"/>
                </a:cubicBezTo>
                <a:cubicBezTo>
                  <a:pt x="110" y="35"/>
                  <a:pt x="107" y="33"/>
                  <a:pt x="104" y="33"/>
                </a:cubicBezTo>
                <a:cubicBezTo>
                  <a:pt x="101" y="31"/>
                  <a:pt x="98" y="28"/>
                  <a:pt x="97" y="25"/>
                </a:cubicBezTo>
                <a:cubicBezTo>
                  <a:pt x="95" y="8"/>
                  <a:pt x="95" y="8"/>
                  <a:pt x="95" y="8"/>
                </a:cubicBezTo>
                <a:cubicBezTo>
                  <a:pt x="79" y="8"/>
                  <a:pt x="79" y="8"/>
                  <a:pt x="79" y="8"/>
                </a:cubicBezTo>
                <a:cubicBezTo>
                  <a:pt x="76" y="25"/>
                  <a:pt x="76" y="25"/>
                  <a:pt x="76" y="25"/>
                </a:cubicBezTo>
                <a:cubicBezTo>
                  <a:pt x="76" y="28"/>
                  <a:pt x="73" y="31"/>
                  <a:pt x="69" y="33"/>
                </a:cubicBezTo>
                <a:cubicBezTo>
                  <a:pt x="66" y="33"/>
                  <a:pt x="64" y="35"/>
                  <a:pt x="61" y="36"/>
                </a:cubicBezTo>
                <a:cubicBezTo>
                  <a:pt x="57" y="38"/>
                  <a:pt x="53" y="38"/>
                  <a:pt x="50" y="35"/>
                </a:cubicBezTo>
                <a:cubicBezTo>
                  <a:pt x="37" y="25"/>
                  <a:pt x="37" y="25"/>
                  <a:pt x="37" y="25"/>
                </a:cubicBezTo>
                <a:cubicBezTo>
                  <a:pt x="25" y="37"/>
                  <a:pt x="25" y="37"/>
                  <a:pt x="25" y="37"/>
                </a:cubicBezTo>
                <a:cubicBezTo>
                  <a:pt x="35" y="51"/>
                  <a:pt x="35" y="51"/>
                  <a:pt x="35" y="51"/>
                </a:cubicBezTo>
                <a:cubicBezTo>
                  <a:pt x="38" y="53"/>
                  <a:pt x="38" y="57"/>
                  <a:pt x="36" y="61"/>
                </a:cubicBezTo>
                <a:cubicBezTo>
                  <a:pt x="35" y="64"/>
                  <a:pt x="33" y="66"/>
                  <a:pt x="33" y="69"/>
                </a:cubicBezTo>
                <a:cubicBezTo>
                  <a:pt x="31" y="73"/>
                  <a:pt x="28" y="76"/>
                  <a:pt x="25" y="76"/>
                </a:cubicBezTo>
                <a:cubicBezTo>
                  <a:pt x="8" y="79"/>
                  <a:pt x="8" y="79"/>
                  <a:pt x="8" y="79"/>
                </a:cubicBezTo>
                <a:cubicBezTo>
                  <a:pt x="8" y="95"/>
                  <a:pt x="8" y="95"/>
                  <a:pt x="8" y="95"/>
                </a:cubicBezTo>
                <a:cubicBezTo>
                  <a:pt x="25" y="98"/>
                  <a:pt x="25" y="98"/>
                  <a:pt x="25" y="98"/>
                </a:cubicBezTo>
                <a:cubicBezTo>
                  <a:pt x="28" y="98"/>
                  <a:pt x="31" y="101"/>
                  <a:pt x="33" y="104"/>
                </a:cubicBezTo>
                <a:cubicBezTo>
                  <a:pt x="33" y="107"/>
                  <a:pt x="35" y="110"/>
                  <a:pt x="36" y="113"/>
                </a:cubicBezTo>
                <a:cubicBezTo>
                  <a:pt x="38" y="116"/>
                  <a:pt x="38" y="120"/>
                  <a:pt x="35" y="123"/>
                </a:cubicBezTo>
                <a:cubicBezTo>
                  <a:pt x="25" y="137"/>
                  <a:pt x="25" y="137"/>
                  <a:pt x="25" y="137"/>
                </a:cubicBezTo>
                <a:cubicBezTo>
                  <a:pt x="37" y="148"/>
                  <a:pt x="37" y="148"/>
                  <a:pt x="37" y="148"/>
                </a:cubicBezTo>
                <a:cubicBezTo>
                  <a:pt x="50" y="138"/>
                  <a:pt x="50" y="138"/>
                  <a:pt x="50" y="138"/>
                </a:cubicBezTo>
                <a:cubicBezTo>
                  <a:pt x="53" y="136"/>
                  <a:pt x="57" y="136"/>
                  <a:pt x="61" y="138"/>
                </a:cubicBezTo>
                <a:cubicBezTo>
                  <a:pt x="64" y="139"/>
                  <a:pt x="66" y="140"/>
                  <a:pt x="69" y="141"/>
                </a:cubicBezTo>
                <a:cubicBezTo>
                  <a:pt x="73" y="142"/>
                  <a:pt x="76" y="145"/>
                  <a:pt x="76" y="149"/>
                </a:cubicBezTo>
                <a:lnTo>
                  <a:pt x="79" y="166"/>
                </a:lnTo>
                <a:close/>
                <a:moveTo>
                  <a:pt x="25" y="137"/>
                </a:moveTo>
                <a:cubicBezTo>
                  <a:pt x="25" y="137"/>
                  <a:pt x="25" y="137"/>
                  <a:pt x="25" y="137"/>
                </a:cubicBezTo>
                <a:close/>
                <a:moveTo>
                  <a:pt x="148" y="137"/>
                </a:moveTo>
                <a:cubicBezTo>
                  <a:pt x="148" y="137"/>
                  <a:pt x="148" y="137"/>
                  <a:pt x="148" y="137"/>
                </a:cubicBezTo>
                <a:close/>
                <a:moveTo>
                  <a:pt x="166" y="95"/>
                </a:moveTo>
                <a:cubicBezTo>
                  <a:pt x="166" y="95"/>
                  <a:pt x="166" y="95"/>
                  <a:pt x="166" y="95"/>
                </a:cubicBezTo>
                <a:close/>
                <a:moveTo>
                  <a:pt x="8" y="95"/>
                </a:moveTo>
                <a:cubicBezTo>
                  <a:pt x="8" y="95"/>
                  <a:pt x="8" y="95"/>
                  <a:pt x="8" y="95"/>
                </a:cubicBezTo>
                <a:close/>
                <a:moveTo>
                  <a:pt x="166" y="95"/>
                </a:moveTo>
                <a:cubicBezTo>
                  <a:pt x="166" y="95"/>
                  <a:pt x="166" y="95"/>
                  <a:pt x="166" y="95"/>
                </a:cubicBezTo>
                <a:close/>
                <a:moveTo>
                  <a:pt x="8" y="95"/>
                </a:moveTo>
                <a:cubicBezTo>
                  <a:pt x="8" y="95"/>
                  <a:pt x="8" y="95"/>
                  <a:pt x="8" y="95"/>
                </a:cubicBezTo>
                <a:cubicBezTo>
                  <a:pt x="8" y="95"/>
                  <a:pt x="8" y="95"/>
                  <a:pt x="8" y="95"/>
                </a:cubicBezTo>
                <a:close/>
                <a:moveTo>
                  <a:pt x="137" y="25"/>
                </a:moveTo>
                <a:cubicBezTo>
                  <a:pt x="137" y="25"/>
                  <a:pt x="137" y="25"/>
                  <a:pt x="137" y="25"/>
                </a:cubicBezTo>
                <a:cubicBezTo>
                  <a:pt x="137" y="25"/>
                  <a:pt x="137" y="25"/>
                  <a:pt x="137" y="25"/>
                </a:cubicBezTo>
                <a:close/>
                <a:moveTo>
                  <a:pt x="136" y="25"/>
                </a:moveTo>
                <a:cubicBezTo>
                  <a:pt x="137" y="25"/>
                  <a:pt x="137" y="25"/>
                  <a:pt x="137" y="25"/>
                </a:cubicBezTo>
                <a:lnTo>
                  <a:pt x="136" y="25"/>
                </a:lnTo>
                <a:close/>
                <a:moveTo>
                  <a:pt x="87" y="121"/>
                </a:moveTo>
                <a:cubicBezTo>
                  <a:pt x="78" y="121"/>
                  <a:pt x="69" y="118"/>
                  <a:pt x="62" y="111"/>
                </a:cubicBezTo>
                <a:cubicBezTo>
                  <a:pt x="54" y="103"/>
                  <a:pt x="51" y="91"/>
                  <a:pt x="53" y="79"/>
                </a:cubicBezTo>
                <a:cubicBezTo>
                  <a:pt x="56" y="66"/>
                  <a:pt x="66" y="56"/>
                  <a:pt x="79" y="53"/>
                </a:cubicBezTo>
                <a:cubicBezTo>
                  <a:pt x="91" y="51"/>
                  <a:pt x="103" y="54"/>
                  <a:pt x="111" y="62"/>
                </a:cubicBezTo>
                <a:cubicBezTo>
                  <a:pt x="120" y="71"/>
                  <a:pt x="123" y="83"/>
                  <a:pt x="120" y="95"/>
                </a:cubicBezTo>
                <a:cubicBezTo>
                  <a:pt x="118" y="107"/>
                  <a:pt x="108" y="118"/>
                  <a:pt x="95" y="120"/>
                </a:cubicBezTo>
                <a:cubicBezTo>
                  <a:pt x="92" y="121"/>
                  <a:pt x="89" y="121"/>
                  <a:pt x="87" y="121"/>
                </a:cubicBezTo>
                <a:close/>
                <a:moveTo>
                  <a:pt x="87" y="60"/>
                </a:moveTo>
                <a:cubicBezTo>
                  <a:pt x="85" y="60"/>
                  <a:pt x="83" y="61"/>
                  <a:pt x="81" y="61"/>
                </a:cubicBezTo>
                <a:cubicBezTo>
                  <a:pt x="71" y="63"/>
                  <a:pt x="63" y="71"/>
                  <a:pt x="61" y="81"/>
                </a:cubicBezTo>
                <a:cubicBezTo>
                  <a:pt x="59" y="90"/>
                  <a:pt x="62" y="99"/>
                  <a:pt x="68" y="106"/>
                </a:cubicBezTo>
                <a:cubicBezTo>
                  <a:pt x="75" y="112"/>
                  <a:pt x="84" y="115"/>
                  <a:pt x="93" y="113"/>
                </a:cubicBezTo>
                <a:cubicBezTo>
                  <a:pt x="93" y="113"/>
                  <a:pt x="93" y="113"/>
                  <a:pt x="93" y="113"/>
                </a:cubicBezTo>
                <a:cubicBezTo>
                  <a:pt x="103" y="111"/>
                  <a:pt x="111" y="103"/>
                  <a:pt x="113" y="93"/>
                </a:cubicBezTo>
                <a:cubicBezTo>
                  <a:pt x="115" y="84"/>
                  <a:pt x="112" y="75"/>
                  <a:pt x="106" y="68"/>
                </a:cubicBezTo>
                <a:cubicBezTo>
                  <a:pt x="101" y="63"/>
                  <a:pt x="94" y="60"/>
                  <a:pt x="87" y="6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1211" name="Google Shape;934;p31"/>
          <p:cNvSpPr>
            <a:spLocks/>
          </p:cNvSpPr>
          <p:nvPr/>
        </p:nvSpPr>
        <p:spPr bwMode="auto">
          <a:xfrm>
            <a:off x="10456863" y="2782888"/>
            <a:ext cx="777875" cy="488950"/>
          </a:xfrm>
          <a:custGeom>
            <a:avLst/>
            <a:gdLst>
              <a:gd name="T0" fmla="*/ 167 w 191"/>
              <a:gd name="T1" fmla="*/ 120 h 120"/>
              <a:gd name="T2" fmla="*/ 24 w 191"/>
              <a:gd name="T3" fmla="*/ 120 h 120"/>
              <a:gd name="T4" fmla="*/ 0 w 191"/>
              <a:gd name="T5" fmla="*/ 96 h 120"/>
              <a:gd name="T6" fmla="*/ 0 w 191"/>
              <a:gd name="T7" fmla="*/ 24 h 120"/>
              <a:gd name="T8" fmla="*/ 24 w 191"/>
              <a:gd name="T9" fmla="*/ 0 h 120"/>
              <a:gd name="T10" fmla="*/ 167 w 191"/>
              <a:gd name="T11" fmla="*/ 0 h 120"/>
              <a:gd name="T12" fmla="*/ 191 w 191"/>
              <a:gd name="T13" fmla="*/ 24 h 120"/>
              <a:gd name="T14" fmla="*/ 191 w 191"/>
              <a:gd name="T15" fmla="*/ 96 h 120"/>
              <a:gd name="T16" fmla="*/ 167 w 191"/>
              <a:gd name="T17" fmla="*/ 120 h 120"/>
              <a:gd name="T18" fmla="*/ 24 w 191"/>
              <a:gd name="T19" fmla="*/ 7 h 120"/>
              <a:gd name="T20" fmla="*/ 8 w 191"/>
              <a:gd name="T21" fmla="*/ 24 h 120"/>
              <a:gd name="T22" fmla="*/ 8 w 191"/>
              <a:gd name="T23" fmla="*/ 96 h 120"/>
              <a:gd name="T24" fmla="*/ 24 w 191"/>
              <a:gd name="T25" fmla="*/ 112 h 120"/>
              <a:gd name="T26" fmla="*/ 167 w 191"/>
              <a:gd name="T27" fmla="*/ 112 h 120"/>
              <a:gd name="T28" fmla="*/ 183 w 191"/>
              <a:gd name="T29" fmla="*/ 96 h 120"/>
              <a:gd name="T30" fmla="*/ 183 w 191"/>
              <a:gd name="T31" fmla="*/ 24 h 120"/>
              <a:gd name="T32" fmla="*/ 167 w 191"/>
              <a:gd name="T33" fmla="*/ 7 h 120"/>
              <a:gd name="T34" fmla="*/ 24 w 191"/>
              <a:gd name="T35" fmla="*/ 7 h 120"/>
              <a:gd name="T36" fmla="*/ 164 w 191"/>
              <a:gd name="T37" fmla="*/ 101 h 120"/>
              <a:gd name="T38" fmla="*/ 162 w 191"/>
              <a:gd name="T39" fmla="*/ 100 h 120"/>
              <a:gd name="T40" fmla="*/ 120 w 191"/>
              <a:gd name="T41" fmla="*/ 65 h 120"/>
              <a:gd name="T42" fmla="*/ 98 w 191"/>
              <a:gd name="T43" fmla="*/ 82 h 120"/>
              <a:gd name="T44" fmla="*/ 93 w 191"/>
              <a:gd name="T45" fmla="*/ 82 h 120"/>
              <a:gd name="T46" fmla="*/ 71 w 191"/>
              <a:gd name="T47" fmla="*/ 65 h 120"/>
              <a:gd name="T48" fmla="*/ 29 w 191"/>
              <a:gd name="T49" fmla="*/ 100 h 120"/>
              <a:gd name="T50" fmla="*/ 24 w 191"/>
              <a:gd name="T51" fmla="*/ 100 h 120"/>
              <a:gd name="T52" fmla="*/ 24 w 191"/>
              <a:gd name="T53" fmla="*/ 94 h 120"/>
              <a:gd name="T54" fmla="*/ 65 w 191"/>
              <a:gd name="T55" fmla="*/ 60 h 120"/>
              <a:gd name="T56" fmla="*/ 24 w 191"/>
              <a:gd name="T57" fmla="*/ 29 h 120"/>
              <a:gd name="T58" fmla="*/ 24 w 191"/>
              <a:gd name="T59" fmla="*/ 23 h 120"/>
              <a:gd name="T60" fmla="*/ 29 w 191"/>
              <a:gd name="T61" fmla="*/ 23 h 120"/>
              <a:gd name="T62" fmla="*/ 95 w 191"/>
              <a:gd name="T63" fmla="*/ 75 h 120"/>
              <a:gd name="T64" fmla="*/ 162 w 191"/>
              <a:gd name="T65" fmla="*/ 23 h 120"/>
              <a:gd name="T66" fmla="*/ 167 w 191"/>
              <a:gd name="T67" fmla="*/ 23 h 120"/>
              <a:gd name="T68" fmla="*/ 166 w 191"/>
              <a:gd name="T69" fmla="*/ 29 h 120"/>
              <a:gd name="T70" fmla="*/ 126 w 191"/>
              <a:gd name="T71" fmla="*/ 60 h 120"/>
              <a:gd name="T72" fmla="*/ 166 w 191"/>
              <a:gd name="T73" fmla="*/ 94 h 120"/>
              <a:gd name="T74" fmla="*/ 167 w 191"/>
              <a:gd name="T75" fmla="*/ 100 h 120"/>
              <a:gd name="T76" fmla="*/ 164 w 191"/>
              <a:gd name="T77" fmla="*/ 101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1" h="120" extrusionOk="0">
                <a:moveTo>
                  <a:pt x="167" y="120"/>
                </a:moveTo>
                <a:cubicBezTo>
                  <a:pt x="24" y="120"/>
                  <a:pt x="24" y="120"/>
                  <a:pt x="24" y="120"/>
                </a:cubicBezTo>
                <a:cubicBezTo>
                  <a:pt x="11" y="120"/>
                  <a:pt x="0" y="109"/>
                  <a:pt x="0" y="96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1"/>
                  <a:pt x="11" y="0"/>
                  <a:pt x="24" y="0"/>
                </a:cubicBezTo>
                <a:cubicBezTo>
                  <a:pt x="167" y="0"/>
                  <a:pt x="167" y="0"/>
                  <a:pt x="167" y="0"/>
                </a:cubicBezTo>
                <a:cubicBezTo>
                  <a:pt x="180" y="0"/>
                  <a:pt x="191" y="11"/>
                  <a:pt x="191" y="24"/>
                </a:cubicBezTo>
                <a:cubicBezTo>
                  <a:pt x="191" y="96"/>
                  <a:pt x="191" y="96"/>
                  <a:pt x="191" y="96"/>
                </a:cubicBezTo>
                <a:cubicBezTo>
                  <a:pt x="191" y="109"/>
                  <a:pt x="180" y="120"/>
                  <a:pt x="167" y="120"/>
                </a:cubicBezTo>
                <a:close/>
                <a:moveTo>
                  <a:pt x="24" y="7"/>
                </a:moveTo>
                <a:cubicBezTo>
                  <a:pt x="15" y="7"/>
                  <a:pt x="8" y="15"/>
                  <a:pt x="8" y="24"/>
                </a:cubicBezTo>
                <a:cubicBezTo>
                  <a:pt x="8" y="96"/>
                  <a:pt x="8" y="96"/>
                  <a:pt x="8" y="96"/>
                </a:cubicBezTo>
                <a:cubicBezTo>
                  <a:pt x="8" y="105"/>
                  <a:pt x="15" y="112"/>
                  <a:pt x="24" y="112"/>
                </a:cubicBezTo>
                <a:cubicBezTo>
                  <a:pt x="167" y="112"/>
                  <a:pt x="167" y="112"/>
                  <a:pt x="167" y="112"/>
                </a:cubicBezTo>
                <a:cubicBezTo>
                  <a:pt x="176" y="112"/>
                  <a:pt x="183" y="105"/>
                  <a:pt x="183" y="96"/>
                </a:cubicBezTo>
                <a:cubicBezTo>
                  <a:pt x="183" y="24"/>
                  <a:pt x="183" y="24"/>
                  <a:pt x="183" y="24"/>
                </a:cubicBezTo>
                <a:cubicBezTo>
                  <a:pt x="183" y="15"/>
                  <a:pt x="176" y="7"/>
                  <a:pt x="167" y="7"/>
                </a:cubicBezTo>
                <a:lnTo>
                  <a:pt x="24" y="7"/>
                </a:lnTo>
                <a:close/>
                <a:moveTo>
                  <a:pt x="164" y="101"/>
                </a:moveTo>
                <a:cubicBezTo>
                  <a:pt x="163" y="101"/>
                  <a:pt x="162" y="101"/>
                  <a:pt x="162" y="100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98" y="82"/>
                  <a:pt x="98" y="82"/>
                  <a:pt x="98" y="82"/>
                </a:cubicBezTo>
                <a:cubicBezTo>
                  <a:pt x="96" y="83"/>
                  <a:pt x="94" y="83"/>
                  <a:pt x="93" y="82"/>
                </a:cubicBezTo>
                <a:cubicBezTo>
                  <a:pt x="71" y="65"/>
                  <a:pt x="71" y="65"/>
                  <a:pt x="71" y="65"/>
                </a:cubicBezTo>
                <a:cubicBezTo>
                  <a:pt x="29" y="100"/>
                  <a:pt x="29" y="100"/>
                  <a:pt x="29" y="100"/>
                </a:cubicBezTo>
                <a:cubicBezTo>
                  <a:pt x="27" y="101"/>
                  <a:pt x="25" y="101"/>
                  <a:pt x="24" y="100"/>
                </a:cubicBezTo>
                <a:cubicBezTo>
                  <a:pt x="23" y="98"/>
                  <a:pt x="23" y="96"/>
                  <a:pt x="24" y="94"/>
                </a:cubicBezTo>
                <a:cubicBezTo>
                  <a:pt x="65" y="60"/>
                  <a:pt x="65" y="60"/>
                  <a:pt x="65" y="60"/>
                </a:cubicBezTo>
                <a:cubicBezTo>
                  <a:pt x="24" y="29"/>
                  <a:pt x="24" y="29"/>
                  <a:pt x="24" y="29"/>
                </a:cubicBezTo>
                <a:cubicBezTo>
                  <a:pt x="23" y="27"/>
                  <a:pt x="22" y="25"/>
                  <a:pt x="24" y="23"/>
                </a:cubicBezTo>
                <a:cubicBezTo>
                  <a:pt x="25" y="22"/>
                  <a:pt x="27" y="21"/>
                  <a:pt x="29" y="23"/>
                </a:cubicBezTo>
                <a:cubicBezTo>
                  <a:pt x="95" y="75"/>
                  <a:pt x="95" y="75"/>
                  <a:pt x="95" y="75"/>
                </a:cubicBezTo>
                <a:cubicBezTo>
                  <a:pt x="162" y="23"/>
                  <a:pt x="162" y="23"/>
                  <a:pt x="162" y="23"/>
                </a:cubicBezTo>
                <a:cubicBezTo>
                  <a:pt x="163" y="21"/>
                  <a:pt x="166" y="22"/>
                  <a:pt x="167" y="23"/>
                </a:cubicBezTo>
                <a:cubicBezTo>
                  <a:pt x="168" y="25"/>
                  <a:pt x="168" y="27"/>
                  <a:pt x="166" y="29"/>
                </a:cubicBezTo>
                <a:cubicBezTo>
                  <a:pt x="126" y="60"/>
                  <a:pt x="126" y="60"/>
                  <a:pt x="126" y="60"/>
                </a:cubicBezTo>
                <a:cubicBezTo>
                  <a:pt x="166" y="94"/>
                  <a:pt x="166" y="94"/>
                  <a:pt x="166" y="94"/>
                </a:cubicBezTo>
                <a:cubicBezTo>
                  <a:pt x="168" y="96"/>
                  <a:pt x="168" y="98"/>
                  <a:pt x="167" y="100"/>
                </a:cubicBezTo>
                <a:cubicBezTo>
                  <a:pt x="166" y="101"/>
                  <a:pt x="165" y="101"/>
                  <a:pt x="164" y="10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1212" name="Google Shape;935;p31"/>
          <p:cNvSpPr>
            <a:spLocks/>
          </p:cNvSpPr>
          <p:nvPr/>
        </p:nvSpPr>
        <p:spPr bwMode="auto">
          <a:xfrm>
            <a:off x="2711450" y="2684463"/>
            <a:ext cx="1055688" cy="538162"/>
          </a:xfrm>
          <a:custGeom>
            <a:avLst/>
            <a:gdLst>
              <a:gd name="T0" fmla="*/ 81 w 259"/>
              <a:gd name="T1" fmla="*/ 124 h 132"/>
              <a:gd name="T2" fmla="*/ 98 w 259"/>
              <a:gd name="T3" fmla="*/ 84 h 132"/>
              <a:gd name="T4" fmla="*/ 114 w 259"/>
              <a:gd name="T5" fmla="*/ 75 h 132"/>
              <a:gd name="T6" fmla="*/ 123 w 259"/>
              <a:gd name="T7" fmla="*/ 2 h 132"/>
              <a:gd name="T8" fmla="*/ 167 w 259"/>
              <a:gd name="T9" fmla="*/ 31 h 132"/>
              <a:gd name="T10" fmla="*/ 155 w 259"/>
              <a:gd name="T11" fmla="*/ 80 h 132"/>
              <a:gd name="T12" fmla="*/ 189 w 259"/>
              <a:gd name="T13" fmla="*/ 99 h 132"/>
              <a:gd name="T14" fmla="*/ 184 w 259"/>
              <a:gd name="T15" fmla="*/ 124 h 132"/>
              <a:gd name="T16" fmla="*/ 132 w 259"/>
              <a:gd name="T17" fmla="*/ 8 h 132"/>
              <a:gd name="T18" fmla="*/ 117 w 259"/>
              <a:gd name="T19" fmla="*/ 66 h 132"/>
              <a:gd name="T20" fmla="*/ 110 w 259"/>
              <a:gd name="T21" fmla="*/ 87 h 132"/>
              <a:gd name="T22" fmla="*/ 78 w 259"/>
              <a:gd name="T23" fmla="*/ 111 h 132"/>
              <a:gd name="T24" fmla="*/ 132 w 259"/>
              <a:gd name="T25" fmla="*/ 125 h 132"/>
              <a:gd name="T26" fmla="*/ 186 w 259"/>
              <a:gd name="T27" fmla="*/ 111 h 132"/>
              <a:gd name="T28" fmla="*/ 155 w 259"/>
              <a:gd name="T29" fmla="*/ 87 h 132"/>
              <a:gd name="T30" fmla="*/ 147 w 259"/>
              <a:gd name="T31" fmla="*/ 66 h 132"/>
              <a:gd name="T32" fmla="*/ 132 w 259"/>
              <a:gd name="T33" fmla="*/ 8 h 132"/>
              <a:gd name="T34" fmla="*/ 215 w 259"/>
              <a:gd name="T35" fmla="*/ 132 h 132"/>
              <a:gd name="T36" fmla="*/ 193 w 259"/>
              <a:gd name="T37" fmla="*/ 127 h 132"/>
              <a:gd name="T38" fmla="*/ 215 w 259"/>
              <a:gd name="T39" fmla="*/ 125 h 132"/>
              <a:gd name="T40" fmla="*/ 252 w 259"/>
              <a:gd name="T41" fmla="*/ 116 h 132"/>
              <a:gd name="T42" fmla="*/ 230 w 259"/>
              <a:gd name="T43" fmla="*/ 101 h 132"/>
              <a:gd name="T44" fmla="*/ 225 w 259"/>
              <a:gd name="T45" fmla="*/ 84 h 132"/>
              <a:gd name="T46" fmla="*/ 215 w 259"/>
              <a:gd name="T47" fmla="*/ 45 h 132"/>
              <a:gd name="T48" fmla="*/ 206 w 259"/>
              <a:gd name="T49" fmla="*/ 84 h 132"/>
              <a:gd name="T50" fmla="*/ 202 w 259"/>
              <a:gd name="T51" fmla="*/ 100 h 132"/>
              <a:gd name="T52" fmla="*/ 200 w 259"/>
              <a:gd name="T53" fmla="*/ 93 h 132"/>
              <a:gd name="T54" fmla="*/ 190 w 259"/>
              <a:gd name="T55" fmla="*/ 61 h 132"/>
              <a:gd name="T56" fmla="*/ 222 w 259"/>
              <a:gd name="T57" fmla="*/ 39 h 132"/>
              <a:gd name="T58" fmla="*/ 229 w 259"/>
              <a:gd name="T59" fmla="*/ 91 h 132"/>
              <a:gd name="T60" fmla="*/ 239 w 259"/>
              <a:gd name="T61" fmla="*/ 97 h 132"/>
              <a:gd name="T62" fmla="*/ 252 w 259"/>
              <a:gd name="T63" fmla="*/ 126 h 132"/>
              <a:gd name="T64" fmla="*/ 49 w 259"/>
              <a:gd name="T65" fmla="*/ 132 h 132"/>
              <a:gd name="T66" fmla="*/ 0 w 259"/>
              <a:gd name="T67" fmla="*/ 116 h 132"/>
              <a:gd name="T68" fmla="*/ 29 w 259"/>
              <a:gd name="T69" fmla="*/ 91 h 132"/>
              <a:gd name="T70" fmla="*/ 32 w 259"/>
              <a:gd name="T71" fmla="*/ 84 h 132"/>
              <a:gd name="T72" fmla="*/ 49 w 259"/>
              <a:gd name="T73" fmla="*/ 29 h 132"/>
              <a:gd name="T74" fmla="*/ 65 w 259"/>
              <a:gd name="T75" fmla="*/ 85 h 132"/>
              <a:gd name="T76" fmla="*/ 68 w 259"/>
              <a:gd name="T77" fmla="*/ 91 h 132"/>
              <a:gd name="T78" fmla="*/ 64 w 259"/>
              <a:gd name="T79" fmla="*/ 97 h 132"/>
              <a:gd name="T80" fmla="*/ 69 w 259"/>
              <a:gd name="T81" fmla="*/ 54 h 132"/>
              <a:gd name="T82" fmla="*/ 43 w 259"/>
              <a:gd name="T83" fmla="*/ 37 h 132"/>
              <a:gd name="T84" fmla="*/ 41 w 259"/>
              <a:gd name="T85" fmla="*/ 89 h 132"/>
              <a:gd name="T86" fmla="*/ 25 w 259"/>
              <a:gd name="T87" fmla="*/ 100 h 132"/>
              <a:gd name="T88" fmla="*/ 12 w 259"/>
              <a:gd name="T89" fmla="*/ 119 h 132"/>
              <a:gd name="T90" fmla="*/ 66 w 259"/>
              <a:gd name="T91" fmla="*/ 124 h 132"/>
              <a:gd name="T92" fmla="*/ 49 w 259"/>
              <a:gd name="T93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59" h="132" extrusionOk="0">
                <a:moveTo>
                  <a:pt x="132" y="132"/>
                </a:moveTo>
                <a:cubicBezTo>
                  <a:pt x="117" y="132"/>
                  <a:pt x="105" y="131"/>
                  <a:pt x="92" y="128"/>
                </a:cubicBezTo>
                <a:cubicBezTo>
                  <a:pt x="88" y="127"/>
                  <a:pt x="84" y="126"/>
                  <a:pt x="81" y="124"/>
                </a:cubicBezTo>
                <a:cubicBezTo>
                  <a:pt x="73" y="121"/>
                  <a:pt x="71" y="116"/>
                  <a:pt x="70" y="112"/>
                </a:cubicBezTo>
                <a:cubicBezTo>
                  <a:pt x="70" y="108"/>
                  <a:pt x="71" y="103"/>
                  <a:pt x="75" y="99"/>
                </a:cubicBezTo>
                <a:cubicBezTo>
                  <a:pt x="81" y="94"/>
                  <a:pt x="88" y="89"/>
                  <a:pt x="98" y="84"/>
                </a:cubicBezTo>
                <a:cubicBezTo>
                  <a:pt x="101" y="83"/>
                  <a:pt x="104" y="82"/>
                  <a:pt x="107" y="81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112" y="79"/>
                  <a:pt x="113" y="77"/>
                  <a:pt x="114" y="75"/>
                </a:cubicBezTo>
                <a:cubicBezTo>
                  <a:pt x="114" y="74"/>
                  <a:pt x="114" y="72"/>
                  <a:pt x="112" y="71"/>
                </a:cubicBezTo>
                <a:cubicBezTo>
                  <a:pt x="101" y="60"/>
                  <a:pt x="97" y="47"/>
                  <a:pt x="97" y="31"/>
                </a:cubicBezTo>
                <a:cubicBezTo>
                  <a:pt x="98" y="16"/>
                  <a:pt x="106" y="6"/>
                  <a:pt x="123" y="2"/>
                </a:cubicBezTo>
                <a:cubicBezTo>
                  <a:pt x="126" y="1"/>
                  <a:pt x="129" y="0"/>
                  <a:pt x="132" y="0"/>
                </a:cubicBezTo>
                <a:cubicBezTo>
                  <a:pt x="135" y="0"/>
                  <a:pt x="139" y="1"/>
                  <a:pt x="142" y="2"/>
                </a:cubicBezTo>
                <a:cubicBezTo>
                  <a:pt x="158" y="6"/>
                  <a:pt x="167" y="16"/>
                  <a:pt x="167" y="31"/>
                </a:cubicBezTo>
                <a:cubicBezTo>
                  <a:pt x="168" y="47"/>
                  <a:pt x="163" y="60"/>
                  <a:pt x="152" y="71"/>
                </a:cubicBezTo>
                <a:cubicBezTo>
                  <a:pt x="151" y="72"/>
                  <a:pt x="150" y="74"/>
                  <a:pt x="151" y="75"/>
                </a:cubicBezTo>
                <a:cubicBezTo>
                  <a:pt x="151" y="77"/>
                  <a:pt x="153" y="79"/>
                  <a:pt x="155" y="80"/>
                </a:cubicBezTo>
                <a:cubicBezTo>
                  <a:pt x="157" y="81"/>
                  <a:pt x="157" y="81"/>
                  <a:pt x="157" y="81"/>
                </a:cubicBezTo>
                <a:cubicBezTo>
                  <a:pt x="160" y="82"/>
                  <a:pt x="163" y="83"/>
                  <a:pt x="166" y="84"/>
                </a:cubicBezTo>
                <a:cubicBezTo>
                  <a:pt x="176" y="89"/>
                  <a:pt x="183" y="94"/>
                  <a:pt x="189" y="99"/>
                </a:cubicBezTo>
                <a:cubicBezTo>
                  <a:pt x="192" y="103"/>
                  <a:pt x="194" y="108"/>
                  <a:pt x="193" y="113"/>
                </a:cubicBezTo>
                <a:cubicBezTo>
                  <a:pt x="192" y="118"/>
                  <a:pt x="189" y="122"/>
                  <a:pt x="184" y="124"/>
                </a:cubicBezTo>
                <a:cubicBezTo>
                  <a:pt x="184" y="124"/>
                  <a:pt x="184" y="124"/>
                  <a:pt x="184" y="124"/>
                </a:cubicBezTo>
                <a:cubicBezTo>
                  <a:pt x="180" y="126"/>
                  <a:pt x="176" y="127"/>
                  <a:pt x="172" y="128"/>
                </a:cubicBezTo>
                <a:cubicBezTo>
                  <a:pt x="160" y="131"/>
                  <a:pt x="147" y="132"/>
                  <a:pt x="132" y="132"/>
                </a:cubicBezTo>
                <a:close/>
                <a:moveTo>
                  <a:pt x="132" y="8"/>
                </a:moveTo>
                <a:cubicBezTo>
                  <a:pt x="130" y="8"/>
                  <a:pt x="127" y="8"/>
                  <a:pt x="125" y="9"/>
                </a:cubicBezTo>
                <a:cubicBezTo>
                  <a:pt x="111" y="12"/>
                  <a:pt x="105" y="19"/>
                  <a:pt x="104" y="31"/>
                </a:cubicBezTo>
                <a:cubicBezTo>
                  <a:pt x="104" y="45"/>
                  <a:pt x="108" y="56"/>
                  <a:pt x="117" y="66"/>
                </a:cubicBezTo>
                <a:cubicBezTo>
                  <a:pt x="120" y="69"/>
                  <a:pt x="122" y="73"/>
                  <a:pt x="121" y="77"/>
                </a:cubicBezTo>
                <a:cubicBezTo>
                  <a:pt x="120" y="81"/>
                  <a:pt x="117" y="85"/>
                  <a:pt x="112" y="86"/>
                </a:cubicBezTo>
                <a:cubicBezTo>
                  <a:pt x="110" y="87"/>
                  <a:pt x="110" y="87"/>
                  <a:pt x="110" y="87"/>
                </a:cubicBezTo>
                <a:cubicBezTo>
                  <a:pt x="107" y="88"/>
                  <a:pt x="104" y="89"/>
                  <a:pt x="101" y="91"/>
                </a:cubicBezTo>
                <a:cubicBezTo>
                  <a:pt x="92" y="95"/>
                  <a:pt x="85" y="99"/>
                  <a:pt x="80" y="105"/>
                </a:cubicBezTo>
                <a:cubicBezTo>
                  <a:pt x="78" y="107"/>
                  <a:pt x="77" y="109"/>
                  <a:pt x="78" y="111"/>
                </a:cubicBezTo>
                <a:cubicBezTo>
                  <a:pt x="78" y="114"/>
                  <a:pt x="80" y="116"/>
                  <a:pt x="84" y="118"/>
                </a:cubicBezTo>
                <a:cubicBezTo>
                  <a:pt x="87" y="119"/>
                  <a:pt x="90" y="120"/>
                  <a:pt x="94" y="121"/>
                </a:cubicBezTo>
                <a:cubicBezTo>
                  <a:pt x="106" y="124"/>
                  <a:pt x="118" y="124"/>
                  <a:pt x="132" y="125"/>
                </a:cubicBezTo>
                <a:cubicBezTo>
                  <a:pt x="147" y="124"/>
                  <a:pt x="159" y="124"/>
                  <a:pt x="171" y="121"/>
                </a:cubicBezTo>
                <a:cubicBezTo>
                  <a:pt x="174" y="120"/>
                  <a:pt x="178" y="119"/>
                  <a:pt x="181" y="118"/>
                </a:cubicBezTo>
                <a:cubicBezTo>
                  <a:pt x="184" y="116"/>
                  <a:pt x="186" y="114"/>
                  <a:pt x="186" y="111"/>
                </a:cubicBezTo>
                <a:cubicBezTo>
                  <a:pt x="187" y="109"/>
                  <a:pt x="186" y="106"/>
                  <a:pt x="184" y="105"/>
                </a:cubicBezTo>
                <a:cubicBezTo>
                  <a:pt x="179" y="99"/>
                  <a:pt x="173" y="95"/>
                  <a:pt x="163" y="91"/>
                </a:cubicBezTo>
                <a:cubicBezTo>
                  <a:pt x="160" y="89"/>
                  <a:pt x="157" y="88"/>
                  <a:pt x="155" y="87"/>
                </a:cubicBezTo>
                <a:cubicBezTo>
                  <a:pt x="152" y="86"/>
                  <a:pt x="152" y="86"/>
                  <a:pt x="152" y="86"/>
                </a:cubicBezTo>
                <a:cubicBezTo>
                  <a:pt x="148" y="85"/>
                  <a:pt x="145" y="81"/>
                  <a:pt x="144" y="77"/>
                </a:cubicBezTo>
                <a:cubicBezTo>
                  <a:pt x="143" y="73"/>
                  <a:pt x="144" y="69"/>
                  <a:pt x="147" y="66"/>
                </a:cubicBezTo>
                <a:cubicBezTo>
                  <a:pt x="156" y="57"/>
                  <a:pt x="161" y="45"/>
                  <a:pt x="160" y="31"/>
                </a:cubicBezTo>
                <a:cubicBezTo>
                  <a:pt x="160" y="19"/>
                  <a:pt x="153" y="12"/>
                  <a:pt x="140" y="9"/>
                </a:cubicBezTo>
                <a:cubicBezTo>
                  <a:pt x="137" y="8"/>
                  <a:pt x="135" y="8"/>
                  <a:pt x="132" y="8"/>
                </a:cubicBezTo>
                <a:close/>
                <a:moveTo>
                  <a:pt x="182" y="121"/>
                </a:moveTo>
                <a:cubicBezTo>
                  <a:pt x="182" y="121"/>
                  <a:pt x="182" y="121"/>
                  <a:pt x="182" y="121"/>
                </a:cubicBezTo>
                <a:close/>
                <a:moveTo>
                  <a:pt x="215" y="132"/>
                </a:moveTo>
                <a:cubicBezTo>
                  <a:pt x="213" y="132"/>
                  <a:pt x="213" y="132"/>
                  <a:pt x="213" y="132"/>
                </a:cubicBezTo>
                <a:cubicBezTo>
                  <a:pt x="206" y="132"/>
                  <a:pt x="204" y="132"/>
                  <a:pt x="196" y="131"/>
                </a:cubicBezTo>
                <a:cubicBezTo>
                  <a:pt x="194" y="131"/>
                  <a:pt x="193" y="129"/>
                  <a:pt x="193" y="127"/>
                </a:cubicBezTo>
                <a:cubicBezTo>
                  <a:pt x="193" y="125"/>
                  <a:pt x="195" y="123"/>
                  <a:pt x="197" y="124"/>
                </a:cubicBezTo>
                <a:cubicBezTo>
                  <a:pt x="204" y="124"/>
                  <a:pt x="206" y="124"/>
                  <a:pt x="213" y="125"/>
                </a:cubicBezTo>
                <a:cubicBezTo>
                  <a:pt x="215" y="125"/>
                  <a:pt x="215" y="125"/>
                  <a:pt x="215" y="125"/>
                </a:cubicBezTo>
                <a:cubicBezTo>
                  <a:pt x="225" y="124"/>
                  <a:pt x="234" y="124"/>
                  <a:pt x="242" y="122"/>
                </a:cubicBezTo>
                <a:cubicBezTo>
                  <a:pt x="244" y="122"/>
                  <a:pt x="247" y="121"/>
                  <a:pt x="249" y="120"/>
                </a:cubicBezTo>
                <a:cubicBezTo>
                  <a:pt x="250" y="119"/>
                  <a:pt x="252" y="118"/>
                  <a:pt x="252" y="116"/>
                </a:cubicBezTo>
                <a:cubicBezTo>
                  <a:pt x="252" y="115"/>
                  <a:pt x="251" y="113"/>
                  <a:pt x="251" y="113"/>
                </a:cubicBezTo>
                <a:cubicBezTo>
                  <a:pt x="247" y="109"/>
                  <a:pt x="243" y="106"/>
                  <a:pt x="236" y="103"/>
                </a:cubicBezTo>
                <a:cubicBezTo>
                  <a:pt x="234" y="102"/>
                  <a:pt x="232" y="101"/>
                  <a:pt x="230" y="101"/>
                </a:cubicBezTo>
                <a:cubicBezTo>
                  <a:pt x="229" y="100"/>
                  <a:pt x="229" y="100"/>
                  <a:pt x="229" y="100"/>
                </a:cubicBezTo>
                <a:cubicBezTo>
                  <a:pt x="225" y="99"/>
                  <a:pt x="223" y="96"/>
                  <a:pt x="222" y="93"/>
                </a:cubicBezTo>
                <a:cubicBezTo>
                  <a:pt x="222" y="90"/>
                  <a:pt x="223" y="86"/>
                  <a:pt x="225" y="84"/>
                </a:cubicBezTo>
                <a:cubicBezTo>
                  <a:pt x="231" y="78"/>
                  <a:pt x="234" y="70"/>
                  <a:pt x="234" y="61"/>
                </a:cubicBezTo>
                <a:cubicBezTo>
                  <a:pt x="233" y="53"/>
                  <a:pt x="229" y="48"/>
                  <a:pt x="220" y="46"/>
                </a:cubicBezTo>
                <a:cubicBezTo>
                  <a:pt x="219" y="46"/>
                  <a:pt x="217" y="45"/>
                  <a:pt x="215" y="45"/>
                </a:cubicBezTo>
                <a:cubicBezTo>
                  <a:pt x="214" y="45"/>
                  <a:pt x="212" y="46"/>
                  <a:pt x="210" y="46"/>
                </a:cubicBezTo>
                <a:cubicBezTo>
                  <a:pt x="202" y="48"/>
                  <a:pt x="197" y="53"/>
                  <a:pt x="197" y="61"/>
                </a:cubicBezTo>
                <a:cubicBezTo>
                  <a:pt x="197" y="70"/>
                  <a:pt x="200" y="78"/>
                  <a:pt x="206" y="84"/>
                </a:cubicBezTo>
                <a:cubicBezTo>
                  <a:pt x="208" y="87"/>
                  <a:pt x="210" y="90"/>
                  <a:pt x="209" y="93"/>
                </a:cubicBezTo>
                <a:cubicBezTo>
                  <a:pt x="208" y="96"/>
                  <a:pt x="206" y="98"/>
                  <a:pt x="203" y="99"/>
                </a:cubicBezTo>
                <a:cubicBezTo>
                  <a:pt x="202" y="100"/>
                  <a:pt x="202" y="100"/>
                  <a:pt x="202" y="100"/>
                </a:cubicBezTo>
                <a:cubicBezTo>
                  <a:pt x="201" y="100"/>
                  <a:pt x="199" y="99"/>
                  <a:pt x="198" y="98"/>
                </a:cubicBezTo>
                <a:cubicBezTo>
                  <a:pt x="197" y="96"/>
                  <a:pt x="198" y="94"/>
                  <a:pt x="200" y="93"/>
                </a:cubicBezTo>
                <a:cubicBezTo>
                  <a:pt x="200" y="93"/>
                  <a:pt x="200" y="93"/>
                  <a:pt x="200" y="93"/>
                </a:cubicBezTo>
                <a:cubicBezTo>
                  <a:pt x="201" y="92"/>
                  <a:pt x="202" y="92"/>
                  <a:pt x="202" y="92"/>
                </a:cubicBezTo>
                <a:cubicBezTo>
                  <a:pt x="202" y="91"/>
                  <a:pt x="202" y="90"/>
                  <a:pt x="201" y="89"/>
                </a:cubicBezTo>
                <a:cubicBezTo>
                  <a:pt x="193" y="81"/>
                  <a:pt x="190" y="72"/>
                  <a:pt x="190" y="61"/>
                </a:cubicBezTo>
                <a:cubicBezTo>
                  <a:pt x="190" y="53"/>
                  <a:pt x="194" y="43"/>
                  <a:pt x="209" y="39"/>
                </a:cubicBezTo>
                <a:cubicBezTo>
                  <a:pt x="211" y="39"/>
                  <a:pt x="213" y="38"/>
                  <a:pt x="215" y="38"/>
                </a:cubicBezTo>
                <a:cubicBezTo>
                  <a:pt x="218" y="38"/>
                  <a:pt x="220" y="39"/>
                  <a:pt x="222" y="39"/>
                </a:cubicBezTo>
                <a:cubicBezTo>
                  <a:pt x="237" y="43"/>
                  <a:pt x="241" y="53"/>
                  <a:pt x="241" y="61"/>
                </a:cubicBezTo>
                <a:cubicBezTo>
                  <a:pt x="241" y="72"/>
                  <a:pt x="238" y="82"/>
                  <a:pt x="230" y="89"/>
                </a:cubicBezTo>
                <a:cubicBezTo>
                  <a:pt x="230" y="90"/>
                  <a:pt x="229" y="90"/>
                  <a:pt x="229" y="91"/>
                </a:cubicBezTo>
                <a:cubicBezTo>
                  <a:pt x="229" y="92"/>
                  <a:pt x="230" y="93"/>
                  <a:pt x="232" y="93"/>
                </a:cubicBezTo>
                <a:cubicBezTo>
                  <a:pt x="233" y="94"/>
                  <a:pt x="233" y="94"/>
                  <a:pt x="233" y="94"/>
                </a:cubicBezTo>
                <a:cubicBezTo>
                  <a:pt x="235" y="95"/>
                  <a:pt x="237" y="96"/>
                  <a:pt x="239" y="97"/>
                </a:cubicBezTo>
                <a:cubicBezTo>
                  <a:pt x="247" y="100"/>
                  <a:pt x="252" y="103"/>
                  <a:pt x="256" y="107"/>
                </a:cubicBezTo>
                <a:cubicBezTo>
                  <a:pt x="258" y="110"/>
                  <a:pt x="259" y="114"/>
                  <a:pt x="259" y="118"/>
                </a:cubicBezTo>
                <a:cubicBezTo>
                  <a:pt x="258" y="121"/>
                  <a:pt x="256" y="125"/>
                  <a:pt x="252" y="126"/>
                </a:cubicBezTo>
                <a:cubicBezTo>
                  <a:pt x="249" y="128"/>
                  <a:pt x="246" y="129"/>
                  <a:pt x="243" y="129"/>
                </a:cubicBezTo>
                <a:cubicBezTo>
                  <a:pt x="235" y="131"/>
                  <a:pt x="226" y="132"/>
                  <a:pt x="215" y="132"/>
                </a:cubicBezTo>
                <a:close/>
                <a:moveTo>
                  <a:pt x="49" y="132"/>
                </a:moveTo>
                <a:cubicBezTo>
                  <a:pt x="37" y="132"/>
                  <a:pt x="27" y="131"/>
                  <a:pt x="18" y="129"/>
                </a:cubicBezTo>
                <a:cubicBezTo>
                  <a:pt x="14" y="128"/>
                  <a:pt x="11" y="127"/>
                  <a:pt x="9" y="126"/>
                </a:cubicBezTo>
                <a:cubicBezTo>
                  <a:pt x="4" y="124"/>
                  <a:pt x="1" y="120"/>
                  <a:pt x="0" y="116"/>
                </a:cubicBezTo>
                <a:cubicBezTo>
                  <a:pt x="0" y="113"/>
                  <a:pt x="1" y="109"/>
                  <a:pt x="4" y="106"/>
                </a:cubicBezTo>
                <a:cubicBezTo>
                  <a:pt x="9" y="101"/>
                  <a:pt x="14" y="97"/>
                  <a:pt x="22" y="94"/>
                </a:cubicBezTo>
                <a:cubicBezTo>
                  <a:pt x="24" y="93"/>
                  <a:pt x="27" y="92"/>
                  <a:pt x="29" y="91"/>
                </a:cubicBezTo>
                <a:cubicBezTo>
                  <a:pt x="31" y="90"/>
                  <a:pt x="31" y="90"/>
                  <a:pt x="31" y="90"/>
                </a:cubicBezTo>
                <a:cubicBezTo>
                  <a:pt x="32" y="89"/>
                  <a:pt x="33" y="88"/>
                  <a:pt x="34" y="87"/>
                </a:cubicBezTo>
                <a:cubicBezTo>
                  <a:pt x="34" y="86"/>
                  <a:pt x="33" y="85"/>
                  <a:pt x="32" y="84"/>
                </a:cubicBezTo>
                <a:cubicBezTo>
                  <a:pt x="24" y="76"/>
                  <a:pt x="20" y="66"/>
                  <a:pt x="21" y="53"/>
                </a:cubicBezTo>
                <a:cubicBezTo>
                  <a:pt x="21" y="45"/>
                  <a:pt x="25" y="34"/>
                  <a:pt x="41" y="30"/>
                </a:cubicBezTo>
                <a:cubicBezTo>
                  <a:pt x="44" y="29"/>
                  <a:pt x="46" y="29"/>
                  <a:pt x="49" y="29"/>
                </a:cubicBezTo>
                <a:cubicBezTo>
                  <a:pt x="51" y="29"/>
                  <a:pt x="54" y="29"/>
                  <a:pt x="56" y="30"/>
                </a:cubicBezTo>
                <a:cubicBezTo>
                  <a:pt x="72" y="34"/>
                  <a:pt x="76" y="45"/>
                  <a:pt x="76" y="53"/>
                </a:cubicBezTo>
                <a:cubicBezTo>
                  <a:pt x="77" y="66"/>
                  <a:pt x="73" y="76"/>
                  <a:pt x="65" y="85"/>
                </a:cubicBezTo>
                <a:cubicBezTo>
                  <a:pt x="64" y="85"/>
                  <a:pt x="63" y="86"/>
                  <a:pt x="64" y="87"/>
                </a:cubicBezTo>
                <a:cubicBezTo>
                  <a:pt x="64" y="88"/>
                  <a:pt x="65" y="89"/>
                  <a:pt x="66" y="90"/>
                </a:cubicBezTo>
                <a:cubicBezTo>
                  <a:pt x="68" y="91"/>
                  <a:pt x="68" y="91"/>
                  <a:pt x="68" y="91"/>
                </a:cubicBezTo>
                <a:cubicBezTo>
                  <a:pt x="70" y="91"/>
                  <a:pt x="71" y="94"/>
                  <a:pt x="70" y="95"/>
                </a:cubicBezTo>
                <a:cubicBezTo>
                  <a:pt x="69" y="97"/>
                  <a:pt x="67" y="98"/>
                  <a:pt x="66" y="97"/>
                </a:cubicBezTo>
                <a:cubicBezTo>
                  <a:pt x="64" y="97"/>
                  <a:pt x="64" y="97"/>
                  <a:pt x="64" y="97"/>
                </a:cubicBezTo>
                <a:cubicBezTo>
                  <a:pt x="60" y="95"/>
                  <a:pt x="57" y="92"/>
                  <a:pt x="57" y="89"/>
                </a:cubicBezTo>
                <a:cubicBezTo>
                  <a:pt x="56" y="85"/>
                  <a:pt x="57" y="82"/>
                  <a:pt x="60" y="79"/>
                </a:cubicBezTo>
                <a:cubicBezTo>
                  <a:pt x="67" y="73"/>
                  <a:pt x="70" y="64"/>
                  <a:pt x="69" y="54"/>
                </a:cubicBezTo>
                <a:cubicBezTo>
                  <a:pt x="69" y="45"/>
                  <a:pt x="64" y="39"/>
                  <a:pt x="54" y="37"/>
                </a:cubicBezTo>
                <a:cubicBezTo>
                  <a:pt x="52" y="36"/>
                  <a:pt x="50" y="36"/>
                  <a:pt x="49" y="36"/>
                </a:cubicBezTo>
                <a:cubicBezTo>
                  <a:pt x="47" y="36"/>
                  <a:pt x="45" y="36"/>
                  <a:pt x="43" y="37"/>
                </a:cubicBezTo>
                <a:cubicBezTo>
                  <a:pt x="33" y="39"/>
                  <a:pt x="28" y="45"/>
                  <a:pt x="28" y="54"/>
                </a:cubicBezTo>
                <a:cubicBezTo>
                  <a:pt x="28" y="64"/>
                  <a:pt x="31" y="73"/>
                  <a:pt x="38" y="79"/>
                </a:cubicBezTo>
                <a:cubicBezTo>
                  <a:pt x="40" y="82"/>
                  <a:pt x="41" y="86"/>
                  <a:pt x="41" y="89"/>
                </a:cubicBezTo>
                <a:cubicBezTo>
                  <a:pt x="40" y="92"/>
                  <a:pt x="37" y="95"/>
                  <a:pt x="33" y="97"/>
                </a:cubicBezTo>
                <a:cubicBezTo>
                  <a:pt x="32" y="97"/>
                  <a:pt x="32" y="97"/>
                  <a:pt x="32" y="97"/>
                </a:cubicBezTo>
                <a:cubicBezTo>
                  <a:pt x="29" y="98"/>
                  <a:pt x="27" y="99"/>
                  <a:pt x="25" y="100"/>
                </a:cubicBezTo>
                <a:cubicBezTo>
                  <a:pt x="18" y="103"/>
                  <a:pt x="13" y="107"/>
                  <a:pt x="9" y="111"/>
                </a:cubicBezTo>
                <a:cubicBezTo>
                  <a:pt x="8" y="112"/>
                  <a:pt x="7" y="114"/>
                  <a:pt x="7" y="115"/>
                </a:cubicBezTo>
                <a:cubicBezTo>
                  <a:pt x="8" y="117"/>
                  <a:pt x="9" y="118"/>
                  <a:pt x="12" y="119"/>
                </a:cubicBezTo>
                <a:cubicBezTo>
                  <a:pt x="14" y="120"/>
                  <a:pt x="16" y="121"/>
                  <a:pt x="19" y="122"/>
                </a:cubicBezTo>
                <a:cubicBezTo>
                  <a:pt x="28" y="124"/>
                  <a:pt x="37" y="124"/>
                  <a:pt x="49" y="125"/>
                </a:cubicBezTo>
                <a:cubicBezTo>
                  <a:pt x="55" y="125"/>
                  <a:pt x="61" y="124"/>
                  <a:pt x="66" y="124"/>
                </a:cubicBezTo>
                <a:cubicBezTo>
                  <a:pt x="68" y="124"/>
                  <a:pt x="70" y="125"/>
                  <a:pt x="70" y="127"/>
                </a:cubicBezTo>
                <a:cubicBezTo>
                  <a:pt x="70" y="129"/>
                  <a:pt x="69" y="131"/>
                  <a:pt x="67" y="131"/>
                </a:cubicBezTo>
                <a:cubicBezTo>
                  <a:pt x="61" y="131"/>
                  <a:pt x="56" y="132"/>
                  <a:pt x="49" y="1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1213" name="Google Shape;936;p31"/>
          <p:cNvSpPr>
            <a:spLocks/>
          </p:cNvSpPr>
          <p:nvPr/>
        </p:nvSpPr>
        <p:spPr bwMode="auto">
          <a:xfrm>
            <a:off x="6635750" y="2684463"/>
            <a:ext cx="695325" cy="603250"/>
          </a:xfrm>
          <a:custGeom>
            <a:avLst/>
            <a:gdLst>
              <a:gd name="T0" fmla="*/ 20 w 171"/>
              <a:gd name="T1" fmla="*/ 148 h 148"/>
              <a:gd name="T2" fmla="*/ 0 w 171"/>
              <a:gd name="T3" fmla="*/ 96 h 148"/>
              <a:gd name="T4" fmla="*/ 8 w 171"/>
              <a:gd name="T5" fmla="*/ 96 h 148"/>
              <a:gd name="T6" fmla="*/ 20 w 171"/>
              <a:gd name="T7" fmla="*/ 141 h 148"/>
              <a:gd name="T8" fmla="*/ 164 w 171"/>
              <a:gd name="T9" fmla="*/ 129 h 148"/>
              <a:gd name="T10" fmla="*/ 167 w 171"/>
              <a:gd name="T11" fmla="*/ 93 h 148"/>
              <a:gd name="T12" fmla="*/ 171 w 171"/>
              <a:gd name="T13" fmla="*/ 129 h 148"/>
              <a:gd name="T14" fmla="*/ 93 w 171"/>
              <a:gd name="T15" fmla="*/ 106 h 148"/>
              <a:gd name="T16" fmla="*/ 69 w 171"/>
              <a:gd name="T17" fmla="*/ 95 h 148"/>
              <a:gd name="T18" fmla="*/ 79 w 171"/>
              <a:gd name="T19" fmla="*/ 69 h 148"/>
              <a:gd name="T20" fmla="*/ 102 w 171"/>
              <a:gd name="T21" fmla="*/ 79 h 148"/>
              <a:gd name="T22" fmla="*/ 93 w 171"/>
              <a:gd name="T23" fmla="*/ 106 h 148"/>
              <a:gd name="T24" fmla="*/ 77 w 171"/>
              <a:gd name="T25" fmla="*/ 79 h 148"/>
              <a:gd name="T26" fmla="*/ 79 w 171"/>
              <a:gd name="T27" fmla="*/ 99 h 148"/>
              <a:gd name="T28" fmla="*/ 95 w 171"/>
              <a:gd name="T29" fmla="*/ 95 h 148"/>
              <a:gd name="T30" fmla="*/ 93 w 171"/>
              <a:gd name="T31" fmla="*/ 76 h 148"/>
              <a:gd name="T32" fmla="*/ 151 w 171"/>
              <a:gd name="T33" fmla="*/ 91 h 148"/>
              <a:gd name="T34" fmla="*/ 109 w 171"/>
              <a:gd name="T35" fmla="*/ 87 h 148"/>
              <a:gd name="T36" fmla="*/ 151 w 171"/>
              <a:gd name="T37" fmla="*/ 84 h 148"/>
              <a:gd name="T38" fmla="*/ 164 w 171"/>
              <a:gd name="T39" fmla="*/ 46 h 148"/>
              <a:gd name="T40" fmla="*/ 20 w 171"/>
              <a:gd name="T41" fmla="*/ 34 h 148"/>
              <a:gd name="T42" fmla="*/ 8 w 171"/>
              <a:gd name="T43" fmla="*/ 71 h 148"/>
              <a:gd name="T44" fmla="*/ 59 w 171"/>
              <a:gd name="T45" fmla="*/ 84 h 148"/>
              <a:gd name="T46" fmla="*/ 59 w 171"/>
              <a:gd name="T47" fmla="*/ 91 h 148"/>
              <a:gd name="T48" fmla="*/ 0 w 171"/>
              <a:gd name="T49" fmla="*/ 71 h 148"/>
              <a:gd name="T50" fmla="*/ 20 w 171"/>
              <a:gd name="T51" fmla="*/ 26 h 148"/>
              <a:gd name="T52" fmla="*/ 171 w 171"/>
              <a:gd name="T53" fmla="*/ 46 h 148"/>
              <a:gd name="T54" fmla="*/ 170 w 171"/>
              <a:gd name="T55" fmla="*/ 76 h 148"/>
              <a:gd name="T56" fmla="*/ 114 w 171"/>
              <a:gd name="T57" fmla="*/ 20 h 148"/>
              <a:gd name="T58" fmla="*/ 100 w 171"/>
              <a:gd name="T59" fmla="*/ 8 h 148"/>
              <a:gd name="T60" fmla="*/ 61 w 171"/>
              <a:gd name="T61" fmla="*/ 16 h 148"/>
              <a:gd name="T62" fmla="*/ 54 w 171"/>
              <a:gd name="T63" fmla="*/ 16 h 148"/>
              <a:gd name="T64" fmla="*/ 100 w 171"/>
              <a:gd name="T65" fmla="*/ 0 h 148"/>
              <a:gd name="T66" fmla="*/ 114 w 171"/>
              <a:gd name="T67" fmla="*/ 2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1" h="148" extrusionOk="0">
                <a:moveTo>
                  <a:pt x="151" y="148"/>
                </a:moveTo>
                <a:cubicBezTo>
                  <a:pt x="20" y="148"/>
                  <a:pt x="20" y="148"/>
                  <a:pt x="20" y="148"/>
                </a:cubicBezTo>
                <a:cubicBezTo>
                  <a:pt x="9" y="148"/>
                  <a:pt x="0" y="140"/>
                  <a:pt x="0" y="129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94"/>
                  <a:pt x="2" y="92"/>
                  <a:pt x="4" y="92"/>
                </a:cubicBezTo>
                <a:cubicBezTo>
                  <a:pt x="6" y="92"/>
                  <a:pt x="8" y="94"/>
                  <a:pt x="8" y="96"/>
                </a:cubicBezTo>
                <a:cubicBezTo>
                  <a:pt x="8" y="129"/>
                  <a:pt x="8" y="129"/>
                  <a:pt x="8" y="129"/>
                </a:cubicBezTo>
                <a:cubicBezTo>
                  <a:pt x="8" y="135"/>
                  <a:pt x="13" y="141"/>
                  <a:pt x="20" y="141"/>
                </a:cubicBezTo>
                <a:cubicBezTo>
                  <a:pt x="151" y="141"/>
                  <a:pt x="151" y="141"/>
                  <a:pt x="151" y="141"/>
                </a:cubicBezTo>
                <a:cubicBezTo>
                  <a:pt x="158" y="141"/>
                  <a:pt x="164" y="135"/>
                  <a:pt x="164" y="129"/>
                </a:cubicBezTo>
                <a:cubicBezTo>
                  <a:pt x="164" y="97"/>
                  <a:pt x="164" y="97"/>
                  <a:pt x="164" y="97"/>
                </a:cubicBezTo>
                <a:cubicBezTo>
                  <a:pt x="164" y="94"/>
                  <a:pt x="165" y="93"/>
                  <a:pt x="167" y="93"/>
                </a:cubicBezTo>
                <a:cubicBezTo>
                  <a:pt x="169" y="93"/>
                  <a:pt x="171" y="94"/>
                  <a:pt x="171" y="97"/>
                </a:cubicBezTo>
                <a:cubicBezTo>
                  <a:pt x="171" y="129"/>
                  <a:pt x="171" y="129"/>
                  <a:pt x="171" y="129"/>
                </a:cubicBezTo>
                <a:cubicBezTo>
                  <a:pt x="171" y="140"/>
                  <a:pt x="162" y="148"/>
                  <a:pt x="151" y="148"/>
                </a:cubicBezTo>
                <a:close/>
                <a:moveTo>
                  <a:pt x="93" y="106"/>
                </a:moveTo>
                <a:cubicBezTo>
                  <a:pt x="79" y="106"/>
                  <a:pt x="79" y="106"/>
                  <a:pt x="79" y="106"/>
                </a:cubicBezTo>
                <a:cubicBezTo>
                  <a:pt x="73" y="106"/>
                  <a:pt x="69" y="101"/>
                  <a:pt x="69" y="95"/>
                </a:cubicBezTo>
                <a:cubicBezTo>
                  <a:pt x="69" y="79"/>
                  <a:pt x="69" y="79"/>
                  <a:pt x="69" y="79"/>
                </a:cubicBezTo>
                <a:cubicBezTo>
                  <a:pt x="69" y="73"/>
                  <a:pt x="73" y="69"/>
                  <a:pt x="79" y="69"/>
                </a:cubicBezTo>
                <a:cubicBezTo>
                  <a:pt x="93" y="69"/>
                  <a:pt x="93" y="69"/>
                  <a:pt x="93" y="69"/>
                </a:cubicBezTo>
                <a:cubicBezTo>
                  <a:pt x="98" y="69"/>
                  <a:pt x="102" y="73"/>
                  <a:pt x="102" y="79"/>
                </a:cubicBezTo>
                <a:cubicBezTo>
                  <a:pt x="102" y="95"/>
                  <a:pt x="102" y="95"/>
                  <a:pt x="102" y="95"/>
                </a:cubicBezTo>
                <a:cubicBezTo>
                  <a:pt x="102" y="101"/>
                  <a:pt x="98" y="106"/>
                  <a:pt x="93" y="106"/>
                </a:cubicBezTo>
                <a:close/>
                <a:moveTo>
                  <a:pt x="79" y="76"/>
                </a:moveTo>
                <a:cubicBezTo>
                  <a:pt x="78" y="76"/>
                  <a:pt x="77" y="77"/>
                  <a:pt x="77" y="79"/>
                </a:cubicBezTo>
                <a:cubicBezTo>
                  <a:pt x="77" y="95"/>
                  <a:pt x="77" y="95"/>
                  <a:pt x="77" y="95"/>
                </a:cubicBezTo>
                <a:cubicBezTo>
                  <a:pt x="77" y="97"/>
                  <a:pt x="78" y="99"/>
                  <a:pt x="79" y="99"/>
                </a:cubicBezTo>
                <a:cubicBezTo>
                  <a:pt x="93" y="99"/>
                  <a:pt x="93" y="99"/>
                  <a:pt x="93" y="99"/>
                </a:cubicBezTo>
                <a:cubicBezTo>
                  <a:pt x="94" y="99"/>
                  <a:pt x="95" y="97"/>
                  <a:pt x="95" y="95"/>
                </a:cubicBezTo>
                <a:cubicBezTo>
                  <a:pt x="95" y="79"/>
                  <a:pt x="95" y="79"/>
                  <a:pt x="95" y="79"/>
                </a:cubicBezTo>
                <a:cubicBezTo>
                  <a:pt x="95" y="77"/>
                  <a:pt x="94" y="76"/>
                  <a:pt x="93" y="76"/>
                </a:cubicBezTo>
                <a:lnTo>
                  <a:pt x="79" y="76"/>
                </a:lnTo>
                <a:close/>
                <a:moveTo>
                  <a:pt x="151" y="91"/>
                </a:moveTo>
                <a:cubicBezTo>
                  <a:pt x="113" y="91"/>
                  <a:pt x="113" y="91"/>
                  <a:pt x="113" y="91"/>
                </a:cubicBezTo>
                <a:cubicBezTo>
                  <a:pt x="111" y="91"/>
                  <a:pt x="109" y="89"/>
                  <a:pt x="109" y="87"/>
                </a:cubicBezTo>
                <a:cubicBezTo>
                  <a:pt x="109" y="85"/>
                  <a:pt x="111" y="84"/>
                  <a:pt x="113" y="84"/>
                </a:cubicBezTo>
                <a:cubicBezTo>
                  <a:pt x="151" y="84"/>
                  <a:pt x="151" y="84"/>
                  <a:pt x="151" y="84"/>
                </a:cubicBezTo>
                <a:cubicBezTo>
                  <a:pt x="158" y="84"/>
                  <a:pt x="164" y="78"/>
                  <a:pt x="164" y="71"/>
                </a:cubicBezTo>
                <a:cubicBezTo>
                  <a:pt x="164" y="46"/>
                  <a:pt x="164" y="46"/>
                  <a:pt x="164" y="46"/>
                </a:cubicBezTo>
                <a:cubicBezTo>
                  <a:pt x="164" y="39"/>
                  <a:pt x="158" y="34"/>
                  <a:pt x="151" y="34"/>
                </a:cubicBezTo>
                <a:cubicBezTo>
                  <a:pt x="20" y="34"/>
                  <a:pt x="20" y="34"/>
                  <a:pt x="20" y="34"/>
                </a:cubicBezTo>
                <a:cubicBezTo>
                  <a:pt x="13" y="34"/>
                  <a:pt x="8" y="39"/>
                  <a:pt x="8" y="46"/>
                </a:cubicBezTo>
                <a:cubicBezTo>
                  <a:pt x="8" y="71"/>
                  <a:pt x="8" y="71"/>
                  <a:pt x="8" y="71"/>
                </a:cubicBezTo>
                <a:cubicBezTo>
                  <a:pt x="8" y="78"/>
                  <a:pt x="13" y="84"/>
                  <a:pt x="20" y="84"/>
                </a:cubicBezTo>
                <a:cubicBezTo>
                  <a:pt x="59" y="84"/>
                  <a:pt x="59" y="84"/>
                  <a:pt x="59" y="84"/>
                </a:cubicBezTo>
                <a:cubicBezTo>
                  <a:pt x="61" y="84"/>
                  <a:pt x="63" y="85"/>
                  <a:pt x="63" y="87"/>
                </a:cubicBezTo>
                <a:cubicBezTo>
                  <a:pt x="63" y="89"/>
                  <a:pt x="61" y="91"/>
                  <a:pt x="59" y="91"/>
                </a:cubicBezTo>
                <a:cubicBezTo>
                  <a:pt x="20" y="91"/>
                  <a:pt x="20" y="91"/>
                  <a:pt x="20" y="91"/>
                </a:cubicBezTo>
                <a:cubicBezTo>
                  <a:pt x="9" y="91"/>
                  <a:pt x="0" y="82"/>
                  <a:pt x="0" y="71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35"/>
                  <a:pt x="9" y="26"/>
                  <a:pt x="20" y="26"/>
                </a:cubicBezTo>
                <a:cubicBezTo>
                  <a:pt x="151" y="26"/>
                  <a:pt x="151" y="26"/>
                  <a:pt x="151" y="26"/>
                </a:cubicBezTo>
                <a:cubicBezTo>
                  <a:pt x="162" y="26"/>
                  <a:pt x="171" y="35"/>
                  <a:pt x="171" y="46"/>
                </a:cubicBezTo>
                <a:cubicBezTo>
                  <a:pt x="171" y="74"/>
                  <a:pt x="171" y="74"/>
                  <a:pt x="171" y="74"/>
                </a:cubicBezTo>
                <a:cubicBezTo>
                  <a:pt x="171" y="75"/>
                  <a:pt x="171" y="76"/>
                  <a:pt x="170" y="76"/>
                </a:cubicBezTo>
                <a:cubicBezTo>
                  <a:pt x="168" y="85"/>
                  <a:pt x="161" y="91"/>
                  <a:pt x="151" y="91"/>
                </a:cubicBezTo>
                <a:close/>
                <a:moveTo>
                  <a:pt x="114" y="20"/>
                </a:moveTo>
                <a:cubicBezTo>
                  <a:pt x="112" y="20"/>
                  <a:pt x="110" y="18"/>
                  <a:pt x="110" y="16"/>
                </a:cubicBezTo>
                <a:cubicBezTo>
                  <a:pt x="110" y="11"/>
                  <a:pt x="106" y="8"/>
                  <a:pt x="100" y="8"/>
                </a:cubicBezTo>
                <a:cubicBezTo>
                  <a:pt x="71" y="8"/>
                  <a:pt x="71" y="8"/>
                  <a:pt x="71" y="8"/>
                </a:cubicBezTo>
                <a:cubicBezTo>
                  <a:pt x="66" y="8"/>
                  <a:pt x="61" y="11"/>
                  <a:pt x="61" y="16"/>
                </a:cubicBezTo>
                <a:cubicBezTo>
                  <a:pt x="61" y="18"/>
                  <a:pt x="59" y="20"/>
                  <a:pt x="57" y="20"/>
                </a:cubicBezTo>
                <a:cubicBezTo>
                  <a:pt x="55" y="20"/>
                  <a:pt x="54" y="18"/>
                  <a:pt x="54" y="16"/>
                </a:cubicBezTo>
                <a:cubicBezTo>
                  <a:pt x="54" y="7"/>
                  <a:pt x="62" y="0"/>
                  <a:pt x="71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10" y="0"/>
                  <a:pt x="118" y="7"/>
                  <a:pt x="118" y="16"/>
                </a:cubicBezTo>
                <a:cubicBezTo>
                  <a:pt x="118" y="18"/>
                  <a:pt x="116" y="20"/>
                  <a:pt x="114" y="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1214" name="Google Shape;937;p31"/>
          <p:cNvSpPr>
            <a:spLocks/>
          </p:cNvSpPr>
          <p:nvPr/>
        </p:nvSpPr>
        <p:spPr bwMode="auto">
          <a:xfrm>
            <a:off x="4756150" y="2627313"/>
            <a:ext cx="696913" cy="811212"/>
          </a:xfrm>
          <a:custGeom>
            <a:avLst/>
            <a:gdLst>
              <a:gd name="T0" fmla="*/ 71 w 171"/>
              <a:gd name="T1" fmla="*/ 199 h 199"/>
              <a:gd name="T2" fmla="*/ 71 w 171"/>
              <a:gd name="T3" fmla="*/ 191 h 199"/>
              <a:gd name="T4" fmla="*/ 102 w 171"/>
              <a:gd name="T5" fmla="*/ 195 h 199"/>
              <a:gd name="T6" fmla="*/ 106 w 171"/>
              <a:gd name="T7" fmla="*/ 186 h 199"/>
              <a:gd name="T8" fmla="*/ 59 w 171"/>
              <a:gd name="T9" fmla="*/ 182 h 199"/>
              <a:gd name="T10" fmla="*/ 106 w 171"/>
              <a:gd name="T11" fmla="*/ 178 h 199"/>
              <a:gd name="T12" fmla="*/ 106 w 171"/>
              <a:gd name="T13" fmla="*/ 186 h 199"/>
              <a:gd name="T14" fmla="*/ 68 w 171"/>
              <a:gd name="T15" fmla="*/ 172 h 199"/>
              <a:gd name="T16" fmla="*/ 55 w 171"/>
              <a:gd name="T17" fmla="*/ 162 h 199"/>
              <a:gd name="T18" fmla="*/ 52 w 171"/>
              <a:gd name="T19" fmla="*/ 143 h 199"/>
              <a:gd name="T20" fmla="*/ 29 w 171"/>
              <a:gd name="T21" fmla="*/ 73 h 199"/>
              <a:gd name="T22" fmla="*/ 138 w 171"/>
              <a:gd name="T23" fmla="*/ 73 h 199"/>
              <a:gd name="T24" fmla="*/ 116 w 171"/>
              <a:gd name="T25" fmla="*/ 143 h 199"/>
              <a:gd name="T26" fmla="*/ 113 w 171"/>
              <a:gd name="T27" fmla="*/ 162 h 199"/>
              <a:gd name="T28" fmla="*/ 84 w 171"/>
              <a:gd name="T29" fmla="*/ 172 h 199"/>
              <a:gd name="T30" fmla="*/ 100 w 171"/>
              <a:gd name="T31" fmla="*/ 164 h 199"/>
              <a:gd name="T32" fmla="*/ 106 w 171"/>
              <a:gd name="T33" fmla="*/ 154 h 199"/>
              <a:gd name="T34" fmla="*/ 124 w 171"/>
              <a:gd name="T35" fmla="*/ 111 h 199"/>
              <a:gd name="T36" fmla="*/ 84 w 171"/>
              <a:gd name="T37" fmla="*/ 42 h 199"/>
              <a:gd name="T38" fmla="*/ 44 w 171"/>
              <a:gd name="T39" fmla="*/ 111 h 199"/>
              <a:gd name="T40" fmla="*/ 61 w 171"/>
              <a:gd name="T41" fmla="*/ 154 h 199"/>
              <a:gd name="T42" fmla="*/ 68 w 171"/>
              <a:gd name="T43" fmla="*/ 164 h 199"/>
              <a:gd name="T44" fmla="*/ 19 w 171"/>
              <a:gd name="T45" fmla="*/ 91 h 199"/>
              <a:gd name="T46" fmla="*/ 0 w 171"/>
              <a:gd name="T47" fmla="*/ 87 h 199"/>
              <a:gd name="T48" fmla="*/ 19 w 171"/>
              <a:gd name="T49" fmla="*/ 84 h 199"/>
              <a:gd name="T50" fmla="*/ 19 w 171"/>
              <a:gd name="T51" fmla="*/ 91 h 199"/>
              <a:gd name="T52" fmla="*/ 149 w 171"/>
              <a:gd name="T53" fmla="*/ 88 h 199"/>
              <a:gd name="T54" fmla="*/ 149 w 171"/>
              <a:gd name="T55" fmla="*/ 81 h 199"/>
              <a:gd name="T56" fmla="*/ 171 w 171"/>
              <a:gd name="T57" fmla="*/ 85 h 199"/>
              <a:gd name="T58" fmla="*/ 51 w 171"/>
              <a:gd name="T59" fmla="*/ 85 h 199"/>
              <a:gd name="T60" fmla="*/ 47 w 171"/>
              <a:gd name="T61" fmla="*/ 81 h 199"/>
              <a:gd name="T62" fmla="*/ 86 w 171"/>
              <a:gd name="T63" fmla="*/ 53 h 199"/>
              <a:gd name="T64" fmla="*/ 86 w 171"/>
              <a:gd name="T65" fmla="*/ 61 h 199"/>
              <a:gd name="T66" fmla="*/ 51 w 171"/>
              <a:gd name="T67" fmla="*/ 85 h 199"/>
              <a:gd name="T68" fmla="*/ 129 w 171"/>
              <a:gd name="T69" fmla="*/ 43 h 199"/>
              <a:gd name="T70" fmla="*/ 141 w 171"/>
              <a:gd name="T71" fmla="*/ 26 h 199"/>
              <a:gd name="T72" fmla="*/ 147 w 171"/>
              <a:gd name="T73" fmla="*/ 31 h 199"/>
              <a:gd name="T74" fmla="*/ 131 w 171"/>
              <a:gd name="T75" fmla="*/ 45 h 199"/>
              <a:gd name="T76" fmla="*/ 35 w 171"/>
              <a:gd name="T77" fmla="*/ 43 h 199"/>
              <a:gd name="T78" fmla="*/ 22 w 171"/>
              <a:gd name="T79" fmla="*/ 26 h 199"/>
              <a:gd name="T80" fmla="*/ 40 w 171"/>
              <a:gd name="T81" fmla="*/ 38 h 199"/>
              <a:gd name="T82" fmla="*/ 37 w 171"/>
              <a:gd name="T83" fmla="*/ 45 h 199"/>
              <a:gd name="T84" fmla="*/ 80 w 171"/>
              <a:gd name="T85" fmla="*/ 24 h 199"/>
              <a:gd name="T86" fmla="*/ 84 w 171"/>
              <a:gd name="T87" fmla="*/ 0 h 199"/>
              <a:gd name="T88" fmla="*/ 88 w 171"/>
              <a:gd name="T89" fmla="*/ 24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71" h="199" extrusionOk="0">
                <a:moveTo>
                  <a:pt x="98" y="199"/>
                </a:moveTo>
                <a:cubicBezTo>
                  <a:pt x="71" y="199"/>
                  <a:pt x="71" y="199"/>
                  <a:pt x="71" y="199"/>
                </a:cubicBezTo>
                <a:cubicBezTo>
                  <a:pt x="69" y="199"/>
                  <a:pt x="67" y="197"/>
                  <a:pt x="67" y="195"/>
                </a:cubicBezTo>
                <a:cubicBezTo>
                  <a:pt x="67" y="193"/>
                  <a:pt x="69" y="191"/>
                  <a:pt x="71" y="191"/>
                </a:cubicBezTo>
                <a:cubicBezTo>
                  <a:pt x="98" y="191"/>
                  <a:pt x="98" y="191"/>
                  <a:pt x="98" y="191"/>
                </a:cubicBezTo>
                <a:cubicBezTo>
                  <a:pt x="100" y="191"/>
                  <a:pt x="102" y="193"/>
                  <a:pt x="102" y="195"/>
                </a:cubicBezTo>
                <a:cubicBezTo>
                  <a:pt x="102" y="197"/>
                  <a:pt x="100" y="199"/>
                  <a:pt x="98" y="199"/>
                </a:cubicBezTo>
                <a:close/>
                <a:moveTo>
                  <a:pt x="106" y="186"/>
                </a:moveTo>
                <a:cubicBezTo>
                  <a:pt x="63" y="186"/>
                  <a:pt x="63" y="186"/>
                  <a:pt x="63" y="186"/>
                </a:cubicBezTo>
                <a:cubicBezTo>
                  <a:pt x="61" y="186"/>
                  <a:pt x="59" y="184"/>
                  <a:pt x="59" y="182"/>
                </a:cubicBezTo>
                <a:cubicBezTo>
                  <a:pt x="59" y="180"/>
                  <a:pt x="61" y="178"/>
                  <a:pt x="63" y="178"/>
                </a:cubicBezTo>
                <a:cubicBezTo>
                  <a:pt x="106" y="178"/>
                  <a:pt x="106" y="178"/>
                  <a:pt x="106" y="178"/>
                </a:cubicBezTo>
                <a:cubicBezTo>
                  <a:pt x="108" y="178"/>
                  <a:pt x="110" y="180"/>
                  <a:pt x="110" y="182"/>
                </a:cubicBezTo>
                <a:cubicBezTo>
                  <a:pt x="110" y="184"/>
                  <a:pt x="108" y="186"/>
                  <a:pt x="106" y="186"/>
                </a:cubicBezTo>
                <a:close/>
                <a:moveTo>
                  <a:pt x="84" y="172"/>
                </a:moveTo>
                <a:cubicBezTo>
                  <a:pt x="76" y="172"/>
                  <a:pt x="68" y="172"/>
                  <a:pt x="68" y="172"/>
                </a:cubicBezTo>
                <a:cubicBezTo>
                  <a:pt x="68" y="172"/>
                  <a:pt x="68" y="172"/>
                  <a:pt x="68" y="172"/>
                </a:cubicBezTo>
                <a:cubicBezTo>
                  <a:pt x="60" y="172"/>
                  <a:pt x="56" y="169"/>
                  <a:pt x="55" y="162"/>
                </a:cubicBezTo>
                <a:cubicBezTo>
                  <a:pt x="54" y="160"/>
                  <a:pt x="54" y="157"/>
                  <a:pt x="54" y="154"/>
                </a:cubicBezTo>
                <a:cubicBezTo>
                  <a:pt x="54" y="150"/>
                  <a:pt x="54" y="146"/>
                  <a:pt x="52" y="143"/>
                </a:cubicBezTo>
                <a:cubicBezTo>
                  <a:pt x="46" y="133"/>
                  <a:pt x="43" y="126"/>
                  <a:pt x="37" y="115"/>
                </a:cubicBezTo>
                <a:cubicBezTo>
                  <a:pt x="31" y="104"/>
                  <a:pt x="26" y="88"/>
                  <a:pt x="29" y="73"/>
                </a:cubicBezTo>
                <a:cubicBezTo>
                  <a:pt x="34" y="54"/>
                  <a:pt x="54" y="35"/>
                  <a:pt x="84" y="35"/>
                </a:cubicBezTo>
                <a:cubicBezTo>
                  <a:pt x="113" y="35"/>
                  <a:pt x="134" y="54"/>
                  <a:pt x="138" y="73"/>
                </a:cubicBezTo>
                <a:cubicBezTo>
                  <a:pt x="142" y="88"/>
                  <a:pt x="136" y="104"/>
                  <a:pt x="131" y="115"/>
                </a:cubicBezTo>
                <a:cubicBezTo>
                  <a:pt x="125" y="126"/>
                  <a:pt x="121" y="133"/>
                  <a:pt x="116" y="143"/>
                </a:cubicBezTo>
                <a:cubicBezTo>
                  <a:pt x="114" y="146"/>
                  <a:pt x="114" y="150"/>
                  <a:pt x="114" y="154"/>
                </a:cubicBezTo>
                <a:cubicBezTo>
                  <a:pt x="114" y="157"/>
                  <a:pt x="114" y="160"/>
                  <a:pt x="113" y="162"/>
                </a:cubicBezTo>
                <a:cubicBezTo>
                  <a:pt x="111" y="169"/>
                  <a:pt x="108" y="172"/>
                  <a:pt x="100" y="172"/>
                </a:cubicBezTo>
                <a:cubicBezTo>
                  <a:pt x="100" y="172"/>
                  <a:pt x="92" y="172"/>
                  <a:pt x="84" y="172"/>
                </a:cubicBezTo>
                <a:close/>
                <a:moveTo>
                  <a:pt x="68" y="164"/>
                </a:moveTo>
                <a:cubicBezTo>
                  <a:pt x="69" y="164"/>
                  <a:pt x="99" y="164"/>
                  <a:pt x="100" y="164"/>
                </a:cubicBezTo>
                <a:cubicBezTo>
                  <a:pt x="105" y="164"/>
                  <a:pt x="105" y="164"/>
                  <a:pt x="106" y="161"/>
                </a:cubicBezTo>
                <a:cubicBezTo>
                  <a:pt x="106" y="159"/>
                  <a:pt x="106" y="156"/>
                  <a:pt x="106" y="154"/>
                </a:cubicBezTo>
                <a:cubicBezTo>
                  <a:pt x="106" y="149"/>
                  <a:pt x="107" y="144"/>
                  <a:pt x="109" y="140"/>
                </a:cubicBezTo>
                <a:cubicBezTo>
                  <a:pt x="115" y="129"/>
                  <a:pt x="119" y="122"/>
                  <a:pt x="124" y="111"/>
                </a:cubicBezTo>
                <a:cubicBezTo>
                  <a:pt x="128" y="104"/>
                  <a:pt x="135" y="89"/>
                  <a:pt x="131" y="75"/>
                </a:cubicBezTo>
                <a:cubicBezTo>
                  <a:pt x="127" y="59"/>
                  <a:pt x="109" y="42"/>
                  <a:pt x="84" y="42"/>
                </a:cubicBezTo>
                <a:cubicBezTo>
                  <a:pt x="59" y="42"/>
                  <a:pt x="41" y="59"/>
                  <a:pt x="37" y="75"/>
                </a:cubicBezTo>
                <a:cubicBezTo>
                  <a:pt x="33" y="89"/>
                  <a:pt x="39" y="104"/>
                  <a:pt x="44" y="111"/>
                </a:cubicBezTo>
                <a:cubicBezTo>
                  <a:pt x="49" y="122"/>
                  <a:pt x="53" y="129"/>
                  <a:pt x="59" y="140"/>
                </a:cubicBezTo>
                <a:cubicBezTo>
                  <a:pt x="61" y="144"/>
                  <a:pt x="61" y="149"/>
                  <a:pt x="61" y="154"/>
                </a:cubicBezTo>
                <a:cubicBezTo>
                  <a:pt x="62" y="156"/>
                  <a:pt x="62" y="159"/>
                  <a:pt x="62" y="161"/>
                </a:cubicBezTo>
                <a:cubicBezTo>
                  <a:pt x="63" y="164"/>
                  <a:pt x="63" y="164"/>
                  <a:pt x="68" y="164"/>
                </a:cubicBezTo>
                <a:cubicBezTo>
                  <a:pt x="68" y="164"/>
                  <a:pt x="68" y="164"/>
                  <a:pt x="68" y="164"/>
                </a:cubicBezTo>
                <a:close/>
                <a:moveTo>
                  <a:pt x="19" y="91"/>
                </a:moveTo>
                <a:cubicBezTo>
                  <a:pt x="4" y="91"/>
                  <a:pt x="4" y="91"/>
                  <a:pt x="4" y="91"/>
                </a:cubicBezTo>
                <a:cubicBezTo>
                  <a:pt x="2" y="91"/>
                  <a:pt x="0" y="89"/>
                  <a:pt x="0" y="87"/>
                </a:cubicBezTo>
                <a:cubicBezTo>
                  <a:pt x="0" y="85"/>
                  <a:pt x="2" y="84"/>
                  <a:pt x="4" y="84"/>
                </a:cubicBezTo>
                <a:cubicBezTo>
                  <a:pt x="19" y="84"/>
                  <a:pt x="19" y="84"/>
                  <a:pt x="19" y="84"/>
                </a:cubicBezTo>
                <a:cubicBezTo>
                  <a:pt x="21" y="84"/>
                  <a:pt x="22" y="85"/>
                  <a:pt x="22" y="87"/>
                </a:cubicBezTo>
                <a:cubicBezTo>
                  <a:pt x="22" y="89"/>
                  <a:pt x="21" y="91"/>
                  <a:pt x="19" y="91"/>
                </a:cubicBezTo>
                <a:close/>
                <a:moveTo>
                  <a:pt x="167" y="88"/>
                </a:moveTo>
                <a:cubicBezTo>
                  <a:pt x="149" y="88"/>
                  <a:pt x="149" y="88"/>
                  <a:pt x="149" y="88"/>
                </a:cubicBezTo>
                <a:cubicBezTo>
                  <a:pt x="147" y="88"/>
                  <a:pt x="145" y="87"/>
                  <a:pt x="145" y="85"/>
                </a:cubicBezTo>
                <a:cubicBezTo>
                  <a:pt x="145" y="82"/>
                  <a:pt x="147" y="81"/>
                  <a:pt x="149" y="81"/>
                </a:cubicBezTo>
                <a:cubicBezTo>
                  <a:pt x="167" y="81"/>
                  <a:pt x="167" y="81"/>
                  <a:pt x="167" y="81"/>
                </a:cubicBezTo>
                <a:cubicBezTo>
                  <a:pt x="169" y="81"/>
                  <a:pt x="171" y="82"/>
                  <a:pt x="171" y="85"/>
                </a:cubicBezTo>
                <a:cubicBezTo>
                  <a:pt x="171" y="87"/>
                  <a:pt x="169" y="88"/>
                  <a:pt x="167" y="88"/>
                </a:cubicBezTo>
                <a:close/>
                <a:moveTo>
                  <a:pt x="51" y="85"/>
                </a:moveTo>
                <a:cubicBezTo>
                  <a:pt x="50" y="85"/>
                  <a:pt x="50" y="85"/>
                  <a:pt x="50" y="85"/>
                </a:cubicBezTo>
                <a:cubicBezTo>
                  <a:pt x="48" y="85"/>
                  <a:pt x="46" y="83"/>
                  <a:pt x="47" y="81"/>
                </a:cubicBezTo>
                <a:cubicBezTo>
                  <a:pt x="50" y="67"/>
                  <a:pt x="65" y="53"/>
                  <a:pt x="86" y="53"/>
                </a:cubicBezTo>
                <a:cubicBezTo>
                  <a:pt x="86" y="53"/>
                  <a:pt x="86" y="53"/>
                  <a:pt x="86" y="53"/>
                </a:cubicBezTo>
                <a:cubicBezTo>
                  <a:pt x="88" y="53"/>
                  <a:pt x="90" y="55"/>
                  <a:pt x="90" y="57"/>
                </a:cubicBezTo>
                <a:cubicBezTo>
                  <a:pt x="90" y="59"/>
                  <a:pt x="88" y="61"/>
                  <a:pt x="86" y="61"/>
                </a:cubicBezTo>
                <a:cubicBezTo>
                  <a:pt x="69" y="61"/>
                  <a:pt x="57" y="72"/>
                  <a:pt x="54" y="82"/>
                </a:cubicBezTo>
                <a:cubicBezTo>
                  <a:pt x="54" y="84"/>
                  <a:pt x="52" y="85"/>
                  <a:pt x="51" y="85"/>
                </a:cubicBezTo>
                <a:close/>
                <a:moveTo>
                  <a:pt x="131" y="45"/>
                </a:moveTo>
                <a:cubicBezTo>
                  <a:pt x="130" y="45"/>
                  <a:pt x="130" y="44"/>
                  <a:pt x="129" y="43"/>
                </a:cubicBezTo>
                <a:cubicBezTo>
                  <a:pt x="127" y="42"/>
                  <a:pt x="127" y="40"/>
                  <a:pt x="129" y="38"/>
                </a:cubicBezTo>
                <a:cubicBezTo>
                  <a:pt x="141" y="26"/>
                  <a:pt x="141" y="26"/>
                  <a:pt x="141" y="26"/>
                </a:cubicBezTo>
                <a:cubicBezTo>
                  <a:pt x="143" y="24"/>
                  <a:pt x="145" y="24"/>
                  <a:pt x="147" y="26"/>
                </a:cubicBezTo>
                <a:cubicBezTo>
                  <a:pt x="148" y="27"/>
                  <a:pt x="148" y="29"/>
                  <a:pt x="147" y="31"/>
                </a:cubicBezTo>
                <a:cubicBezTo>
                  <a:pt x="134" y="43"/>
                  <a:pt x="134" y="43"/>
                  <a:pt x="134" y="43"/>
                </a:cubicBezTo>
                <a:cubicBezTo>
                  <a:pt x="133" y="44"/>
                  <a:pt x="132" y="45"/>
                  <a:pt x="131" y="45"/>
                </a:cubicBezTo>
                <a:close/>
                <a:moveTo>
                  <a:pt x="37" y="45"/>
                </a:moveTo>
                <a:cubicBezTo>
                  <a:pt x="36" y="45"/>
                  <a:pt x="35" y="44"/>
                  <a:pt x="35" y="43"/>
                </a:cubicBezTo>
                <a:cubicBezTo>
                  <a:pt x="22" y="31"/>
                  <a:pt x="22" y="31"/>
                  <a:pt x="22" y="31"/>
                </a:cubicBezTo>
                <a:cubicBezTo>
                  <a:pt x="21" y="29"/>
                  <a:pt x="21" y="27"/>
                  <a:pt x="22" y="26"/>
                </a:cubicBezTo>
                <a:cubicBezTo>
                  <a:pt x="24" y="24"/>
                  <a:pt x="26" y="24"/>
                  <a:pt x="27" y="26"/>
                </a:cubicBezTo>
                <a:cubicBezTo>
                  <a:pt x="40" y="38"/>
                  <a:pt x="40" y="38"/>
                  <a:pt x="40" y="38"/>
                </a:cubicBezTo>
                <a:cubicBezTo>
                  <a:pt x="41" y="40"/>
                  <a:pt x="41" y="42"/>
                  <a:pt x="40" y="43"/>
                </a:cubicBezTo>
                <a:cubicBezTo>
                  <a:pt x="39" y="44"/>
                  <a:pt x="38" y="45"/>
                  <a:pt x="37" y="45"/>
                </a:cubicBezTo>
                <a:close/>
                <a:moveTo>
                  <a:pt x="84" y="28"/>
                </a:moveTo>
                <a:cubicBezTo>
                  <a:pt x="82" y="28"/>
                  <a:pt x="80" y="26"/>
                  <a:pt x="80" y="24"/>
                </a:cubicBezTo>
                <a:cubicBezTo>
                  <a:pt x="80" y="3"/>
                  <a:pt x="80" y="3"/>
                  <a:pt x="80" y="3"/>
                </a:cubicBezTo>
                <a:cubicBezTo>
                  <a:pt x="80" y="1"/>
                  <a:pt x="82" y="0"/>
                  <a:pt x="84" y="0"/>
                </a:cubicBezTo>
                <a:cubicBezTo>
                  <a:pt x="86" y="0"/>
                  <a:pt x="88" y="1"/>
                  <a:pt x="88" y="3"/>
                </a:cubicBezTo>
                <a:cubicBezTo>
                  <a:pt x="88" y="24"/>
                  <a:pt x="88" y="24"/>
                  <a:pt x="88" y="24"/>
                </a:cubicBezTo>
                <a:cubicBezTo>
                  <a:pt x="88" y="26"/>
                  <a:pt x="86" y="28"/>
                  <a:pt x="84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1215" name="Google Shape;938;p31"/>
          <p:cNvSpPr>
            <a:spLocks/>
          </p:cNvSpPr>
          <p:nvPr/>
        </p:nvSpPr>
        <p:spPr bwMode="auto">
          <a:xfrm>
            <a:off x="885825" y="2570163"/>
            <a:ext cx="920750" cy="922337"/>
          </a:xfrm>
          <a:custGeom>
            <a:avLst/>
            <a:gdLst>
              <a:gd name="T0" fmla="*/ 32 w 226"/>
              <a:gd name="T1" fmla="*/ 117 h 226"/>
              <a:gd name="T2" fmla="*/ 0 w 226"/>
              <a:gd name="T3" fmla="*/ 113 h 226"/>
              <a:gd name="T4" fmla="*/ 32 w 226"/>
              <a:gd name="T5" fmla="*/ 109 h 226"/>
              <a:gd name="T6" fmla="*/ 54 w 226"/>
              <a:gd name="T7" fmla="*/ 168 h 226"/>
              <a:gd name="T8" fmla="*/ 37 w 226"/>
              <a:gd name="T9" fmla="*/ 186 h 226"/>
              <a:gd name="T10" fmla="*/ 40 w 226"/>
              <a:gd name="T11" fmla="*/ 190 h 226"/>
              <a:gd name="T12" fmla="*/ 59 w 226"/>
              <a:gd name="T13" fmla="*/ 173 h 226"/>
              <a:gd name="T14" fmla="*/ 54 w 226"/>
              <a:gd name="T15" fmla="*/ 168 h 226"/>
              <a:gd name="T16" fmla="*/ 56 w 226"/>
              <a:gd name="T17" fmla="*/ 60 h 226"/>
              <a:gd name="T18" fmla="*/ 59 w 226"/>
              <a:gd name="T19" fmla="*/ 53 h 226"/>
              <a:gd name="T20" fmla="*/ 38 w 226"/>
              <a:gd name="T21" fmla="*/ 38 h 226"/>
              <a:gd name="T22" fmla="*/ 38 w 226"/>
              <a:gd name="T23" fmla="*/ 43 h 226"/>
              <a:gd name="T24" fmla="*/ 113 w 226"/>
              <a:gd name="T25" fmla="*/ 36 h 226"/>
              <a:gd name="T26" fmla="*/ 117 w 226"/>
              <a:gd name="T27" fmla="*/ 4 h 226"/>
              <a:gd name="T28" fmla="*/ 110 w 226"/>
              <a:gd name="T29" fmla="*/ 4 h 226"/>
              <a:gd name="T30" fmla="*/ 113 w 226"/>
              <a:gd name="T31" fmla="*/ 36 h 226"/>
              <a:gd name="T32" fmla="*/ 113 w 226"/>
              <a:gd name="T33" fmla="*/ 183 h 226"/>
              <a:gd name="T34" fmla="*/ 113 w 226"/>
              <a:gd name="T35" fmla="*/ 43 h 226"/>
              <a:gd name="T36" fmla="*/ 113 w 226"/>
              <a:gd name="T37" fmla="*/ 50 h 226"/>
              <a:gd name="T38" fmla="*/ 113 w 226"/>
              <a:gd name="T39" fmla="*/ 176 h 226"/>
              <a:gd name="T40" fmla="*/ 113 w 226"/>
              <a:gd name="T41" fmla="*/ 50 h 226"/>
              <a:gd name="T42" fmla="*/ 110 w 226"/>
              <a:gd name="T43" fmla="*/ 194 h 226"/>
              <a:gd name="T44" fmla="*/ 113 w 226"/>
              <a:gd name="T45" fmla="*/ 226 h 226"/>
              <a:gd name="T46" fmla="*/ 117 w 226"/>
              <a:gd name="T47" fmla="*/ 194 h 226"/>
              <a:gd name="T48" fmla="*/ 173 w 226"/>
              <a:gd name="T49" fmla="*/ 168 h 226"/>
              <a:gd name="T50" fmla="*/ 168 w 226"/>
              <a:gd name="T51" fmla="*/ 173 h 226"/>
              <a:gd name="T52" fmla="*/ 186 w 226"/>
              <a:gd name="T53" fmla="*/ 190 h 226"/>
              <a:gd name="T54" fmla="*/ 190 w 226"/>
              <a:gd name="T55" fmla="*/ 186 h 226"/>
              <a:gd name="T56" fmla="*/ 173 w 226"/>
              <a:gd name="T57" fmla="*/ 168 h 226"/>
              <a:gd name="T58" fmla="*/ 168 w 226"/>
              <a:gd name="T59" fmla="*/ 53 h 226"/>
              <a:gd name="T60" fmla="*/ 170 w 226"/>
              <a:gd name="T61" fmla="*/ 60 h 226"/>
              <a:gd name="T62" fmla="*/ 189 w 226"/>
              <a:gd name="T63" fmla="*/ 43 h 226"/>
              <a:gd name="T64" fmla="*/ 189 w 226"/>
              <a:gd name="T65" fmla="*/ 38 h 226"/>
              <a:gd name="T66" fmla="*/ 223 w 226"/>
              <a:gd name="T67" fmla="*/ 109 h 226"/>
              <a:gd name="T68" fmla="*/ 190 w 226"/>
              <a:gd name="T69" fmla="*/ 113 h 226"/>
              <a:gd name="T70" fmla="*/ 223 w 226"/>
              <a:gd name="T71" fmla="*/ 117 h 226"/>
              <a:gd name="T72" fmla="*/ 223 w 226"/>
              <a:gd name="T73" fmla="*/ 109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6" h="226" extrusionOk="0">
                <a:moveTo>
                  <a:pt x="36" y="113"/>
                </a:moveTo>
                <a:cubicBezTo>
                  <a:pt x="36" y="115"/>
                  <a:pt x="34" y="117"/>
                  <a:pt x="32" y="117"/>
                </a:cubicBezTo>
                <a:cubicBezTo>
                  <a:pt x="4" y="117"/>
                  <a:pt x="4" y="117"/>
                  <a:pt x="4" y="117"/>
                </a:cubicBezTo>
                <a:cubicBezTo>
                  <a:pt x="2" y="117"/>
                  <a:pt x="0" y="115"/>
                  <a:pt x="0" y="113"/>
                </a:cubicBezTo>
                <a:cubicBezTo>
                  <a:pt x="0" y="111"/>
                  <a:pt x="2" y="109"/>
                  <a:pt x="4" y="109"/>
                </a:cubicBezTo>
                <a:cubicBezTo>
                  <a:pt x="32" y="109"/>
                  <a:pt x="32" y="109"/>
                  <a:pt x="32" y="109"/>
                </a:cubicBezTo>
                <a:cubicBezTo>
                  <a:pt x="34" y="109"/>
                  <a:pt x="36" y="111"/>
                  <a:pt x="36" y="113"/>
                </a:cubicBezTo>
                <a:close/>
                <a:moveTo>
                  <a:pt x="54" y="168"/>
                </a:moveTo>
                <a:cubicBezTo>
                  <a:pt x="38" y="183"/>
                  <a:pt x="38" y="183"/>
                  <a:pt x="38" y="183"/>
                </a:cubicBezTo>
                <a:cubicBezTo>
                  <a:pt x="37" y="184"/>
                  <a:pt x="37" y="185"/>
                  <a:pt x="37" y="186"/>
                </a:cubicBezTo>
                <a:cubicBezTo>
                  <a:pt x="37" y="187"/>
                  <a:pt x="37" y="188"/>
                  <a:pt x="38" y="188"/>
                </a:cubicBezTo>
                <a:cubicBezTo>
                  <a:pt x="39" y="189"/>
                  <a:pt x="39" y="190"/>
                  <a:pt x="40" y="190"/>
                </a:cubicBezTo>
                <a:cubicBezTo>
                  <a:pt x="41" y="190"/>
                  <a:pt x="42" y="189"/>
                  <a:pt x="43" y="188"/>
                </a:cubicBezTo>
                <a:cubicBezTo>
                  <a:pt x="59" y="173"/>
                  <a:pt x="59" y="173"/>
                  <a:pt x="59" y="173"/>
                </a:cubicBezTo>
                <a:cubicBezTo>
                  <a:pt x="60" y="171"/>
                  <a:pt x="60" y="169"/>
                  <a:pt x="59" y="168"/>
                </a:cubicBezTo>
                <a:cubicBezTo>
                  <a:pt x="57" y="166"/>
                  <a:pt x="55" y="166"/>
                  <a:pt x="54" y="168"/>
                </a:cubicBezTo>
                <a:close/>
                <a:moveTo>
                  <a:pt x="54" y="58"/>
                </a:moveTo>
                <a:cubicBezTo>
                  <a:pt x="54" y="59"/>
                  <a:pt x="55" y="60"/>
                  <a:pt x="56" y="60"/>
                </a:cubicBezTo>
                <a:cubicBezTo>
                  <a:pt x="57" y="60"/>
                  <a:pt x="58" y="59"/>
                  <a:pt x="59" y="58"/>
                </a:cubicBezTo>
                <a:cubicBezTo>
                  <a:pt x="60" y="57"/>
                  <a:pt x="60" y="55"/>
                  <a:pt x="59" y="53"/>
                </a:cubicBezTo>
                <a:cubicBezTo>
                  <a:pt x="43" y="38"/>
                  <a:pt x="43" y="38"/>
                  <a:pt x="43" y="38"/>
                </a:cubicBezTo>
                <a:cubicBezTo>
                  <a:pt x="42" y="36"/>
                  <a:pt x="39" y="36"/>
                  <a:pt x="38" y="38"/>
                </a:cubicBezTo>
                <a:cubicBezTo>
                  <a:pt x="37" y="38"/>
                  <a:pt x="37" y="39"/>
                  <a:pt x="37" y="40"/>
                </a:cubicBezTo>
                <a:cubicBezTo>
                  <a:pt x="37" y="41"/>
                  <a:pt x="37" y="42"/>
                  <a:pt x="38" y="43"/>
                </a:cubicBezTo>
                <a:lnTo>
                  <a:pt x="54" y="58"/>
                </a:lnTo>
                <a:close/>
                <a:moveTo>
                  <a:pt x="113" y="36"/>
                </a:moveTo>
                <a:cubicBezTo>
                  <a:pt x="115" y="36"/>
                  <a:pt x="117" y="34"/>
                  <a:pt x="117" y="32"/>
                </a:cubicBezTo>
                <a:cubicBezTo>
                  <a:pt x="117" y="4"/>
                  <a:pt x="117" y="4"/>
                  <a:pt x="117" y="4"/>
                </a:cubicBezTo>
                <a:cubicBezTo>
                  <a:pt x="117" y="2"/>
                  <a:pt x="115" y="0"/>
                  <a:pt x="113" y="0"/>
                </a:cubicBezTo>
                <a:cubicBezTo>
                  <a:pt x="111" y="0"/>
                  <a:pt x="110" y="2"/>
                  <a:pt x="110" y="4"/>
                </a:cubicBezTo>
                <a:cubicBezTo>
                  <a:pt x="110" y="32"/>
                  <a:pt x="110" y="32"/>
                  <a:pt x="110" y="32"/>
                </a:cubicBezTo>
                <a:cubicBezTo>
                  <a:pt x="110" y="34"/>
                  <a:pt x="111" y="36"/>
                  <a:pt x="113" y="36"/>
                </a:cubicBezTo>
                <a:close/>
                <a:moveTo>
                  <a:pt x="183" y="113"/>
                </a:moveTo>
                <a:cubicBezTo>
                  <a:pt x="183" y="152"/>
                  <a:pt x="152" y="183"/>
                  <a:pt x="113" y="183"/>
                </a:cubicBezTo>
                <a:cubicBezTo>
                  <a:pt x="75" y="183"/>
                  <a:pt x="43" y="152"/>
                  <a:pt x="43" y="113"/>
                </a:cubicBezTo>
                <a:cubicBezTo>
                  <a:pt x="43" y="74"/>
                  <a:pt x="75" y="43"/>
                  <a:pt x="113" y="43"/>
                </a:cubicBezTo>
                <a:cubicBezTo>
                  <a:pt x="152" y="43"/>
                  <a:pt x="183" y="74"/>
                  <a:pt x="183" y="113"/>
                </a:cubicBezTo>
                <a:close/>
                <a:moveTo>
                  <a:pt x="113" y="50"/>
                </a:moveTo>
                <a:cubicBezTo>
                  <a:pt x="79" y="50"/>
                  <a:pt x="50" y="78"/>
                  <a:pt x="50" y="113"/>
                </a:cubicBezTo>
                <a:cubicBezTo>
                  <a:pt x="50" y="148"/>
                  <a:pt x="79" y="176"/>
                  <a:pt x="113" y="176"/>
                </a:cubicBezTo>
                <a:cubicBezTo>
                  <a:pt x="148" y="176"/>
                  <a:pt x="176" y="148"/>
                  <a:pt x="176" y="113"/>
                </a:cubicBezTo>
                <a:cubicBezTo>
                  <a:pt x="176" y="78"/>
                  <a:pt x="148" y="50"/>
                  <a:pt x="113" y="50"/>
                </a:cubicBezTo>
                <a:close/>
                <a:moveTo>
                  <a:pt x="113" y="190"/>
                </a:moveTo>
                <a:cubicBezTo>
                  <a:pt x="111" y="190"/>
                  <a:pt x="110" y="192"/>
                  <a:pt x="110" y="194"/>
                </a:cubicBezTo>
                <a:cubicBezTo>
                  <a:pt x="110" y="222"/>
                  <a:pt x="110" y="222"/>
                  <a:pt x="110" y="222"/>
                </a:cubicBezTo>
                <a:cubicBezTo>
                  <a:pt x="110" y="224"/>
                  <a:pt x="111" y="226"/>
                  <a:pt x="113" y="226"/>
                </a:cubicBezTo>
                <a:cubicBezTo>
                  <a:pt x="115" y="226"/>
                  <a:pt x="117" y="224"/>
                  <a:pt x="117" y="222"/>
                </a:cubicBezTo>
                <a:cubicBezTo>
                  <a:pt x="117" y="194"/>
                  <a:pt x="117" y="194"/>
                  <a:pt x="117" y="194"/>
                </a:cubicBezTo>
                <a:cubicBezTo>
                  <a:pt x="117" y="192"/>
                  <a:pt x="115" y="190"/>
                  <a:pt x="113" y="190"/>
                </a:cubicBezTo>
                <a:close/>
                <a:moveTo>
                  <a:pt x="173" y="168"/>
                </a:moveTo>
                <a:cubicBezTo>
                  <a:pt x="172" y="166"/>
                  <a:pt x="169" y="166"/>
                  <a:pt x="168" y="168"/>
                </a:cubicBezTo>
                <a:cubicBezTo>
                  <a:pt x="166" y="169"/>
                  <a:pt x="166" y="171"/>
                  <a:pt x="168" y="173"/>
                </a:cubicBezTo>
                <a:cubicBezTo>
                  <a:pt x="183" y="188"/>
                  <a:pt x="183" y="188"/>
                  <a:pt x="183" y="188"/>
                </a:cubicBezTo>
                <a:cubicBezTo>
                  <a:pt x="184" y="189"/>
                  <a:pt x="185" y="190"/>
                  <a:pt x="186" y="190"/>
                </a:cubicBezTo>
                <a:cubicBezTo>
                  <a:pt x="187" y="190"/>
                  <a:pt x="188" y="189"/>
                  <a:pt x="189" y="188"/>
                </a:cubicBezTo>
                <a:cubicBezTo>
                  <a:pt x="189" y="188"/>
                  <a:pt x="190" y="187"/>
                  <a:pt x="190" y="186"/>
                </a:cubicBezTo>
                <a:cubicBezTo>
                  <a:pt x="190" y="185"/>
                  <a:pt x="189" y="184"/>
                  <a:pt x="189" y="183"/>
                </a:cubicBezTo>
                <a:lnTo>
                  <a:pt x="173" y="168"/>
                </a:lnTo>
                <a:close/>
                <a:moveTo>
                  <a:pt x="183" y="38"/>
                </a:moveTo>
                <a:cubicBezTo>
                  <a:pt x="168" y="53"/>
                  <a:pt x="168" y="53"/>
                  <a:pt x="168" y="53"/>
                </a:cubicBezTo>
                <a:cubicBezTo>
                  <a:pt x="166" y="55"/>
                  <a:pt x="166" y="57"/>
                  <a:pt x="168" y="58"/>
                </a:cubicBezTo>
                <a:cubicBezTo>
                  <a:pt x="168" y="59"/>
                  <a:pt x="169" y="60"/>
                  <a:pt x="170" y="60"/>
                </a:cubicBezTo>
                <a:cubicBezTo>
                  <a:pt x="171" y="60"/>
                  <a:pt x="172" y="59"/>
                  <a:pt x="173" y="58"/>
                </a:cubicBezTo>
                <a:cubicBezTo>
                  <a:pt x="189" y="43"/>
                  <a:pt x="189" y="43"/>
                  <a:pt x="189" y="43"/>
                </a:cubicBezTo>
                <a:cubicBezTo>
                  <a:pt x="189" y="42"/>
                  <a:pt x="190" y="41"/>
                  <a:pt x="190" y="40"/>
                </a:cubicBezTo>
                <a:cubicBezTo>
                  <a:pt x="190" y="39"/>
                  <a:pt x="189" y="38"/>
                  <a:pt x="189" y="38"/>
                </a:cubicBezTo>
                <a:cubicBezTo>
                  <a:pt x="187" y="36"/>
                  <a:pt x="185" y="36"/>
                  <a:pt x="183" y="38"/>
                </a:cubicBezTo>
                <a:close/>
                <a:moveTo>
                  <a:pt x="223" y="109"/>
                </a:moveTo>
                <a:cubicBezTo>
                  <a:pt x="194" y="109"/>
                  <a:pt x="194" y="109"/>
                  <a:pt x="194" y="109"/>
                </a:cubicBezTo>
                <a:cubicBezTo>
                  <a:pt x="192" y="109"/>
                  <a:pt x="190" y="111"/>
                  <a:pt x="190" y="113"/>
                </a:cubicBezTo>
                <a:cubicBezTo>
                  <a:pt x="190" y="115"/>
                  <a:pt x="192" y="117"/>
                  <a:pt x="194" y="117"/>
                </a:cubicBezTo>
                <a:cubicBezTo>
                  <a:pt x="223" y="117"/>
                  <a:pt x="223" y="117"/>
                  <a:pt x="223" y="117"/>
                </a:cubicBezTo>
                <a:cubicBezTo>
                  <a:pt x="225" y="117"/>
                  <a:pt x="226" y="115"/>
                  <a:pt x="226" y="113"/>
                </a:cubicBezTo>
                <a:cubicBezTo>
                  <a:pt x="226" y="111"/>
                  <a:pt x="225" y="109"/>
                  <a:pt x="223" y="1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1216" name="Google Shape;939;p31"/>
          <p:cNvSpPr txBox="1">
            <a:spLocks noChangeArrowheads="1"/>
          </p:cNvSpPr>
          <p:nvPr/>
        </p:nvSpPr>
        <p:spPr bwMode="auto">
          <a:xfrm>
            <a:off x="6394450" y="4287838"/>
            <a:ext cx="1355725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TURISMO</a:t>
            </a:r>
            <a:endParaRPr lang="en-US" altLang="en-US"/>
          </a:p>
        </p:txBody>
      </p:sp>
      <p:sp>
        <p:nvSpPr>
          <p:cNvPr id="51217" name="Google Shape;940;p31"/>
          <p:cNvSpPr txBox="1">
            <a:spLocks noChangeArrowheads="1"/>
          </p:cNvSpPr>
          <p:nvPr/>
        </p:nvSpPr>
        <p:spPr bwMode="auto">
          <a:xfrm>
            <a:off x="8235950" y="4364648"/>
            <a:ext cx="1360487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 dirty="0"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APOYO</a:t>
            </a:r>
            <a:endParaRPr lang="en-US" altLang="en-US" dirty="0"/>
          </a:p>
        </p:txBody>
      </p:sp>
      <p:sp>
        <p:nvSpPr>
          <p:cNvPr id="51218" name="Google Shape;941;p31"/>
          <p:cNvSpPr txBox="1">
            <a:spLocks noChangeArrowheads="1"/>
          </p:cNvSpPr>
          <p:nvPr/>
        </p:nvSpPr>
        <p:spPr bwMode="auto">
          <a:xfrm>
            <a:off x="9986963" y="4218782"/>
            <a:ext cx="2205037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 dirty="0"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MEDIOS DE COMUNICACIÓN</a:t>
            </a:r>
            <a:endParaRPr lang="en-US" altLang="en-US" dirty="0"/>
          </a:p>
        </p:txBody>
      </p:sp>
      <p:sp>
        <p:nvSpPr>
          <p:cNvPr id="51219" name="Google Shape;942;p31"/>
          <p:cNvSpPr txBox="1">
            <a:spLocks noChangeArrowheads="1"/>
          </p:cNvSpPr>
          <p:nvPr/>
        </p:nvSpPr>
        <p:spPr bwMode="auto">
          <a:xfrm>
            <a:off x="744538" y="4287838"/>
            <a:ext cx="1384300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ECOLOGÍA</a:t>
            </a:r>
            <a:endParaRPr lang="en-US" altLang="en-US"/>
          </a:p>
        </p:txBody>
      </p:sp>
      <p:sp>
        <p:nvSpPr>
          <p:cNvPr id="51220" name="Google Shape;943;p31"/>
          <p:cNvSpPr txBox="1">
            <a:spLocks noChangeArrowheads="1"/>
          </p:cNvSpPr>
          <p:nvPr/>
        </p:nvSpPr>
        <p:spPr bwMode="auto">
          <a:xfrm>
            <a:off x="2452199" y="4237037"/>
            <a:ext cx="1958976" cy="62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100"/>
              <a:buFont typeface="Open Sans Semibold" panose="020B0706030804020204" pitchFamily="34" charset="0"/>
              <a:buNone/>
            </a:pPr>
            <a:r>
              <a:rPr lang="es-EC" altLang="en-US" sz="2100" b="1" dirty="0"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CONTRUCCIÓN DE EQUIPO</a:t>
            </a:r>
            <a:endParaRPr lang="en-US" altLang="en-US" dirty="0"/>
          </a:p>
        </p:txBody>
      </p:sp>
      <p:sp>
        <p:nvSpPr>
          <p:cNvPr id="51221" name="Google Shape;944;p31"/>
          <p:cNvSpPr txBox="1">
            <a:spLocks noChangeArrowheads="1"/>
          </p:cNvSpPr>
          <p:nvPr/>
        </p:nvSpPr>
        <p:spPr bwMode="auto">
          <a:xfrm>
            <a:off x="4597400" y="4287838"/>
            <a:ext cx="1184275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100"/>
              <a:buFont typeface="Open Sans Semibold" panose="020B0706030804020204" pitchFamily="34" charset="0"/>
              <a:buNone/>
            </a:pPr>
            <a:r>
              <a:rPr lang="en-US" altLang="en-US" sz="2100" b="1"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ENERGÍA</a:t>
            </a:r>
            <a:endParaRPr lang="en-US" altLang="en-US"/>
          </a:p>
        </p:txBody>
      </p:sp>
      <p:sp>
        <p:nvSpPr>
          <p:cNvPr id="51222" name="Google Shape;945;p31"/>
          <p:cNvSpPr txBox="1">
            <a:spLocks noChangeArrowheads="1"/>
          </p:cNvSpPr>
          <p:nvPr/>
        </p:nvSpPr>
        <p:spPr bwMode="auto">
          <a:xfrm>
            <a:off x="2370138" y="4819650"/>
            <a:ext cx="171608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1223" name="Google Shape;946;p31"/>
          <p:cNvSpPr txBox="1">
            <a:spLocks noChangeArrowheads="1"/>
          </p:cNvSpPr>
          <p:nvPr/>
        </p:nvSpPr>
        <p:spPr bwMode="auto">
          <a:xfrm>
            <a:off x="4246563" y="4819650"/>
            <a:ext cx="171608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1224" name="Google Shape;947;p31"/>
          <p:cNvSpPr txBox="1">
            <a:spLocks noChangeArrowheads="1"/>
          </p:cNvSpPr>
          <p:nvPr/>
        </p:nvSpPr>
        <p:spPr bwMode="auto">
          <a:xfrm>
            <a:off x="6162675" y="4819650"/>
            <a:ext cx="17160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1225" name="Google Shape;948;p31"/>
          <p:cNvSpPr txBox="1">
            <a:spLocks noChangeArrowheads="1"/>
          </p:cNvSpPr>
          <p:nvPr/>
        </p:nvSpPr>
        <p:spPr bwMode="auto">
          <a:xfrm>
            <a:off x="8002588" y="4819650"/>
            <a:ext cx="17176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1226" name="Google Shape;949;p31"/>
          <p:cNvSpPr txBox="1">
            <a:spLocks noChangeArrowheads="1"/>
          </p:cNvSpPr>
          <p:nvPr/>
        </p:nvSpPr>
        <p:spPr bwMode="auto">
          <a:xfrm>
            <a:off x="9986963" y="4819650"/>
            <a:ext cx="17176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954;p32"/>
          <p:cNvSpPr txBox="1">
            <a:spLocks noChangeArrowheads="1"/>
          </p:cNvSpPr>
          <p:nvPr/>
        </p:nvSpPr>
        <p:spPr bwMode="auto">
          <a:xfrm>
            <a:off x="9790113" y="968375"/>
            <a:ext cx="1411287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3251" name="Google Shape;955;p32"/>
          <p:cNvSpPr>
            <a:spLocks/>
          </p:cNvSpPr>
          <p:nvPr/>
        </p:nvSpPr>
        <p:spPr bwMode="auto">
          <a:xfrm>
            <a:off x="3690938" y="3459163"/>
            <a:ext cx="1695450" cy="1220787"/>
          </a:xfrm>
          <a:custGeom>
            <a:avLst/>
            <a:gdLst>
              <a:gd name="T0" fmla="*/ 51 w 411"/>
              <a:gd name="T1" fmla="*/ 282 h 296"/>
              <a:gd name="T2" fmla="*/ 72 w 411"/>
              <a:gd name="T3" fmla="*/ 293 h 296"/>
              <a:gd name="T4" fmla="*/ 227 w 411"/>
              <a:gd name="T5" fmla="*/ 255 h 296"/>
              <a:gd name="T6" fmla="*/ 230 w 411"/>
              <a:gd name="T7" fmla="*/ 259 h 296"/>
              <a:gd name="T8" fmla="*/ 255 w 411"/>
              <a:gd name="T9" fmla="*/ 289 h 296"/>
              <a:gd name="T10" fmla="*/ 277 w 411"/>
              <a:gd name="T11" fmla="*/ 290 h 296"/>
              <a:gd name="T12" fmla="*/ 405 w 411"/>
              <a:gd name="T13" fmla="*/ 162 h 296"/>
              <a:gd name="T14" fmla="*/ 406 w 411"/>
              <a:gd name="T15" fmla="*/ 142 h 296"/>
              <a:gd name="T16" fmla="*/ 353 w 411"/>
              <a:gd name="T17" fmla="*/ 13 h 296"/>
              <a:gd name="T18" fmla="*/ 338 w 411"/>
              <a:gd name="T19" fmla="*/ 0 h 296"/>
              <a:gd name="T20" fmla="*/ 157 w 411"/>
              <a:gd name="T21" fmla="*/ 0 h 296"/>
              <a:gd name="T22" fmla="*/ 142 w 411"/>
              <a:gd name="T23" fmla="*/ 16 h 296"/>
              <a:gd name="T24" fmla="*/ 146 w 411"/>
              <a:gd name="T25" fmla="*/ 55 h 296"/>
              <a:gd name="T26" fmla="*/ 147 w 411"/>
              <a:gd name="T27" fmla="*/ 60 h 296"/>
              <a:gd name="T28" fmla="*/ 11 w 411"/>
              <a:gd name="T29" fmla="*/ 143 h 296"/>
              <a:gd name="T30" fmla="*/ 3 w 411"/>
              <a:gd name="T31" fmla="*/ 166 h 296"/>
              <a:gd name="T32" fmla="*/ 51 w 411"/>
              <a:gd name="T33" fmla="*/ 282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11" h="296" extrusionOk="0">
                <a:moveTo>
                  <a:pt x="51" y="282"/>
                </a:moveTo>
                <a:cubicBezTo>
                  <a:pt x="54" y="290"/>
                  <a:pt x="64" y="295"/>
                  <a:pt x="72" y="293"/>
                </a:cubicBezTo>
                <a:cubicBezTo>
                  <a:pt x="227" y="255"/>
                  <a:pt x="227" y="255"/>
                  <a:pt x="227" y="255"/>
                </a:cubicBezTo>
                <a:cubicBezTo>
                  <a:pt x="230" y="259"/>
                  <a:pt x="230" y="259"/>
                  <a:pt x="230" y="259"/>
                </a:cubicBezTo>
                <a:cubicBezTo>
                  <a:pt x="238" y="269"/>
                  <a:pt x="247" y="279"/>
                  <a:pt x="255" y="289"/>
                </a:cubicBezTo>
                <a:cubicBezTo>
                  <a:pt x="261" y="296"/>
                  <a:pt x="271" y="296"/>
                  <a:pt x="277" y="290"/>
                </a:cubicBezTo>
                <a:cubicBezTo>
                  <a:pt x="405" y="162"/>
                  <a:pt x="405" y="162"/>
                  <a:pt x="405" y="162"/>
                </a:cubicBezTo>
                <a:cubicBezTo>
                  <a:pt x="410" y="156"/>
                  <a:pt x="411" y="148"/>
                  <a:pt x="406" y="142"/>
                </a:cubicBezTo>
                <a:cubicBezTo>
                  <a:pt x="376" y="105"/>
                  <a:pt x="357" y="60"/>
                  <a:pt x="353" y="13"/>
                </a:cubicBezTo>
                <a:cubicBezTo>
                  <a:pt x="352" y="6"/>
                  <a:pt x="346" y="0"/>
                  <a:pt x="338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49" y="0"/>
                  <a:pt x="142" y="7"/>
                  <a:pt x="142" y="16"/>
                </a:cubicBezTo>
                <a:cubicBezTo>
                  <a:pt x="143" y="29"/>
                  <a:pt x="144" y="42"/>
                  <a:pt x="146" y="55"/>
                </a:cubicBezTo>
                <a:cubicBezTo>
                  <a:pt x="147" y="60"/>
                  <a:pt x="147" y="60"/>
                  <a:pt x="147" y="60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3" y="147"/>
                  <a:pt x="0" y="158"/>
                  <a:pt x="3" y="166"/>
                </a:cubicBezTo>
                <a:lnTo>
                  <a:pt x="51" y="282"/>
                </a:ln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52" name="Google Shape;956;p32"/>
          <p:cNvSpPr>
            <a:spLocks/>
          </p:cNvSpPr>
          <p:nvPr/>
        </p:nvSpPr>
        <p:spPr bwMode="auto">
          <a:xfrm>
            <a:off x="4849813" y="4148138"/>
            <a:ext cx="1223962" cy="1695450"/>
          </a:xfrm>
          <a:custGeom>
            <a:avLst/>
            <a:gdLst>
              <a:gd name="T0" fmla="*/ 134 w 297"/>
              <a:gd name="T1" fmla="*/ 5 h 411"/>
              <a:gd name="T2" fmla="*/ 6 w 297"/>
              <a:gd name="T3" fmla="*/ 133 h 411"/>
              <a:gd name="T4" fmla="*/ 7 w 297"/>
              <a:gd name="T5" fmla="*/ 155 h 411"/>
              <a:gd name="T6" fmla="*/ 38 w 297"/>
              <a:gd name="T7" fmla="*/ 180 h 411"/>
              <a:gd name="T8" fmla="*/ 42 w 297"/>
              <a:gd name="T9" fmla="*/ 183 h 411"/>
              <a:gd name="T10" fmla="*/ 4 w 297"/>
              <a:gd name="T11" fmla="*/ 338 h 411"/>
              <a:gd name="T12" fmla="*/ 15 w 297"/>
              <a:gd name="T13" fmla="*/ 360 h 411"/>
              <a:gd name="T14" fmla="*/ 131 w 297"/>
              <a:gd name="T15" fmla="*/ 407 h 411"/>
              <a:gd name="T16" fmla="*/ 154 w 297"/>
              <a:gd name="T17" fmla="*/ 400 h 411"/>
              <a:gd name="T18" fmla="*/ 236 w 297"/>
              <a:gd name="T19" fmla="*/ 264 h 411"/>
              <a:gd name="T20" fmla="*/ 241 w 297"/>
              <a:gd name="T21" fmla="*/ 265 h 411"/>
              <a:gd name="T22" fmla="*/ 281 w 297"/>
              <a:gd name="T23" fmla="*/ 269 h 411"/>
              <a:gd name="T24" fmla="*/ 297 w 297"/>
              <a:gd name="T25" fmla="*/ 254 h 411"/>
              <a:gd name="T26" fmla="*/ 297 w 297"/>
              <a:gd name="T27" fmla="*/ 72 h 411"/>
              <a:gd name="T28" fmla="*/ 283 w 297"/>
              <a:gd name="T29" fmla="*/ 58 h 411"/>
              <a:gd name="T30" fmla="*/ 155 w 297"/>
              <a:gd name="T31" fmla="*/ 5 h 411"/>
              <a:gd name="T32" fmla="*/ 134 w 297"/>
              <a:gd name="T33" fmla="*/ 5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7" h="411" extrusionOk="0">
                <a:moveTo>
                  <a:pt x="134" y="5"/>
                </a:moveTo>
                <a:cubicBezTo>
                  <a:pt x="6" y="133"/>
                  <a:pt x="6" y="133"/>
                  <a:pt x="6" y="133"/>
                </a:cubicBezTo>
                <a:cubicBezTo>
                  <a:pt x="0" y="139"/>
                  <a:pt x="0" y="149"/>
                  <a:pt x="7" y="155"/>
                </a:cubicBezTo>
                <a:cubicBezTo>
                  <a:pt x="17" y="164"/>
                  <a:pt x="27" y="172"/>
                  <a:pt x="38" y="180"/>
                </a:cubicBezTo>
                <a:cubicBezTo>
                  <a:pt x="42" y="183"/>
                  <a:pt x="42" y="183"/>
                  <a:pt x="42" y="183"/>
                </a:cubicBezTo>
                <a:cubicBezTo>
                  <a:pt x="4" y="338"/>
                  <a:pt x="4" y="338"/>
                  <a:pt x="4" y="338"/>
                </a:cubicBezTo>
                <a:cubicBezTo>
                  <a:pt x="2" y="346"/>
                  <a:pt x="7" y="356"/>
                  <a:pt x="15" y="360"/>
                </a:cubicBezTo>
                <a:cubicBezTo>
                  <a:pt x="131" y="407"/>
                  <a:pt x="131" y="407"/>
                  <a:pt x="131" y="407"/>
                </a:cubicBezTo>
                <a:cubicBezTo>
                  <a:pt x="139" y="411"/>
                  <a:pt x="149" y="407"/>
                  <a:pt x="154" y="400"/>
                </a:cubicBezTo>
                <a:cubicBezTo>
                  <a:pt x="236" y="264"/>
                  <a:pt x="236" y="264"/>
                  <a:pt x="236" y="264"/>
                </a:cubicBezTo>
                <a:cubicBezTo>
                  <a:pt x="241" y="265"/>
                  <a:pt x="241" y="265"/>
                  <a:pt x="241" y="265"/>
                </a:cubicBezTo>
                <a:cubicBezTo>
                  <a:pt x="254" y="267"/>
                  <a:pt x="268" y="268"/>
                  <a:pt x="281" y="269"/>
                </a:cubicBezTo>
                <a:cubicBezTo>
                  <a:pt x="290" y="269"/>
                  <a:pt x="297" y="262"/>
                  <a:pt x="297" y="254"/>
                </a:cubicBezTo>
                <a:cubicBezTo>
                  <a:pt x="297" y="72"/>
                  <a:pt x="297" y="72"/>
                  <a:pt x="297" y="72"/>
                </a:cubicBezTo>
                <a:cubicBezTo>
                  <a:pt x="297" y="65"/>
                  <a:pt x="290" y="58"/>
                  <a:pt x="283" y="58"/>
                </a:cubicBezTo>
                <a:cubicBezTo>
                  <a:pt x="236" y="53"/>
                  <a:pt x="191" y="35"/>
                  <a:pt x="155" y="5"/>
                </a:cubicBezTo>
                <a:cubicBezTo>
                  <a:pt x="149" y="0"/>
                  <a:pt x="140" y="0"/>
                  <a:pt x="134" y="5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53" name="Google Shape;957;p32"/>
          <p:cNvSpPr>
            <a:spLocks/>
          </p:cNvSpPr>
          <p:nvPr/>
        </p:nvSpPr>
        <p:spPr bwMode="auto">
          <a:xfrm>
            <a:off x="6135688" y="4143375"/>
            <a:ext cx="1216025" cy="1700213"/>
          </a:xfrm>
          <a:custGeom>
            <a:avLst/>
            <a:gdLst>
              <a:gd name="T0" fmla="*/ 0 w 295"/>
              <a:gd name="T1" fmla="*/ 73 h 412"/>
              <a:gd name="T2" fmla="*/ 0 w 295"/>
              <a:gd name="T3" fmla="*/ 255 h 412"/>
              <a:gd name="T4" fmla="*/ 15 w 295"/>
              <a:gd name="T5" fmla="*/ 269 h 412"/>
              <a:gd name="T6" fmla="*/ 55 w 295"/>
              <a:gd name="T7" fmla="*/ 266 h 412"/>
              <a:gd name="T8" fmla="*/ 59 w 295"/>
              <a:gd name="T9" fmla="*/ 265 h 412"/>
              <a:gd name="T10" fmla="*/ 142 w 295"/>
              <a:gd name="T11" fmla="*/ 401 h 412"/>
              <a:gd name="T12" fmla="*/ 165 w 295"/>
              <a:gd name="T13" fmla="*/ 409 h 412"/>
              <a:gd name="T14" fmla="*/ 281 w 295"/>
              <a:gd name="T15" fmla="*/ 361 h 412"/>
              <a:gd name="T16" fmla="*/ 292 w 295"/>
              <a:gd name="T17" fmla="*/ 339 h 412"/>
              <a:gd name="T18" fmla="*/ 254 w 295"/>
              <a:gd name="T19" fmla="*/ 184 h 412"/>
              <a:gd name="T20" fmla="*/ 258 w 295"/>
              <a:gd name="T21" fmla="*/ 181 h 412"/>
              <a:gd name="T22" fmla="*/ 289 w 295"/>
              <a:gd name="T23" fmla="*/ 156 h 412"/>
              <a:gd name="T24" fmla="*/ 289 w 295"/>
              <a:gd name="T25" fmla="*/ 134 h 412"/>
              <a:gd name="T26" fmla="*/ 161 w 295"/>
              <a:gd name="T27" fmla="*/ 6 h 412"/>
              <a:gd name="T28" fmla="*/ 141 w 295"/>
              <a:gd name="T29" fmla="*/ 5 h 412"/>
              <a:gd name="T30" fmla="*/ 13 w 295"/>
              <a:gd name="T31" fmla="*/ 59 h 412"/>
              <a:gd name="T32" fmla="*/ 0 w 295"/>
              <a:gd name="T33" fmla="*/ 73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5" h="412" extrusionOk="0">
                <a:moveTo>
                  <a:pt x="0" y="73"/>
                </a:moveTo>
                <a:cubicBezTo>
                  <a:pt x="0" y="255"/>
                  <a:pt x="0" y="255"/>
                  <a:pt x="0" y="255"/>
                </a:cubicBezTo>
                <a:cubicBezTo>
                  <a:pt x="0" y="263"/>
                  <a:pt x="7" y="270"/>
                  <a:pt x="15" y="269"/>
                </a:cubicBezTo>
                <a:cubicBezTo>
                  <a:pt x="28" y="269"/>
                  <a:pt x="41" y="268"/>
                  <a:pt x="55" y="266"/>
                </a:cubicBezTo>
                <a:cubicBezTo>
                  <a:pt x="59" y="265"/>
                  <a:pt x="59" y="265"/>
                  <a:pt x="59" y="265"/>
                </a:cubicBezTo>
                <a:cubicBezTo>
                  <a:pt x="142" y="401"/>
                  <a:pt x="142" y="401"/>
                  <a:pt x="142" y="401"/>
                </a:cubicBezTo>
                <a:cubicBezTo>
                  <a:pt x="147" y="409"/>
                  <a:pt x="157" y="412"/>
                  <a:pt x="165" y="409"/>
                </a:cubicBezTo>
                <a:cubicBezTo>
                  <a:pt x="281" y="361"/>
                  <a:pt x="281" y="361"/>
                  <a:pt x="281" y="361"/>
                </a:cubicBezTo>
                <a:cubicBezTo>
                  <a:pt x="289" y="357"/>
                  <a:pt x="294" y="348"/>
                  <a:pt x="292" y="339"/>
                </a:cubicBezTo>
                <a:cubicBezTo>
                  <a:pt x="254" y="184"/>
                  <a:pt x="254" y="184"/>
                  <a:pt x="254" y="184"/>
                </a:cubicBezTo>
                <a:cubicBezTo>
                  <a:pt x="258" y="181"/>
                  <a:pt x="258" y="181"/>
                  <a:pt x="258" y="181"/>
                </a:cubicBezTo>
                <a:cubicBezTo>
                  <a:pt x="269" y="173"/>
                  <a:pt x="279" y="165"/>
                  <a:pt x="289" y="156"/>
                </a:cubicBezTo>
                <a:cubicBezTo>
                  <a:pt x="295" y="150"/>
                  <a:pt x="295" y="140"/>
                  <a:pt x="289" y="134"/>
                </a:cubicBezTo>
                <a:cubicBezTo>
                  <a:pt x="161" y="6"/>
                  <a:pt x="161" y="6"/>
                  <a:pt x="161" y="6"/>
                </a:cubicBezTo>
                <a:cubicBezTo>
                  <a:pt x="156" y="1"/>
                  <a:pt x="147" y="0"/>
                  <a:pt x="141" y="5"/>
                </a:cubicBezTo>
                <a:cubicBezTo>
                  <a:pt x="105" y="36"/>
                  <a:pt x="60" y="54"/>
                  <a:pt x="13" y="59"/>
                </a:cubicBezTo>
                <a:cubicBezTo>
                  <a:pt x="5" y="59"/>
                  <a:pt x="0" y="66"/>
                  <a:pt x="0" y="73"/>
                </a:cubicBezTo>
                <a:close/>
              </a:path>
            </a:pathLst>
          </a:cu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54" name="Google Shape;958;p32"/>
          <p:cNvSpPr>
            <a:spLocks/>
          </p:cNvSpPr>
          <p:nvPr/>
        </p:nvSpPr>
        <p:spPr bwMode="auto">
          <a:xfrm>
            <a:off x="6819900" y="2176463"/>
            <a:ext cx="1695450" cy="1220787"/>
          </a:xfrm>
          <a:custGeom>
            <a:avLst/>
            <a:gdLst>
              <a:gd name="T0" fmla="*/ 181 w 411"/>
              <a:gd name="T1" fmla="*/ 37 h 296"/>
              <a:gd name="T2" fmla="*/ 155 w 411"/>
              <a:gd name="T3" fmla="*/ 6 h 296"/>
              <a:gd name="T4" fmla="*/ 134 w 411"/>
              <a:gd name="T5" fmla="*/ 6 h 296"/>
              <a:gd name="T6" fmla="*/ 6 w 411"/>
              <a:gd name="T7" fmla="*/ 134 h 296"/>
              <a:gd name="T8" fmla="*/ 4 w 411"/>
              <a:gd name="T9" fmla="*/ 154 h 296"/>
              <a:gd name="T10" fmla="*/ 58 w 411"/>
              <a:gd name="T11" fmla="*/ 283 h 296"/>
              <a:gd name="T12" fmla="*/ 73 w 411"/>
              <a:gd name="T13" fmla="*/ 296 h 296"/>
              <a:gd name="T14" fmla="*/ 254 w 411"/>
              <a:gd name="T15" fmla="*/ 296 h 296"/>
              <a:gd name="T16" fmla="*/ 269 w 411"/>
              <a:gd name="T17" fmla="*/ 281 h 296"/>
              <a:gd name="T18" fmla="*/ 265 w 411"/>
              <a:gd name="T19" fmla="*/ 241 h 296"/>
              <a:gd name="T20" fmla="*/ 264 w 411"/>
              <a:gd name="T21" fmla="*/ 236 h 296"/>
              <a:gd name="T22" fmla="*/ 400 w 411"/>
              <a:gd name="T23" fmla="*/ 153 h 296"/>
              <a:gd name="T24" fmla="*/ 408 w 411"/>
              <a:gd name="T25" fmla="*/ 130 h 296"/>
              <a:gd name="T26" fmla="*/ 360 w 411"/>
              <a:gd name="T27" fmla="*/ 15 h 296"/>
              <a:gd name="T28" fmla="*/ 339 w 411"/>
              <a:gd name="T29" fmla="*/ 4 h 296"/>
              <a:gd name="T30" fmla="*/ 184 w 411"/>
              <a:gd name="T31" fmla="*/ 41 h 296"/>
              <a:gd name="T32" fmla="*/ 181 w 411"/>
              <a:gd name="T33" fmla="*/ 37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11" h="296" extrusionOk="0">
                <a:moveTo>
                  <a:pt x="181" y="37"/>
                </a:moveTo>
                <a:cubicBezTo>
                  <a:pt x="173" y="27"/>
                  <a:pt x="164" y="16"/>
                  <a:pt x="155" y="6"/>
                </a:cubicBezTo>
                <a:cubicBezTo>
                  <a:pt x="149" y="0"/>
                  <a:pt x="140" y="0"/>
                  <a:pt x="134" y="6"/>
                </a:cubicBezTo>
                <a:cubicBezTo>
                  <a:pt x="6" y="134"/>
                  <a:pt x="6" y="134"/>
                  <a:pt x="6" y="134"/>
                </a:cubicBezTo>
                <a:cubicBezTo>
                  <a:pt x="0" y="140"/>
                  <a:pt x="0" y="148"/>
                  <a:pt x="4" y="154"/>
                </a:cubicBezTo>
                <a:cubicBezTo>
                  <a:pt x="35" y="190"/>
                  <a:pt x="54" y="236"/>
                  <a:pt x="58" y="283"/>
                </a:cubicBezTo>
                <a:cubicBezTo>
                  <a:pt x="59" y="290"/>
                  <a:pt x="65" y="296"/>
                  <a:pt x="73" y="296"/>
                </a:cubicBezTo>
                <a:cubicBezTo>
                  <a:pt x="254" y="296"/>
                  <a:pt x="254" y="296"/>
                  <a:pt x="254" y="296"/>
                </a:cubicBezTo>
                <a:cubicBezTo>
                  <a:pt x="262" y="296"/>
                  <a:pt x="269" y="289"/>
                  <a:pt x="269" y="281"/>
                </a:cubicBezTo>
                <a:cubicBezTo>
                  <a:pt x="268" y="267"/>
                  <a:pt x="267" y="254"/>
                  <a:pt x="265" y="241"/>
                </a:cubicBezTo>
                <a:cubicBezTo>
                  <a:pt x="264" y="236"/>
                  <a:pt x="264" y="236"/>
                  <a:pt x="264" y="236"/>
                </a:cubicBezTo>
                <a:cubicBezTo>
                  <a:pt x="400" y="153"/>
                  <a:pt x="400" y="153"/>
                  <a:pt x="400" y="153"/>
                </a:cubicBezTo>
                <a:cubicBezTo>
                  <a:pt x="408" y="149"/>
                  <a:pt x="411" y="138"/>
                  <a:pt x="408" y="130"/>
                </a:cubicBezTo>
                <a:cubicBezTo>
                  <a:pt x="360" y="15"/>
                  <a:pt x="360" y="15"/>
                  <a:pt x="360" y="15"/>
                </a:cubicBezTo>
                <a:cubicBezTo>
                  <a:pt x="357" y="7"/>
                  <a:pt x="347" y="2"/>
                  <a:pt x="339" y="4"/>
                </a:cubicBezTo>
                <a:cubicBezTo>
                  <a:pt x="184" y="41"/>
                  <a:pt x="184" y="41"/>
                  <a:pt x="184" y="41"/>
                </a:cubicBezTo>
                <a:lnTo>
                  <a:pt x="181" y="37"/>
                </a:ln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55" name="Google Shape;959;p32"/>
          <p:cNvSpPr>
            <a:spLocks/>
          </p:cNvSpPr>
          <p:nvPr/>
        </p:nvSpPr>
        <p:spPr bwMode="auto">
          <a:xfrm>
            <a:off x="6135688" y="1012825"/>
            <a:ext cx="1216025" cy="1695450"/>
          </a:xfrm>
          <a:custGeom>
            <a:avLst/>
            <a:gdLst>
              <a:gd name="T0" fmla="*/ 254 w 295"/>
              <a:gd name="T1" fmla="*/ 228 h 411"/>
              <a:gd name="T2" fmla="*/ 292 w 295"/>
              <a:gd name="T3" fmla="*/ 73 h 411"/>
              <a:gd name="T4" fmla="*/ 281 w 295"/>
              <a:gd name="T5" fmla="*/ 52 h 411"/>
              <a:gd name="T6" fmla="*/ 165 w 295"/>
              <a:gd name="T7" fmla="*/ 4 h 411"/>
              <a:gd name="T8" fmla="*/ 142 w 295"/>
              <a:gd name="T9" fmla="*/ 11 h 411"/>
              <a:gd name="T10" fmla="*/ 60 w 295"/>
              <a:gd name="T11" fmla="*/ 147 h 411"/>
              <a:gd name="T12" fmla="*/ 55 w 295"/>
              <a:gd name="T13" fmla="*/ 147 h 411"/>
              <a:gd name="T14" fmla="*/ 15 w 295"/>
              <a:gd name="T15" fmla="*/ 143 h 411"/>
              <a:gd name="T16" fmla="*/ 0 w 295"/>
              <a:gd name="T17" fmla="*/ 158 h 411"/>
              <a:gd name="T18" fmla="*/ 0 w 295"/>
              <a:gd name="T19" fmla="*/ 339 h 411"/>
              <a:gd name="T20" fmla="*/ 13 w 295"/>
              <a:gd name="T21" fmla="*/ 354 h 411"/>
              <a:gd name="T22" fmla="*/ 141 w 295"/>
              <a:gd name="T23" fmla="*/ 406 h 411"/>
              <a:gd name="T24" fmla="*/ 161 w 295"/>
              <a:gd name="T25" fmla="*/ 406 h 411"/>
              <a:gd name="T26" fmla="*/ 289 w 295"/>
              <a:gd name="T27" fmla="*/ 277 h 411"/>
              <a:gd name="T28" fmla="*/ 289 w 295"/>
              <a:gd name="T29" fmla="*/ 256 h 411"/>
              <a:gd name="T30" fmla="*/ 258 w 295"/>
              <a:gd name="T31" fmla="*/ 231 h 411"/>
              <a:gd name="T32" fmla="*/ 254 w 295"/>
              <a:gd name="T33" fmla="*/ 228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5" h="411" extrusionOk="0">
                <a:moveTo>
                  <a:pt x="254" y="228"/>
                </a:moveTo>
                <a:cubicBezTo>
                  <a:pt x="292" y="73"/>
                  <a:pt x="292" y="73"/>
                  <a:pt x="292" y="73"/>
                </a:cubicBezTo>
                <a:cubicBezTo>
                  <a:pt x="294" y="65"/>
                  <a:pt x="289" y="55"/>
                  <a:pt x="281" y="52"/>
                </a:cubicBezTo>
                <a:cubicBezTo>
                  <a:pt x="165" y="4"/>
                  <a:pt x="165" y="4"/>
                  <a:pt x="165" y="4"/>
                </a:cubicBezTo>
                <a:cubicBezTo>
                  <a:pt x="157" y="0"/>
                  <a:pt x="147" y="4"/>
                  <a:pt x="142" y="11"/>
                </a:cubicBezTo>
                <a:cubicBezTo>
                  <a:pt x="60" y="147"/>
                  <a:pt x="60" y="147"/>
                  <a:pt x="60" y="147"/>
                </a:cubicBezTo>
                <a:cubicBezTo>
                  <a:pt x="55" y="147"/>
                  <a:pt x="55" y="147"/>
                  <a:pt x="55" y="147"/>
                </a:cubicBezTo>
                <a:cubicBezTo>
                  <a:pt x="42" y="145"/>
                  <a:pt x="28" y="143"/>
                  <a:pt x="15" y="143"/>
                </a:cubicBezTo>
                <a:cubicBezTo>
                  <a:pt x="7" y="142"/>
                  <a:pt x="0" y="149"/>
                  <a:pt x="0" y="158"/>
                </a:cubicBezTo>
                <a:cubicBezTo>
                  <a:pt x="0" y="339"/>
                  <a:pt x="0" y="339"/>
                  <a:pt x="0" y="339"/>
                </a:cubicBezTo>
                <a:cubicBezTo>
                  <a:pt x="0" y="347"/>
                  <a:pt x="6" y="353"/>
                  <a:pt x="13" y="354"/>
                </a:cubicBezTo>
                <a:cubicBezTo>
                  <a:pt x="60" y="358"/>
                  <a:pt x="105" y="376"/>
                  <a:pt x="141" y="406"/>
                </a:cubicBezTo>
                <a:cubicBezTo>
                  <a:pt x="147" y="411"/>
                  <a:pt x="155" y="411"/>
                  <a:pt x="161" y="406"/>
                </a:cubicBezTo>
                <a:cubicBezTo>
                  <a:pt x="289" y="277"/>
                  <a:pt x="289" y="277"/>
                  <a:pt x="289" y="277"/>
                </a:cubicBezTo>
                <a:cubicBezTo>
                  <a:pt x="295" y="271"/>
                  <a:pt x="295" y="262"/>
                  <a:pt x="289" y="256"/>
                </a:cubicBezTo>
                <a:cubicBezTo>
                  <a:pt x="279" y="247"/>
                  <a:pt x="269" y="239"/>
                  <a:pt x="258" y="231"/>
                </a:cubicBezTo>
                <a:lnTo>
                  <a:pt x="254" y="228"/>
                </a:lnTo>
                <a:close/>
              </a:path>
            </a:pathLst>
          </a:cu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56" name="Google Shape;960;p32"/>
          <p:cNvSpPr>
            <a:spLocks/>
          </p:cNvSpPr>
          <p:nvPr/>
        </p:nvSpPr>
        <p:spPr bwMode="auto">
          <a:xfrm>
            <a:off x="3690938" y="2176463"/>
            <a:ext cx="1695450" cy="1220787"/>
          </a:xfrm>
          <a:custGeom>
            <a:avLst/>
            <a:gdLst>
              <a:gd name="T0" fmla="*/ 227 w 411"/>
              <a:gd name="T1" fmla="*/ 41 h 296"/>
              <a:gd name="T2" fmla="*/ 72 w 411"/>
              <a:gd name="T3" fmla="*/ 4 h 296"/>
              <a:gd name="T4" fmla="*/ 51 w 411"/>
              <a:gd name="T5" fmla="*/ 15 h 296"/>
              <a:gd name="T6" fmla="*/ 3 w 411"/>
              <a:gd name="T7" fmla="*/ 130 h 296"/>
              <a:gd name="T8" fmla="*/ 10 w 411"/>
              <a:gd name="T9" fmla="*/ 153 h 296"/>
              <a:gd name="T10" fmla="*/ 147 w 411"/>
              <a:gd name="T11" fmla="*/ 236 h 296"/>
              <a:gd name="T12" fmla="*/ 146 w 411"/>
              <a:gd name="T13" fmla="*/ 241 h 296"/>
              <a:gd name="T14" fmla="*/ 142 w 411"/>
              <a:gd name="T15" fmla="*/ 281 h 296"/>
              <a:gd name="T16" fmla="*/ 157 w 411"/>
              <a:gd name="T17" fmla="*/ 296 h 296"/>
              <a:gd name="T18" fmla="*/ 338 w 411"/>
              <a:gd name="T19" fmla="*/ 296 h 296"/>
              <a:gd name="T20" fmla="*/ 353 w 411"/>
              <a:gd name="T21" fmla="*/ 282 h 296"/>
              <a:gd name="T22" fmla="*/ 370 w 411"/>
              <a:gd name="T23" fmla="*/ 215 h 296"/>
              <a:gd name="T24" fmla="*/ 406 w 411"/>
              <a:gd name="T25" fmla="*/ 155 h 296"/>
              <a:gd name="T26" fmla="*/ 405 w 411"/>
              <a:gd name="T27" fmla="*/ 134 h 296"/>
              <a:gd name="T28" fmla="*/ 277 w 411"/>
              <a:gd name="T29" fmla="*/ 6 h 296"/>
              <a:gd name="T30" fmla="*/ 256 w 411"/>
              <a:gd name="T31" fmla="*/ 7 h 296"/>
              <a:gd name="T32" fmla="*/ 230 w 411"/>
              <a:gd name="T33" fmla="*/ 37 h 296"/>
              <a:gd name="T34" fmla="*/ 227 w 411"/>
              <a:gd name="T35" fmla="*/ 41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11" h="296" extrusionOk="0">
                <a:moveTo>
                  <a:pt x="227" y="41"/>
                </a:moveTo>
                <a:cubicBezTo>
                  <a:pt x="72" y="4"/>
                  <a:pt x="72" y="4"/>
                  <a:pt x="72" y="4"/>
                </a:cubicBezTo>
                <a:cubicBezTo>
                  <a:pt x="64" y="2"/>
                  <a:pt x="54" y="7"/>
                  <a:pt x="51" y="15"/>
                </a:cubicBezTo>
                <a:cubicBezTo>
                  <a:pt x="3" y="130"/>
                  <a:pt x="3" y="130"/>
                  <a:pt x="3" y="130"/>
                </a:cubicBezTo>
                <a:cubicBezTo>
                  <a:pt x="0" y="138"/>
                  <a:pt x="3" y="149"/>
                  <a:pt x="10" y="153"/>
                </a:cubicBezTo>
                <a:cubicBezTo>
                  <a:pt x="147" y="236"/>
                  <a:pt x="147" y="236"/>
                  <a:pt x="147" y="236"/>
                </a:cubicBezTo>
                <a:cubicBezTo>
                  <a:pt x="146" y="241"/>
                  <a:pt x="146" y="241"/>
                  <a:pt x="146" y="241"/>
                </a:cubicBezTo>
                <a:cubicBezTo>
                  <a:pt x="144" y="254"/>
                  <a:pt x="143" y="267"/>
                  <a:pt x="142" y="281"/>
                </a:cubicBezTo>
                <a:cubicBezTo>
                  <a:pt x="142" y="289"/>
                  <a:pt x="149" y="296"/>
                  <a:pt x="157" y="296"/>
                </a:cubicBezTo>
                <a:cubicBezTo>
                  <a:pt x="338" y="296"/>
                  <a:pt x="338" y="296"/>
                  <a:pt x="338" y="296"/>
                </a:cubicBezTo>
                <a:cubicBezTo>
                  <a:pt x="346" y="296"/>
                  <a:pt x="352" y="290"/>
                  <a:pt x="353" y="282"/>
                </a:cubicBezTo>
                <a:cubicBezTo>
                  <a:pt x="355" y="259"/>
                  <a:pt x="361" y="236"/>
                  <a:pt x="370" y="215"/>
                </a:cubicBezTo>
                <a:cubicBezTo>
                  <a:pt x="379" y="193"/>
                  <a:pt x="391" y="173"/>
                  <a:pt x="406" y="155"/>
                </a:cubicBezTo>
                <a:cubicBezTo>
                  <a:pt x="411" y="149"/>
                  <a:pt x="411" y="140"/>
                  <a:pt x="405" y="134"/>
                </a:cubicBezTo>
                <a:cubicBezTo>
                  <a:pt x="277" y="6"/>
                  <a:pt x="277" y="6"/>
                  <a:pt x="277" y="6"/>
                </a:cubicBezTo>
                <a:cubicBezTo>
                  <a:pt x="271" y="0"/>
                  <a:pt x="261" y="0"/>
                  <a:pt x="256" y="7"/>
                </a:cubicBezTo>
                <a:cubicBezTo>
                  <a:pt x="247" y="16"/>
                  <a:pt x="238" y="27"/>
                  <a:pt x="230" y="37"/>
                </a:cubicBezTo>
                <a:lnTo>
                  <a:pt x="227" y="41"/>
                </a:ln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57" name="Google Shape;961;p32"/>
          <p:cNvSpPr>
            <a:spLocks/>
          </p:cNvSpPr>
          <p:nvPr/>
        </p:nvSpPr>
        <p:spPr bwMode="auto">
          <a:xfrm>
            <a:off x="6819900" y="3459163"/>
            <a:ext cx="1695450" cy="1220787"/>
          </a:xfrm>
          <a:custGeom>
            <a:avLst/>
            <a:gdLst>
              <a:gd name="T0" fmla="*/ 184 w 411"/>
              <a:gd name="T1" fmla="*/ 255 h 296"/>
              <a:gd name="T2" fmla="*/ 338 w 411"/>
              <a:gd name="T3" fmla="*/ 292 h 296"/>
              <a:gd name="T4" fmla="*/ 360 w 411"/>
              <a:gd name="T5" fmla="*/ 282 h 296"/>
              <a:gd name="T6" fmla="*/ 408 w 411"/>
              <a:gd name="T7" fmla="*/ 166 h 296"/>
              <a:gd name="T8" fmla="*/ 400 w 411"/>
              <a:gd name="T9" fmla="*/ 143 h 296"/>
              <a:gd name="T10" fmla="*/ 264 w 411"/>
              <a:gd name="T11" fmla="*/ 60 h 296"/>
              <a:gd name="T12" fmla="*/ 265 w 411"/>
              <a:gd name="T13" fmla="*/ 55 h 296"/>
              <a:gd name="T14" fmla="*/ 269 w 411"/>
              <a:gd name="T15" fmla="*/ 15 h 296"/>
              <a:gd name="T16" fmla="*/ 254 w 411"/>
              <a:gd name="T17" fmla="*/ 0 h 296"/>
              <a:gd name="T18" fmla="*/ 73 w 411"/>
              <a:gd name="T19" fmla="*/ 0 h 296"/>
              <a:gd name="T20" fmla="*/ 58 w 411"/>
              <a:gd name="T21" fmla="*/ 14 h 296"/>
              <a:gd name="T22" fmla="*/ 41 w 411"/>
              <a:gd name="T23" fmla="*/ 82 h 296"/>
              <a:gd name="T24" fmla="*/ 5 w 411"/>
              <a:gd name="T25" fmla="*/ 141 h 296"/>
              <a:gd name="T26" fmla="*/ 6 w 411"/>
              <a:gd name="T27" fmla="*/ 162 h 296"/>
              <a:gd name="T28" fmla="*/ 134 w 411"/>
              <a:gd name="T29" fmla="*/ 290 h 296"/>
              <a:gd name="T30" fmla="*/ 155 w 411"/>
              <a:gd name="T31" fmla="*/ 290 h 296"/>
              <a:gd name="T32" fmla="*/ 181 w 411"/>
              <a:gd name="T33" fmla="*/ 259 h 296"/>
              <a:gd name="T34" fmla="*/ 184 w 411"/>
              <a:gd name="T35" fmla="*/ 25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11" h="296" extrusionOk="0">
                <a:moveTo>
                  <a:pt x="184" y="255"/>
                </a:moveTo>
                <a:cubicBezTo>
                  <a:pt x="338" y="292"/>
                  <a:pt x="338" y="292"/>
                  <a:pt x="338" y="292"/>
                </a:cubicBezTo>
                <a:cubicBezTo>
                  <a:pt x="347" y="295"/>
                  <a:pt x="357" y="290"/>
                  <a:pt x="360" y="282"/>
                </a:cubicBezTo>
                <a:cubicBezTo>
                  <a:pt x="408" y="166"/>
                  <a:pt x="408" y="166"/>
                  <a:pt x="408" y="166"/>
                </a:cubicBezTo>
                <a:cubicBezTo>
                  <a:pt x="411" y="158"/>
                  <a:pt x="408" y="147"/>
                  <a:pt x="400" y="143"/>
                </a:cubicBezTo>
                <a:cubicBezTo>
                  <a:pt x="264" y="60"/>
                  <a:pt x="264" y="60"/>
                  <a:pt x="264" y="60"/>
                </a:cubicBezTo>
                <a:cubicBezTo>
                  <a:pt x="265" y="55"/>
                  <a:pt x="265" y="55"/>
                  <a:pt x="265" y="55"/>
                </a:cubicBezTo>
                <a:cubicBezTo>
                  <a:pt x="267" y="42"/>
                  <a:pt x="268" y="29"/>
                  <a:pt x="269" y="15"/>
                </a:cubicBezTo>
                <a:cubicBezTo>
                  <a:pt x="269" y="7"/>
                  <a:pt x="262" y="0"/>
                  <a:pt x="254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65" y="0"/>
                  <a:pt x="59" y="6"/>
                  <a:pt x="58" y="14"/>
                </a:cubicBezTo>
                <a:cubicBezTo>
                  <a:pt x="56" y="37"/>
                  <a:pt x="50" y="60"/>
                  <a:pt x="41" y="82"/>
                </a:cubicBezTo>
                <a:cubicBezTo>
                  <a:pt x="32" y="104"/>
                  <a:pt x="20" y="124"/>
                  <a:pt x="5" y="141"/>
                </a:cubicBezTo>
                <a:cubicBezTo>
                  <a:pt x="0" y="147"/>
                  <a:pt x="0" y="156"/>
                  <a:pt x="6" y="162"/>
                </a:cubicBezTo>
                <a:cubicBezTo>
                  <a:pt x="134" y="290"/>
                  <a:pt x="134" y="290"/>
                  <a:pt x="134" y="290"/>
                </a:cubicBezTo>
                <a:cubicBezTo>
                  <a:pt x="140" y="296"/>
                  <a:pt x="150" y="296"/>
                  <a:pt x="155" y="290"/>
                </a:cubicBezTo>
                <a:cubicBezTo>
                  <a:pt x="164" y="280"/>
                  <a:pt x="173" y="269"/>
                  <a:pt x="181" y="259"/>
                </a:cubicBezTo>
                <a:lnTo>
                  <a:pt x="184" y="255"/>
                </a:ln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58" name="Google Shape;962;p32"/>
          <p:cNvSpPr>
            <a:spLocks/>
          </p:cNvSpPr>
          <p:nvPr/>
        </p:nvSpPr>
        <p:spPr bwMode="auto">
          <a:xfrm>
            <a:off x="4854575" y="1012825"/>
            <a:ext cx="1219200" cy="1698625"/>
          </a:xfrm>
          <a:custGeom>
            <a:avLst/>
            <a:gdLst>
              <a:gd name="T0" fmla="*/ 296 w 296"/>
              <a:gd name="T1" fmla="*/ 339 h 412"/>
              <a:gd name="T2" fmla="*/ 296 w 296"/>
              <a:gd name="T3" fmla="*/ 158 h 412"/>
              <a:gd name="T4" fmla="*/ 280 w 296"/>
              <a:gd name="T5" fmla="*/ 143 h 412"/>
              <a:gd name="T6" fmla="*/ 240 w 296"/>
              <a:gd name="T7" fmla="*/ 147 h 412"/>
              <a:gd name="T8" fmla="*/ 236 w 296"/>
              <a:gd name="T9" fmla="*/ 147 h 412"/>
              <a:gd name="T10" fmla="*/ 153 w 296"/>
              <a:gd name="T11" fmla="*/ 11 h 412"/>
              <a:gd name="T12" fmla="*/ 130 w 296"/>
              <a:gd name="T13" fmla="*/ 4 h 412"/>
              <a:gd name="T14" fmla="*/ 14 w 296"/>
              <a:gd name="T15" fmla="*/ 51 h 412"/>
              <a:gd name="T16" fmla="*/ 3 w 296"/>
              <a:gd name="T17" fmla="*/ 73 h 412"/>
              <a:gd name="T18" fmla="*/ 41 w 296"/>
              <a:gd name="T19" fmla="*/ 228 h 412"/>
              <a:gd name="T20" fmla="*/ 37 w 296"/>
              <a:gd name="T21" fmla="*/ 231 h 412"/>
              <a:gd name="T22" fmla="*/ 6 w 296"/>
              <a:gd name="T23" fmla="*/ 256 h 412"/>
              <a:gd name="T24" fmla="*/ 6 w 296"/>
              <a:gd name="T25" fmla="*/ 278 h 412"/>
              <a:gd name="T26" fmla="*/ 134 w 296"/>
              <a:gd name="T27" fmla="*/ 406 h 412"/>
              <a:gd name="T28" fmla="*/ 154 w 296"/>
              <a:gd name="T29" fmla="*/ 407 h 412"/>
              <a:gd name="T30" fmla="*/ 282 w 296"/>
              <a:gd name="T31" fmla="*/ 354 h 412"/>
              <a:gd name="T32" fmla="*/ 296 w 296"/>
              <a:gd name="T33" fmla="*/ 339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6" h="412" extrusionOk="0">
                <a:moveTo>
                  <a:pt x="296" y="339"/>
                </a:moveTo>
                <a:cubicBezTo>
                  <a:pt x="296" y="158"/>
                  <a:pt x="296" y="158"/>
                  <a:pt x="296" y="158"/>
                </a:cubicBezTo>
                <a:cubicBezTo>
                  <a:pt x="296" y="149"/>
                  <a:pt x="289" y="142"/>
                  <a:pt x="280" y="143"/>
                </a:cubicBezTo>
                <a:cubicBezTo>
                  <a:pt x="267" y="143"/>
                  <a:pt x="254" y="145"/>
                  <a:pt x="240" y="147"/>
                </a:cubicBezTo>
                <a:cubicBezTo>
                  <a:pt x="236" y="147"/>
                  <a:pt x="236" y="147"/>
                  <a:pt x="236" y="147"/>
                </a:cubicBezTo>
                <a:cubicBezTo>
                  <a:pt x="153" y="11"/>
                  <a:pt x="153" y="11"/>
                  <a:pt x="153" y="11"/>
                </a:cubicBezTo>
                <a:cubicBezTo>
                  <a:pt x="148" y="4"/>
                  <a:pt x="137" y="0"/>
                  <a:pt x="130" y="4"/>
                </a:cubicBezTo>
                <a:cubicBezTo>
                  <a:pt x="14" y="51"/>
                  <a:pt x="14" y="51"/>
                  <a:pt x="14" y="51"/>
                </a:cubicBezTo>
                <a:cubicBezTo>
                  <a:pt x="6" y="55"/>
                  <a:pt x="1" y="65"/>
                  <a:pt x="3" y="73"/>
                </a:cubicBezTo>
                <a:cubicBezTo>
                  <a:pt x="41" y="228"/>
                  <a:pt x="41" y="228"/>
                  <a:pt x="41" y="228"/>
                </a:cubicBezTo>
                <a:cubicBezTo>
                  <a:pt x="37" y="231"/>
                  <a:pt x="37" y="231"/>
                  <a:pt x="37" y="231"/>
                </a:cubicBezTo>
                <a:cubicBezTo>
                  <a:pt x="26" y="239"/>
                  <a:pt x="16" y="247"/>
                  <a:pt x="6" y="256"/>
                </a:cubicBezTo>
                <a:cubicBezTo>
                  <a:pt x="0" y="262"/>
                  <a:pt x="0" y="272"/>
                  <a:pt x="6" y="278"/>
                </a:cubicBezTo>
                <a:cubicBezTo>
                  <a:pt x="134" y="406"/>
                  <a:pt x="134" y="406"/>
                  <a:pt x="134" y="406"/>
                </a:cubicBezTo>
                <a:cubicBezTo>
                  <a:pt x="139" y="411"/>
                  <a:pt x="148" y="412"/>
                  <a:pt x="154" y="407"/>
                </a:cubicBezTo>
                <a:cubicBezTo>
                  <a:pt x="190" y="377"/>
                  <a:pt x="235" y="358"/>
                  <a:pt x="282" y="354"/>
                </a:cubicBezTo>
                <a:cubicBezTo>
                  <a:pt x="290" y="353"/>
                  <a:pt x="296" y="346"/>
                  <a:pt x="296" y="339"/>
                </a:cubicBezTo>
                <a:close/>
              </a:path>
            </a:pathLst>
          </a:cu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59" name="Google Shape;963;p32"/>
          <p:cNvSpPr txBox="1">
            <a:spLocks noChangeArrowheads="1"/>
          </p:cNvSpPr>
          <p:nvPr/>
        </p:nvSpPr>
        <p:spPr bwMode="auto">
          <a:xfrm>
            <a:off x="574676" y="5165725"/>
            <a:ext cx="1925637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200" b="1" dirty="0" err="1">
                <a:solidFill>
                  <a:srgbClr val="2F526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Planificación</a:t>
            </a:r>
            <a:endParaRPr lang="en-US" altLang="en-US" dirty="0"/>
          </a:p>
        </p:txBody>
      </p:sp>
      <p:sp>
        <p:nvSpPr>
          <p:cNvPr id="53260" name="Google Shape;964;p32"/>
          <p:cNvSpPr txBox="1">
            <a:spLocks noChangeArrowheads="1"/>
          </p:cNvSpPr>
          <p:nvPr/>
        </p:nvSpPr>
        <p:spPr bwMode="auto">
          <a:xfrm>
            <a:off x="9863138" y="5157788"/>
            <a:ext cx="1265237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EB0AF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200" b="1">
                <a:solidFill>
                  <a:srgbClr val="AEB0AF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Éxito</a:t>
            </a:r>
            <a:endParaRPr lang="en-US" altLang="en-US"/>
          </a:p>
        </p:txBody>
      </p:sp>
      <p:sp>
        <p:nvSpPr>
          <p:cNvPr id="53261" name="Google Shape;965;p32"/>
          <p:cNvSpPr txBox="1">
            <a:spLocks noChangeArrowheads="1"/>
          </p:cNvSpPr>
          <p:nvPr/>
        </p:nvSpPr>
        <p:spPr bwMode="auto">
          <a:xfrm>
            <a:off x="9863138" y="3676650"/>
            <a:ext cx="1420812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200" b="1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Negocio</a:t>
            </a:r>
            <a:endParaRPr lang="en-US" altLang="en-US"/>
          </a:p>
        </p:txBody>
      </p:sp>
      <p:sp>
        <p:nvSpPr>
          <p:cNvPr id="53262" name="Google Shape;966;p32"/>
          <p:cNvSpPr txBox="1">
            <a:spLocks noChangeArrowheads="1"/>
          </p:cNvSpPr>
          <p:nvPr/>
        </p:nvSpPr>
        <p:spPr bwMode="auto">
          <a:xfrm>
            <a:off x="558801" y="3663950"/>
            <a:ext cx="1978024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200" b="1" dirty="0" err="1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Investigación</a:t>
            </a:r>
            <a:endParaRPr lang="en-US" altLang="en-US" dirty="0"/>
          </a:p>
        </p:txBody>
      </p:sp>
      <p:sp>
        <p:nvSpPr>
          <p:cNvPr id="53263" name="Google Shape;967;p32"/>
          <p:cNvSpPr txBox="1">
            <a:spLocks noChangeArrowheads="1"/>
          </p:cNvSpPr>
          <p:nvPr/>
        </p:nvSpPr>
        <p:spPr bwMode="auto">
          <a:xfrm>
            <a:off x="9851171" y="1846263"/>
            <a:ext cx="2000616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200" b="1" dirty="0" err="1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Puesta</a:t>
            </a:r>
            <a:r>
              <a:rPr lang="en-US" altLang="en-US" sz="2200" b="1" dirty="0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 </a:t>
            </a:r>
            <a:r>
              <a:rPr lang="en-US" altLang="en-US" sz="2200" b="1" dirty="0" err="1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en</a:t>
            </a:r>
            <a:r>
              <a:rPr lang="en-US" altLang="en-US" sz="2200" b="1" dirty="0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 </a:t>
            </a:r>
            <a:r>
              <a:rPr lang="en-US" altLang="en-US" sz="2200" b="1" dirty="0" err="1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marcha</a:t>
            </a:r>
            <a:endParaRPr lang="en-US" altLang="en-US" dirty="0"/>
          </a:p>
        </p:txBody>
      </p:sp>
      <p:sp>
        <p:nvSpPr>
          <p:cNvPr id="53264" name="Google Shape;968;p32"/>
          <p:cNvSpPr txBox="1">
            <a:spLocks noChangeArrowheads="1"/>
          </p:cNvSpPr>
          <p:nvPr/>
        </p:nvSpPr>
        <p:spPr bwMode="auto">
          <a:xfrm>
            <a:off x="1741488" y="2163763"/>
            <a:ext cx="7874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200" b="1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Idea</a:t>
            </a:r>
            <a:endParaRPr lang="en-US" altLang="en-US"/>
          </a:p>
        </p:txBody>
      </p:sp>
      <p:sp>
        <p:nvSpPr>
          <p:cNvPr id="53265" name="Google Shape;969;p32"/>
          <p:cNvSpPr txBox="1">
            <a:spLocks noChangeArrowheads="1"/>
          </p:cNvSpPr>
          <p:nvPr/>
        </p:nvSpPr>
        <p:spPr bwMode="auto">
          <a:xfrm>
            <a:off x="9863138" y="673100"/>
            <a:ext cx="1338262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2412A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200" b="1" dirty="0">
                <a:solidFill>
                  <a:srgbClr val="E2412A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Proyecto</a:t>
            </a:r>
            <a:endParaRPr lang="en-US" altLang="en-US" dirty="0"/>
          </a:p>
        </p:txBody>
      </p:sp>
      <p:sp>
        <p:nvSpPr>
          <p:cNvPr id="53266" name="Google Shape;970;p32"/>
          <p:cNvSpPr txBox="1">
            <a:spLocks noChangeArrowheads="1"/>
          </p:cNvSpPr>
          <p:nvPr/>
        </p:nvSpPr>
        <p:spPr bwMode="auto">
          <a:xfrm>
            <a:off x="1290638" y="661988"/>
            <a:ext cx="1241425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EB0AF"/>
              </a:buClr>
              <a:buSzPts val="2200"/>
              <a:buFont typeface="Open Sans Semibold" panose="020B0706030804020204" pitchFamily="34" charset="0"/>
              <a:buNone/>
            </a:pPr>
            <a:r>
              <a:rPr lang="en-US" altLang="en-US" sz="2200" b="1" dirty="0" err="1">
                <a:solidFill>
                  <a:srgbClr val="AEB0AF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Aprender</a:t>
            </a:r>
            <a:endParaRPr lang="en-US" altLang="en-US" dirty="0"/>
          </a:p>
        </p:txBody>
      </p:sp>
      <p:sp>
        <p:nvSpPr>
          <p:cNvPr id="53267" name="Google Shape;971;p32"/>
          <p:cNvSpPr txBox="1">
            <a:spLocks noChangeArrowheads="1"/>
          </p:cNvSpPr>
          <p:nvPr/>
        </p:nvSpPr>
        <p:spPr bwMode="auto">
          <a:xfrm>
            <a:off x="2430463" y="5067300"/>
            <a:ext cx="114935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7800"/>
              <a:buFont typeface="Montserrat" panose="02000505000000020004" pitchFamily="2" charset="0"/>
              <a:buNone/>
            </a:pPr>
            <a:r>
              <a:rPr lang="en-US" altLang="en-US" sz="7800">
                <a:solidFill>
                  <a:srgbClr val="2F526B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4</a:t>
            </a:r>
            <a:endParaRPr lang="en-US" altLang="en-US"/>
          </a:p>
        </p:txBody>
      </p:sp>
      <p:sp>
        <p:nvSpPr>
          <p:cNvPr id="53268" name="Google Shape;972;p32"/>
          <p:cNvSpPr txBox="1">
            <a:spLocks noChangeArrowheads="1"/>
          </p:cNvSpPr>
          <p:nvPr/>
        </p:nvSpPr>
        <p:spPr bwMode="auto">
          <a:xfrm>
            <a:off x="9244013" y="5010150"/>
            <a:ext cx="1157287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BBDBC"/>
              </a:buClr>
              <a:buSzPts val="7800"/>
              <a:buFont typeface="Montserrat" panose="02000505000000020004" pitchFamily="2" charset="0"/>
              <a:buNone/>
            </a:pPr>
            <a:r>
              <a:rPr lang="en-US" altLang="en-US" sz="7800">
                <a:solidFill>
                  <a:srgbClr val="BBBDBC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5</a:t>
            </a:r>
            <a:endParaRPr lang="en-US" altLang="en-US"/>
          </a:p>
        </p:txBody>
      </p:sp>
      <p:sp>
        <p:nvSpPr>
          <p:cNvPr id="53269" name="Google Shape;973;p32"/>
          <p:cNvSpPr txBox="1">
            <a:spLocks noChangeArrowheads="1"/>
          </p:cNvSpPr>
          <p:nvPr/>
        </p:nvSpPr>
        <p:spPr bwMode="auto">
          <a:xfrm>
            <a:off x="9207500" y="3529013"/>
            <a:ext cx="1198563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7800"/>
              <a:buFont typeface="Montserrat" panose="02000505000000020004" pitchFamily="2" charset="0"/>
              <a:buNone/>
            </a:pPr>
            <a:r>
              <a:rPr lang="en-US" altLang="en-US" sz="7800">
                <a:solidFill>
                  <a:srgbClr val="61605E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6</a:t>
            </a:r>
            <a:endParaRPr lang="en-US" altLang="en-US"/>
          </a:p>
        </p:txBody>
      </p:sp>
      <p:sp>
        <p:nvSpPr>
          <p:cNvPr id="53270" name="Google Shape;974;p32"/>
          <p:cNvSpPr txBox="1">
            <a:spLocks noChangeArrowheads="1"/>
          </p:cNvSpPr>
          <p:nvPr/>
        </p:nvSpPr>
        <p:spPr bwMode="auto">
          <a:xfrm>
            <a:off x="2414588" y="3536950"/>
            <a:ext cx="1157287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7800"/>
              <a:buFont typeface="Montserrat" panose="02000505000000020004" pitchFamily="2" charset="0"/>
              <a:buNone/>
            </a:pPr>
            <a:r>
              <a:rPr lang="en-US" altLang="en-US" sz="7800">
                <a:solidFill>
                  <a:srgbClr val="23929E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3</a:t>
            </a:r>
            <a:endParaRPr lang="en-US" altLang="en-US"/>
          </a:p>
        </p:txBody>
      </p:sp>
      <p:sp>
        <p:nvSpPr>
          <p:cNvPr id="53271" name="Google Shape;975;p32"/>
          <p:cNvSpPr txBox="1">
            <a:spLocks noChangeArrowheads="1"/>
          </p:cNvSpPr>
          <p:nvPr/>
        </p:nvSpPr>
        <p:spPr bwMode="auto">
          <a:xfrm>
            <a:off x="9202738" y="2032000"/>
            <a:ext cx="11461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7800"/>
              <a:buFont typeface="Montserrat" panose="02000505000000020004" pitchFamily="2" charset="0"/>
              <a:buNone/>
            </a:pPr>
            <a:r>
              <a:rPr lang="en-US" altLang="en-US" sz="7800">
                <a:solidFill>
                  <a:srgbClr val="FAC344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7</a:t>
            </a:r>
            <a:endParaRPr lang="en-US" altLang="en-US"/>
          </a:p>
        </p:txBody>
      </p:sp>
      <p:sp>
        <p:nvSpPr>
          <p:cNvPr id="53272" name="Google Shape;976;p32"/>
          <p:cNvSpPr txBox="1">
            <a:spLocks noChangeArrowheads="1"/>
          </p:cNvSpPr>
          <p:nvPr/>
        </p:nvSpPr>
        <p:spPr bwMode="auto">
          <a:xfrm>
            <a:off x="2405063" y="2039938"/>
            <a:ext cx="1166812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7800"/>
              <a:buFont typeface="Montserrat" panose="02000505000000020004" pitchFamily="2" charset="0"/>
              <a:buNone/>
            </a:pPr>
            <a:r>
              <a:rPr lang="en-US" altLang="en-US" sz="7800">
                <a:solidFill>
                  <a:srgbClr val="61605E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2</a:t>
            </a:r>
            <a:endParaRPr lang="en-US" altLang="en-US"/>
          </a:p>
        </p:txBody>
      </p:sp>
      <p:sp>
        <p:nvSpPr>
          <p:cNvPr id="53273" name="Google Shape;977;p32"/>
          <p:cNvSpPr txBox="1">
            <a:spLocks noChangeArrowheads="1"/>
          </p:cNvSpPr>
          <p:nvPr/>
        </p:nvSpPr>
        <p:spPr bwMode="auto">
          <a:xfrm>
            <a:off x="9202738" y="530225"/>
            <a:ext cx="12160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2412A"/>
              </a:buClr>
              <a:buSzPts val="7800"/>
              <a:buFont typeface="Montserrat" panose="02000505000000020004" pitchFamily="2" charset="0"/>
              <a:buNone/>
            </a:pPr>
            <a:r>
              <a:rPr lang="en-US" altLang="en-US" sz="7800">
                <a:solidFill>
                  <a:srgbClr val="E2412A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8</a:t>
            </a:r>
            <a:endParaRPr lang="en-US" altLang="en-US"/>
          </a:p>
        </p:txBody>
      </p:sp>
      <p:sp>
        <p:nvSpPr>
          <p:cNvPr id="53274" name="Google Shape;978;p32"/>
          <p:cNvSpPr txBox="1">
            <a:spLocks noChangeArrowheads="1"/>
          </p:cNvSpPr>
          <p:nvPr/>
        </p:nvSpPr>
        <p:spPr bwMode="auto">
          <a:xfrm>
            <a:off x="2454275" y="533400"/>
            <a:ext cx="960438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BBBDBC"/>
              </a:buClr>
              <a:buSzPts val="7800"/>
              <a:buFont typeface="Montserrat" panose="02000505000000020004" pitchFamily="2" charset="0"/>
              <a:buNone/>
            </a:pPr>
            <a:r>
              <a:rPr lang="en-US" altLang="en-US" sz="7800">
                <a:solidFill>
                  <a:srgbClr val="BBBDBC"/>
                </a:solidFill>
                <a:latin typeface="Montserrat" panose="02000505000000020004" pitchFamily="2" charset="0"/>
                <a:sym typeface="Montserrat" panose="02000505000000020004" pitchFamily="2" charset="0"/>
              </a:rPr>
              <a:t>1</a:t>
            </a:r>
            <a:endParaRPr lang="en-US" altLang="en-US"/>
          </a:p>
        </p:txBody>
      </p:sp>
      <p:sp>
        <p:nvSpPr>
          <p:cNvPr id="53275" name="Google Shape;979;p32"/>
          <p:cNvSpPr>
            <a:spLocks/>
          </p:cNvSpPr>
          <p:nvPr/>
        </p:nvSpPr>
        <p:spPr bwMode="auto">
          <a:xfrm>
            <a:off x="4545013" y="2649538"/>
            <a:ext cx="433387" cy="520700"/>
          </a:xfrm>
          <a:custGeom>
            <a:avLst/>
            <a:gdLst>
              <a:gd name="T0" fmla="*/ 40 w 105"/>
              <a:gd name="T1" fmla="*/ 126 h 126"/>
              <a:gd name="T2" fmla="*/ 40 w 105"/>
              <a:gd name="T3" fmla="*/ 117 h 126"/>
              <a:gd name="T4" fmla="*/ 71 w 105"/>
              <a:gd name="T5" fmla="*/ 110 h 126"/>
              <a:gd name="T6" fmla="*/ 36 w 105"/>
              <a:gd name="T7" fmla="*/ 110 h 126"/>
              <a:gd name="T8" fmla="*/ 66 w 105"/>
              <a:gd name="T9" fmla="*/ 114 h 126"/>
              <a:gd name="T10" fmla="*/ 52 w 105"/>
              <a:gd name="T11" fmla="*/ 62 h 126"/>
              <a:gd name="T12" fmla="*/ 53 w 105"/>
              <a:gd name="T13" fmla="*/ 103 h 126"/>
              <a:gd name="T14" fmla="*/ 53 w 105"/>
              <a:gd name="T15" fmla="*/ 103 h 126"/>
              <a:gd name="T16" fmla="*/ 57 w 105"/>
              <a:gd name="T17" fmla="*/ 62 h 126"/>
              <a:gd name="T18" fmla="*/ 39 w 105"/>
              <a:gd name="T19" fmla="*/ 58 h 126"/>
              <a:gd name="T20" fmla="*/ 39 w 105"/>
              <a:gd name="T21" fmla="*/ 45 h 126"/>
              <a:gd name="T22" fmla="*/ 61 w 105"/>
              <a:gd name="T23" fmla="*/ 52 h 126"/>
              <a:gd name="T24" fmla="*/ 74 w 105"/>
              <a:gd name="T25" fmla="*/ 52 h 126"/>
              <a:gd name="T26" fmla="*/ 18 w 105"/>
              <a:gd name="T27" fmla="*/ 40 h 126"/>
              <a:gd name="T28" fmla="*/ 36 w 105"/>
              <a:gd name="T29" fmla="*/ 99 h 126"/>
              <a:gd name="T30" fmla="*/ 45 w 105"/>
              <a:gd name="T31" fmla="*/ 62 h 126"/>
              <a:gd name="T32" fmla="*/ 28 w 105"/>
              <a:gd name="T33" fmla="*/ 52 h 126"/>
              <a:gd name="T34" fmla="*/ 49 w 105"/>
              <a:gd name="T35" fmla="*/ 52 h 126"/>
              <a:gd name="T36" fmla="*/ 52 w 105"/>
              <a:gd name="T37" fmla="*/ 58 h 126"/>
              <a:gd name="T38" fmla="*/ 57 w 105"/>
              <a:gd name="T39" fmla="*/ 52 h 126"/>
              <a:gd name="T40" fmla="*/ 75 w 105"/>
              <a:gd name="T41" fmla="*/ 44 h 126"/>
              <a:gd name="T42" fmla="*/ 68 w 105"/>
              <a:gd name="T43" fmla="*/ 62 h 126"/>
              <a:gd name="T44" fmla="*/ 64 w 105"/>
              <a:gd name="T45" fmla="*/ 103 h 126"/>
              <a:gd name="T46" fmla="*/ 84 w 105"/>
              <a:gd name="T47" fmla="*/ 65 h 126"/>
              <a:gd name="T48" fmla="*/ 53 w 105"/>
              <a:gd name="T49" fmla="*/ 0 h 126"/>
              <a:gd name="T50" fmla="*/ 49 w 105"/>
              <a:gd name="T51" fmla="*/ 11 h 126"/>
              <a:gd name="T52" fmla="*/ 57 w 105"/>
              <a:gd name="T53" fmla="*/ 11 h 126"/>
              <a:gd name="T54" fmla="*/ 77 w 105"/>
              <a:gd name="T55" fmla="*/ 5 h 126"/>
              <a:gd name="T56" fmla="*/ 68 w 105"/>
              <a:gd name="T57" fmla="*/ 13 h 126"/>
              <a:gd name="T58" fmla="*/ 75 w 105"/>
              <a:gd name="T59" fmla="*/ 17 h 126"/>
              <a:gd name="T60" fmla="*/ 94 w 105"/>
              <a:gd name="T61" fmla="*/ 17 h 126"/>
              <a:gd name="T62" fmla="*/ 83 w 105"/>
              <a:gd name="T63" fmla="*/ 22 h 126"/>
              <a:gd name="T64" fmla="*/ 89 w 105"/>
              <a:gd name="T65" fmla="*/ 27 h 126"/>
              <a:gd name="T66" fmla="*/ 105 w 105"/>
              <a:gd name="T67" fmla="*/ 37 h 126"/>
              <a:gd name="T68" fmla="*/ 94 w 105"/>
              <a:gd name="T69" fmla="*/ 35 h 126"/>
              <a:gd name="T70" fmla="*/ 95 w 105"/>
              <a:gd name="T71" fmla="*/ 43 h 126"/>
              <a:gd name="T72" fmla="*/ 105 w 105"/>
              <a:gd name="T73" fmla="*/ 59 h 126"/>
              <a:gd name="T74" fmla="*/ 95 w 105"/>
              <a:gd name="T75" fmla="*/ 53 h 126"/>
              <a:gd name="T76" fmla="*/ 93 w 105"/>
              <a:gd name="T77" fmla="*/ 60 h 126"/>
              <a:gd name="T78" fmla="*/ 36 w 105"/>
              <a:gd name="T79" fmla="*/ 18 h 126"/>
              <a:gd name="T80" fmla="*/ 34 w 105"/>
              <a:gd name="T81" fmla="*/ 7 h 126"/>
              <a:gd name="T82" fmla="*/ 28 w 105"/>
              <a:gd name="T83" fmla="*/ 10 h 126"/>
              <a:gd name="T84" fmla="*/ 23 w 105"/>
              <a:gd name="T85" fmla="*/ 27 h 126"/>
              <a:gd name="T86" fmla="*/ 17 w 105"/>
              <a:gd name="T87" fmla="*/ 17 h 126"/>
              <a:gd name="T88" fmla="*/ 12 w 105"/>
              <a:gd name="T89" fmla="*/ 23 h 126"/>
              <a:gd name="T90" fmla="*/ 15 w 105"/>
              <a:gd name="T91" fmla="*/ 40 h 126"/>
              <a:gd name="T92" fmla="*/ 5 w 105"/>
              <a:gd name="T93" fmla="*/ 34 h 126"/>
              <a:gd name="T94" fmla="*/ 4 w 105"/>
              <a:gd name="T95" fmla="*/ 41 h 126"/>
              <a:gd name="T96" fmla="*/ 15 w 105"/>
              <a:gd name="T97" fmla="*/ 56 h 126"/>
              <a:gd name="T98" fmla="*/ 4 w 105"/>
              <a:gd name="T99" fmla="*/ 54 h 126"/>
              <a:gd name="T100" fmla="*/ 5 w 105"/>
              <a:gd name="T101" fmla="*/ 62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5" h="126" extrusionOk="0">
                <a:moveTo>
                  <a:pt x="71" y="121"/>
                </a:moveTo>
                <a:cubicBezTo>
                  <a:pt x="71" y="124"/>
                  <a:pt x="69" y="126"/>
                  <a:pt x="66" y="126"/>
                </a:cubicBezTo>
                <a:cubicBezTo>
                  <a:pt x="40" y="126"/>
                  <a:pt x="40" y="126"/>
                  <a:pt x="40" y="126"/>
                </a:cubicBezTo>
                <a:cubicBezTo>
                  <a:pt x="38" y="126"/>
                  <a:pt x="36" y="124"/>
                  <a:pt x="36" y="121"/>
                </a:cubicBezTo>
                <a:cubicBezTo>
                  <a:pt x="36" y="121"/>
                  <a:pt x="36" y="121"/>
                  <a:pt x="36" y="121"/>
                </a:cubicBezTo>
                <a:cubicBezTo>
                  <a:pt x="36" y="119"/>
                  <a:pt x="38" y="117"/>
                  <a:pt x="40" y="117"/>
                </a:cubicBezTo>
                <a:cubicBezTo>
                  <a:pt x="66" y="117"/>
                  <a:pt x="66" y="117"/>
                  <a:pt x="66" y="117"/>
                </a:cubicBezTo>
                <a:cubicBezTo>
                  <a:pt x="69" y="117"/>
                  <a:pt x="71" y="119"/>
                  <a:pt x="71" y="121"/>
                </a:cubicBezTo>
                <a:close/>
                <a:moveTo>
                  <a:pt x="71" y="110"/>
                </a:moveTo>
                <a:cubicBezTo>
                  <a:pt x="71" y="108"/>
                  <a:pt x="69" y="106"/>
                  <a:pt x="66" y="106"/>
                </a:cubicBezTo>
                <a:cubicBezTo>
                  <a:pt x="40" y="106"/>
                  <a:pt x="40" y="106"/>
                  <a:pt x="40" y="106"/>
                </a:cubicBezTo>
                <a:cubicBezTo>
                  <a:pt x="38" y="106"/>
                  <a:pt x="36" y="108"/>
                  <a:pt x="36" y="110"/>
                </a:cubicBezTo>
                <a:cubicBezTo>
                  <a:pt x="36" y="110"/>
                  <a:pt x="36" y="110"/>
                  <a:pt x="36" y="110"/>
                </a:cubicBezTo>
                <a:cubicBezTo>
                  <a:pt x="36" y="112"/>
                  <a:pt x="38" y="114"/>
                  <a:pt x="40" y="114"/>
                </a:cubicBezTo>
                <a:cubicBezTo>
                  <a:pt x="66" y="114"/>
                  <a:pt x="66" y="114"/>
                  <a:pt x="66" y="114"/>
                </a:cubicBezTo>
                <a:cubicBezTo>
                  <a:pt x="69" y="114"/>
                  <a:pt x="71" y="112"/>
                  <a:pt x="71" y="110"/>
                </a:cubicBezTo>
                <a:close/>
                <a:moveTo>
                  <a:pt x="57" y="62"/>
                </a:moveTo>
                <a:cubicBezTo>
                  <a:pt x="52" y="62"/>
                  <a:pt x="52" y="62"/>
                  <a:pt x="52" y="62"/>
                </a:cubicBezTo>
                <a:cubicBezTo>
                  <a:pt x="49" y="62"/>
                  <a:pt x="49" y="62"/>
                  <a:pt x="49" y="62"/>
                </a:cubicBezTo>
                <a:cubicBezTo>
                  <a:pt x="49" y="103"/>
                  <a:pt x="49" y="103"/>
                  <a:pt x="49" y="103"/>
                </a:cubicBezTo>
                <a:cubicBezTo>
                  <a:pt x="50" y="103"/>
                  <a:pt x="52" y="103"/>
                  <a:pt x="53" y="103"/>
                </a:cubicBezTo>
                <a:cubicBezTo>
                  <a:pt x="53" y="103"/>
                  <a:pt x="53" y="103"/>
                  <a:pt x="53" y="103"/>
                </a:cubicBezTo>
                <a:cubicBezTo>
                  <a:pt x="53" y="103"/>
                  <a:pt x="53" y="103"/>
                  <a:pt x="53" y="103"/>
                </a:cubicBezTo>
                <a:cubicBezTo>
                  <a:pt x="53" y="103"/>
                  <a:pt x="53" y="103"/>
                  <a:pt x="53" y="103"/>
                </a:cubicBezTo>
                <a:cubicBezTo>
                  <a:pt x="53" y="103"/>
                  <a:pt x="53" y="103"/>
                  <a:pt x="53" y="103"/>
                </a:cubicBezTo>
                <a:cubicBezTo>
                  <a:pt x="55" y="103"/>
                  <a:pt x="56" y="103"/>
                  <a:pt x="57" y="103"/>
                </a:cubicBezTo>
                <a:lnTo>
                  <a:pt x="57" y="62"/>
                </a:lnTo>
                <a:close/>
                <a:moveTo>
                  <a:pt x="39" y="45"/>
                </a:moveTo>
                <a:cubicBezTo>
                  <a:pt x="35" y="45"/>
                  <a:pt x="32" y="48"/>
                  <a:pt x="32" y="52"/>
                </a:cubicBezTo>
                <a:cubicBezTo>
                  <a:pt x="32" y="55"/>
                  <a:pt x="35" y="58"/>
                  <a:pt x="39" y="58"/>
                </a:cubicBezTo>
                <a:cubicBezTo>
                  <a:pt x="45" y="58"/>
                  <a:pt x="45" y="58"/>
                  <a:pt x="45" y="58"/>
                </a:cubicBezTo>
                <a:cubicBezTo>
                  <a:pt x="45" y="52"/>
                  <a:pt x="45" y="52"/>
                  <a:pt x="45" y="52"/>
                </a:cubicBezTo>
                <a:cubicBezTo>
                  <a:pt x="45" y="48"/>
                  <a:pt x="42" y="45"/>
                  <a:pt x="39" y="45"/>
                </a:cubicBezTo>
                <a:close/>
                <a:moveTo>
                  <a:pt x="74" y="52"/>
                </a:moveTo>
                <a:cubicBezTo>
                  <a:pt x="74" y="48"/>
                  <a:pt x="71" y="45"/>
                  <a:pt x="68" y="45"/>
                </a:cubicBezTo>
                <a:cubicBezTo>
                  <a:pt x="64" y="45"/>
                  <a:pt x="61" y="48"/>
                  <a:pt x="61" y="52"/>
                </a:cubicBezTo>
                <a:cubicBezTo>
                  <a:pt x="61" y="58"/>
                  <a:pt x="61" y="58"/>
                  <a:pt x="61" y="58"/>
                </a:cubicBezTo>
                <a:cubicBezTo>
                  <a:pt x="68" y="58"/>
                  <a:pt x="68" y="58"/>
                  <a:pt x="68" y="58"/>
                </a:cubicBezTo>
                <a:cubicBezTo>
                  <a:pt x="71" y="58"/>
                  <a:pt x="74" y="55"/>
                  <a:pt x="74" y="52"/>
                </a:cubicBezTo>
                <a:close/>
                <a:moveTo>
                  <a:pt x="88" y="40"/>
                </a:moveTo>
                <a:cubicBezTo>
                  <a:pt x="85" y="29"/>
                  <a:pt x="72" y="17"/>
                  <a:pt x="53" y="17"/>
                </a:cubicBezTo>
                <a:cubicBezTo>
                  <a:pt x="35" y="17"/>
                  <a:pt x="21" y="29"/>
                  <a:pt x="18" y="40"/>
                </a:cubicBezTo>
                <a:cubicBezTo>
                  <a:pt x="16" y="49"/>
                  <a:pt x="18" y="57"/>
                  <a:pt x="22" y="65"/>
                </a:cubicBezTo>
                <a:cubicBezTo>
                  <a:pt x="26" y="72"/>
                  <a:pt x="30" y="78"/>
                  <a:pt x="33" y="85"/>
                </a:cubicBezTo>
                <a:cubicBezTo>
                  <a:pt x="35" y="89"/>
                  <a:pt x="35" y="94"/>
                  <a:pt x="36" y="99"/>
                </a:cubicBezTo>
                <a:cubicBezTo>
                  <a:pt x="37" y="102"/>
                  <a:pt x="38" y="103"/>
                  <a:pt x="42" y="103"/>
                </a:cubicBezTo>
                <a:cubicBezTo>
                  <a:pt x="43" y="103"/>
                  <a:pt x="44" y="103"/>
                  <a:pt x="45" y="103"/>
                </a:cubicBezTo>
                <a:cubicBezTo>
                  <a:pt x="45" y="62"/>
                  <a:pt x="45" y="62"/>
                  <a:pt x="45" y="62"/>
                </a:cubicBezTo>
                <a:cubicBezTo>
                  <a:pt x="39" y="62"/>
                  <a:pt x="39" y="62"/>
                  <a:pt x="39" y="62"/>
                </a:cubicBezTo>
                <a:cubicBezTo>
                  <a:pt x="36" y="62"/>
                  <a:pt x="33" y="61"/>
                  <a:pt x="31" y="59"/>
                </a:cubicBezTo>
                <a:cubicBezTo>
                  <a:pt x="29" y="57"/>
                  <a:pt x="28" y="54"/>
                  <a:pt x="28" y="52"/>
                </a:cubicBezTo>
                <a:cubicBezTo>
                  <a:pt x="28" y="49"/>
                  <a:pt x="29" y="46"/>
                  <a:pt x="31" y="44"/>
                </a:cubicBezTo>
                <a:cubicBezTo>
                  <a:pt x="33" y="42"/>
                  <a:pt x="36" y="41"/>
                  <a:pt x="39" y="41"/>
                </a:cubicBezTo>
                <a:cubicBezTo>
                  <a:pt x="44" y="41"/>
                  <a:pt x="49" y="46"/>
                  <a:pt x="49" y="52"/>
                </a:cubicBezTo>
                <a:cubicBezTo>
                  <a:pt x="49" y="52"/>
                  <a:pt x="49" y="52"/>
                  <a:pt x="49" y="52"/>
                </a:cubicBezTo>
                <a:cubicBezTo>
                  <a:pt x="49" y="58"/>
                  <a:pt x="49" y="58"/>
                  <a:pt x="49" y="58"/>
                </a:cubicBezTo>
                <a:cubicBezTo>
                  <a:pt x="52" y="58"/>
                  <a:pt x="52" y="58"/>
                  <a:pt x="52" y="58"/>
                </a:cubicBezTo>
                <a:cubicBezTo>
                  <a:pt x="57" y="58"/>
                  <a:pt x="57" y="58"/>
                  <a:pt x="57" y="58"/>
                </a:cubicBezTo>
                <a:cubicBezTo>
                  <a:pt x="57" y="52"/>
                  <a:pt x="57" y="52"/>
                  <a:pt x="57" y="52"/>
                </a:cubicBezTo>
                <a:cubicBezTo>
                  <a:pt x="57" y="52"/>
                  <a:pt x="57" y="52"/>
                  <a:pt x="57" y="52"/>
                </a:cubicBezTo>
                <a:cubicBezTo>
                  <a:pt x="57" y="49"/>
                  <a:pt x="58" y="46"/>
                  <a:pt x="60" y="44"/>
                </a:cubicBezTo>
                <a:cubicBezTo>
                  <a:pt x="62" y="42"/>
                  <a:pt x="65" y="41"/>
                  <a:pt x="68" y="41"/>
                </a:cubicBezTo>
                <a:cubicBezTo>
                  <a:pt x="71" y="41"/>
                  <a:pt x="73" y="42"/>
                  <a:pt x="75" y="44"/>
                </a:cubicBezTo>
                <a:cubicBezTo>
                  <a:pt x="77" y="46"/>
                  <a:pt x="78" y="49"/>
                  <a:pt x="78" y="52"/>
                </a:cubicBezTo>
                <a:cubicBezTo>
                  <a:pt x="78" y="54"/>
                  <a:pt x="77" y="57"/>
                  <a:pt x="75" y="59"/>
                </a:cubicBezTo>
                <a:cubicBezTo>
                  <a:pt x="73" y="61"/>
                  <a:pt x="71" y="62"/>
                  <a:pt x="68" y="62"/>
                </a:cubicBezTo>
                <a:cubicBezTo>
                  <a:pt x="61" y="62"/>
                  <a:pt x="61" y="62"/>
                  <a:pt x="61" y="62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2" y="103"/>
                  <a:pt x="63" y="103"/>
                  <a:pt x="64" y="103"/>
                </a:cubicBezTo>
                <a:cubicBezTo>
                  <a:pt x="68" y="103"/>
                  <a:pt x="69" y="102"/>
                  <a:pt x="70" y="99"/>
                </a:cubicBezTo>
                <a:cubicBezTo>
                  <a:pt x="71" y="94"/>
                  <a:pt x="72" y="89"/>
                  <a:pt x="73" y="85"/>
                </a:cubicBezTo>
                <a:cubicBezTo>
                  <a:pt x="77" y="78"/>
                  <a:pt x="80" y="72"/>
                  <a:pt x="84" y="65"/>
                </a:cubicBezTo>
                <a:cubicBezTo>
                  <a:pt x="88" y="57"/>
                  <a:pt x="90" y="49"/>
                  <a:pt x="88" y="40"/>
                </a:cubicBezTo>
                <a:close/>
                <a:moveTo>
                  <a:pt x="57" y="4"/>
                </a:moveTo>
                <a:cubicBezTo>
                  <a:pt x="57" y="2"/>
                  <a:pt x="55" y="0"/>
                  <a:pt x="53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0"/>
                  <a:pt x="49" y="2"/>
                  <a:pt x="49" y="4"/>
                </a:cubicBezTo>
                <a:cubicBezTo>
                  <a:pt x="49" y="11"/>
                  <a:pt x="49" y="11"/>
                  <a:pt x="49" y="11"/>
                </a:cubicBezTo>
                <a:cubicBezTo>
                  <a:pt x="49" y="13"/>
                  <a:pt x="51" y="15"/>
                  <a:pt x="53" y="15"/>
                </a:cubicBezTo>
                <a:cubicBezTo>
                  <a:pt x="53" y="15"/>
                  <a:pt x="53" y="15"/>
                  <a:pt x="53" y="15"/>
                </a:cubicBezTo>
                <a:cubicBezTo>
                  <a:pt x="55" y="15"/>
                  <a:pt x="57" y="13"/>
                  <a:pt x="57" y="11"/>
                </a:cubicBezTo>
                <a:lnTo>
                  <a:pt x="57" y="4"/>
                </a:lnTo>
                <a:close/>
                <a:moveTo>
                  <a:pt x="78" y="10"/>
                </a:moveTo>
                <a:cubicBezTo>
                  <a:pt x="79" y="8"/>
                  <a:pt x="79" y="6"/>
                  <a:pt x="77" y="5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4"/>
                  <a:pt x="72" y="5"/>
                  <a:pt x="71" y="7"/>
                </a:cubicBezTo>
                <a:cubicBezTo>
                  <a:pt x="68" y="13"/>
                  <a:pt x="68" y="13"/>
                  <a:pt x="68" y="13"/>
                </a:cubicBezTo>
                <a:cubicBezTo>
                  <a:pt x="67" y="15"/>
                  <a:pt x="68" y="17"/>
                  <a:pt x="70" y="18"/>
                </a:cubicBezTo>
                <a:cubicBezTo>
                  <a:pt x="70" y="18"/>
                  <a:pt x="70" y="18"/>
                  <a:pt x="70" y="18"/>
                </a:cubicBezTo>
                <a:cubicBezTo>
                  <a:pt x="72" y="19"/>
                  <a:pt x="74" y="18"/>
                  <a:pt x="75" y="17"/>
                </a:cubicBezTo>
                <a:lnTo>
                  <a:pt x="78" y="10"/>
                </a:lnTo>
                <a:close/>
                <a:moveTo>
                  <a:pt x="94" y="23"/>
                </a:moveTo>
                <a:cubicBezTo>
                  <a:pt x="95" y="21"/>
                  <a:pt x="96" y="19"/>
                  <a:pt x="94" y="17"/>
                </a:cubicBezTo>
                <a:cubicBezTo>
                  <a:pt x="94" y="17"/>
                  <a:pt x="94" y="17"/>
                  <a:pt x="94" y="17"/>
                </a:cubicBezTo>
                <a:cubicBezTo>
                  <a:pt x="93" y="16"/>
                  <a:pt x="90" y="16"/>
                  <a:pt x="89" y="17"/>
                </a:cubicBezTo>
                <a:cubicBezTo>
                  <a:pt x="83" y="22"/>
                  <a:pt x="83" y="22"/>
                  <a:pt x="83" y="22"/>
                </a:cubicBezTo>
                <a:cubicBezTo>
                  <a:pt x="82" y="23"/>
                  <a:pt x="82" y="25"/>
                  <a:pt x="83" y="27"/>
                </a:cubicBezTo>
                <a:cubicBezTo>
                  <a:pt x="83" y="27"/>
                  <a:pt x="83" y="27"/>
                  <a:pt x="83" y="27"/>
                </a:cubicBezTo>
                <a:cubicBezTo>
                  <a:pt x="85" y="29"/>
                  <a:pt x="87" y="29"/>
                  <a:pt x="89" y="27"/>
                </a:cubicBezTo>
                <a:lnTo>
                  <a:pt x="94" y="23"/>
                </a:lnTo>
                <a:close/>
                <a:moveTo>
                  <a:pt x="102" y="41"/>
                </a:moveTo>
                <a:cubicBezTo>
                  <a:pt x="104" y="41"/>
                  <a:pt x="105" y="39"/>
                  <a:pt x="105" y="37"/>
                </a:cubicBezTo>
                <a:cubicBezTo>
                  <a:pt x="105" y="37"/>
                  <a:pt x="105" y="37"/>
                  <a:pt x="105" y="37"/>
                </a:cubicBezTo>
                <a:cubicBezTo>
                  <a:pt x="105" y="35"/>
                  <a:pt x="103" y="34"/>
                  <a:pt x="101" y="34"/>
                </a:cubicBezTo>
                <a:cubicBezTo>
                  <a:pt x="94" y="35"/>
                  <a:pt x="94" y="35"/>
                  <a:pt x="94" y="35"/>
                </a:cubicBezTo>
                <a:cubicBezTo>
                  <a:pt x="92" y="36"/>
                  <a:pt x="90" y="38"/>
                  <a:pt x="91" y="40"/>
                </a:cubicBezTo>
                <a:cubicBezTo>
                  <a:pt x="91" y="40"/>
                  <a:pt x="91" y="40"/>
                  <a:pt x="91" y="40"/>
                </a:cubicBezTo>
                <a:cubicBezTo>
                  <a:pt x="91" y="42"/>
                  <a:pt x="93" y="43"/>
                  <a:pt x="95" y="43"/>
                </a:cubicBezTo>
                <a:lnTo>
                  <a:pt x="102" y="41"/>
                </a:lnTo>
                <a:close/>
                <a:moveTo>
                  <a:pt x="100" y="62"/>
                </a:moveTo>
                <a:cubicBezTo>
                  <a:pt x="102" y="62"/>
                  <a:pt x="104" y="61"/>
                  <a:pt x="105" y="59"/>
                </a:cubicBezTo>
                <a:cubicBezTo>
                  <a:pt x="105" y="59"/>
                  <a:pt x="105" y="59"/>
                  <a:pt x="105" y="59"/>
                </a:cubicBezTo>
                <a:cubicBezTo>
                  <a:pt x="105" y="57"/>
                  <a:pt x="104" y="55"/>
                  <a:pt x="102" y="54"/>
                </a:cubicBezTo>
                <a:cubicBezTo>
                  <a:pt x="95" y="53"/>
                  <a:pt x="95" y="53"/>
                  <a:pt x="95" y="53"/>
                </a:cubicBezTo>
                <a:cubicBezTo>
                  <a:pt x="93" y="53"/>
                  <a:pt x="91" y="54"/>
                  <a:pt x="90" y="56"/>
                </a:cubicBezTo>
                <a:cubicBezTo>
                  <a:pt x="90" y="56"/>
                  <a:pt x="90" y="56"/>
                  <a:pt x="90" y="56"/>
                </a:cubicBezTo>
                <a:cubicBezTo>
                  <a:pt x="90" y="58"/>
                  <a:pt x="91" y="60"/>
                  <a:pt x="93" y="60"/>
                </a:cubicBezTo>
                <a:lnTo>
                  <a:pt x="100" y="62"/>
                </a:lnTo>
                <a:close/>
                <a:moveTo>
                  <a:pt x="31" y="17"/>
                </a:moveTo>
                <a:cubicBezTo>
                  <a:pt x="32" y="18"/>
                  <a:pt x="34" y="19"/>
                  <a:pt x="36" y="18"/>
                </a:cubicBezTo>
                <a:cubicBezTo>
                  <a:pt x="36" y="18"/>
                  <a:pt x="36" y="18"/>
                  <a:pt x="36" y="18"/>
                </a:cubicBezTo>
                <a:cubicBezTo>
                  <a:pt x="38" y="17"/>
                  <a:pt x="39" y="15"/>
                  <a:pt x="38" y="13"/>
                </a:cubicBezTo>
                <a:cubicBezTo>
                  <a:pt x="34" y="7"/>
                  <a:pt x="34" y="7"/>
                  <a:pt x="34" y="7"/>
                </a:cubicBezTo>
                <a:cubicBezTo>
                  <a:pt x="33" y="5"/>
                  <a:pt x="31" y="4"/>
                  <a:pt x="29" y="5"/>
                </a:cubicBezTo>
                <a:cubicBezTo>
                  <a:pt x="29" y="5"/>
                  <a:pt x="29" y="5"/>
                  <a:pt x="29" y="5"/>
                </a:cubicBezTo>
                <a:cubicBezTo>
                  <a:pt x="27" y="6"/>
                  <a:pt x="27" y="8"/>
                  <a:pt x="28" y="10"/>
                </a:cubicBezTo>
                <a:lnTo>
                  <a:pt x="31" y="17"/>
                </a:lnTo>
                <a:close/>
                <a:moveTo>
                  <a:pt x="17" y="27"/>
                </a:moveTo>
                <a:cubicBezTo>
                  <a:pt x="19" y="29"/>
                  <a:pt x="21" y="29"/>
                  <a:pt x="2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4" y="25"/>
                  <a:pt x="24" y="23"/>
                  <a:pt x="22" y="22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6"/>
                  <a:pt x="13" y="16"/>
                  <a:pt x="12" y="17"/>
                </a:cubicBezTo>
                <a:cubicBezTo>
                  <a:pt x="12" y="17"/>
                  <a:pt x="12" y="17"/>
                  <a:pt x="12" y="17"/>
                </a:cubicBezTo>
                <a:cubicBezTo>
                  <a:pt x="10" y="19"/>
                  <a:pt x="10" y="21"/>
                  <a:pt x="12" y="23"/>
                </a:cubicBezTo>
                <a:lnTo>
                  <a:pt x="17" y="27"/>
                </a:lnTo>
                <a:close/>
                <a:moveTo>
                  <a:pt x="11" y="43"/>
                </a:moveTo>
                <a:cubicBezTo>
                  <a:pt x="13" y="43"/>
                  <a:pt x="15" y="42"/>
                  <a:pt x="15" y="40"/>
                </a:cubicBezTo>
                <a:cubicBezTo>
                  <a:pt x="15" y="40"/>
                  <a:pt x="15" y="40"/>
                  <a:pt x="15" y="40"/>
                </a:cubicBezTo>
                <a:cubicBezTo>
                  <a:pt x="16" y="38"/>
                  <a:pt x="14" y="36"/>
                  <a:pt x="12" y="35"/>
                </a:cubicBezTo>
                <a:cubicBezTo>
                  <a:pt x="5" y="34"/>
                  <a:pt x="5" y="34"/>
                  <a:pt x="5" y="34"/>
                </a:cubicBezTo>
                <a:cubicBezTo>
                  <a:pt x="3" y="34"/>
                  <a:pt x="1" y="35"/>
                  <a:pt x="1" y="37"/>
                </a:cubicBezTo>
                <a:cubicBezTo>
                  <a:pt x="1" y="37"/>
                  <a:pt x="1" y="37"/>
                  <a:pt x="1" y="37"/>
                </a:cubicBezTo>
                <a:cubicBezTo>
                  <a:pt x="0" y="39"/>
                  <a:pt x="2" y="41"/>
                  <a:pt x="4" y="41"/>
                </a:cubicBezTo>
                <a:lnTo>
                  <a:pt x="11" y="43"/>
                </a:lnTo>
                <a:close/>
                <a:moveTo>
                  <a:pt x="12" y="60"/>
                </a:moveTo>
                <a:cubicBezTo>
                  <a:pt x="14" y="60"/>
                  <a:pt x="16" y="58"/>
                  <a:pt x="15" y="56"/>
                </a:cubicBezTo>
                <a:cubicBezTo>
                  <a:pt x="15" y="56"/>
                  <a:pt x="15" y="56"/>
                  <a:pt x="15" y="56"/>
                </a:cubicBezTo>
                <a:cubicBezTo>
                  <a:pt x="15" y="54"/>
                  <a:pt x="13" y="53"/>
                  <a:pt x="11" y="53"/>
                </a:cubicBezTo>
                <a:cubicBezTo>
                  <a:pt x="4" y="54"/>
                  <a:pt x="4" y="54"/>
                  <a:pt x="4" y="54"/>
                </a:cubicBezTo>
                <a:cubicBezTo>
                  <a:pt x="2" y="55"/>
                  <a:pt x="1" y="57"/>
                  <a:pt x="1" y="59"/>
                </a:cubicBezTo>
                <a:cubicBezTo>
                  <a:pt x="1" y="59"/>
                  <a:pt x="1" y="59"/>
                  <a:pt x="1" y="59"/>
                </a:cubicBezTo>
                <a:cubicBezTo>
                  <a:pt x="1" y="61"/>
                  <a:pt x="3" y="62"/>
                  <a:pt x="5" y="62"/>
                </a:cubicBezTo>
                <a:lnTo>
                  <a:pt x="12" y="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76" name="Google Shape;980;p32"/>
          <p:cNvSpPr>
            <a:spLocks/>
          </p:cNvSpPr>
          <p:nvPr/>
        </p:nvSpPr>
        <p:spPr bwMode="auto">
          <a:xfrm>
            <a:off x="7162800" y="2728913"/>
            <a:ext cx="606425" cy="403225"/>
          </a:xfrm>
          <a:custGeom>
            <a:avLst/>
            <a:gdLst>
              <a:gd name="T0" fmla="*/ 113 w 147"/>
              <a:gd name="T1" fmla="*/ 51 h 98"/>
              <a:gd name="T2" fmla="*/ 53 w 147"/>
              <a:gd name="T3" fmla="*/ 24 h 98"/>
              <a:gd name="T4" fmla="*/ 50 w 147"/>
              <a:gd name="T5" fmla="*/ 17 h 98"/>
              <a:gd name="T6" fmla="*/ 117 w 147"/>
              <a:gd name="T7" fmla="*/ 10 h 98"/>
              <a:gd name="T8" fmla="*/ 122 w 147"/>
              <a:gd name="T9" fmla="*/ 3 h 98"/>
              <a:gd name="T10" fmla="*/ 134 w 147"/>
              <a:gd name="T11" fmla="*/ 43 h 98"/>
              <a:gd name="T12" fmla="*/ 147 w 147"/>
              <a:gd name="T13" fmla="*/ 41 h 98"/>
              <a:gd name="T14" fmla="*/ 129 w 147"/>
              <a:gd name="T15" fmla="*/ 0 h 98"/>
              <a:gd name="T16" fmla="*/ 4 w 147"/>
              <a:gd name="T17" fmla="*/ 53 h 98"/>
              <a:gd name="T18" fmla="*/ 17 w 147"/>
              <a:gd name="T19" fmla="*/ 10 h 98"/>
              <a:gd name="T20" fmla="*/ 7 w 147"/>
              <a:gd name="T21" fmla="*/ 6 h 98"/>
              <a:gd name="T22" fmla="*/ 0 w 147"/>
              <a:gd name="T23" fmla="*/ 49 h 98"/>
              <a:gd name="T24" fmla="*/ 51 w 147"/>
              <a:gd name="T25" fmla="*/ 82 h 98"/>
              <a:gd name="T26" fmla="*/ 45 w 147"/>
              <a:gd name="T27" fmla="*/ 89 h 98"/>
              <a:gd name="T28" fmla="*/ 54 w 147"/>
              <a:gd name="T29" fmla="*/ 96 h 98"/>
              <a:gd name="T30" fmla="*/ 59 w 147"/>
              <a:gd name="T31" fmla="*/ 89 h 98"/>
              <a:gd name="T32" fmla="*/ 34 w 147"/>
              <a:gd name="T33" fmla="*/ 90 h 98"/>
              <a:gd name="T34" fmla="*/ 47 w 147"/>
              <a:gd name="T35" fmla="*/ 72 h 98"/>
              <a:gd name="T36" fmla="*/ 36 w 147"/>
              <a:gd name="T37" fmla="*/ 78 h 98"/>
              <a:gd name="T38" fmla="*/ 22 w 147"/>
              <a:gd name="T39" fmla="*/ 72 h 98"/>
              <a:gd name="T40" fmla="*/ 30 w 147"/>
              <a:gd name="T41" fmla="*/ 79 h 98"/>
              <a:gd name="T42" fmla="*/ 37 w 147"/>
              <a:gd name="T43" fmla="*/ 62 h 98"/>
              <a:gd name="T44" fmla="*/ 26 w 147"/>
              <a:gd name="T45" fmla="*/ 68 h 98"/>
              <a:gd name="T46" fmla="*/ 20 w 147"/>
              <a:gd name="T47" fmla="*/ 69 h 98"/>
              <a:gd name="T48" fmla="*/ 19 w 147"/>
              <a:gd name="T49" fmla="*/ 53 h 98"/>
              <a:gd name="T50" fmla="*/ 16 w 147"/>
              <a:gd name="T51" fmla="*/ 57 h 98"/>
              <a:gd name="T52" fmla="*/ 13 w 147"/>
              <a:gd name="T53" fmla="*/ 68 h 98"/>
              <a:gd name="T54" fmla="*/ 111 w 147"/>
              <a:gd name="T55" fmla="*/ 61 h 98"/>
              <a:gd name="T56" fmla="*/ 74 w 147"/>
              <a:gd name="T57" fmla="*/ 23 h 98"/>
              <a:gd name="T58" fmla="*/ 53 w 147"/>
              <a:gd name="T59" fmla="*/ 28 h 98"/>
              <a:gd name="T60" fmla="*/ 48 w 147"/>
              <a:gd name="T61" fmla="*/ 14 h 98"/>
              <a:gd name="T62" fmla="*/ 23 w 147"/>
              <a:gd name="T63" fmla="*/ 47 h 98"/>
              <a:gd name="T64" fmla="*/ 39 w 147"/>
              <a:gd name="T65" fmla="*/ 60 h 98"/>
              <a:gd name="T66" fmla="*/ 53 w 147"/>
              <a:gd name="T67" fmla="*/ 77 h 98"/>
              <a:gd name="T68" fmla="*/ 66 w 147"/>
              <a:gd name="T69" fmla="*/ 90 h 98"/>
              <a:gd name="T70" fmla="*/ 69 w 147"/>
              <a:gd name="T71" fmla="*/ 92 h 98"/>
              <a:gd name="T72" fmla="*/ 74 w 147"/>
              <a:gd name="T73" fmla="*/ 84 h 98"/>
              <a:gd name="T74" fmla="*/ 61 w 147"/>
              <a:gd name="T75" fmla="*/ 70 h 98"/>
              <a:gd name="T76" fmla="*/ 83 w 147"/>
              <a:gd name="T77" fmla="*/ 85 h 98"/>
              <a:gd name="T78" fmla="*/ 86 w 147"/>
              <a:gd name="T79" fmla="*/ 75 h 98"/>
              <a:gd name="T80" fmla="*/ 75 w 147"/>
              <a:gd name="T81" fmla="*/ 66 h 98"/>
              <a:gd name="T82" fmla="*/ 78 w 147"/>
              <a:gd name="T83" fmla="*/ 63 h 98"/>
              <a:gd name="T84" fmla="*/ 101 w 147"/>
              <a:gd name="T85" fmla="*/ 73 h 98"/>
              <a:gd name="T86" fmla="*/ 96 w 147"/>
              <a:gd name="T87" fmla="*/ 62 h 98"/>
              <a:gd name="T88" fmla="*/ 88 w 147"/>
              <a:gd name="T89" fmla="*/ 53 h 98"/>
              <a:gd name="T90" fmla="*/ 111 w 147"/>
              <a:gd name="T91" fmla="*/ 61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47" h="98" extrusionOk="0">
                <a:moveTo>
                  <a:pt x="117" y="10"/>
                </a:moveTo>
                <a:cubicBezTo>
                  <a:pt x="130" y="44"/>
                  <a:pt x="130" y="44"/>
                  <a:pt x="130" y="44"/>
                </a:cubicBezTo>
                <a:cubicBezTo>
                  <a:pt x="113" y="51"/>
                  <a:pt x="113" y="51"/>
                  <a:pt x="113" y="51"/>
                </a:cubicBezTo>
                <a:cubicBezTo>
                  <a:pt x="105" y="43"/>
                  <a:pt x="77" y="19"/>
                  <a:pt x="75" y="19"/>
                </a:cubicBezTo>
                <a:cubicBezTo>
                  <a:pt x="73" y="19"/>
                  <a:pt x="64" y="22"/>
                  <a:pt x="63" y="23"/>
                </a:cubicBezTo>
                <a:cubicBezTo>
                  <a:pt x="63" y="23"/>
                  <a:pt x="58" y="24"/>
                  <a:pt x="53" y="24"/>
                </a:cubicBezTo>
                <a:cubicBezTo>
                  <a:pt x="51" y="24"/>
                  <a:pt x="50" y="24"/>
                  <a:pt x="49" y="23"/>
                </a:cubicBezTo>
                <a:cubicBezTo>
                  <a:pt x="47" y="22"/>
                  <a:pt x="47" y="22"/>
                  <a:pt x="47" y="21"/>
                </a:cubicBezTo>
                <a:cubicBezTo>
                  <a:pt x="47" y="19"/>
                  <a:pt x="49" y="17"/>
                  <a:pt x="50" y="17"/>
                </a:cubicBezTo>
                <a:cubicBezTo>
                  <a:pt x="57" y="13"/>
                  <a:pt x="77" y="5"/>
                  <a:pt x="79" y="5"/>
                </a:cubicBezTo>
                <a:cubicBezTo>
                  <a:pt x="79" y="5"/>
                  <a:pt x="79" y="5"/>
                  <a:pt x="79" y="5"/>
                </a:cubicBezTo>
                <a:cubicBezTo>
                  <a:pt x="84" y="5"/>
                  <a:pt x="113" y="9"/>
                  <a:pt x="117" y="10"/>
                </a:cubicBezTo>
                <a:close/>
                <a:moveTo>
                  <a:pt x="129" y="0"/>
                </a:moveTo>
                <a:cubicBezTo>
                  <a:pt x="128" y="0"/>
                  <a:pt x="128" y="0"/>
                  <a:pt x="128" y="0"/>
                </a:cubicBezTo>
                <a:cubicBezTo>
                  <a:pt x="122" y="3"/>
                  <a:pt x="122" y="3"/>
                  <a:pt x="122" y="3"/>
                </a:cubicBezTo>
                <a:cubicBezTo>
                  <a:pt x="121" y="3"/>
                  <a:pt x="120" y="4"/>
                  <a:pt x="120" y="5"/>
                </a:cubicBezTo>
                <a:cubicBezTo>
                  <a:pt x="119" y="6"/>
                  <a:pt x="119" y="7"/>
                  <a:pt x="120" y="8"/>
                </a:cubicBezTo>
                <a:cubicBezTo>
                  <a:pt x="134" y="43"/>
                  <a:pt x="134" y="43"/>
                  <a:pt x="134" y="43"/>
                </a:cubicBezTo>
                <a:cubicBezTo>
                  <a:pt x="135" y="45"/>
                  <a:pt x="137" y="46"/>
                  <a:pt x="139" y="45"/>
                </a:cubicBezTo>
                <a:cubicBezTo>
                  <a:pt x="144" y="43"/>
                  <a:pt x="144" y="43"/>
                  <a:pt x="144" y="43"/>
                </a:cubicBezTo>
                <a:cubicBezTo>
                  <a:pt x="145" y="43"/>
                  <a:pt x="146" y="42"/>
                  <a:pt x="147" y="41"/>
                </a:cubicBezTo>
                <a:cubicBezTo>
                  <a:pt x="147" y="40"/>
                  <a:pt x="147" y="39"/>
                  <a:pt x="147" y="38"/>
                </a:cubicBezTo>
                <a:cubicBezTo>
                  <a:pt x="132" y="3"/>
                  <a:pt x="132" y="3"/>
                  <a:pt x="132" y="3"/>
                </a:cubicBezTo>
                <a:cubicBezTo>
                  <a:pt x="132" y="1"/>
                  <a:pt x="130" y="0"/>
                  <a:pt x="129" y="0"/>
                </a:cubicBezTo>
                <a:close/>
                <a:moveTo>
                  <a:pt x="0" y="49"/>
                </a:moveTo>
                <a:cubicBezTo>
                  <a:pt x="0" y="50"/>
                  <a:pt x="0" y="51"/>
                  <a:pt x="1" y="52"/>
                </a:cubicBezTo>
                <a:cubicBezTo>
                  <a:pt x="2" y="53"/>
                  <a:pt x="3" y="53"/>
                  <a:pt x="4" y="53"/>
                </a:cubicBezTo>
                <a:cubicBezTo>
                  <a:pt x="10" y="54"/>
                  <a:pt x="10" y="54"/>
                  <a:pt x="10" y="54"/>
                </a:cubicBezTo>
                <a:cubicBezTo>
                  <a:pt x="12" y="54"/>
                  <a:pt x="14" y="52"/>
                  <a:pt x="14" y="50"/>
                </a:cubicBezTo>
                <a:cubicBezTo>
                  <a:pt x="17" y="10"/>
                  <a:pt x="17" y="10"/>
                  <a:pt x="17" y="10"/>
                </a:cubicBezTo>
                <a:cubicBezTo>
                  <a:pt x="17" y="9"/>
                  <a:pt x="17" y="8"/>
                  <a:pt x="16" y="7"/>
                </a:cubicBezTo>
                <a:cubicBezTo>
                  <a:pt x="15" y="7"/>
                  <a:pt x="14" y="6"/>
                  <a:pt x="13" y="6"/>
                </a:cubicBezTo>
                <a:cubicBezTo>
                  <a:pt x="7" y="6"/>
                  <a:pt x="7" y="6"/>
                  <a:pt x="7" y="6"/>
                </a:cubicBezTo>
                <a:cubicBezTo>
                  <a:pt x="7" y="6"/>
                  <a:pt x="7" y="6"/>
                  <a:pt x="7" y="6"/>
                </a:cubicBezTo>
                <a:cubicBezTo>
                  <a:pt x="5" y="6"/>
                  <a:pt x="3" y="7"/>
                  <a:pt x="3" y="9"/>
                </a:cubicBezTo>
                <a:lnTo>
                  <a:pt x="0" y="49"/>
                </a:lnTo>
                <a:close/>
                <a:moveTo>
                  <a:pt x="60" y="85"/>
                </a:moveTo>
                <a:cubicBezTo>
                  <a:pt x="60" y="84"/>
                  <a:pt x="59" y="82"/>
                  <a:pt x="58" y="81"/>
                </a:cubicBezTo>
                <a:cubicBezTo>
                  <a:pt x="56" y="79"/>
                  <a:pt x="53" y="80"/>
                  <a:pt x="51" y="82"/>
                </a:cubicBezTo>
                <a:cubicBezTo>
                  <a:pt x="48" y="86"/>
                  <a:pt x="48" y="86"/>
                  <a:pt x="48" y="86"/>
                </a:cubicBezTo>
                <a:cubicBezTo>
                  <a:pt x="48" y="86"/>
                  <a:pt x="48" y="86"/>
                  <a:pt x="48" y="86"/>
                </a:cubicBezTo>
                <a:cubicBezTo>
                  <a:pt x="45" y="89"/>
                  <a:pt x="45" y="89"/>
                  <a:pt x="45" y="89"/>
                </a:cubicBezTo>
                <a:cubicBezTo>
                  <a:pt x="42" y="93"/>
                  <a:pt x="45" y="96"/>
                  <a:pt x="46" y="97"/>
                </a:cubicBezTo>
                <a:cubicBezTo>
                  <a:pt x="47" y="98"/>
                  <a:pt x="48" y="98"/>
                  <a:pt x="49" y="98"/>
                </a:cubicBezTo>
                <a:cubicBezTo>
                  <a:pt x="51" y="98"/>
                  <a:pt x="52" y="97"/>
                  <a:pt x="54" y="96"/>
                </a:cubicBezTo>
                <a:cubicBezTo>
                  <a:pt x="58" y="91"/>
                  <a:pt x="58" y="91"/>
                  <a:pt x="58" y="91"/>
                </a:cubicBezTo>
                <a:cubicBezTo>
                  <a:pt x="58" y="91"/>
                  <a:pt x="58" y="91"/>
                  <a:pt x="58" y="91"/>
                </a:cubicBezTo>
                <a:cubicBezTo>
                  <a:pt x="59" y="89"/>
                  <a:pt x="59" y="89"/>
                  <a:pt x="59" y="89"/>
                </a:cubicBezTo>
                <a:cubicBezTo>
                  <a:pt x="60" y="88"/>
                  <a:pt x="61" y="86"/>
                  <a:pt x="60" y="85"/>
                </a:cubicBezTo>
                <a:close/>
                <a:moveTo>
                  <a:pt x="32" y="83"/>
                </a:moveTo>
                <a:cubicBezTo>
                  <a:pt x="30" y="85"/>
                  <a:pt x="30" y="87"/>
                  <a:pt x="34" y="90"/>
                </a:cubicBezTo>
                <a:cubicBezTo>
                  <a:pt x="36" y="92"/>
                  <a:pt x="39" y="91"/>
                  <a:pt x="41" y="89"/>
                </a:cubicBezTo>
                <a:cubicBezTo>
                  <a:pt x="48" y="80"/>
                  <a:pt x="48" y="80"/>
                  <a:pt x="48" y="80"/>
                </a:cubicBezTo>
                <a:cubicBezTo>
                  <a:pt x="51" y="76"/>
                  <a:pt x="48" y="73"/>
                  <a:pt x="47" y="72"/>
                </a:cubicBezTo>
                <a:cubicBezTo>
                  <a:pt x="44" y="70"/>
                  <a:pt x="42" y="71"/>
                  <a:pt x="40" y="74"/>
                </a:cubicBezTo>
                <a:cubicBezTo>
                  <a:pt x="36" y="78"/>
                  <a:pt x="36" y="78"/>
                  <a:pt x="36" y="78"/>
                </a:cubicBezTo>
                <a:cubicBezTo>
                  <a:pt x="36" y="78"/>
                  <a:pt x="36" y="78"/>
                  <a:pt x="36" y="78"/>
                </a:cubicBezTo>
                <a:cubicBezTo>
                  <a:pt x="35" y="79"/>
                  <a:pt x="35" y="79"/>
                  <a:pt x="35" y="79"/>
                </a:cubicBezTo>
                <a:lnTo>
                  <a:pt x="32" y="83"/>
                </a:lnTo>
                <a:close/>
                <a:moveTo>
                  <a:pt x="22" y="72"/>
                </a:moveTo>
                <a:cubicBezTo>
                  <a:pt x="21" y="74"/>
                  <a:pt x="20" y="75"/>
                  <a:pt x="20" y="77"/>
                </a:cubicBezTo>
                <a:cubicBezTo>
                  <a:pt x="21" y="78"/>
                  <a:pt x="21" y="79"/>
                  <a:pt x="23" y="80"/>
                </a:cubicBezTo>
                <a:cubicBezTo>
                  <a:pt x="25" y="82"/>
                  <a:pt x="28" y="82"/>
                  <a:pt x="30" y="79"/>
                </a:cubicBezTo>
                <a:cubicBezTo>
                  <a:pt x="38" y="70"/>
                  <a:pt x="38" y="70"/>
                  <a:pt x="38" y="70"/>
                </a:cubicBezTo>
                <a:cubicBezTo>
                  <a:pt x="39" y="69"/>
                  <a:pt x="39" y="67"/>
                  <a:pt x="39" y="66"/>
                </a:cubicBezTo>
                <a:cubicBezTo>
                  <a:pt x="39" y="65"/>
                  <a:pt x="38" y="63"/>
                  <a:pt x="37" y="62"/>
                </a:cubicBezTo>
                <a:cubicBezTo>
                  <a:pt x="34" y="60"/>
                  <a:pt x="32" y="61"/>
                  <a:pt x="29" y="63"/>
                </a:cubicBezTo>
                <a:cubicBezTo>
                  <a:pt x="26" y="68"/>
                  <a:pt x="26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8"/>
                  <a:pt x="25" y="68"/>
                  <a:pt x="25" y="68"/>
                </a:cubicBezTo>
                <a:lnTo>
                  <a:pt x="22" y="72"/>
                </a:lnTo>
                <a:close/>
                <a:moveTo>
                  <a:pt x="20" y="69"/>
                </a:moveTo>
                <a:cubicBezTo>
                  <a:pt x="28" y="60"/>
                  <a:pt x="28" y="60"/>
                  <a:pt x="28" y="60"/>
                </a:cubicBezTo>
                <a:cubicBezTo>
                  <a:pt x="31" y="56"/>
                  <a:pt x="28" y="53"/>
                  <a:pt x="27" y="52"/>
                </a:cubicBezTo>
                <a:cubicBezTo>
                  <a:pt x="24" y="50"/>
                  <a:pt x="22" y="50"/>
                  <a:pt x="19" y="53"/>
                </a:cubicBezTo>
                <a:cubicBezTo>
                  <a:pt x="17" y="56"/>
                  <a:pt x="17" y="56"/>
                  <a:pt x="17" y="56"/>
                </a:cubicBezTo>
                <a:cubicBezTo>
                  <a:pt x="17" y="56"/>
                  <a:pt x="17" y="56"/>
                  <a:pt x="17" y="56"/>
                </a:cubicBezTo>
                <a:cubicBezTo>
                  <a:pt x="16" y="57"/>
                  <a:pt x="16" y="57"/>
                  <a:pt x="16" y="57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7"/>
                  <a:pt x="12" y="68"/>
                  <a:pt x="13" y="68"/>
                </a:cubicBezTo>
                <a:cubicBezTo>
                  <a:pt x="14" y="69"/>
                  <a:pt x="16" y="70"/>
                  <a:pt x="17" y="70"/>
                </a:cubicBezTo>
                <a:cubicBezTo>
                  <a:pt x="18" y="70"/>
                  <a:pt x="19" y="70"/>
                  <a:pt x="20" y="69"/>
                </a:cubicBezTo>
                <a:close/>
                <a:moveTo>
                  <a:pt x="111" y="61"/>
                </a:moveTo>
                <a:cubicBezTo>
                  <a:pt x="113" y="59"/>
                  <a:pt x="114" y="56"/>
                  <a:pt x="111" y="53"/>
                </a:cubicBezTo>
                <a:cubicBezTo>
                  <a:pt x="108" y="51"/>
                  <a:pt x="108" y="51"/>
                  <a:pt x="108" y="51"/>
                </a:cubicBezTo>
                <a:cubicBezTo>
                  <a:pt x="94" y="39"/>
                  <a:pt x="78" y="25"/>
                  <a:pt x="74" y="23"/>
                </a:cubicBezTo>
                <a:cubicBezTo>
                  <a:pt x="72" y="23"/>
                  <a:pt x="68" y="25"/>
                  <a:pt x="64" y="26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26"/>
                  <a:pt x="58" y="28"/>
                  <a:pt x="53" y="28"/>
                </a:cubicBezTo>
                <a:cubicBezTo>
                  <a:pt x="50" y="28"/>
                  <a:pt x="48" y="27"/>
                  <a:pt x="47" y="26"/>
                </a:cubicBezTo>
                <a:cubicBezTo>
                  <a:pt x="44" y="24"/>
                  <a:pt x="43" y="22"/>
                  <a:pt x="43" y="21"/>
                </a:cubicBezTo>
                <a:cubicBezTo>
                  <a:pt x="43" y="17"/>
                  <a:pt x="46" y="15"/>
                  <a:pt x="48" y="14"/>
                </a:cubicBezTo>
                <a:cubicBezTo>
                  <a:pt x="20" y="10"/>
                  <a:pt x="20" y="10"/>
                  <a:pt x="20" y="10"/>
                </a:cubicBezTo>
                <a:cubicBezTo>
                  <a:pt x="17" y="50"/>
                  <a:pt x="17" y="50"/>
                  <a:pt x="17" y="50"/>
                </a:cubicBezTo>
                <a:cubicBezTo>
                  <a:pt x="20" y="48"/>
                  <a:pt x="22" y="47"/>
                  <a:pt x="23" y="47"/>
                </a:cubicBezTo>
                <a:cubicBezTo>
                  <a:pt x="25" y="47"/>
                  <a:pt x="27" y="48"/>
                  <a:pt x="29" y="50"/>
                </a:cubicBezTo>
                <a:cubicBezTo>
                  <a:pt x="32" y="52"/>
                  <a:pt x="33" y="55"/>
                  <a:pt x="32" y="58"/>
                </a:cubicBezTo>
                <a:cubicBezTo>
                  <a:pt x="35" y="57"/>
                  <a:pt x="37" y="58"/>
                  <a:pt x="39" y="60"/>
                </a:cubicBezTo>
                <a:cubicBezTo>
                  <a:pt x="42" y="62"/>
                  <a:pt x="43" y="65"/>
                  <a:pt x="43" y="68"/>
                </a:cubicBezTo>
                <a:cubicBezTo>
                  <a:pt x="45" y="67"/>
                  <a:pt x="47" y="68"/>
                  <a:pt x="49" y="70"/>
                </a:cubicBezTo>
                <a:cubicBezTo>
                  <a:pt x="51" y="72"/>
                  <a:pt x="53" y="74"/>
                  <a:pt x="53" y="77"/>
                </a:cubicBezTo>
                <a:cubicBezTo>
                  <a:pt x="55" y="76"/>
                  <a:pt x="58" y="77"/>
                  <a:pt x="60" y="79"/>
                </a:cubicBezTo>
                <a:cubicBezTo>
                  <a:pt x="64" y="81"/>
                  <a:pt x="65" y="85"/>
                  <a:pt x="63" y="88"/>
                </a:cubicBezTo>
                <a:cubicBezTo>
                  <a:pt x="66" y="90"/>
                  <a:pt x="66" y="90"/>
                  <a:pt x="66" y="90"/>
                </a:cubicBezTo>
                <a:cubicBezTo>
                  <a:pt x="66" y="91"/>
                  <a:pt x="66" y="91"/>
                  <a:pt x="66" y="91"/>
                </a:cubicBezTo>
                <a:cubicBezTo>
                  <a:pt x="66" y="91"/>
                  <a:pt x="66" y="91"/>
                  <a:pt x="66" y="91"/>
                </a:cubicBezTo>
                <a:cubicBezTo>
                  <a:pt x="67" y="92"/>
                  <a:pt x="68" y="92"/>
                  <a:pt x="69" y="92"/>
                </a:cubicBezTo>
                <a:cubicBezTo>
                  <a:pt x="71" y="92"/>
                  <a:pt x="72" y="91"/>
                  <a:pt x="73" y="90"/>
                </a:cubicBezTo>
                <a:cubicBezTo>
                  <a:pt x="75" y="88"/>
                  <a:pt x="76" y="86"/>
                  <a:pt x="74" y="84"/>
                </a:cubicBezTo>
                <a:cubicBezTo>
                  <a:pt x="74" y="84"/>
                  <a:pt x="74" y="84"/>
                  <a:pt x="74" y="84"/>
                </a:cubicBezTo>
                <a:cubicBezTo>
                  <a:pt x="61" y="73"/>
                  <a:pt x="61" y="73"/>
                  <a:pt x="61" y="73"/>
                </a:cubicBezTo>
                <a:cubicBezTo>
                  <a:pt x="61" y="73"/>
                  <a:pt x="61" y="72"/>
                  <a:pt x="60" y="72"/>
                </a:cubicBezTo>
                <a:cubicBezTo>
                  <a:pt x="60" y="71"/>
                  <a:pt x="61" y="71"/>
                  <a:pt x="61" y="70"/>
                </a:cubicBezTo>
                <a:cubicBezTo>
                  <a:pt x="62" y="70"/>
                  <a:pt x="63" y="70"/>
                  <a:pt x="64" y="70"/>
                </a:cubicBezTo>
                <a:cubicBezTo>
                  <a:pt x="80" y="84"/>
                  <a:pt x="80" y="84"/>
                  <a:pt x="80" y="84"/>
                </a:cubicBezTo>
                <a:cubicBezTo>
                  <a:pt x="81" y="84"/>
                  <a:pt x="82" y="85"/>
                  <a:pt x="83" y="85"/>
                </a:cubicBezTo>
                <a:cubicBezTo>
                  <a:pt x="84" y="85"/>
                  <a:pt x="86" y="84"/>
                  <a:pt x="87" y="82"/>
                </a:cubicBezTo>
                <a:cubicBezTo>
                  <a:pt x="88" y="81"/>
                  <a:pt x="89" y="80"/>
                  <a:pt x="89" y="79"/>
                </a:cubicBezTo>
                <a:cubicBezTo>
                  <a:pt x="88" y="77"/>
                  <a:pt x="88" y="76"/>
                  <a:pt x="86" y="75"/>
                </a:cubicBezTo>
                <a:cubicBezTo>
                  <a:pt x="84" y="73"/>
                  <a:pt x="84" y="73"/>
                  <a:pt x="84" y="73"/>
                </a:cubicBezTo>
                <a:cubicBezTo>
                  <a:pt x="84" y="73"/>
                  <a:pt x="84" y="73"/>
                  <a:pt x="84" y="73"/>
                </a:cubicBezTo>
                <a:cubicBezTo>
                  <a:pt x="75" y="66"/>
                  <a:pt x="75" y="66"/>
                  <a:pt x="75" y="66"/>
                </a:cubicBezTo>
                <a:cubicBezTo>
                  <a:pt x="75" y="65"/>
                  <a:pt x="75" y="65"/>
                  <a:pt x="74" y="64"/>
                </a:cubicBezTo>
                <a:cubicBezTo>
                  <a:pt x="74" y="64"/>
                  <a:pt x="75" y="63"/>
                  <a:pt x="75" y="63"/>
                </a:cubicBezTo>
                <a:cubicBezTo>
                  <a:pt x="76" y="62"/>
                  <a:pt x="77" y="62"/>
                  <a:pt x="78" y="63"/>
                </a:cubicBezTo>
                <a:cubicBezTo>
                  <a:pt x="93" y="75"/>
                  <a:pt x="93" y="75"/>
                  <a:pt x="93" y="75"/>
                </a:cubicBezTo>
                <a:cubicBezTo>
                  <a:pt x="94" y="75"/>
                  <a:pt x="95" y="76"/>
                  <a:pt x="96" y="76"/>
                </a:cubicBezTo>
                <a:cubicBezTo>
                  <a:pt x="98" y="76"/>
                  <a:pt x="100" y="75"/>
                  <a:pt x="101" y="73"/>
                </a:cubicBezTo>
                <a:cubicBezTo>
                  <a:pt x="102" y="72"/>
                  <a:pt x="103" y="71"/>
                  <a:pt x="102" y="69"/>
                </a:cubicBezTo>
                <a:cubicBezTo>
                  <a:pt x="102" y="68"/>
                  <a:pt x="102" y="67"/>
                  <a:pt x="100" y="65"/>
                </a:cubicBezTo>
                <a:cubicBezTo>
                  <a:pt x="96" y="62"/>
                  <a:pt x="96" y="62"/>
                  <a:pt x="96" y="62"/>
                </a:cubicBezTo>
                <a:cubicBezTo>
                  <a:pt x="96" y="62"/>
                  <a:pt x="96" y="62"/>
                  <a:pt x="96" y="62"/>
                </a:cubicBezTo>
                <a:cubicBezTo>
                  <a:pt x="88" y="56"/>
                  <a:pt x="88" y="56"/>
                  <a:pt x="88" y="56"/>
                </a:cubicBezTo>
                <a:cubicBezTo>
                  <a:pt x="87" y="55"/>
                  <a:pt x="87" y="54"/>
                  <a:pt x="88" y="53"/>
                </a:cubicBezTo>
                <a:cubicBezTo>
                  <a:pt x="88" y="52"/>
                  <a:pt x="90" y="52"/>
                  <a:pt x="90" y="52"/>
                </a:cubicBezTo>
                <a:cubicBezTo>
                  <a:pt x="103" y="63"/>
                  <a:pt x="103" y="63"/>
                  <a:pt x="103" y="63"/>
                </a:cubicBezTo>
                <a:cubicBezTo>
                  <a:pt x="106" y="65"/>
                  <a:pt x="109" y="64"/>
                  <a:pt x="111" y="6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77" name="Google Shape;981;p32"/>
          <p:cNvSpPr>
            <a:spLocks/>
          </p:cNvSpPr>
          <p:nvPr/>
        </p:nvSpPr>
        <p:spPr bwMode="auto">
          <a:xfrm>
            <a:off x="6391275" y="1895475"/>
            <a:ext cx="523875" cy="436563"/>
          </a:xfrm>
          <a:custGeom>
            <a:avLst/>
            <a:gdLst>
              <a:gd name="T0" fmla="*/ 17 w 127"/>
              <a:gd name="T1" fmla="*/ 86 h 106"/>
              <a:gd name="T2" fmla="*/ 17 w 127"/>
              <a:gd name="T3" fmla="*/ 58 h 106"/>
              <a:gd name="T4" fmla="*/ 21 w 127"/>
              <a:gd name="T5" fmla="*/ 54 h 106"/>
              <a:gd name="T6" fmla="*/ 28 w 127"/>
              <a:gd name="T7" fmla="*/ 54 h 106"/>
              <a:gd name="T8" fmla="*/ 33 w 127"/>
              <a:gd name="T9" fmla="*/ 58 h 106"/>
              <a:gd name="T10" fmla="*/ 33 w 127"/>
              <a:gd name="T11" fmla="*/ 86 h 106"/>
              <a:gd name="T12" fmla="*/ 28 w 127"/>
              <a:gd name="T13" fmla="*/ 91 h 106"/>
              <a:gd name="T14" fmla="*/ 21 w 127"/>
              <a:gd name="T15" fmla="*/ 91 h 106"/>
              <a:gd name="T16" fmla="*/ 17 w 127"/>
              <a:gd name="T17" fmla="*/ 86 h 106"/>
              <a:gd name="T18" fmla="*/ 47 w 127"/>
              <a:gd name="T19" fmla="*/ 43 h 106"/>
              <a:gd name="T20" fmla="*/ 43 w 127"/>
              <a:gd name="T21" fmla="*/ 48 h 106"/>
              <a:gd name="T22" fmla="*/ 43 w 127"/>
              <a:gd name="T23" fmla="*/ 86 h 106"/>
              <a:gd name="T24" fmla="*/ 47 w 127"/>
              <a:gd name="T25" fmla="*/ 91 h 106"/>
              <a:gd name="T26" fmla="*/ 54 w 127"/>
              <a:gd name="T27" fmla="*/ 91 h 106"/>
              <a:gd name="T28" fmla="*/ 58 w 127"/>
              <a:gd name="T29" fmla="*/ 86 h 106"/>
              <a:gd name="T30" fmla="*/ 58 w 127"/>
              <a:gd name="T31" fmla="*/ 48 h 106"/>
              <a:gd name="T32" fmla="*/ 54 w 127"/>
              <a:gd name="T33" fmla="*/ 43 h 106"/>
              <a:gd name="T34" fmla="*/ 47 w 127"/>
              <a:gd name="T35" fmla="*/ 43 h 106"/>
              <a:gd name="T36" fmla="*/ 72 w 127"/>
              <a:gd name="T37" fmla="*/ 35 h 106"/>
              <a:gd name="T38" fmla="*/ 68 w 127"/>
              <a:gd name="T39" fmla="*/ 39 h 106"/>
              <a:gd name="T40" fmla="*/ 68 w 127"/>
              <a:gd name="T41" fmla="*/ 86 h 106"/>
              <a:gd name="T42" fmla="*/ 72 w 127"/>
              <a:gd name="T43" fmla="*/ 91 h 106"/>
              <a:gd name="T44" fmla="*/ 79 w 127"/>
              <a:gd name="T45" fmla="*/ 91 h 106"/>
              <a:gd name="T46" fmla="*/ 83 w 127"/>
              <a:gd name="T47" fmla="*/ 86 h 106"/>
              <a:gd name="T48" fmla="*/ 83 w 127"/>
              <a:gd name="T49" fmla="*/ 39 h 106"/>
              <a:gd name="T50" fmla="*/ 79 w 127"/>
              <a:gd name="T51" fmla="*/ 35 h 106"/>
              <a:gd name="T52" fmla="*/ 72 w 127"/>
              <a:gd name="T53" fmla="*/ 35 h 106"/>
              <a:gd name="T54" fmla="*/ 98 w 127"/>
              <a:gd name="T55" fmla="*/ 26 h 106"/>
              <a:gd name="T56" fmla="*/ 93 w 127"/>
              <a:gd name="T57" fmla="*/ 30 h 106"/>
              <a:gd name="T58" fmla="*/ 93 w 127"/>
              <a:gd name="T59" fmla="*/ 86 h 106"/>
              <a:gd name="T60" fmla="*/ 98 w 127"/>
              <a:gd name="T61" fmla="*/ 91 h 106"/>
              <a:gd name="T62" fmla="*/ 105 w 127"/>
              <a:gd name="T63" fmla="*/ 91 h 106"/>
              <a:gd name="T64" fmla="*/ 109 w 127"/>
              <a:gd name="T65" fmla="*/ 86 h 106"/>
              <a:gd name="T66" fmla="*/ 109 w 127"/>
              <a:gd name="T67" fmla="*/ 30 h 106"/>
              <a:gd name="T68" fmla="*/ 105 w 127"/>
              <a:gd name="T69" fmla="*/ 26 h 106"/>
              <a:gd name="T70" fmla="*/ 98 w 127"/>
              <a:gd name="T71" fmla="*/ 26 h 106"/>
              <a:gd name="T72" fmla="*/ 19 w 127"/>
              <a:gd name="T73" fmla="*/ 42 h 106"/>
              <a:gd name="T74" fmla="*/ 95 w 127"/>
              <a:gd name="T75" fmla="*/ 14 h 106"/>
              <a:gd name="T76" fmla="*/ 97 w 127"/>
              <a:gd name="T77" fmla="*/ 18 h 106"/>
              <a:gd name="T78" fmla="*/ 105 w 127"/>
              <a:gd name="T79" fmla="*/ 5 h 106"/>
              <a:gd name="T80" fmla="*/ 90 w 127"/>
              <a:gd name="T81" fmla="*/ 5 h 106"/>
              <a:gd name="T82" fmla="*/ 92 w 127"/>
              <a:gd name="T83" fmla="*/ 9 h 106"/>
              <a:gd name="T84" fmla="*/ 18 w 127"/>
              <a:gd name="T85" fmla="*/ 37 h 106"/>
              <a:gd name="T86" fmla="*/ 19 w 127"/>
              <a:gd name="T87" fmla="*/ 42 h 106"/>
              <a:gd name="T88" fmla="*/ 127 w 127"/>
              <a:gd name="T89" fmla="*/ 99 h 106"/>
              <a:gd name="T90" fmla="*/ 114 w 127"/>
              <a:gd name="T91" fmla="*/ 91 h 106"/>
              <a:gd name="T92" fmla="*/ 114 w 127"/>
              <a:gd name="T93" fmla="*/ 96 h 106"/>
              <a:gd name="T94" fmla="*/ 11 w 127"/>
              <a:gd name="T95" fmla="*/ 96 h 106"/>
              <a:gd name="T96" fmla="*/ 11 w 127"/>
              <a:gd name="T97" fmla="*/ 13 h 106"/>
              <a:gd name="T98" fmla="*/ 15 w 127"/>
              <a:gd name="T99" fmla="*/ 13 h 106"/>
              <a:gd name="T100" fmla="*/ 8 w 127"/>
              <a:gd name="T101" fmla="*/ 0 h 106"/>
              <a:gd name="T102" fmla="*/ 0 w 127"/>
              <a:gd name="T103" fmla="*/ 13 h 106"/>
              <a:gd name="T104" fmla="*/ 5 w 127"/>
              <a:gd name="T105" fmla="*/ 13 h 106"/>
              <a:gd name="T106" fmla="*/ 5 w 127"/>
              <a:gd name="T107" fmla="*/ 96 h 106"/>
              <a:gd name="T108" fmla="*/ 5 w 127"/>
              <a:gd name="T109" fmla="*/ 99 h 106"/>
              <a:gd name="T110" fmla="*/ 5 w 127"/>
              <a:gd name="T111" fmla="*/ 101 h 106"/>
              <a:gd name="T112" fmla="*/ 114 w 127"/>
              <a:gd name="T113" fmla="*/ 101 h 106"/>
              <a:gd name="T114" fmla="*/ 114 w 127"/>
              <a:gd name="T115" fmla="*/ 106 h 106"/>
              <a:gd name="T116" fmla="*/ 127 w 127"/>
              <a:gd name="T117" fmla="*/ 99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7" h="106" extrusionOk="0">
                <a:moveTo>
                  <a:pt x="17" y="86"/>
                </a:moveTo>
                <a:cubicBezTo>
                  <a:pt x="17" y="58"/>
                  <a:pt x="17" y="58"/>
                  <a:pt x="17" y="58"/>
                </a:cubicBezTo>
                <a:cubicBezTo>
                  <a:pt x="17" y="55"/>
                  <a:pt x="19" y="54"/>
                  <a:pt x="21" y="54"/>
                </a:cubicBezTo>
                <a:cubicBezTo>
                  <a:pt x="28" y="54"/>
                  <a:pt x="28" y="54"/>
                  <a:pt x="28" y="54"/>
                </a:cubicBezTo>
                <a:cubicBezTo>
                  <a:pt x="31" y="54"/>
                  <a:pt x="33" y="55"/>
                  <a:pt x="33" y="58"/>
                </a:cubicBezTo>
                <a:cubicBezTo>
                  <a:pt x="33" y="86"/>
                  <a:pt x="33" y="86"/>
                  <a:pt x="33" y="86"/>
                </a:cubicBezTo>
                <a:cubicBezTo>
                  <a:pt x="33" y="89"/>
                  <a:pt x="31" y="91"/>
                  <a:pt x="28" y="91"/>
                </a:cubicBezTo>
                <a:cubicBezTo>
                  <a:pt x="21" y="91"/>
                  <a:pt x="21" y="91"/>
                  <a:pt x="21" y="91"/>
                </a:cubicBezTo>
                <a:cubicBezTo>
                  <a:pt x="19" y="91"/>
                  <a:pt x="17" y="89"/>
                  <a:pt x="17" y="86"/>
                </a:cubicBezTo>
                <a:close/>
                <a:moveTo>
                  <a:pt x="47" y="43"/>
                </a:moveTo>
                <a:cubicBezTo>
                  <a:pt x="45" y="43"/>
                  <a:pt x="43" y="45"/>
                  <a:pt x="43" y="48"/>
                </a:cubicBezTo>
                <a:cubicBezTo>
                  <a:pt x="43" y="86"/>
                  <a:pt x="43" y="86"/>
                  <a:pt x="43" y="86"/>
                </a:cubicBezTo>
                <a:cubicBezTo>
                  <a:pt x="43" y="89"/>
                  <a:pt x="45" y="91"/>
                  <a:pt x="47" y="91"/>
                </a:cubicBezTo>
                <a:cubicBezTo>
                  <a:pt x="54" y="91"/>
                  <a:pt x="54" y="91"/>
                  <a:pt x="54" y="91"/>
                </a:cubicBezTo>
                <a:cubicBezTo>
                  <a:pt x="56" y="91"/>
                  <a:pt x="58" y="89"/>
                  <a:pt x="58" y="86"/>
                </a:cubicBezTo>
                <a:cubicBezTo>
                  <a:pt x="58" y="48"/>
                  <a:pt x="58" y="48"/>
                  <a:pt x="58" y="48"/>
                </a:cubicBezTo>
                <a:cubicBezTo>
                  <a:pt x="58" y="45"/>
                  <a:pt x="56" y="43"/>
                  <a:pt x="54" y="43"/>
                </a:cubicBezTo>
                <a:lnTo>
                  <a:pt x="47" y="43"/>
                </a:lnTo>
                <a:close/>
                <a:moveTo>
                  <a:pt x="72" y="35"/>
                </a:moveTo>
                <a:cubicBezTo>
                  <a:pt x="70" y="35"/>
                  <a:pt x="68" y="37"/>
                  <a:pt x="68" y="39"/>
                </a:cubicBezTo>
                <a:cubicBezTo>
                  <a:pt x="68" y="86"/>
                  <a:pt x="68" y="86"/>
                  <a:pt x="68" y="86"/>
                </a:cubicBezTo>
                <a:cubicBezTo>
                  <a:pt x="68" y="89"/>
                  <a:pt x="70" y="91"/>
                  <a:pt x="72" y="91"/>
                </a:cubicBezTo>
                <a:cubicBezTo>
                  <a:pt x="79" y="91"/>
                  <a:pt x="79" y="91"/>
                  <a:pt x="79" y="91"/>
                </a:cubicBezTo>
                <a:cubicBezTo>
                  <a:pt x="81" y="91"/>
                  <a:pt x="83" y="89"/>
                  <a:pt x="83" y="86"/>
                </a:cubicBezTo>
                <a:cubicBezTo>
                  <a:pt x="83" y="39"/>
                  <a:pt x="83" y="39"/>
                  <a:pt x="83" y="39"/>
                </a:cubicBezTo>
                <a:cubicBezTo>
                  <a:pt x="83" y="37"/>
                  <a:pt x="81" y="35"/>
                  <a:pt x="79" y="35"/>
                </a:cubicBezTo>
                <a:lnTo>
                  <a:pt x="72" y="35"/>
                </a:lnTo>
                <a:close/>
                <a:moveTo>
                  <a:pt x="98" y="26"/>
                </a:moveTo>
                <a:cubicBezTo>
                  <a:pt x="95" y="26"/>
                  <a:pt x="93" y="28"/>
                  <a:pt x="93" y="30"/>
                </a:cubicBezTo>
                <a:cubicBezTo>
                  <a:pt x="93" y="86"/>
                  <a:pt x="93" y="86"/>
                  <a:pt x="93" y="86"/>
                </a:cubicBezTo>
                <a:cubicBezTo>
                  <a:pt x="93" y="89"/>
                  <a:pt x="95" y="91"/>
                  <a:pt x="98" y="91"/>
                </a:cubicBezTo>
                <a:cubicBezTo>
                  <a:pt x="105" y="91"/>
                  <a:pt x="105" y="91"/>
                  <a:pt x="105" y="91"/>
                </a:cubicBezTo>
                <a:cubicBezTo>
                  <a:pt x="107" y="91"/>
                  <a:pt x="109" y="89"/>
                  <a:pt x="109" y="86"/>
                </a:cubicBezTo>
                <a:cubicBezTo>
                  <a:pt x="109" y="30"/>
                  <a:pt x="109" y="30"/>
                  <a:pt x="109" y="30"/>
                </a:cubicBezTo>
                <a:cubicBezTo>
                  <a:pt x="109" y="28"/>
                  <a:pt x="107" y="26"/>
                  <a:pt x="105" y="26"/>
                </a:cubicBezTo>
                <a:lnTo>
                  <a:pt x="98" y="26"/>
                </a:lnTo>
                <a:close/>
                <a:moveTo>
                  <a:pt x="19" y="42"/>
                </a:moveTo>
                <a:cubicBezTo>
                  <a:pt x="46" y="38"/>
                  <a:pt x="72" y="28"/>
                  <a:pt x="95" y="14"/>
                </a:cubicBezTo>
                <a:cubicBezTo>
                  <a:pt x="97" y="18"/>
                  <a:pt x="97" y="18"/>
                  <a:pt x="97" y="18"/>
                </a:cubicBezTo>
                <a:cubicBezTo>
                  <a:pt x="105" y="5"/>
                  <a:pt x="105" y="5"/>
                  <a:pt x="105" y="5"/>
                </a:cubicBezTo>
                <a:cubicBezTo>
                  <a:pt x="90" y="5"/>
                  <a:pt x="90" y="5"/>
                  <a:pt x="90" y="5"/>
                </a:cubicBezTo>
                <a:cubicBezTo>
                  <a:pt x="92" y="9"/>
                  <a:pt x="92" y="9"/>
                  <a:pt x="92" y="9"/>
                </a:cubicBezTo>
                <a:cubicBezTo>
                  <a:pt x="70" y="23"/>
                  <a:pt x="45" y="32"/>
                  <a:pt x="18" y="37"/>
                </a:cubicBezTo>
                <a:lnTo>
                  <a:pt x="19" y="42"/>
                </a:lnTo>
                <a:close/>
                <a:moveTo>
                  <a:pt x="127" y="99"/>
                </a:moveTo>
                <a:cubicBezTo>
                  <a:pt x="114" y="91"/>
                  <a:pt x="114" y="91"/>
                  <a:pt x="114" y="91"/>
                </a:cubicBezTo>
                <a:cubicBezTo>
                  <a:pt x="114" y="96"/>
                  <a:pt x="114" y="96"/>
                  <a:pt x="114" y="96"/>
                </a:cubicBezTo>
                <a:cubicBezTo>
                  <a:pt x="11" y="96"/>
                  <a:pt x="11" y="96"/>
                  <a:pt x="11" y="96"/>
                </a:cubicBezTo>
                <a:cubicBezTo>
                  <a:pt x="11" y="13"/>
                  <a:pt x="11" y="13"/>
                  <a:pt x="11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8" y="0"/>
                  <a:pt x="8" y="0"/>
                  <a:pt x="8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96"/>
                  <a:pt x="5" y="96"/>
                  <a:pt x="5" y="96"/>
                </a:cubicBezTo>
                <a:cubicBezTo>
                  <a:pt x="5" y="99"/>
                  <a:pt x="5" y="99"/>
                  <a:pt x="5" y="99"/>
                </a:cubicBezTo>
                <a:cubicBezTo>
                  <a:pt x="5" y="101"/>
                  <a:pt x="5" y="101"/>
                  <a:pt x="5" y="101"/>
                </a:cubicBezTo>
                <a:cubicBezTo>
                  <a:pt x="114" y="101"/>
                  <a:pt x="114" y="101"/>
                  <a:pt x="114" y="101"/>
                </a:cubicBezTo>
                <a:cubicBezTo>
                  <a:pt x="114" y="106"/>
                  <a:pt x="114" y="106"/>
                  <a:pt x="114" y="106"/>
                </a:cubicBezTo>
                <a:lnTo>
                  <a:pt x="127" y="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78" name="Google Shape;982;p32"/>
          <p:cNvSpPr>
            <a:spLocks/>
          </p:cNvSpPr>
          <p:nvPr/>
        </p:nvSpPr>
        <p:spPr bwMode="auto">
          <a:xfrm>
            <a:off x="4421188" y="3792538"/>
            <a:ext cx="701675" cy="368300"/>
          </a:xfrm>
          <a:custGeom>
            <a:avLst/>
            <a:gdLst>
              <a:gd name="T0" fmla="*/ 123 w 170"/>
              <a:gd name="T1" fmla="*/ 83 h 89"/>
              <a:gd name="T2" fmla="*/ 115 w 170"/>
              <a:gd name="T3" fmla="*/ 86 h 89"/>
              <a:gd name="T4" fmla="*/ 87 w 170"/>
              <a:gd name="T5" fmla="*/ 89 h 89"/>
              <a:gd name="T6" fmla="*/ 59 w 170"/>
              <a:gd name="T7" fmla="*/ 86 h 89"/>
              <a:gd name="T8" fmla="*/ 51 w 170"/>
              <a:gd name="T9" fmla="*/ 83 h 89"/>
              <a:gd name="T10" fmla="*/ 48 w 170"/>
              <a:gd name="T11" fmla="*/ 70 h 89"/>
              <a:gd name="T12" fmla="*/ 64 w 170"/>
              <a:gd name="T13" fmla="*/ 59 h 89"/>
              <a:gd name="T14" fmla="*/ 72 w 170"/>
              <a:gd name="T15" fmla="*/ 56 h 89"/>
              <a:gd name="T16" fmla="*/ 75 w 170"/>
              <a:gd name="T17" fmla="*/ 46 h 89"/>
              <a:gd name="T18" fmla="*/ 65 w 170"/>
              <a:gd name="T19" fmla="*/ 19 h 89"/>
              <a:gd name="T20" fmla="*/ 81 w 170"/>
              <a:gd name="T21" fmla="*/ 0 h 89"/>
              <a:gd name="T22" fmla="*/ 87 w 170"/>
              <a:gd name="T23" fmla="*/ 0 h 89"/>
              <a:gd name="T24" fmla="*/ 93 w 170"/>
              <a:gd name="T25" fmla="*/ 0 h 89"/>
              <a:gd name="T26" fmla="*/ 110 w 170"/>
              <a:gd name="T27" fmla="*/ 19 h 89"/>
              <a:gd name="T28" fmla="*/ 100 w 170"/>
              <a:gd name="T29" fmla="*/ 46 h 89"/>
              <a:gd name="T30" fmla="*/ 102 w 170"/>
              <a:gd name="T31" fmla="*/ 56 h 89"/>
              <a:gd name="T32" fmla="*/ 110 w 170"/>
              <a:gd name="T33" fmla="*/ 59 h 89"/>
              <a:gd name="T34" fmla="*/ 126 w 170"/>
              <a:gd name="T35" fmla="*/ 70 h 89"/>
              <a:gd name="T36" fmla="*/ 123 w 170"/>
              <a:gd name="T37" fmla="*/ 83 h 89"/>
              <a:gd name="T38" fmla="*/ 168 w 170"/>
              <a:gd name="T39" fmla="*/ 75 h 89"/>
              <a:gd name="T40" fmla="*/ 157 w 170"/>
              <a:gd name="T41" fmla="*/ 68 h 89"/>
              <a:gd name="T42" fmla="*/ 151 w 170"/>
              <a:gd name="T43" fmla="*/ 66 h 89"/>
              <a:gd name="T44" fmla="*/ 149 w 170"/>
              <a:gd name="T45" fmla="*/ 59 h 89"/>
              <a:gd name="T46" fmla="*/ 156 w 170"/>
              <a:gd name="T47" fmla="*/ 40 h 89"/>
              <a:gd name="T48" fmla="*/ 145 w 170"/>
              <a:gd name="T49" fmla="*/ 27 h 89"/>
              <a:gd name="T50" fmla="*/ 141 w 170"/>
              <a:gd name="T51" fmla="*/ 27 h 89"/>
              <a:gd name="T52" fmla="*/ 136 w 170"/>
              <a:gd name="T53" fmla="*/ 27 h 89"/>
              <a:gd name="T54" fmla="*/ 125 w 170"/>
              <a:gd name="T55" fmla="*/ 40 h 89"/>
              <a:gd name="T56" fmla="*/ 132 w 170"/>
              <a:gd name="T57" fmla="*/ 59 h 89"/>
              <a:gd name="T58" fmla="*/ 130 w 170"/>
              <a:gd name="T59" fmla="*/ 66 h 89"/>
              <a:gd name="T60" fmla="*/ 129 w 170"/>
              <a:gd name="T61" fmla="*/ 66 h 89"/>
              <a:gd name="T62" fmla="*/ 131 w 170"/>
              <a:gd name="T63" fmla="*/ 68 h 89"/>
              <a:gd name="T64" fmla="*/ 134 w 170"/>
              <a:gd name="T65" fmla="*/ 77 h 89"/>
              <a:gd name="T66" fmla="*/ 127 w 170"/>
              <a:gd name="T67" fmla="*/ 86 h 89"/>
              <a:gd name="T68" fmla="*/ 124 w 170"/>
              <a:gd name="T69" fmla="*/ 87 h 89"/>
              <a:gd name="T70" fmla="*/ 141 w 170"/>
              <a:gd name="T71" fmla="*/ 89 h 89"/>
              <a:gd name="T72" fmla="*/ 160 w 170"/>
              <a:gd name="T73" fmla="*/ 87 h 89"/>
              <a:gd name="T74" fmla="*/ 165 w 170"/>
              <a:gd name="T75" fmla="*/ 85 h 89"/>
              <a:gd name="T76" fmla="*/ 168 w 170"/>
              <a:gd name="T77" fmla="*/ 75 h 89"/>
              <a:gd name="T78" fmla="*/ 40 w 170"/>
              <a:gd name="T79" fmla="*/ 77 h 89"/>
              <a:gd name="T80" fmla="*/ 43 w 170"/>
              <a:gd name="T81" fmla="*/ 68 h 89"/>
              <a:gd name="T82" fmla="*/ 47 w 170"/>
              <a:gd name="T83" fmla="*/ 64 h 89"/>
              <a:gd name="T84" fmla="*/ 45 w 170"/>
              <a:gd name="T85" fmla="*/ 64 h 89"/>
              <a:gd name="T86" fmla="*/ 43 w 170"/>
              <a:gd name="T87" fmla="*/ 55 h 89"/>
              <a:gd name="T88" fmla="*/ 50 w 170"/>
              <a:gd name="T89" fmla="*/ 35 h 89"/>
              <a:gd name="T90" fmla="*/ 38 w 170"/>
              <a:gd name="T91" fmla="*/ 21 h 89"/>
              <a:gd name="T92" fmla="*/ 33 w 170"/>
              <a:gd name="T93" fmla="*/ 20 h 89"/>
              <a:gd name="T94" fmla="*/ 28 w 170"/>
              <a:gd name="T95" fmla="*/ 21 h 89"/>
              <a:gd name="T96" fmla="*/ 16 w 170"/>
              <a:gd name="T97" fmla="*/ 35 h 89"/>
              <a:gd name="T98" fmla="*/ 23 w 170"/>
              <a:gd name="T99" fmla="*/ 55 h 89"/>
              <a:gd name="T100" fmla="*/ 21 w 170"/>
              <a:gd name="T101" fmla="*/ 64 h 89"/>
              <a:gd name="T102" fmla="*/ 15 w 170"/>
              <a:gd name="T103" fmla="*/ 66 h 89"/>
              <a:gd name="T104" fmla="*/ 3 w 170"/>
              <a:gd name="T105" fmla="*/ 74 h 89"/>
              <a:gd name="T106" fmla="*/ 5 w 170"/>
              <a:gd name="T107" fmla="*/ 85 h 89"/>
              <a:gd name="T108" fmla="*/ 11 w 170"/>
              <a:gd name="T109" fmla="*/ 87 h 89"/>
              <a:gd name="T110" fmla="*/ 33 w 170"/>
              <a:gd name="T111" fmla="*/ 89 h 89"/>
              <a:gd name="T112" fmla="*/ 51 w 170"/>
              <a:gd name="T113" fmla="*/ 87 h 89"/>
              <a:gd name="T114" fmla="*/ 47 w 170"/>
              <a:gd name="T115" fmla="*/ 86 h 89"/>
              <a:gd name="T116" fmla="*/ 40 w 170"/>
              <a:gd name="T117" fmla="*/ 77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70" h="89" extrusionOk="0">
                <a:moveTo>
                  <a:pt x="123" y="83"/>
                </a:moveTo>
                <a:cubicBezTo>
                  <a:pt x="121" y="84"/>
                  <a:pt x="118" y="85"/>
                  <a:pt x="115" y="86"/>
                </a:cubicBezTo>
                <a:cubicBezTo>
                  <a:pt x="107" y="88"/>
                  <a:pt x="98" y="88"/>
                  <a:pt x="87" y="89"/>
                </a:cubicBezTo>
                <a:cubicBezTo>
                  <a:pt x="76" y="88"/>
                  <a:pt x="68" y="88"/>
                  <a:pt x="59" y="86"/>
                </a:cubicBezTo>
                <a:cubicBezTo>
                  <a:pt x="57" y="85"/>
                  <a:pt x="54" y="84"/>
                  <a:pt x="51" y="83"/>
                </a:cubicBezTo>
                <a:cubicBezTo>
                  <a:pt x="44" y="80"/>
                  <a:pt x="44" y="74"/>
                  <a:pt x="48" y="70"/>
                </a:cubicBezTo>
                <a:cubicBezTo>
                  <a:pt x="53" y="65"/>
                  <a:pt x="58" y="62"/>
                  <a:pt x="64" y="59"/>
                </a:cubicBezTo>
                <a:cubicBezTo>
                  <a:pt x="67" y="58"/>
                  <a:pt x="69" y="57"/>
                  <a:pt x="72" y="56"/>
                </a:cubicBezTo>
                <a:cubicBezTo>
                  <a:pt x="77" y="54"/>
                  <a:pt x="78" y="49"/>
                  <a:pt x="75" y="46"/>
                </a:cubicBezTo>
                <a:cubicBezTo>
                  <a:pt x="67" y="38"/>
                  <a:pt x="64" y="29"/>
                  <a:pt x="65" y="19"/>
                </a:cubicBezTo>
                <a:cubicBezTo>
                  <a:pt x="65" y="8"/>
                  <a:pt x="71" y="3"/>
                  <a:pt x="81" y="0"/>
                </a:cubicBezTo>
                <a:cubicBezTo>
                  <a:pt x="83" y="0"/>
                  <a:pt x="85" y="0"/>
                  <a:pt x="87" y="0"/>
                </a:cubicBezTo>
                <a:cubicBezTo>
                  <a:pt x="89" y="0"/>
                  <a:pt x="91" y="0"/>
                  <a:pt x="93" y="0"/>
                </a:cubicBezTo>
                <a:cubicBezTo>
                  <a:pt x="103" y="3"/>
                  <a:pt x="109" y="8"/>
                  <a:pt x="110" y="19"/>
                </a:cubicBezTo>
                <a:cubicBezTo>
                  <a:pt x="110" y="29"/>
                  <a:pt x="107" y="38"/>
                  <a:pt x="100" y="46"/>
                </a:cubicBezTo>
                <a:cubicBezTo>
                  <a:pt x="96" y="49"/>
                  <a:pt x="98" y="54"/>
                  <a:pt x="102" y="56"/>
                </a:cubicBezTo>
                <a:cubicBezTo>
                  <a:pt x="105" y="57"/>
                  <a:pt x="108" y="58"/>
                  <a:pt x="110" y="59"/>
                </a:cubicBezTo>
                <a:cubicBezTo>
                  <a:pt x="116" y="62"/>
                  <a:pt x="122" y="65"/>
                  <a:pt x="126" y="70"/>
                </a:cubicBezTo>
                <a:cubicBezTo>
                  <a:pt x="129" y="73"/>
                  <a:pt x="130" y="80"/>
                  <a:pt x="123" y="83"/>
                </a:cubicBezTo>
                <a:close/>
                <a:moveTo>
                  <a:pt x="168" y="75"/>
                </a:moveTo>
                <a:cubicBezTo>
                  <a:pt x="164" y="72"/>
                  <a:pt x="161" y="70"/>
                  <a:pt x="157" y="68"/>
                </a:cubicBezTo>
                <a:cubicBezTo>
                  <a:pt x="155" y="67"/>
                  <a:pt x="153" y="67"/>
                  <a:pt x="151" y="66"/>
                </a:cubicBezTo>
                <a:cubicBezTo>
                  <a:pt x="148" y="65"/>
                  <a:pt x="147" y="61"/>
                  <a:pt x="149" y="59"/>
                </a:cubicBezTo>
                <a:cubicBezTo>
                  <a:pt x="154" y="54"/>
                  <a:pt x="156" y="47"/>
                  <a:pt x="156" y="40"/>
                </a:cubicBezTo>
                <a:cubicBezTo>
                  <a:pt x="156" y="33"/>
                  <a:pt x="152" y="29"/>
                  <a:pt x="145" y="27"/>
                </a:cubicBezTo>
                <a:cubicBezTo>
                  <a:pt x="143" y="27"/>
                  <a:pt x="142" y="27"/>
                  <a:pt x="141" y="27"/>
                </a:cubicBezTo>
                <a:cubicBezTo>
                  <a:pt x="139" y="27"/>
                  <a:pt x="138" y="27"/>
                  <a:pt x="136" y="27"/>
                </a:cubicBezTo>
                <a:cubicBezTo>
                  <a:pt x="129" y="29"/>
                  <a:pt x="125" y="33"/>
                  <a:pt x="125" y="40"/>
                </a:cubicBezTo>
                <a:cubicBezTo>
                  <a:pt x="125" y="47"/>
                  <a:pt x="127" y="53"/>
                  <a:pt x="132" y="59"/>
                </a:cubicBezTo>
                <a:cubicBezTo>
                  <a:pt x="134" y="61"/>
                  <a:pt x="133" y="65"/>
                  <a:pt x="130" y="66"/>
                </a:cubicBezTo>
                <a:cubicBezTo>
                  <a:pt x="130" y="66"/>
                  <a:pt x="130" y="66"/>
                  <a:pt x="129" y="66"/>
                </a:cubicBezTo>
                <a:cubicBezTo>
                  <a:pt x="130" y="67"/>
                  <a:pt x="130" y="67"/>
                  <a:pt x="131" y="68"/>
                </a:cubicBezTo>
                <a:cubicBezTo>
                  <a:pt x="133" y="70"/>
                  <a:pt x="135" y="74"/>
                  <a:pt x="134" y="77"/>
                </a:cubicBezTo>
                <a:cubicBezTo>
                  <a:pt x="133" y="81"/>
                  <a:pt x="131" y="84"/>
                  <a:pt x="127" y="86"/>
                </a:cubicBezTo>
                <a:cubicBezTo>
                  <a:pt x="126" y="87"/>
                  <a:pt x="125" y="87"/>
                  <a:pt x="124" y="87"/>
                </a:cubicBezTo>
                <a:cubicBezTo>
                  <a:pt x="129" y="88"/>
                  <a:pt x="134" y="88"/>
                  <a:pt x="141" y="89"/>
                </a:cubicBezTo>
                <a:cubicBezTo>
                  <a:pt x="148" y="88"/>
                  <a:pt x="154" y="88"/>
                  <a:pt x="160" y="87"/>
                </a:cubicBezTo>
                <a:cubicBezTo>
                  <a:pt x="162" y="86"/>
                  <a:pt x="164" y="86"/>
                  <a:pt x="165" y="85"/>
                </a:cubicBezTo>
                <a:cubicBezTo>
                  <a:pt x="170" y="83"/>
                  <a:pt x="170" y="77"/>
                  <a:pt x="168" y="75"/>
                </a:cubicBezTo>
                <a:close/>
                <a:moveTo>
                  <a:pt x="40" y="77"/>
                </a:moveTo>
                <a:cubicBezTo>
                  <a:pt x="39" y="74"/>
                  <a:pt x="41" y="70"/>
                  <a:pt x="43" y="68"/>
                </a:cubicBezTo>
                <a:cubicBezTo>
                  <a:pt x="44" y="67"/>
                  <a:pt x="46" y="65"/>
                  <a:pt x="47" y="64"/>
                </a:cubicBezTo>
                <a:cubicBezTo>
                  <a:pt x="46" y="64"/>
                  <a:pt x="45" y="64"/>
                  <a:pt x="45" y="64"/>
                </a:cubicBezTo>
                <a:cubicBezTo>
                  <a:pt x="41" y="62"/>
                  <a:pt x="40" y="58"/>
                  <a:pt x="43" y="55"/>
                </a:cubicBezTo>
                <a:cubicBezTo>
                  <a:pt x="48" y="50"/>
                  <a:pt x="51" y="43"/>
                  <a:pt x="50" y="35"/>
                </a:cubicBezTo>
                <a:cubicBezTo>
                  <a:pt x="50" y="27"/>
                  <a:pt x="45" y="23"/>
                  <a:pt x="38" y="21"/>
                </a:cubicBezTo>
                <a:cubicBezTo>
                  <a:pt x="36" y="20"/>
                  <a:pt x="34" y="20"/>
                  <a:pt x="33" y="20"/>
                </a:cubicBezTo>
                <a:cubicBezTo>
                  <a:pt x="31" y="20"/>
                  <a:pt x="30" y="20"/>
                  <a:pt x="28" y="21"/>
                </a:cubicBezTo>
                <a:cubicBezTo>
                  <a:pt x="21" y="23"/>
                  <a:pt x="16" y="27"/>
                  <a:pt x="16" y="35"/>
                </a:cubicBezTo>
                <a:cubicBezTo>
                  <a:pt x="15" y="43"/>
                  <a:pt x="17" y="50"/>
                  <a:pt x="23" y="55"/>
                </a:cubicBezTo>
                <a:cubicBezTo>
                  <a:pt x="26" y="58"/>
                  <a:pt x="25" y="62"/>
                  <a:pt x="21" y="64"/>
                </a:cubicBezTo>
                <a:cubicBezTo>
                  <a:pt x="19" y="64"/>
                  <a:pt x="17" y="65"/>
                  <a:pt x="15" y="66"/>
                </a:cubicBezTo>
                <a:cubicBezTo>
                  <a:pt x="11" y="68"/>
                  <a:pt x="6" y="71"/>
                  <a:pt x="3" y="74"/>
                </a:cubicBezTo>
                <a:cubicBezTo>
                  <a:pt x="0" y="77"/>
                  <a:pt x="0" y="82"/>
                  <a:pt x="5" y="85"/>
                </a:cubicBezTo>
                <a:cubicBezTo>
                  <a:pt x="7" y="85"/>
                  <a:pt x="9" y="86"/>
                  <a:pt x="11" y="87"/>
                </a:cubicBezTo>
                <a:cubicBezTo>
                  <a:pt x="18" y="88"/>
                  <a:pt x="25" y="88"/>
                  <a:pt x="33" y="89"/>
                </a:cubicBezTo>
                <a:cubicBezTo>
                  <a:pt x="40" y="88"/>
                  <a:pt x="45" y="88"/>
                  <a:pt x="51" y="87"/>
                </a:cubicBezTo>
                <a:cubicBezTo>
                  <a:pt x="49" y="87"/>
                  <a:pt x="48" y="87"/>
                  <a:pt x="47" y="86"/>
                </a:cubicBezTo>
                <a:cubicBezTo>
                  <a:pt x="43" y="84"/>
                  <a:pt x="41" y="81"/>
                  <a:pt x="40" y="7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79" name="Google Shape;983;p32"/>
          <p:cNvSpPr>
            <a:spLocks/>
          </p:cNvSpPr>
          <p:nvPr/>
        </p:nvSpPr>
        <p:spPr bwMode="auto">
          <a:xfrm>
            <a:off x="7199313" y="3771900"/>
            <a:ext cx="457200" cy="412750"/>
          </a:xfrm>
          <a:custGeom>
            <a:avLst/>
            <a:gdLst>
              <a:gd name="T0" fmla="*/ 68 w 111"/>
              <a:gd name="T1" fmla="*/ 14 h 100"/>
              <a:gd name="T2" fmla="*/ 49 w 111"/>
              <a:gd name="T3" fmla="*/ 7 h 100"/>
              <a:gd name="T4" fmla="*/ 35 w 111"/>
              <a:gd name="T5" fmla="*/ 14 h 100"/>
              <a:gd name="T6" fmla="*/ 63 w 111"/>
              <a:gd name="T7" fmla="*/ 0 h 100"/>
              <a:gd name="T8" fmla="*/ 16 w 111"/>
              <a:gd name="T9" fmla="*/ 56 h 100"/>
              <a:gd name="T10" fmla="*/ 44 w 111"/>
              <a:gd name="T11" fmla="*/ 52 h 100"/>
              <a:gd name="T12" fmla="*/ 61 w 111"/>
              <a:gd name="T13" fmla="*/ 46 h 100"/>
              <a:gd name="T14" fmla="*/ 66 w 111"/>
              <a:gd name="T15" fmla="*/ 56 h 100"/>
              <a:gd name="T16" fmla="*/ 111 w 111"/>
              <a:gd name="T17" fmla="*/ 40 h 100"/>
              <a:gd name="T18" fmla="*/ 98 w 111"/>
              <a:gd name="T19" fmla="*/ 17 h 100"/>
              <a:gd name="T20" fmla="*/ 89 w 111"/>
              <a:gd name="T21" fmla="*/ 17 h 100"/>
              <a:gd name="T22" fmla="*/ 79 w 111"/>
              <a:gd name="T23" fmla="*/ 17 h 100"/>
              <a:gd name="T24" fmla="*/ 68 w 111"/>
              <a:gd name="T25" fmla="*/ 17 h 100"/>
              <a:gd name="T26" fmla="*/ 35 w 111"/>
              <a:gd name="T27" fmla="*/ 17 h 100"/>
              <a:gd name="T28" fmla="*/ 21 w 111"/>
              <a:gd name="T29" fmla="*/ 17 h 100"/>
              <a:gd name="T30" fmla="*/ 13 w 111"/>
              <a:gd name="T31" fmla="*/ 17 h 100"/>
              <a:gd name="T32" fmla="*/ 0 w 111"/>
              <a:gd name="T33" fmla="*/ 40 h 100"/>
              <a:gd name="T34" fmla="*/ 94 w 111"/>
              <a:gd name="T35" fmla="*/ 60 h 100"/>
              <a:gd name="T36" fmla="*/ 66 w 111"/>
              <a:gd name="T37" fmla="*/ 64 h 100"/>
              <a:gd name="T38" fmla="*/ 50 w 111"/>
              <a:gd name="T39" fmla="*/ 70 h 100"/>
              <a:gd name="T40" fmla="*/ 44 w 111"/>
              <a:gd name="T41" fmla="*/ 60 h 100"/>
              <a:gd name="T42" fmla="*/ 0 w 111"/>
              <a:gd name="T43" fmla="*/ 51 h 100"/>
              <a:gd name="T44" fmla="*/ 13 w 111"/>
              <a:gd name="T45" fmla="*/ 100 h 100"/>
              <a:gd name="T46" fmla="*/ 21 w 111"/>
              <a:gd name="T47" fmla="*/ 100 h 100"/>
              <a:gd name="T48" fmla="*/ 84 w 111"/>
              <a:gd name="T49" fmla="*/ 100 h 100"/>
              <a:gd name="T50" fmla="*/ 91 w 111"/>
              <a:gd name="T51" fmla="*/ 100 h 100"/>
              <a:gd name="T52" fmla="*/ 111 w 111"/>
              <a:gd name="T53" fmla="*/ 85 h 100"/>
              <a:gd name="T54" fmla="*/ 94 w 111"/>
              <a:gd name="T55" fmla="*/ 60 h 100"/>
              <a:gd name="T56" fmla="*/ 50 w 111"/>
              <a:gd name="T57" fmla="*/ 50 h 100"/>
              <a:gd name="T58" fmla="*/ 48 w 111"/>
              <a:gd name="T59" fmla="*/ 55 h 100"/>
              <a:gd name="T60" fmla="*/ 48 w 111"/>
              <a:gd name="T61" fmla="*/ 60 h 100"/>
              <a:gd name="T62" fmla="*/ 48 w 111"/>
              <a:gd name="T63" fmla="*/ 64 h 100"/>
              <a:gd name="T64" fmla="*/ 60 w 111"/>
              <a:gd name="T65" fmla="*/ 66 h 100"/>
              <a:gd name="T66" fmla="*/ 62 w 111"/>
              <a:gd name="T67" fmla="*/ 61 h 100"/>
              <a:gd name="T68" fmla="*/ 62 w 111"/>
              <a:gd name="T69" fmla="*/ 57 h 100"/>
              <a:gd name="T70" fmla="*/ 62 w 111"/>
              <a:gd name="T71" fmla="*/ 53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1" h="100" extrusionOk="0">
                <a:moveTo>
                  <a:pt x="75" y="14"/>
                </a:moveTo>
                <a:cubicBezTo>
                  <a:pt x="68" y="14"/>
                  <a:pt x="68" y="14"/>
                  <a:pt x="68" y="14"/>
                </a:cubicBezTo>
                <a:cubicBezTo>
                  <a:pt x="68" y="10"/>
                  <a:pt x="65" y="7"/>
                  <a:pt x="61" y="7"/>
                </a:cubicBezTo>
                <a:cubicBezTo>
                  <a:pt x="49" y="7"/>
                  <a:pt x="49" y="7"/>
                  <a:pt x="49" y="7"/>
                </a:cubicBezTo>
                <a:cubicBezTo>
                  <a:pt x="45" y="7"/>
                  <a:pt x="42" y="10"/>
                  <a:pt x="42" y="14"/>
                </a:cubicBezTo>
                <a:cubicBezTo>
                  <a:pt x="35" y="14"/>
                  <a:pt x="35" y="14"/>
                  <a:pt x="35" y="14"/>
                </a:cubicBezTo>
                <a:cubicBezTo>
                  <a:pt x="35" y="6"/>
                  <a:pt x="41" y="0"/>
                  <a:pt x="47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69" y="0"/>
                  <a:pt x="75" y="6"/>
                  <a:pt x="75" y="14"/>
                </a:cubicBezTo>
                <a:close/>
                <a:moveTo>
                  <a:pt x="16" y="56"/>
                </a:moveTo>
                <a:cubicBezTo>
                  <a:pt x="44" y="56"/>
                  <a:pt x="44" y="56"/>
                  <a:pt x="44" y="56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49"/>
                  <a:pt x="47" y="46"/>
                  <a:pt x="50" y="46"/>
                </a:cubicBezTo>
                <a:cubicBezTo>
                  <a:pt x="61" y="46"/>
                  <a:pt x="61" y="46"/>
                  <a:pt x="61" y="46"/>
                </a:cubicBezTo>
                <a:cubicBezTo>
                  <a:pt x="63" y="46"/>
                  <a:pt x="66" y="49"/>
                  <a:pt x="66" y="52"/>
                </a:cubicBezTo>
                <a:cubicBezTo>
                  <a:pt x="66" y="56"/>
                  <a:pt x="66" y="56"/>
                  <a:pt x="66" y="56"/>
                </a:cubicBezTo>
                <a:cubicBezTo>
                  <a:pt x="94" y="56"/>
                  <a:pt x="94" y="56"/>
                  <a:pt x="94" y="56"/>
                </a:cubicBezTo>
                <a:cubicBezTo>
                  <a:pt x="102" y="56"/>
                  <a:pt x="109" y="49"/>
                  <a:pt x="111" y="40"/>
                </a:cubicBezTo>
                <a:cubicBezTo>
                  <a:pt x="111" y="31"/>
                  <a:pt x="111" y="31"/>
                  <a:pt x="111" y="31"/>
                </a:cubicBezTo>
                <a:cubicBezTo>
                  <a:pt x="111" y="23"/>
                  <a:pt x="105" y="17"/>
                  <a:pt x="98" y="17"/>
                </a:cubicBezTo>
                <a:cubicBezTo>
                  <a:pt x="91" y="17"/>
                  <a:pt x="91" y="17"/>
                  <a:pt x="91" y="17"/>
                </a:cubicBezTo>
                <a:cubicBezTo>
                  <a:pt x="89" y="17"/>
                  <a:pt x="89" y="17"/>
                  <a:pt x="89" y="17"/>
                </a:cubicBezTo>
                <a:cubicBezTo>
                  <a:pt x="84" y="17"/>
                  <a:pt x="84" y="17"/>
                  <a:pt x="84" y="17"/>
                </a:cubicBezTo>
                <a:cubicBezTo>
                  <a:pt x="79" y="17"/>
                  <a:pt x="79" y="17"/>
                  <a:pt x="79" y="17"/>
                </a:cubicBezTo>
                <a:cubicBezTo>
                  <a:pt x="76" y="17"/>
                  <a:pt x="76" y="17"/>
                  <a:pt x="76" y="17"/>
                </a:cubicBezTo>
                <a:cubicBezTo>
                  <a:pt x="68" y="17"/>
                  <a:pt x="68" y="17"/>
                  <a:pt x="68" y="17"/>
                </a:cubicBezTo>
                <a:cubicBezTo>
                  <a:pt x="42" y="17"/>
                  <a:pt x="42" y="17"/>
                  <a:pt x="42" y="17"/>
                </a:cubicBezTo>
                <a:cubicBezTo>
                  <a:pt x="35" y="17"/>
                  <a:pt x="35" y="17"/>
                  <a:pt x="35" y="17"/>
                </a:cubicBezTo>
                <a:cubicBezTo>
                  <a:pt x="26" y="17"/>
                  <a:pt x="26" y="17"/>
                  <a:pt x="26" y="17"/>
                </a:cubicBezTo>
                <a:cubicBezTo>
                  <a:pt x="21" y="17"/>
                  <a:pt x="21" y="17"/>
                  <a:pt x="21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5" y="17"/>
                  <a:pt x="0" y="23"/>
                  <a:pt x="0" y="31"/>
                </a:cubicBezTo>
                <a:cubicBezTo>
                  <a:pt x="0" y="40"/>
                  <a:pt x="0" y="40"/>
                  <a:pt x="0" y="40"/>
                </a:cubicBezTo>
                <a:cubicBezTo>
                  <a:pt x="1" y="49"/>
                  <a:pt x="8" y="56"/>
                  <a:pt x="16" y="56"/>
                </a:cubicBezTo>
                <a:close/>
                <a:moveTo>
                  <a:pt x="94" y="60"/>
                </a:moveTo>
                <a:cubicBezTo>
                  <a:pt x="66" y="60"/>
                  <a:pt x="66" y="60"/>
                  <a:pt x="66" y="60"/>
                </a:cubicBezTo>
                <a:cubicBezTo>
                  <a:pt x="66" y="64"/>
                  <a:pt x="66" y="64"/>
                  <a:pt x="66" y="64"/>
                </a:cubicBezTo>
                <a:cubicBezTo>
                  <a:pt x="66" y="67"/>
                  <a:pt x="63" y="70"/>
                  <a:pt x="61" y="70"/>
                </a:cubicBezTo>
                <a:cubicBezTo>
                  <a:pt x="50" y="70"/>
                  <a:pt x="50" y="70"/>
                  <a:pt x="50" y="70"/>
                </a:cubicBezTo>
                <a:cubicBezTo>
                  <a:pt x="47" y="70"/>
                  <a:pt x="44" y="67"/>
                  <a:pt x="44" y="64"/>
                </a:cubicBezTo>
                <a:cubicBezTo>
                  <a:pt x="44" y="60"/>
                  <a:pt x="44" y="60"/>
                  <a:pt x="44" y="60"/>
                </a:cubicBezTo>
                <a:cubicBezTo>
                  <a:pt x="16" y="60"/>
                  <a:pt x="16" y="60"/>
                  <a:pt x="16" y="60"/>
                </a:cubicBezTo>
                <a:cubicBezTo>
                  <a:pt x="9" y="60"/>
                  <a:pt x="3" y="57"/>
                  <a:pt x="0" y="51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93"/>
                  <a:pt x="5" y="100"/>
                  <a:pt x="13" y="100"/>
                </a:cubicBezTo>
                <a:cubicBezTo>
                  <a:pt x="17" y="100"/>
                  <a:pt x="17" y="100"/>
                  <a:pt x="17" y="100"/>
                </a:cubicBezTo>
                <a:cubicBezTo>
                  <a:pt x="21" y="100"/>
                  <a:pt x="21" y="100"/>
                  <a:pt x="21" y="100"/>
                </a:cubicBezTo>
                <a:cubicBezTo>
                  <a:pt x="26" y="100"/>
                  <a:pt x="26" y="100"/>
                  <a:pt x="26" y="100"/>
                </a:cubicBezTo>
                <a:cubicBezTo>
                  <a:pt x="84" y="100"/>
                  <a:pt x="84" y="100"/>
                  <a:pt x="84" y="100"/>
                </a:cubicBezTo>
                <a:cubicBezTo>
                  <a:pt x="89" y="100"/>
                  <a:pt x="89" y="100"/>
                  <a:pt x="89" y="100"/>
                </a:cubicBezTo>
                <a:cubicBezTo>
                  <a:pt x="91" y="100"/>
                  <a:pt x="91" y="100"/>
                  <a:pt x="91" y="100"/>
                </a:cubicBezTo>
                <a:cubicBezTo>
                  <a:pt x="98" y="100"/>
                  <a:pt x="98" y="100"/>
                  <a:pt x="98" y="100"/>
                </a:cubicBezTo>
                <a:cubicBezTo>
                  <a:pt x="105" y="100"/>
                  <a:pt x="111" y="93"/>
                  <a:pt x="111" y="85"/>
                </a:cubicBezTo>
                <a:cubicBezTo>
                  <a:pt x="111" y="51"/>
                  <a:pt x="111" y="51"/>
                  <a:pt x="111" y="51"/>
                </a:cubicBezTo>
                <a:cubicBezTo>
                  <a:pt x="107" y="57"/>
                  <a:pt x="101" y="60"/>
                  <a:pt x="94" y="60"/>
                </a:cubicBezTo>
                <a:close/>
                <a:moveTo>
                  <a:pt x="60" y="50"/>
                </a:moveTo>
                <a:cubicBezTo>
                  <a:pt x="50" y="50"/>
                  <a:pt x="50" y="50"/>
                  <a:pt x="50" y="50"/>
                </a:cubicBezTo>
                <a:cubicBezTo>
                  <a:pt x="49" y="50"/>
                  <a:pt x="48" y="51"/>
                  <a:pt x="48" y="53"/>
                </a:cubicBezTo>
                <a:cubicBezTo>
                  <a:pt x="48" y="55"/>
                  <a:pt x="48" y="55"/>
                  <a:pt x="48" y="55"/>
                </a:cubicBezTo>
                <a:cubicBezTo>
                  <a:pt x="48" y="57"/>
                  <a:pt x="48" y="57"/>
                  <a:pt x="48" y="57"/>
                </a:cubicBezTo>
                <a:cubicBezTo>
                  <a:pt x="48" y="60"/>
                  <a:pt x="48" y="60"/>
                  <a:pt x="48" y="60"/>
                </a:cubicBezTo>
                <a:cubicBezTo>
                  <a:pt x="48" y="61"/>
                  <a:pt x="48" y="61"/>
                  <a:pt x="48" y="61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65"/>
                  <a:pt x="49" y="66"/>
                  <a:pt x="50" y="66"/>
                </a:cubicBezTo>
                <a:cubicBezTo>
                  <a:pt x="60" y="66"/>
                  <a:pt x="60" y="66"/>
                  <a:pt x="60" y="66"/>
                </a:cubicBezTo>
                <a:cubicBezTo>
                  <a:pt x="61" y="66"/>
                  <a:pt x="62" y="65"/>
                  <a:pt x="62" y="64"/>
                </a:cubicBezTo>
                <a:cubicBezTo>
                  <a:pt x="62" y="61"/>
                  <a:pt x="62" y="61"/>
                  <a:pt x="62" y="61"/>
                </a:cubicBezTo>
                <a:cubicBezTo>
                  <a:pt x="62" y="60"/>
                  <a:pt x="62" y="60"/>
                  <a:pt x="62" y="60"/>
                </a:cubicBezTo>
                <a:cubicBezTo>
                  <a:pt x="62" y="57"/>
                  <a:pt x="62" y="57"/>
                  <a:pt x="62" y="57"/>
                </a:cubicBezTo>
                <a:cubicBezTo>
                  <a:pt x="62" y="55"/>
                  <a:pt x="62" y="55"/>
                  <a:pt x="62" y="55"/>
                </a:cubicBezTo>
                <a:cubicBezTo>
                  <a:pt x="62" y="53"/>
                  <a:pt x="62" y="53"/>
                  <a:pt x="62" y="53"/>
                </a:cubicBezTo>
                <a:cubicBezTo>
                  <a:pt x="62" y="51"/>
                  <a:pt x="61" y="50"/>
                  <a:pt x="60" y="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80" name="Google Shape;984;p32"/>
          <p:cNvSpPr>
            <a:spLocks/>
          </p:cNvSpPr>
          <p:nvPr/>
        </p:nvSpPr>
        <p:spPr bwMode="auto">
          <a:xfrm>
            <a:off x="6424613" y="4535488"/>
            <a:ext cx="449262" cy="449262"/>
          </a:xfrm>
          <a:custGeom>
            <a:avLst/>
            <a:gdLst>
              <a:gd name="T0" fmla="*/ 52 w 109"/>
              <a:gd name="T1" fmla="*/ 57 h 109"/>
              <a:gd name="T2" fmla="*/ 103 w 109"/>
              <a:gd name="T3" fmla="*/ 57 h 109"/>
              <a:gd name="T4" fmla="*/ 52 w 109"/>
              <a:gd name="T5" fmla="*/ 109 h 109"/>
              <a:gd name="T6" fmla="*/ 0 w 109"/>
              <a:gd name="T7" fmla="*/ 57 h 109"/>
              <a:gd name="T8" fmla="*/ 52 w 109"/>
              <a:gd name="T9" fmla="*/ 6 h 109"/>
              <a:gd name="T10" fmla="*/ 52 w 109"/>
              <a:gd name="T11" fmla="*/ 57 h 109"/>
              <a:gd name="T12" fmla="*/ 58 w 109"/>
              <a:gd name="T13" fmla="*/ 0 h 109"/>
              <a:gd name="T14" fmla="*/ 58 w 109"/>
              <a:gd name="T15" fmla="*/ 51 h 109"/>
              <a:gd name="T16" fmla="*/ 109 w 109"/>
              <a:gd name="T17" fmla="*/ 51 h 109"/>
              <a:gd name="T18" fmla="*/ 58 w 109"/>
              <a:gd name="T19" fmla="*/ 0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9" h="109" extrusionOk="0">
                <a:moveTo>
                  <a:pt x="52" y="57"/>
                </a:moveTo>
                <a:cubicBezTo>
                  <a:pt x="103" y="57"/>
                  <a:pt x="103" y="57"/>
                  <a:pt x="103" y="57"/>
                </a:cubicBezTo>
                <a:cubicBezTo>
                  <a:pt x="103" y="86"/>
                  <a:pt x="80" y="109"/>
                  <a:pt x="52" y="109"/>
                </a:cubicBezTo>
                <a:cubicBezTo>
                  <a:pt x="23" y="109"/>
                  <a:pt x="0" y="86"/>
                  <a:pt x="0" y="57"/>
                </a:cubicBezTo>
                <a:cubicBezTo>
                  <a:pt x="0" y="29"/>
                  <a:pt x="23" y="6"/>
                  <a:pt x="52" y="6"/>
                </a:cubicBezTo>
                <a:lnTo>
                  <a:pt x="52" y="57"/>
                </a:lnTo>
                <a:close/>
                <a:moveTo>
                  <a:pt x="58" y="0"/>
                </a:moveTo>
                <a:cubicBezTo>
                  <a:pt x="58" y="51"/>
                  <a:pt x="58" y="51"/>
                  <a:pt x="58" y="51"/>
                </a:cubicBezTo>
                <a:cubicBezTo>
                  <a:pt x="109" y="51"/>
                  <a:pt x="109" y="51"/>
                  <a:pt x="109" y="51"/>
                </a:cubicBezTo>
                <a:cubicBezTo>
                  <a:pt x="109" y="23"/>
                  <a:pt x="86" y="0"/>
                  <a:pt x="5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81" name="Google Shape;985;p32"/>
          <p:cNvSpPr>
            <a:spLocks/>
          </p:cNvSpPr>
          <p:nvPr/>
        </p:nvSpPr>
        <p:spPr bwMode="auto">
          <a:xfrm>
            <a:off x="5360988" y="4506913"/>
            <a:ext cx="346075" cy="503237"/>
          </a:xfrm>
          <a:custGeom>
            <a:avLst/>
            <a:gdLst>
              <a:gd name="T0" fmla="*/ 84 w 84"/>
              <a:gd name="T1" fmla="*/ 81 h 122"/>
              <a:gd name="T2" fmla="*/ 55 w 84"/>
              <a:gd name="T3" fmla="*/ 54 h 122"/>
              <a:gd name="T4" fmla="*/ 40 w 84"/>
              <a:gd name="T5" fmla="*/ 50 h 122"/>
              <a:gd name="T6" fmla="*/ 20 w 84"/>
              <a:gd name="T7" fmla="*/ 40 h 122"/>
              <a:gd name="T8" fmla="*/ 41 w 84"/>
              <a:gd name="T9" fmla="*/ 31 h 122"/>
              <a:gd name="T10" fmla="*/ 63 w 84"/>
              <a:gd name="T11" fmla="*/ 39 h 122"/>
              <a:gd name="T12" fmla="*/ 73 w 84"/>
              <a:gd name="T13" fmla="*/ 38 h 122"/>
              <a:gd name="T14" fmla="*/ 78 w 84"/>
              <a:gd name="T15" fmla="*/ 31 h 122"/>
              <a:gd name="T16" fmla="*/ 51 w 84"/>
              <a:gd name="T17" fmla="*/ 14 h 122"/>
              <a:gd name="T18" fmla="*/ 51 w 84"/>
              <a:gd name="T19" fmla="*/ 5 h 122"/>
              <a:gd name="T20" fmla="*/ 46 w 84"/>
              <a:gd name="T21" fmla="*/ 0 h 122"/>
              <a:gd name="T22" fmla="*/ 39 w 84"/>
              <a:gd name="T23" fmla="*/ 0 h 122"/>
              <a:gd name="T24" fmla="*/ 34 w 84"/>
              <a:gd name="T25" fmla="*/ 5 h 122"/>
              <a:gd name="T26" fmla="*/ 34 w 84"/>
              <a:gd name="T27" fmla="*/ 14 h 122"/>
              <a:gd name="T28" fmla="*/ 0 w 84"/>
              <a:gd name="T29" fmla="*/ 41 h 122"/>
              <a:gd name="T30" fmla="*/ 32 w 84"/>
              <a:gd name="T31" fmla="*/ 67 h 122"/>
              <a:gd name="T32" fmla="*/ 49 w 84"/>
              <a:gd name="T33" fmla="*/ 71 h 122"/>
              <a:gd name="T34" fmla="*/ 64 w 84"/>
              <a:gd name="T35" fmla="*/ 82 h 122"/>
              <a:gd name="T36" fmla="*/ 43 w 84"/>
              <a:gd name="T37" fmla="*/ 92 h 122"/>
              <a:gd name="T38" fmla="*/ 18 w 84"/>
              <a:gd name="T39" fmla="*/ 83 h 122"/>
              <a:gd name="T40" fmla="*/ 6 w 84"/>
              <a:gd name="T41" fmla="*/ 85 h 122"/>
              <a:gd name="T42" fmla="*/ 4 w 84"/>
              <a:gd name="T43" fmla="*/ 92 h 122"/>
              <a:gd name="T44" fmla="*/ 34 w 84"/>
              <a:gd name="T45" fmla="*/ 108 h 122"/>
              <a:gd name="T46" fmla="*/ 34 w 84"/>
              <a:gd name="T47" fmla="*/ 118 h 122"/>
              <a:gd name="T48" fmla="*/ 39 w 84"/>
              <a:gd name="T49" fmla="*/ 122 h 122"/>
              <a:gd name="T50" fmla="*/ 46 w 84"/>
              <a:gd name="T51" fmla="*/ 122 h 122"/>
              <a:gd name="T52" fmla="*/ 51 w 84"/>
              <a:gd name="T53" fmla="*/ 118 h 122"/>
              <a:gd name="T54" fmla="*/ 51 w 84"/>
              <a:gd name="T55" fmla="*/ 109 h 122"/>
              <a:gd name="T56" fmla="*/ 84 w 84"/>
              <a:gd name="T57" fmla="*/ 81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84" h="122" extrusionOk="0">
                <a:moveTo>
                  <a:pt x="84" y="81"/>
                </a:moveTo>
                <a:cubicBezTo>
                  <a:pt x="84" y="69"/>
                  <a:pt x="75" y="59"/>
                  <a:pt x="55" y="54"/>
                </a:cubicBezTo>
                <a:cubicBezTo>
                  <a:pt x="53" y="54"/>
                  <a:pt x="42" y="51"/>
                  <a:pt x="40" y="50"/>
                </a:cubicBezTo>
                <a:cubicBezTo>
                  <a:pt x="25" y="46"/>
                  <a:pt x="20" y="44"/>
                  <a:pt x="20" y="40"/>
                </a:cubicBezTo>
                <a:cubicBezTo>
                  <a:pt x="20" y="36"/>
                  <a:pt x="26" y="31"/>
                  <a:pt x="41" y="31"/>
                </a:cubicBezTo>
                <a:cubicBezTo>
                  <a:pt x="52" y="31"/>
                  <a:pt x="63" y="39"/>
                  <a:pt x="63" y="39"/>
                </a:cubicBezTo>
                <a:cubicBezTo>
                  <a:pt x="67" y="42"/>
                  <a:pt x="70" y="42"/>
                  <a:pt x="73" y="38"/>
                </a:cubicBezTo>
                <a:cubicBezTo>
                  <a:pt x="73" y="38"/>
                  <a:pt x="78" y="34"/>
                  <a:pt x="78" y="31"/>
                </a:cubicBezTo>
                <a:cubicBezTo>
                  <a:pt x="78" y="25"/>
                  <a:pt x="65" y="17"/>
                  <a:pt x="51" y="14"/>
                </a:cubicBezTo>
                <a:cubicBezTo>
                  <a:pt x="51" y="5"/>
                  <a:pt x="51" y="5"/>
                  <a:pt x="51" y="5"/>
                </a:cubicBezTo>
                <a:cubicBezTo>
                  <a:pt x="51" y="2"/>
                  <a:pt x="49" y="0"/>
                  <a:pt x="46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6" y="0"/>
                  <a:pt x="34" y="2"/>
                  <a:pt x="34" y="5"/>
                </a:cubicBezTo>
                <a:cubicBezTo>
                  <a:pt x="34" y="14"/>
                  <a:pt x="34" y="14"/>
                  <a:pt x="34" y="14"/>
                </a:cubicBezTo>
                <a:cubicBezTo>
                  <a:pt x="12" y="16"/>
                  <a:pt x="0" y="27"/>
                  <a:pt x="0" y="41"/>
                </a:cubicBezTo>
                <a:cubicBezTo>
                  <a:pt x="0" y="56"/>
                  <a:pt x="15" y="63"/>
                  <a:pt x="32" y="67"/>
                </a:cubicBezTo>
                <a:cubicBezTo>
                  <a:pt x="34" y="67"/>
                  <a:pt x="47" y="71"/>
                  <a:pt x="49" y="71"/>
                </a:cubicBezTo>
                <a:cubicBezTo>
                  <a:pt x="62" y="74"/>
                  <a:pt x="64" y="79"/>
                  <a:pt x="64" y="82"/>
                </a:cubicBezTo>
                <a:cubicBezTo>
                  <a:pt x="64" y="87"/>
                  <a:pt x="59" y="92"/>
                  <a:pt x="43" y="92"/>
                </a:cubicBezTo>
                <a:cubicBezTo>
                  <a:pt x="32" y="92"/>
                  <a:pt x="18" y="83"/>
                  <a:pt x="18" y="83"/>
                </a:cubicBezTo>
                <a:cubicBezTo>
                  <a:pt x="14" y="80"/>
                  <a:pt x="10" y="81"/>
                  <a:pt x="6" y="85"/>
                </a:cubicBezTo>
                <a:cubicBezTo>
                  <a:pt x="6" y="85"/>
                  <a:pt x="4" y="88"/>
                  <a:pt x="4" y="92"/>
                </a:cubicBezTo>
                <a:cubicBezTo>
                  <a:pt x="4" y="98"/>
                  <a:pt x="19" y="105"/>
                  <a:pt x="34" y="108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6" y="122"/>
                  <a:pt x="39" y="122"/>
                </a:cubicBezTo>
                <a:cubicBezTo>
                  <a:pt x="46" y="122"/>
                  <a:pt x="46" y="122"/>
                  <a:pt x="46" y="122"/>
                </a:cubicBezTo>
                <a:cubicBezTo>
                  <a:pt x="49" y="122"/>
                  <a:pt x="51" y="120"/>
                  <a:pt x="51" y="118"/>
                </a:cubicBezTo>
                <a:cubicBezTo>
                  <a:pt x="51" y="109"/>
                  <a:pt x="51" y="109"/>
                  <a:pt x="51" y="109"/>
                </a:cubicBezTo>
                <a:cubicBezTo>
                  <a:pt x="74" y="106"/>
                  <a:pt x="84" y="94"/>
                  <a:pt x="84" y="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82" name="Google Shape;986;p32"/>
          <p:cNvSpPr>
            <a:spLocks/>
          </p:cNvSpPr>
          <p:nvPr/>
        </p:nvSpPr>
        <p:spPr bwMode="auto">
          <a:xfrm>
            <a:off x="5337175" y="1887538"/>
            <a:ext cx="460375" cy="461962"/>
          </a:xfrm>
          <a:custGeom>
            <a:avLst/>
            <a:gdLst>
              <a:gd name="T0" fmla="*/ 110 w 112"/>
              <a:gd name="T1" fmla="*/ 48 h 112"/>
              <a:gd name="T2" fmla="*/ 96 w 112"/>
              <a:gd name="T3" fmla="*/ 46 h 112"/>
              <a:gd name="T4" fmla="*/ 91 w 112"/>
              <a:gd name="T5" fmla="*/ 35 h 112"/>
              <a:gd name="T6" fmla="*/ 100 w 112"/>
              <a:gd name="T7" fmla="*/ 24 h 112"/>
              <a:gd name="T8" fmla="*/ 99 w 112"/>
              <a:gd name="T9" fmla="*/ 21 h 112"/>
              <a:gd name="T10" fmla="*/ 91 w 112"/>
              <a:gd name="T11" fmla="*/ 13 h 112"/>
              <a:gd name="T12" fmla="*/ 88 w 112"/>
              <a:gd name="T13" fmla="*/ 13 h 112"/>
              <a:gd name="T14" fmla="*/ 77 w 112"/>
              <a:gd name="T15" fmla="*/ 21 h 112"/>
              <a:gd name="T16" fmla="*/ 66 w 112"/>
              <a:gd name="T17" fmla="*/ 16 h 112"/>
              <a:gd name="T18" fmla="*/ 64 w 112"/>
              <a:gd name="T19" fmla="*/ 2 h 112"/>
              <a:gd name="T20" fmla="*/ 62 w 112"/>
              <a:gd name="T21" fmla="*/ 0 h 112"/>
              <a:gd name="T22" fmla="*/ 50 w 112"/>
              <a:gd name="T23" fmla="*/ 0 h 112"/>
              <a:gd name="T24" fmla="*/ 48 w 112"/>
              <a:gd name="T25" fmla="*/ 2 h 112"/>
              <a:gd name="T26" fmla="*/ 46 w 112"/>
              <a:gd name="T27" fmla="*/ 16 h 112"/>
              <a:gd name="T28" fmla="*/ 35 w 112"/>
              <a:gd name="T29" fmla="*/ 21 h 112"/>
              <a:gd name="T30" fmla="*/ 24 w 112"/>
              <a:gd name="T31" fmla="*/ 13 h 112"/>
              <a:gd name="T32" fmla="*/ 21 w 112"/>
              <a:gd name="T33" fmla="*/ 13 h 112"/>
              <a:gd name="T34" fmla="*/ 12 w 112"/>
              <a:gd name="T35" fmla="*/ 21 h 112"/>
              <a:gd name="T36" fmla="*/ 12 w 112"/>
              <a:gd name="T37" fmla="*/ 24 h 112"/>
              <a:gd name="T38" fmla="*/ 21 w 112"/>
              <a:gd name="T39" fmla="*/ 35 h 112"/>
              <a:gd name="T40" fmla="*/ 16 w 112"/>
              <a:gd name="T41" fmla="*/ 46 h 112"/>
              <a:gd name="T42" fmla="*/ 2 w 112"/>
              <a:gd name="T43" fmla="*/ 48 h 112"/>
              <a:gd name="T44" fmla="*/ 0 w 112"/>
              <a:gd name="T45" fmla="*/ 51 h 112"/>
              <a:gd name="T46" fmla="*/ 0 w 112"/>
              <a:gd name="T47" fmla="*/ 62 h 112"/>
              <a:gd name="T48" fmla="*/ 2 w 112"/>
              <a:gd name="T49" fmla="*/ 64 h 112"/>
              <a:gd name="T50" fmla="*/ 16 w 112"/>
              <a:gd name="T51" fmla="*/ 66 h 112"/>
              <a:gd name="T52" fmla="*/ 21 w 112"/>
              <a:gd name="T53" fmla="*/ 77 h 112"/>
              <a:gd name="T54" fmla="*/ 12 w 112"/>
              <a:gd name="T55" fmla="*/ 89 h 112"/>
              <a:gd name="T56" fmla="*/ 12 w 112"/>
              <a:gd name="T57" fmla="*/ 92 h 112"/>
              <a:gd name="T58" fmla="*/ 21 w 112"/>
              <a:gd name="T59" fmla="*/ 100 h 112"/>
              <a:gd name="T60" fmla="*/ 24 w 112"/>
              <a:gd name="T61" fmla="*/ 100 h 112"/>
              <a:gd name="T62" fmla="*/ 35 w 112"/>
              <a:gd name="T63" fmla="*/ 92 h 112"/>
              <a:gd name="T64" fmla="*/ 46 w 112"/>
              <a:gd name="T65" fmla="*/ 96 h 112"/>
              <a:gd name="T66" fmla="*/ 48 w 112"/>
              <a:gd name="T67" fmla="*/ 110 h 112"/>
              <a:gd name="T68" fmla="*/ 50 w 112"/>
              <a:gd name="T69" fmla="*/ 112 h 112"/>
              <a:gd name="T70" fmla="*/ 62 w 112"/>
              <a:gd name="T71" fmla="*/ 112 h 112"/>
              <a:gd name="T72" fmla="*/ 64 w 112"/>
              <a:gd name="T73" fmla="*/ 110 h 112"/>
              <a:gd name="T74" fmla="*/ 66 w 112"/>
              <a:gd name="T75" fmla="*/ 96 h 112"/>
              <a:gd name="T76" fmla="*/ 77 w 112"/>
              <a:gd name="T77" fmla="*/ 92 h 112"/>
              <a:gd name="T78" fmla="*/ 88 w 112"/>
              <a:gd name="T79" fmla="*/ 100 h 112"/>
              <a:gd name="T80" fmla="*/ 91 w 112"/>
              <a:gd name="T81" fmla="*/ 100 h 112"/>
              <a:gd name="T82" fmla="*/ 99 w 112"/>
              <a:gd name="T83" fmla="*/ 92 h 112"/>
              <a:gd name="T84" fmla="*/ 100 w 112"/>
              <a:gd name="T85" fmla="*/ 89 h 112"/>
              <a:gd name="T86" fmla="*/ 91 w 112"/>
              <a:gd name="T87" fmla="*/ 77 h 112"/>
              <a:gd name="T88" fmla="*/ 96 w 112"/>
              <a:gd name="T89" fmla="*/ 66 h 112"/>
              <a:gd name="T90" fmla="*/ 110 w 112"/>
              <a:gd name="T91" fmla="*/ 64 h 112"/>
              <a:gd name="T92" fmla="*/ 112 w 112"/>
              <a:gd name="T93" fmla="*/ 62 h 112"/>
              <a:gd name="T94" fmla="*/ 112 w 112"/>
              <a:gd name="T95" fmla="*/ 51 h 112"/>
              <a:gd name="T96" fmla="*/ 110 w 112"/>
              <a:gd name="T97" fmla="*/ 48 h 112"/>
              <a:gd name="T98" fmla="*/ 56 w 112"/>
              <a:gd name="T99" fmla="*/ 77 h 112"/>
              <a:gd name="T100" fmla="*/ 35 w 112"/>
              <a:gd name="T101" fmla="*/ 56 h 112"/>
              <a:gd name="T102" fmla="*/ 56 w 112"/>
              <a:gd name="T103" fmla="*/ 36 h 112"/>
              <a:gd name="T104" fmla="*/ 77 w 112"/>
              <a:gd name="T105" fmla="*/ 56 h 112"/>
              <a:gd name="T106" fmla="*/ 56 w 112"/>
              <a:gd name="T107" fmla="*/ 77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12" extrusionOk="0">
                <a:moveTo>
                  <a:pt x="110" y="48"/>
                </a:moveTo>
                <a:cubicBezTo>
                  <a:pt x="96" y="46"/>
                  <a:pt x="96" y="46"/>
                  <a:pt x="96" y="46"/>
                </a:cubicBezTo>
                <a:cubicBezTo>
                  <a:pt x="95" y="42"/>
                  <a:pt x="93" y="39"/>
                  <a:pt x="91" y="35"/>
                </a:cubicBezTo>
                <a:cubicBezTo>
                  <a:pt x="100" y="24"/>
                  <a:pt x="100" y="24"/>
                  <a:pt x="100" y="24"/>
                </a:cubicBezTo>
                <a:cubicBezTo>
                  <a:pt x="100" y="23"/>
                  <a:pt x="100" y="22"/>
                  <a:pt x="99" y="21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12"/>
                  <a:pt x="89" y="12"/>
                  <a:pt x="88" y="13"/>
                </a:cubicBezTo>
                <a:cubicBezTo>
                  <a:pt x="77" y="21"/>
                  <a:pt x="77" y="21"/>
                  <a:pt x="77" y="21"/>
                </a:cubicBezTo>
                <a:cubicBezTo>
                  <a:pt x="74" y="19"/>
                  <a:pt x="70" y="17"/>
                  <a:pt x="66" y="16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1"/>
                  <a:pt x="63" y="0"/>
                  <a:pt x="62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49" y="0"/>
                  <a:pt x="48" y="1"/>
                  <a:pt x="48" y="2"/>
                </a:cubicBezTo>
                <a:cubicBezTo>
                  <a:pt x="46" y="16"/>
                  <a:pt x="46" y="16"/>
                  <a:pt x="46" y="16"/>
                </a:cubicBezTo>
                <a:cubicBezTo>
                  <a:pt x="42" y="17"/>
                  <a:pt x="38" y="19"/>
                  <a:pt x="35" y="21"/>
                </a:cubicBezTo>
                <a:cubicBezTo>
                  <a:pt x="24" y="13"/>
                  <a:pt x="24" y="13"/>
                  <a:pt x="24" y="13"/>
                </a:cubicBezTo>
                <a:cubicBezTo>
                  <a:pt x="23" y="12"/>
                  <a:pt x="21" y="12"/>
                  <a:pt x="21" y="13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2"/>
                  <a:pt x="12" y="23"/>
                  <a:pt x="12" y="24"/>
                </a:cubicBezTo>
                <a:cubicBezTo>
                  <a:pt x="21" y="35"/>
                  <a:pt x="21" y="35"/>
                  <a:pt x="21" y="35"/>
                </a:cubicBezTo>
                <a:cubicBezTo>
                  <a:pt x="19" y="39"/>
                  <a:pt x="17" y="42"/>
                  <a:pt x="16" y="46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8"/>
                  <a:pt x="0" y="49"/>
                  <a:pt x="0" y="51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3"/>
                  <a:pt x="1" y="64"/>
                  <a:pt x="2" y="64"/>
                </a:cubicBezTo>
                <a:cubicBezTo>
                  <a:pt x="16" y="66"/>
                  <a:pt x="16" y="66"/>
                  <a:pt x="16" y="66"/>
                </a:cubicBezTo>
                <a:cubicBezTo>
                  <a:pt x="17" y="70"/>
                  <a:pt x="19" y="74"/>
                  <a:pt x="21" y="77"/>
                </a:cubicBezTo>
                <a:cubicBezTo>
                  <a:pt x="12" y="89"/>
                  <a:pt x="12" y="89"/>
                  <a:pt x="12" y="89"/>
                </a:cubicBezTo>
                <a:cubicBezTo>
                  <a:pt x="12" y="89"/>
                  <a:pt x="12" y="91"/>
                  <a:pt x="12" y="92"/>
                </a:cubicBezTo>
                <a:cubicBezTo>
                  <a:pt x="21" y="100"/>
                  <a:pt x="21" y="100"/>
                  <a:pt x="21" y="100"/>
                </a:cubicBezTo>
                <a:cubicBezTo>
                  <a:pt x="21" y="100"/>
                  <a:pt x="23" y="101"/>
                  <a:pt x="24" y="100"/>
                </a:cubicBezTo>
                <a:cubicBezTo>
                  <a:pt x="35" y="92"/>
                  <a:pt x="35" y="92"/>
                  <a:pt x="35" y="92"/>
                </a:cubicBezTo>
                <a:cubicBezTo>
                  <a:pt x="38" y="94"/>
                  <a:pt x="42" y="95"/>
                  <a:pt x="46" y="96"/>
                </a:cubicBezTo>
                <a:cubicBezTo>
                  <a:pt x="48" y="110"/>
                  <a:pt x="48" y="110"/>
                  <a:pt x="48" y="110"/>
                </a:cubicBezTo>
                <a:cubicBezTo>
                  <a:pt x="48" y="111"/>
                  <a:pt x="49" y="112"/>
                  <a:pt x="50" y="112"/>
                </a:cubicBezTo>
                <a:cubicBezTo>
                  <a:pt x="62" y="112"/>
                  <a:pt x="62" y="112"/>
                  <a:pt x="62" y="112"/>
                </a:cubicBezTo>
                <a:cubicBezTo>
                  <a:pt x="63" y="112"/>
                  <a:pt x="64" y="111"/>
                  <a:pt x="64" y="110"/>
                </a:cubicBezTo>
                <a:cubicBezTo>
                  <a:pt x="66" y="96"/>
                  <a:pt x="66" y="96"/>
                  <a:pt x="66" y="96"/>
                </a:cubicBezTo>
                <a:cubicBezTo>
                  <a:pt x="70" y="95"/>
                  <a:pt x="74" y="94"/>
                  <a:pt x="77" y="92"/>
                </a:cubicBezTo>
                <a:cubicBezTo>
                  <a:pt x="88" y="100"/>
                  <a:pt x="88" y="100"/>
                  <a:pt x="88" y="100"/>
                </a:cubicBezTo>
                <a:cubicBezTo>
                  <a:pt x="89" y="101"/>
                  <a:pt x="91" y="100"/>
                  <a:pt x="91" y="100"/>
                </a:cubicBezTo>
                <a:cubicBezTo>
                  <a:pt x="99" y="92"/>
                  <a:pt x="99" y="92"/>
                  <a:pt x="99" y="92"/>
                </a:cubicBezTo>
                <a:cubicBezTo>
                  <a:pt x="100" y="91"/>
                  <a:pt x="100" y="89"/>
                  <a:pt x="100" y="89"/>
                </a:cubicBezTo>
                <a:cubicBezTo>
                  <a:pt x="91" y="77"/>
                  <a:pt x="91" y="77"/>
                  <a:pt x="91" y="77"/>
                </a:cubicBezTo>
                <a:cubicBezTo>
                  <a:pt x="93" y="74"/>
                  <a:pt x="95" y="70"/>
                  <a:pt x="96" y="66"/>
                </a:cubicBezTo>
                <a:cubicBezTo>
                  <a:pt x="110" y="64"/>
                  <a:pt x="110" y="64"/>
                  <a:pt x="110" y="64"/>
                </a:cubicBezTo>
                <a:cubicBezTo>
                  <a:pt x="111" y="64"/>
                  <a:pt x="112" y="63"/>
                  <a:pt x="112" y="62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12" y="49"/>
                  <a:pt x="111" y="48"/>
                  <a:pt x="110" y="48"/>
                </a:cubicBezTo>
                <a:close/>
                <a:moveTo>
                  <a:pt x="56" y="77"/>
                </a:moveTo>
                <a:cubicBezTo>
                  <a:pt x="45" y="77"/>
                  <a:pt x="35" y="68"/>
                  <a:pt x="35" y="56"/>
                </a:cubicBezTo>
                <a:cubicBezTo>
                  <a:pt x="35" y="45"/>
                  <a:pt x="45" y="36"/>
                  <a:pt x="56" y="36"/>
                </a:cubicBezTo>
                <a:cubicBezTo>
                  <a:pt x="67" y="36"/>
                  <a:pt x="77" y="45"/>
                  <a:pt x="77" y="56"/>
                </a:cubicBezTo>
                <a:cubicBezTo>
                  <a:pt x="77" y="68"/>
                  <a:pt x="67" y="77"/>
                  <a:pt x="56" y="7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3283" name="Google Shape;987;p32"/>
          <p:cNvSpPr txBox="1">
            <a:spLocks noChangeArrowheads="1"/>
          </p:cNvSpPr>
          <p:nvPr/>
        </p:nvSpPr>
        <p:spPr bwMode="auto">
          <a:xfrm>
            <a:off x="9771063" y="2478088"/>
            <a:ext cx="141128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3284" name="Google Shape;988;p32"/>
          <p:cNvSpPr txBox="1">
            <a:spLocks noChangeArrowheads="1"/>
          </p:cNvSpPr>
          <p:nvPr/>
        </p:nvSpPr>
        <p:spPr bwMode="auto">
          <a:xfrm>
            <a:off x="9790113" y="3971925"/>
            <a:ext cx="141128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3285" name="Google Shape;989;p32"/>
          <p:cNvSpPr txBox="1">
            <a:spLocks noChangeArrowheads="1"/>
          </p:cNvSpPr>
          <p:nvPr/>
        </p:nvSpPr>
        <p:spPr bwMode="auto">
          <a:xfrm>
            <a:off x="9771063" y="5464175"/>
            <a:ext cx="1411287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3286" name="Google Shape;990;p32"/>
          <p:cNvSpPr txBox="1">
            <a:spLocks noChangeArrowheads="1"/>
          </p:cNvSpPr>
          <p:nvPr/>
        </p:nvSpPr>
        <p:spPr bwMode="auto">
          <a:xfrm>
            <a:off x="998538" y="968375"/>
            <a:ext cx="1411287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3287" name="Google Shape;991;p32"/>
          <p:cNvSpPr txBox="1">
            <a:spLocks noChangeArrowheads="1"/>
          </p:cNvSpPr>
          <p:nvPr/>
        </p:nvSpPr>
        <p:spPr bwMode="auto">
          <a:xfrm>
            <a:off x="979488" y="2478088"/>
            <a:ext cx="141128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3288" name="Google Shape;992;p32"/>
          <p:cNvSpPr txBox="1">
            <a:spLocks noChangeArrowheads="1"/>
          </p:cNvSpPr>
          <p:nvPr/>
        </p:nvSpPr>
        <p:spPr bwMode="auto">
          <a:xfrm>
            <a:off x="969963" y="4000500"/>
            <a:ext cx="141128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3289" name="Google Shape;993;p32"/>
          <p:cNvSpPr txBox="1">
            <a:spLocks noChangeArrowheads="1"/>
          </p:cNvSpPr>
          <p:nvPr/>
        </p:nvSpPr>
        <p:spPr bwMode="auto">
          <a:xfrm>
            <a:off x="950913" y="5491163"/>
            <a:ext cx="141128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Google Shape;998;p33"/>
          <p:cNvSpPr txBox="1">
            <a:spLocks noChangeArrowheads="1"/>
          </p:cNvSpPr>
          <p:nvPr/>
        </p:nvSpPr>
        <p:spPr bwMode="auto">
          <a:xfrm>
            <a:off x="8612188" y="2717800"/>
            <a:ext cx="1625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5299" name="Google Shape;999;p33"/>
          <p:cNvSpPr>
            <a:spLocks/>
          </p:cNvSpPr>
          <p:nvPr/>
        </p:nvSpPr>
        <p:spPr bwMode="auto">
          <a:xfrm>
            <a:off x="4370388" y="2262188"/>
            <a:ext cx="2089150" cy="1673225"/>
          </a:xfrm>
          <a:custGeom>
            <a:avLst/>
            <a:gdLst>
              <a:gd name="T0" fmla="*/ 159 w 515"/>
              <a:gd name="T1" fmla="*/ 412 h 412"/>
              <a:gd name="T2" fmla="*/ 139 w 515"/>
              <a:gd name="T3" fmla="*/ 373 h 412"/>
              <a:gd name="T4" fmla="*/ 158 w 515"/>
              <a:gd name="T5" fmla="*/ 334 h 412"/>
              <a:gd name="T6" fmla="*/ 227 w 515"/>
              <a:gd name="T7" fmla="*/ 312 h 412"/>
              <a:gd name="T8" fmla="*/ 296 w 515"/>
              <a:gd name="T9" fmla="*/ 334 h 412"/>
              <a:gd name="T10" fmla="*/ 314 w 515"/>
              <a:gd name="T11" fmla="*/ 373 h 412"/>
              <a:gd name="T12" fmla="*/ 295 w 515"/>
              <a:gd name="T13" fmla="*/ 412 h 412"/>
              <a:gd name="T14" fmla="*/ 402 w 515"/>
              <a:gd name="T15" fmla="*/ 412 h 412"/>
              <a:gd name="T16" fmla="*/ 413 w 515"/>
              <a:gd name="T17" fmla="*/ 401 h 412"/>
              <a:gd name="T18" fmla="*/ 413 w 515"/>
              <a:gd name="T19" fmla="*/ 262 h 412"/>
              <a:gd name="T20" fmla="*/ 423 w 515"/>
              <a:gd name="T21" fmla="*/ 253 h 412"/>
              <a:gd name="T22" fmla="*/ 448 w 515"/>
              <a:gd name="T23" fmla="*/ 262 h 412"/>
              <a:gd name="T24" fmla="*/ 457 w 515"/>
              <a:gd name="T25" fmla="*/ 277 h 412"/>
              <a:gd name="T26" fmla="*/ 499 w 515"/>
              <a:gd name="T27" fmla="*/ 280 h 412"/>
              <a:gd name="T28" fmla="*/ 514 w 515"/>
              <a:gd name="T29" fmla="*/ 228 h 412"/>
              <a:gd name="T30" fmla="*/ 499 w 515"/>
              <a:gd name="T31" fmla="*/ 176 h 412"/>
              <a:gd name="T32" fmla="*/ 457 w 515"/>
              <a:gd name="T33" fmla="*/ 178 h 412"/>
              <a:gd name="T34" fmla="*/ 448 w 515"/>
              <a:gd name="T35" fmla="*/ 194 h 412"/>
              <a:gd name="T36" fmla="*/ 423 w 515"/>
              <a:gd name="T37" fmla="*/ 203 h 412"/>
              <a:gd name="T38" fmla="*/ 413 w 515"/>
              <a:gd name="T39" fmla="*/ 194 h 412"/>
              <a:gd name="T40" fmla="*/ 413 w 515"/>
              <a:gd name="T41" fmla="*/ 12 h 412"/>
              <a:gd name="T42" fmla="*/ 402 w 515"/>
              <a:gd name="T43" fmla="*/ 0 h 412"/>
              <a:gd name="T44" fmla="*/ 11 w 515"/>
              <a:gd name="T45" fmla="*/ 0 h 412"/>
              <a:gd name="T46" fmla="*/ 0 w 515"/>
              <a:gd name="T47" fmla="*/ 12 h 412"/>
              <a:gd name="T48" fmla="*/ 0 w 515"/>
              <a:gd name="T49" fmla="*/ 401 h 412"/>
              <a:gd name="T50" fmla="*/ 11 w 515"/>
              <a:gd name="T51" fmla="*/ 412 h 412"/>
              <a:gd name="T52" fmla="*/ 159 w 515"/>
              <a:gd name="T53" fmla="*/ 412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5" h="412" extrusionOk="0">
                <a:moveTo>
                  <a:pt x="159" y="412"/>
                </a:moveTo>
                <a:cubicBezTo>
                  <a:pt x="147" y="402"/>
                  <a:pt x="139" y="388"/>
                  <a:pt x="139" y="373"/>
                </a:cubicBezTo>
                <a:cubicBezTo>
                  <a:pt x="139" y="358"/>
                  <a:pt x="146" y="344"/>
                  <a:pt x="158" y="334"/>
                </a:cubicBezTo>
                <a:cubicBezTo>
                  <a:pt x="175" y="319"/>
                  <a:pt x="200" y="312"/>
                  <a:pt x="227" y="312"/>
                </a:cubicBezTo>
                <a:cubicBezTo>
                  <a:pt x="254" y="312"/>
                  <a:pt x="278" y="319"/>
                  <a:pt x="296" y="334"/>
                </a:cubicBezTo>
                <a:cubicBezTo>
                  <a:pt x="307" y="344"/>
                  <a:pt x="314" y="358"/>
                  <a:pt x="314" y="373"/>
                </a:cubicBezTo>
                <a:cubicBezTo>
                  <a:pt x="314" y="388"/>
                  <a:pt x="307" y="402"/>
                  <a:pt x="295" y="412"/>
                </a:cubicBezTo>
                <a:cubicBezTo>
                  <a:pt x="402" y="412"/>
                  <a:pt x="402" y="412"/>
                  <a:pt x="402" y="412"/>
                </a:cubicBezTo>
                <a:cubicBezTo>
                  <a:pt x="408" y="412"/>
                  <a:pt x="413" y="407"/>
                  <a:pt x="413" y="401"/>
                </a:cubicBezTo>
                <a:cubicBezTo>
                  <a:pt x="413" y="262"/>
                  <a:pt x="413" y="262"/>
                  <a:pt x="413" y="262"/>
                </a:cubicBezTo>
                <a:cubicBezTo>
                  <a:pt x="414" y="258"/>
                  <a:pt x="418" y="253"/>
                  <a:pt x="423" y="253"/>
                </a:cubicBezTo>
                <a:cubicBezTo>
                  <a:pt x="433" y="253"/>
                  <a:pt x="442" y="253"/>
                  <a:pt x="448" y="262"/>
                </a:cubicBezTo>
                <a:cubicBezTo>
                  <a:pt x="452" y="267"/>
                  <a:pt x="454" y="272"/>
                  <a:pt x="457" y="277"/>
                </a:cubicBezTo>
                <a:cubicBezTo>
                  <a:pt x="467" y="293"/>
                  <a:pt x="487" y="294"/>
                  <a:pt x="499" y="280"/>
                </a:cubicBezTo>
                <a:cubicBezTo>
                  <a:pt x="510" y="266"/>
                  <a:pt x="515" y="246"/>
                  <a:pt x="514" y="228"/>
                </a:cubicBezTo>
                <a:cubicBezTo>
                  <a:pt x="515" y="210"/>
                  <a:pt x="510" y="190"/>
                  <a:pt x="499" y="176"/>
                </a:cubicBezTo>
                <a:cubicBezTo>
                  <a:pt x="487" y="161"/>
                  <a:pt x="467" y="162"/>
                  <a:pt x="457" y="178"/>
                </a:cubicBezTo>
                <a:cubicBezTo>
                  <a:pt x="454" y="183"/>
                  <a:pt x="452" y="189"/>
                  <a:pt x="448" y="194"/>
                </a:cubicBezTo>
                <a:cubicBezTo>
                  <a:pt x="442" y="203"/>
                  <a:pt x="433" y="203"/>
                  <a:pt x="423" y="203"/>
                </a:cubicBezTo>
                <a:cubicBezTo>
                  <a:pt x="418" y="202"/>
                  <a:pt x="414" y="198"/>
                  <a:pt x="413" y="194"/>
                </a:cubicBezTo>
                <a:cubicBezTo>
                  <a:pt x="413" y="12"/>
                  <a:pt x="413" y="12"/>
                  <a:pt x="413" y="12"/>
                </a:cubicBezTo>
                <a:cubicBezTo>
                  <a:pt x="413" y="5"/>
                  <a:pt x="408" y="0"/>
                  <a:pt x="40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401"/>
                  <a:pt x="0" y="401"/>
                  <a:pt x="0" y="401"/>
                </a:cubicBezTo>
                <a:cubicBezTo>
                  <a:pt x="0" y="407"/>
                  <a:pt x="5" y="412"/>
                  <a:pt x="11" y="412"/>
                </a:cubicBezTo>
                <a:lnTo>
                  <a:pt x="159" y="412"/>
                </a:ln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5300" name="Google Shape;1000;p33"/>
          <p:cNvSpPr>
            <a:spLocks/>
          </p:cNvSpPr>
          <p:nvPr/>
        </p:nvSpPr>
        <p:spPr bwMode="auto">
          <a:xfrm>
            <a:off x="6159500" y="2262188"/>
            <a:ext cx="1671638" cy="2090737"/>
          </a:xfrm>
          <a:custGeom>
            <a:avLst/>
            <a:gdLst>
              <a:gd name="T0" fmla="*/ 0 w 412"/>
              <a:gd name="T1" fmla="*/ 160 h 515"/>
              <a:gd name="T2" fmla="*/ 39 w 412"/>
              <a:gd name="T3" fmla="*/ 140 h 515"/>
              <a:gd name="T4" fmla="*/ 78 w 412"/>
              <a:gd name="T5" fmla="*/ 159 h 515"/>
              <a:gd name="T6" fmla="*/ 100 w 412"/>
              <a:gd name="T7" fmla="*/ 228 h 515"/>
              <a:gd name="T8" fmla="*/ 78 w 412"/>
              <a:gd name="T9" fmla="*/ 296 h 515"/>
              <a:gd name="T10" fmla="*/ 39 w 412"/>
              <a:gd name="T11" fmla="*/ 315 h 515"/>
              <a:gd name="T12" fmla="*/ 0 w 412"/>
              <a:gd name="T13" fmla="*/ 296 h 515"/>
              <a:gd name="T14" fmla="*/ 0 w 412"/>
              <a:gd name="T15" fmla="*/ 402 h 515"/>
              <a:gd name="T16" fmla="*/ 11 w 412"/>
              <a:gd name="T17" fmla="*/ 414 h 515"/>
              <a:gd name="T18" fmla="*/ 150 w 412"/>
              <a:gd name="T19" fmla="*/ 414 h 515"/>
              <a:gd name="T20" fmla="*/ 159 w 412"/>
              <a:gd name="T21" fmla="*/ 424 h 515"/>
              <a:gd name="T22" fmla="*/ 150 w 412"/>
              <a:gd name="T23" fmla="*/ 449 h 515"/>
              <a:gd name="T24" fmla="*/ 135 w 412"/>
              <a:gd name="T25" fmla="*/ 458 h 515"/>
              <a:gd name="T26" fmla="*/ 132 w 412"/>
              <a:gd name="T27" fmla="*/ 500 h 515"/>
              <a:gd name="T28" fmla="*/ 184 w 412"/>
              <a:gd name="T29" fmla="*/ 515 h 515"/>
              <a:gd name="T30" fmla="*/ 236 w 412"/>
              <a:gd name="T31" fmla="*/ 500 h 515"/>
              <a:gd name="T32" fmla="*/ 234 w 412"/>
              <a:gd name="T33" fmla="*/ 458 h 515"/>
              <a:gd name="T34" fmla="*/ 218 w 412"/>
              <a:gd name="T35" fmla="*/ 449 h 515"/>
              <a:gd name="T36" fmla="*/ 209 w 412"/>
              <a:gd name="T37" fmla="*/ 424 h 515"/>
              <a:gd name="T38" fmla="*/ 218 w 412"/>
              <a:gd name="T39" fmla="*/ 414 h 515"/>
              <a:gd name="T40" fmla="*/ 400 w 412"/>
              <a:gd name="T41" fmla="*/ 414 h 515"/>
              <a:gd name="T42" fmla="*/ 412 w 412"/>
              <a:gd name="T43" fmla="*/ 402 h 515"/>
              <a:gd name="T44" fmla="*/ 412 w 412"/>
              <a:gd name="T45" fmla="*/ 12 h 515"/>
              <a:gd name="T46" fmla="*/ 400 w 412"/>
              <a:gd name="T47" fmla="*/ 0 h 515"/>
              <a:gd name="T48" fmla="*/ 11 w 412"/>
              <a:gd name="T49" fmla="*/ 0 h 515"/>
              <a:gd name="T50" fmla="*/ 0 w 412"/>
              <a:gd name="T51" fmla="*/ 12 h 515"/>
              <a:gd name="T52" fmla="*/ 0 w 412"/>
              <a:gd name="T53" fmla="*/ 160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12" h="515" extrusionOk="0">
                <a:moveTo>
                  <a:pt x="0" y="160"/>
                </a:moveTo>
                <a:cubicBezTo>
                  <a:pt x="10" y="148"/>
                  <a:pt x="24" y="140"/>
                  <a:pt x="39" y="140"/>
                </a:cubicBezTo>
                <a:cubicBezTo>
                  <a:pt x="54" y="140"/>
                  <a:pt x="68" y="147"/>
                  <a:pt x="78" y="159"/>
                </a:cubicBezTo>
                <a:cubicBezTo>
                  <a:pt x="93" y="176"/>
                  <a:pt x="100" y="201"/>
                  <a:pt x="100" y="228"/>
                </a:cubicBezTo>
                <a:cubicBezTo>
                  <a:pt x="100" y="255"/>
                  <a:pt x="93" y="279"/>
                  <a:pt x="78" y="296"/>
                </a:cubicBezTo>
                <a:cubicBezTo>
                  <a:pt x="68" y="308"/>
                  <a:pt x="54" y="315"/>
                  <a:pt x="39" y="315"/>
                </a:cubicBezTo>
                <a:cubicBezTo>
                  <a:pt x="24" y="315"/>
                  <a:pt x="10" y="308"/>
                  <a:pt x="0" y="296"/>
                </a:cubicBezTo>
                <a:cubicBezTo>
                  <a:pt x="0" y="402"/>
                  <a:pt x="0" y="402"/>
                  <a:pt x="0" y="402"/>
                </a:cubicBezTo>
                <a:cubicBezTo>
                  <a:pt x="0" y="409"/>
                  <a:pt x="5" y="414"/>
                  <a:pt x="11" y="414"/>
                </a:cubicBezTo>
                <a:cubicBezTo>
                  <a:pt x="150" y="414"/>
                  <a:pt x="150" y="414"/>
                  <a:pt x="150" y="414"/>
                </a:cubicBezTo>
                <a:cubicBezTo>
                  <a:pt x="154" y="415"/>
                  <a:pt x="159" y="419"/>
                  <a:pt x="159" y="424"/>
                </a:cubicBezTo>
                <a:cubicBezTo>
                  <a:pt x="159" y="434"/>
                  <a:pt x="159" y="443"/>
                  <a:pt x="150" y="449"/>
                </a:cubicBezTo>
                <a:cubicBezTo>
                  <a:pt x="145" y="452"/>
                  <a:pt x="140" y="455"/>
                  <a:pt x="135" y="458"/>
                </a:cubicBezTo>
                <a:cubicBezTo>
                  <a:pt x="119" y="468"/>
                  <a:pt x="118" y="488"/>
                  <a:pt x="132" y="500"/>
                </a:cubicBezTo>
                <a:cubicBezTo>
                  <a:pt x="146" y="511"/>
                  <a:pt x="166" y="515"/>
                  <a:pt x="184" y="515"/>
                </a:cubicBezTo>
                <a:cubicBezTo>
                  <a:pt x="202" y="515"/>
                  <a:pt x="222" y="511"/>
                  <a:pt x="236" y="500"/>
                </a:cubicBezTo>
                <a:cubicBezTo>
                  <a:pt x="251" y="488"/>
                  <a:pt x="250" y="468"/>
                  <a:pt x="234" y="458"/>
                </a:cubicBezTo>
                <a:cubicBezTo>
                  <a:pt x="229" y="455"/>
                  <a:pt x="223" y="452"/>
                  <a:pt x="218" y="449"/>
                </a:cubicBezTo>
                <a:cubicBezTo>
                  <a:pt x="209" y="443"/>
                  <a:pt x="209" y="434"/>
                  <a:pt x="209" y="424"/>
                </a:cubicBezTo>
                <a:cubicBezTo>
                  <a:pt x="210" y="419"/>
                  <a:pt x="214" y="415"/>
                  <a:pt x="218" y="414"/>
                </a:cubicBezTo>
                <a:cubicBezTo>
                  <a:pt x="400" y="414"/>
                  <a:pt x="400" y="414"/>
                  <a:pt x="400" y="414"/>
                </a:cubicBezTo>
                <a:cubicBezTo>
                  <a:pt x="407" y="414"/>
                  <a:pt x="412" y="409"/>
                  <a:pt x="412" y="402"/>
                </a:cubicBezTo>
                <a:cubicBezTo>
                  <a:pt x="412" y="12"/>
                  <a:pt x="412" y="12"/>
                  <a:pt x="412" y="12"/>
                </a:cubicBezTo>
                <a:cubicBezTo>
                  <a:pt x="412" y="5"/>
                  <a:pt x="407" y="0"/>
                  <a:pt x="400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5"/>
                  <a:pt x="0" y="12"/>
                </a:cubicBezTo>
                <a:lnTo>
                  <a:pt x="0" y="160"/>
                </a:lnTo>
                <a:close/>
              </a:path>
            </a:pathLst>
          </a:cu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5301" name="Google Shape;1001;p33"/>
          <p:cNvSpPr>
            <a:spLocks/>
          </p:cNvSpPr>
          <p:nvPr/>
        </p:nvSpPr>
        <p:spPr bwMode="auto">
          <a:xfrm>
            <a:off x="4370388" y="3635375"/>
            <a:ext cx="1668462" cy="2090738"/>
          </a:xfrm>
          <a:custGeom>
            <a:avLst/>
            <a:gdLst>
              <a:gd name="T0" fmla="*/ 411 w 411"/>
              <a:gd name="T1" fmla="*/ 356 h 515"/>
              <a:gd name="T2" fmla="*/ 372 w 411"/>
              <a:gd name="T3" fmla="*/ 376 h 515"/>
              <a:gd name="T4" fmla="*/ 333 w 411"/>
              <a:gd name="T5" fmla="*/ 357 h 515"/>
              <a:gd name="T6" fmla="*/ 311 w 411"/>
              <a:gd name="T7" fmla="*/ 288 h 515"/>
              <a:gd name="T8" fmla="*/ 333 w 411"/>
              <a:gd name="T9" fmla="*/ 219 h 515"/>
              <a:gd name="T10" fmla="*/ 372 w 411"/>
              <a:gd name="T11" fmla="*/ 201 h 515"/>
              <a:gd name="T12" fmla="*/ 411 w 411"/>
              <a:gd name="T13" fmla="*/ 220 h 515"/>
              <a:gd name="T14" fmla="*/ 411 w 411"/>
              <a:gd name="T15" fmla="*/ 113 h 515"/>
              <a:gd name="T16" fmla="*/ 400 w 411"/>
              <a:gd name="T17" fmla="*/ 102 h 515"/>
              <a:gd name="T18" fmla="*/ 261 w 411"/>
              <a:gd name="T19" fmla="*/ 102 h 515"/>
              <a:gd name="T20" fmla="*/ 252 w 411"/>
              <a:gd name="T21" fmla="*/ 92 h 515"/>
              <a:gd name="T22" fmla="*/ 261 w 411"/>
              <a:gd name="T23" fmla="*/ 67 h 515"/>
              <a:gd name="T24" fmla="*/ 276 w 411"/>
              <a:gd name="T25" fmla="*/ 58 h 515"/>
              <a:gd name="T26" fmla="*/ 279 w 411"/>
              <a:gd name="T27" fmla="*/ 16 h 515"/>
              <a:gd name="T28" fmla="*/ 227 w 411"/>
              <a:gd name="T29" fmla="*/ 1 h 515"/>
              <a:gd name="T30" fmla="*/ 175 w 411"/>
              <a:gd name="T31" fmla="*/ 16 h 515"/>
              <a:gd name="T32" fmla="*/ 177 w 411"/>
              <a:gd name="T33" fmla="*/ 58 h 515"/>
              <a:gd name="T34" fmla="*/ 193 w 411"/>
              <a:gd name="T35" fmla="*/ 67 h 515"/>
              <a:gd name="T36" fmla="*/ 202 w 411"/>
              <a:gd name="T37" fmla="*/ 92 h 515"/>
              <a:gd name="T38" fmla="*/ 193 w 411"/>
              <a:gd name="T39" fmla="*/ 102 h 515"/>
              <a:gd name="T40" fmla="*/ 11 w 411"/>
              <a:gd name="T41" fmla="*/ 102 h 515"/>
              <a:gd name="T42" fmla="*/ 0 w 411"/>
              <a:gd name="T43" fmla="*/ 113 h 515"/>
              <a:gd name="T44" fmla="*/ 0 w 411"/>
              <a:gd name="T45" fmla="*/ 504 h 515"/>
              <a:gd name="T46" fmla="*/ 11 w 411"/>
              <a:gd name="T47" fmla="*/ 515 h 515"/>
              <a:gd name="T48" fmla="*/ 400 w 411"/>
              <a:gd name="T49" fmla="*/ 515 h 515"/>
              <a:gd name="T50" fmla="*/ 411 w 411"/>
              <a:gd name="T51" fmla="*/ 504 h 515"/>
              <a:gd name="T52" fmla="*/ 411 w 411"/>
              <a:gd name="T53" fmla="*/ 356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11" h="515" extrusionOk="0">
                <a:moveTo>
                  <a:pt x="411" y="356"/>
                </a:moveTo>
                <a:cubicBezTo>
                  <a:pt x="401" y="368"/>
                  <a:pt x="387" y="376"/>
                  <a:pt x="372" y="376"/>
                </a:cubicBezTo>
                <a:cubicBezTo>
                  <a:pt x="357" y="376"/>
                  <a:pt x="343" y="369"/>
                  <a:pt x="333" y="357"/>
                </a:cubicBezTo>
                <a:cubicBezTo>
                  <a:pt x="318" y="340"/>
                  <a:pt x="311" y="315"/>
                  <a:pt x="311" y="288"/>
                </a:cubicBezTo>
                <a:cubicBezTo>
                  <a:pt x="311" y="261"/>
                  <a:pt x="318" y="237"/>
                  <a:pt x="333" y="219"/>
                </a:cubicBezTo>
                <a:cubicBezTo>
                  <a:pt x="343" y="207"/>
                  <a:pt x="357" y="201"/>
                  <a:pt x="372" y="201"/>
                </a:cubicBezTo>
                <a:cubicBezTo>
                  <a:pt x="387" y="201"/>
                  <a:pt x="401" y="208"/>
                  <a:pt x="411" y="220"/>
                </a:cubicBezTo>
                <a:cubicBezTo>
                  <a:pt x="411" y="113"/>
                  <a:pt x="411" y="113"/>
                  <a:pt x="411" y="113"/>
                </a:cubicBezTo>
                <a:cubicBezTo>
                  <a:pt x="411" y="107"/>
                  <a:pt x="406" y="102"/>
                  <a:pt x="400" y="102"/>
                </a:cubicBezTo>
                <a:cubicBezTo>
                  <a:pt x="261" y="102"/>
                  <a:pt x="261" y="102"/>
                  <a:pt x="261" y="102"/>
                </a:cubicBezTo>
                <a:cubicBezTo>
                  <a:pt x="257" y="100"/>
                  <a:pt x="252" y="97"/>
                  <a:pt x="252" y="92"/>
                </a:cubicBezTo>
                <a:cubicBezTo>
                  <a:pt x="252" y="82"/>
                  <a:pt x="252" y="73"/>
                  <a:pt x="261" y="67"/>
                </a:cubicBezTo>
                <a:cubicBezTo>
                  <a:pt x="266" y="63"/>
                  <a:pt x="271" y="61"/>
                  <a:pt x="276" y="58"/>
                </a:cubicBezTo>
                <a:cubicBezTo>
                  <a:pt x="293" y="48"/>
                  <a:pt x="294" y="28"/>
                  <a:pt x="279" y="16"/>
                </a:cubicBezTo>
                <a:cubicBezTo>
                  <a:pt x="265" y="5"/>
                  <a:pt x="245" y="0"/>
                  <a:pt x="227" y="1"/>
                </a:cubicBezTo>
                <a:cubicBezTo>
                  <a:pt x="209" y="0"/>
                  <a:pt x="189" y="5"/>
                  <a:pt x="175" y="16"/>
                </a:cubicBezTo>
                <a:cubicBezTo>
                  <a:pt x="160" y="28"/>
                  <a:pt x="161" y="48"/>
                  <a:pt x="177" y="58"/>
                </a:cubicBezTo>
                <a:cubicBezTo>
                  <a:pt x="182" y="61"/>
                  <a:pt x="188" y="63"/>
                  <a:pt x="193" y="67"/>
                </a:cubicBezTo>
                <a:cubicBezTo>
                  <a:pt x="202" y="73"/>
                  <a:pt x="202" y="82"/>
                  <a:pt x="202" y="92"/>
                </a:cubicBezTo>
                <a:cubicBezTo>
                  <a:pt x="201" y="97"/>
                  <a:pt x="197" y="100"/>
                  <a:pt x="193" y="102"/>
                </a:cubicBezTo>
                <a:cubicBezTo>
                  <a:pt x="11" y="102"/>
                  <a:pt x="11" y="102"/>
                  <a:pt x="11" y="102"/>
                </a:cubicBezTo>
                <a:cubicBezTo>
                  <a:pt x="5" y="102"/>
                  <a:pt x="0" y="107"/>
                  <a:pt x="0" y="113"/>
                </a:cubicBezTo>
                <a:cubicBezTo>
                  <a:pt x="0" y="504"/>
                  <a:pt x="0" y="504"/>
                  <a:pt x="0" y="504"/>
                </a:cubicBezTo>
                <a:cubicBezTo>
                  <a:pt x="0" y="510"/>
                  <a:pt x="5" y="515"/>
                  <a:pt x="11" y="515"/>
                </a:cubicBezTo>
                <a:cubicBezTo>
                  <a:pt x="400" y="515"/>
                  <a:pt x="400" y="515"/>
                  <a:pt x="400" y="515"/>
                </a:cubicBezTo>
                <a:cubicBezTo>
                  <a:pt x="406" y="515"/>
                  <a:pt x="411" y="510"/>
                  <a:pt x="411" y="504"/>
                </a:cubicBezTo>
                <a:lnTo>
                  <a:pt x="411" y="356"/>
                </a:ln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5302" name="Google Shape;1002;p33"/>
          <p:cNvSpPr>
            <a:spLocks/>
          </p:cNvSpPr>
          <p:nvPr/>
        </p:nvSpPr>
        <p:spPr bwMode="auto">
          <a:xfrm>
            <a:off x="5741988" y="4057650"/>
            <a:ext cx="2089150" cy="1668463"/>
          </a:xfrm>
          <a:custGeom>
            <a:avLst/>
            <a:gdLst>
              <a:gd name="T0" fmla="*/ 355 w 515"/>
              <a:gd name="T1" fmla="*/ 0 h 411"/>
              <a:gd name="T2" fmla="*/ 375 w 515"/>
              <a:gd name="T3" fmla="*/ 39 h 411"/>
              <a:gd name="T4" fmla="*/ 356 w 515"/>
              <a:gd name="T5" fmla="*/ 78 h 411"/>
              <a:gd name="T6" fmla="*/ 287 w 515"/>
              <a:gd name="T7" fmla="*/ 100 h 411"/>
              <a:gd name="T8" fmla="*/ 219 w 515"/>
              <a:gd name="T9" fmla="*/ 78 h 411"/>
              <a:gd name="T10" fmla="*/ 200 w 515"/>
              <a:gd name="T11" fmla="*/ 39 h 411"/>
              <a:gd name="T12" fmla="*/ 219 w 515"/>
              <a:gd name="T13" fmla="*/ 0 h 411"/>
              <a:gd name="T14" fmla="*/ 113 w 515"/>
              <a:gd name="T15" fmla="*/ 0 h 411"/>
              <a:gd name="T16" fmla="*/ 101 w 515"/>
              <a:gd name="T17" fmla="*/ 11 h 411"/>
              <a:gd name="T18" fmla="*/ 101 w 515"/>
              <a:gd name="T19" fmla="*/ 150 h 411"/>
              <a:gd name="T20" fmla="*/ 91 w 515"/>
              <a:gd name="T21" fmla="*/ 159 h 411"/>
              <a:gd name="T22" fmla="*/ 66 w 515"/>
              <a:gd name="T23" fmla="*/ 150 h 411"/>
              <a:gd name="T24" fmla="*/ 57 w 515"/>
              <a:gd name="T25" fmla="*/ 135 h 411"/>
              <a:gd name="T26" fmla="*/ 15 w 515"/>
              <a:gd name="T27" fmla="*/ 132 h 411"/>
              <a:gd name="T28" fmla="*/ 0 w 515"/>
              <a:gd name="T29" fmla="*/ 184 h 411"/>
              <a:gd name="T30" fmla="*/ 15 w 515"/>
              <a:gd name="T31" fmla="*/ 236 h 411"/>
              <a:gd name="T32" fmla="*/ 57 w 515"/>
              <a:gd name="T33" fmla="*/ 234 h 411"/>
              <a:gd name="T34" fmla="*/ 66 w 515"/>
              <a:gd name="T35" fmla="*/ 218 h 411"/>
              <a:gd name="T36" fmla="*/ 91 w 515"/>
              <a:gd name="T37" fmla="*/ 209 h 411"/>
              <a:gd name="T38" fmla="*/ 101 w 515"/>
              <a:gd name="T39" fmla="*/ 218 h 411"/>
              <a:gd name="T40" fmla="*/ 101 w 515"/>
              <a:gd name="T41" fmla="*/ 400 h 411"/>
              <a:gd name="T42" fmla="*/ 113 w 515"/>
              <a:gd name="T43" fmla="*/ 411 h 411"/>
              <a:gd name="T44" fmla="*/ 503 w 515"/>
              <a:gd name="T45" fmla="*/ 411 h 411"/>
              <a:gd name="T46" fmla="*/ 515 w 515"/>
              <a:gd name="T47" fmla="*/ 400 h 411"/>
              <a:gd name="T48" fmla="*/ 515 w 515"/>
              <a:gd name="T49" fmla="*/ 11 h 411"/>
              <a:gd name="T50" fmla="*/ 503 w 515"/>
              <a:gd name="T51" fmla="*/ 0 h 411"/>
              <a:gd name="T52" fmla="*/ 355 w 515"/>
              <a:gd name="T53" fmla="*/ 0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5" h="411" extrusionOk="0">
                <a:moveTo>
                  <a:pt x="355" y="0"/>
                </a:moveTo>
                <a:cubicBezTo>
                  <a:pt x="367" y="10"/>
                  <a:pt x="375" y="24"/>
                  <a:pt x="375" y="39"/>
                </a:cubicBezTo>
                <a:cubicBezTo>
                  <a:pt x="375" y="54"/>
                  <a:pt x="368" y="68"/>
                  <a:pt x="356" y="78"/>
                </a:cubicBezTo>
                <a:cubicBezTo>
                  <a:pt x="339" y="93"/>
                  <a:pt x="314" y="100"/>
                  <a:pt x="287" y="100"/>
                </a:cubicBezTo>
                <a:cubicBezTo>
                  <a:pt x="260" y="100"/>
                  <a:pt x="236" y="93"/>
                  <a:pt x="219" y="78"/>
                </a:cubicBezTo>
                <a:cubicBezTo>
                  <a:pt x="207" y="68"/>
                  <a:pt x="200" y="54"/>
                  <a:pt x="200" y="39"/>
                </a:cubicBezTo>
                <a:cubicBezTo>
                  <a:pt x="200" y="24"/>
                  <a:pt x="207" y="10"/>
                  <a:pt x="219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06" y="0"/>
                  <a:pt x="101" y="5"/>
                  <a:pt x="101" y="11"/>
                </a:cubicBezTo>
                <a:cubicBezTo>
                  <a:pt x="101" y="150"/>
                  <a:pt x="101" y="150"/>
                  <a:pt x="101" y="150"/>
                </a:cubicBezTo>
                <a:cubicBezTo>
                  <a:pt x="100" y="154"/>
                  <a:pt x="96" y="159"/>
                  <a:pt x="91" y="159"/>
                </a:cubicBezTo>
                <a:cubicBezTo>
                  <a:pt x="81" y="159"/>
                  <a:pt x="72" y="159"/>
                  <a:pt x="66" y="150"/>
                </a:cubicBezTo>
                <a:cubicBezTo>
                  <a:pt x="63" y="145"/>
                  <a:pt x="60" y="140"/>
                  <a:pt x="57" y="135"/>
                </a:cubicBezTo>
                <a:cubicBezTo>
                  <a:pt x="47" y="118"/>
                  <a:pt x="27" y="117"/>
                  <a:pt x="15" y="132"/>
                </a:cubicBezTo>
                <a:cubicBezTo>
                  <a:pt x="4" y="146"/>
                  <a:pt x="0" y="166"/>
                  <a:pt x="0" y="184"/>
                </a:cubicBezTo>
                <a:cubicBezTo>
                  <a:pt x="0" y="202"/>
                  <a:pt x="4" y="222"/>
                  <a:pt x="15" y="236"/>
                </a:cubicBezTo>
                <a:cubicBezTo>
                  <a:pt x="27" y="251"/>
                  <a:pt x="47" y="250"/>
                  <a:pt x="57" y="234"/>
                </a:cubicBezTo>
                <a:cubicBezTo>
                  <a:pt x="60" y="229"/>
                  <a:pt x="63" y="223"/>
                  <a:pt x="66" y="218"/>
                </a:cubicBezTo>
                <a:cubicBezTo>
                  <a:pt x="72" y="209"/>
                  <a:pt x="81" y="209"/>
                  <a:pt x="91" y="209"/>
                </a:cubicBezTo>
                <a:cubicBezTo>
                  <a:pt x="96" y="210"/>
                  <a:pt x="100" y="214"/>
                  <a:pt x="101" y="218"/>
                </a:cubicBezTo>
                <a:cubicBezTo>
                  <a:pt x="101" y="400"/>
                  <a:pt x="101" y="400"/>
                  <a:pt x="101" y="400"/>
                </a:cubicBezTo>
                <a:cubicBezTo>
                  <a:pt x="101" y="406"/>
                  <a:pt x="106" y="411"/>
                  <a:pt x="113" y="411"/>
                </a:cubicBezTo>
                <a:cubicBezTo>
                  <a:pt x="503" y="411"/>
                  <a:pt x="503" y="411"/>
                  <a:pt x="503" y="411"/>
                </a:cubicBezTo>
                <a:cubicBezTo>
                  <a:pt x="510" y="411"/>
                  <a:pt x="515" y="406"/>
                  <a:pt x="515" y="400"/>
                </a:cubicBezTo>
                <a:cubicBezTo>
                  <a:pt x="515" y="11"/>
                  <a:pt x="515" y="11"/>
                  <a:pt x="515" y="11"/>
                </a:cubicBezTo>
                <a:cubicBezTo>
                  <a:pt x="515" y="5"/>
                  <a:pt x="510" y="0"/>
                  <a:pt x="503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5303" name="Google Shape;1003;p33"/>
          <p:cNvSpPr txBox="1">
            <a:spLocks noChangeArrowheads="1"/>
          </p:cNvSpPr>
          <p:nvPr/>
        </p:nvSpPr>
        <p:spPr bwMode="auto">
          <a:xfrm>
            <a:off x="8683625" y="2235200"/>
            <a:ext cx="16256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EB0AF"/>
              </a:buClr>
              <a:buSzPts val="2800"/>
              <a:buFont typeface="Open Sans Semibold" panose="020B0706030804020204" pitchFamily="34" charset="0"/>
              <a:buNone/>
            </a:pPr>
            <a:r>
              <a:rPr lang="en-US" altLang="en-US" sz="2800" b="1" dirty="0">
                <a:solidFill>
                  <a:srgbClr val="AEB0AF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C</a:t>
            </a:r>
            <a:endParaRPr lang="en-US" altLang="en-US" dirty="0"/>
          </a:p>
        </p:txBody>
      </p:sp>
      <p:sp>
        <p:nvSpPr>
          <p:cNvPr id="55304" name="Google Shape;1004;p33"/>
          <p:cNvSpPr txBox="1">
            <a:spLocks noChangeArrowheads="1"/>
          </p:cNvSpPr>
          <p:nvPr/>
        </p:nvSpPr>
        <p:spPr bwMode="auto">
          <a:xfrm>
            <a:off x="8658225" y="4362450"/>
            <a:ext cx="16256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2800"/>
              <a:buFont typeface="Open Sans Semibold" panose="020B0706030804020204" pitchFamily="34" charset="0"/>
              <a:buNone/>
            </a:pPr>
            <a:r>
              <a:rPr lang="en-US" altLang="en-US" sz="2800" b="1" dirty="0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D</a:t>
            </a:r>
            <a:endParaRPr lang="en-US" altLang="en-US" dirty="0"/>
          </a:p>
        </p:txBody>
      </p:sp>
      <p:sp>
        <p:nvSpPr>
          <p:cNvPr id="55305" name="Google Shape;1005;p33"/>
          <p:cNvSpPr txBox="1">
            <a:spLocks noChangeArrowheads="1"/>
          </p:cNvSpPr>
          <p:nvPr/>
        </p:nvSpPr>
        <p:spPr bwMode="auto">
          <a:xfrm>
            <a:off x="2293938" y="4357688"/>
            <a:ext cx="1624012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2800"/>
              <a:buFont typeface="Open Sans Semibold" panose="020B0706030804020204" pitchFamily="34" charset="0"/>
              <a:buNone/>
            </a:pPr>
            <a:r>
              <a:rPr lang="en-US" altLang="en-US" sz="2800" b="1" dirty="0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B</a:t>
            </a:r>
            <a:endParaRPr lang="en-US" altLang="en-US" dirty="0"/>
          </a:p>
        </p:txBody>
      </p:sp>
      <p:sp>
        <p:nvSpPr>
          <p:cNvPr id="55306" name="Google Shape;1006;p33"/>
          <p:cNvSpPr txBox="1">
            <a:spLocks noChangeArrowheads="1"/>
          </p:cNvSpPr>
          <p:nvPr/>
        </p:nvSpPr>
        <p:spPr bwMode="auto">
          <a:xfrm>
            <a:off x="2306637" y="2206625"/>
            <a:ext cx="1671637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2800"/>
              <a:buFont typeface="Open Sans Semibold" panose="020B0706030804020204" pitchFamily="34" charset="0"/>
              <a:buNone/>
            </a:pPr>
            <a:r>
              <a:rPr lang="en-US" altLang="en-US" sz="2800" b="1" dirty="0">
                <a:solidFill>
                  <a:srgbClr val="2F526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A</a:t>
            </a:r>
            <a:endParaRPr lang="en-US" altLang="en-US" dirty="0"/>
          </a:p>
        </p:txBody>
      </p:sp>
      <p:sp>
        <p:nvSpPr>
          <p:cNvPr id="55307" name="Google Shape;1007;p33"/>
          <p:cNvSpPr>
            <a:spLocks/>
          </p:cNvSpPr>
          <p:nvPr/>
        </p:nvSpPr>
        <p:spPr bwMode="auto">
          <a:xfrm>
            <a:off x="10593388" y="2673350"/>
            <a:ext cx="725487" cy="608013"/>
          </a:xfrm>
          <a:custGeom>
            <a:avLst/>
            <a:gdLst>
              <a:gd name="T0" fmla="*/ 24 w 179"/>
              <a:gd name="T1" fmla="*/ 122 h 150"/>
              <a:gd name="T2" fmla="*/ 24 w 179"/>
              <a:gd name="T3" fmla="*/ 81 h 150"/>
              <a:gd name="T4" fmla="*/ 30 w 179"/>
              <a:gd name="T5" fmla="*/ 76 h 150"/>
              <a:gd name="T6" fmla="*/ 40 w 179"/>
              <a:gd name="T7" fmla="*/ 76 h 150"/>
              <a:gd name="T8" fmla="*/ 46 w 179"/>
              <a:gd name="T9" fmla="*/ 81 h 150"/>
              <a:gd name="T10" fmla="*/ 46 w 179"/>
              <a:gd name="T11" fmla="*/ 122 h 150"/>
              <a:gd name="T12" fmla="*/ 40 w 179"/>
              <a:gd name="T13" fmla="*/ 128 h 150"/>
              <a:gd name="T14" fmla="*/ 30 w 179"/>
              <a:gd name="T15" fmla="*/ 128 h 150"/>
              <a:gd name="T16" fmla="*/ 24 w 179"/>
              <a:gd name="T17" fmla="*/ 122 h 150"/>
              <a:gd name="T18" fmla="*/ 66 w 179"/>
              <a:gd name="T19" fmla="*/ 61 h 150"/>
              <a:gd name="T20" fmla="*/ 60 w 179"/>
              <a:gd name="T21" fmla="*/ 67 h 150"/>
              <a:gd name="T22" fmla="*/ 60 w 179"/>
              <a:gd name="T23" fmla="*/ 122 h 150"/>
              <a:gd name="T24" fmla="*/ 66 w 179"/>
              <a:gd name="T25" fmla="*/ 128 h 150"/>
              <a:gd name="T26" fmla="*/ 76 w 179"/>
              <a:gd name="T27" fmla="*/ 128 h 150"/>
              <a:gd name="T28" fmla="*/ 82 w 179"/>
              <a:gd name="T29" fmla="*/ 122 h 150"/>
              <a:gd name="T30" fmla="*/ 82 w 179"/>
              <a:gd name="T31" fmla="*/ 67 h 150"/>
              <a:gd name="T32" fmla="*/ 76 w 179"/>
              <a:gd name="T33" fmla="*/ 61 h 150"/>
              <a:gd name="T34" fmla="*/ 66 w 179"/>
              <a:gd name="T35" fmla="*/ 61 h 150"/>
              <a:gd name="T36" fmla="*/ 102 w 179"/>
              <a:gd name="T37" fmla="*/ 49 h 150"/>
              <a:gd name="T38" fmla="*/ 96 w 179"/>
              <a:gd name="T39" fmla="*/ 55 h 150"/>
              <a:gd name="T40" fmla="*/ 96 w 179"/>
              <a:gd name="T41" fmla="*/ 122 h 150"/>
              <a:gd name="T42" fmla="*/ 102 w 179"/>
              <a:gd name="T43" fmla="*/ 128 h 150"/>
              <a:gd name="T44" fmla="*/ 112 w 179"/>
              <a:gd name="T45" fmla="*/ 128 h 150"/>
              <a:gd name="T46" fmla="*/ 117 w 179"/>
              <a:gd name="T47" fmla="*/ 122 h 150"/>
              <a:gd name="T48" fmla="*/ 117 w 179"/>
              <a:gd name="T49" fmla="*/ 55 h 150"/>
              <a:gd name="T50" fmla="*/ 112 w 179"/>
              <a:gd name="T51" fmla="*/ 49 h 150"/>
              <a:gd name="T52" fmla="*/ 102 w 179"/>
              <a:gd name="T53" fmla="*/ 49 h 150"/>
              <a:gd name="T54" fmla="*/ 138 w 179"/>
              <a:gd name="T55" fmla="*/ 36 h 150"/>
              <a:gd name="T56" fmla="*/ 132 w 179"/>
              <a:gd name="T57" fmla="*/ 42 h 150"/>
              <a:gd name="T58" fmla="*/ 132 w 179"/>
              <a:gd name="T59" fmla="*/ 122 h 150"/>
              <a:gd name="T60" fmla="*/ 138 w 179"/>
              <a:gd name="T61" fmla="*/ 128 h 150"/>
              <a:gd name="T62" fmla="*/ 147 w 179"/>
              <a:gd name="T63" fmla="*/ 128 h 150"/>
              <a:gd name="T64" fmla="*/ 153 w 179"/>
              <a:gd name="T65" fmla="*/ 122 h 150"/>
              <a:gd name="T66" fmla="*/ 153 w 179"/>
              <a:gd name="T67" fmla="*/ 42 h 150"/>
              <a:gd name="T68" fmla="*/ 147 w 179"/>
              <a:gd name="T69" fmla="*/ 36 h 150"/>
              <a:gd name="T70" fmla="*/ 138 w 179"/>
              <a:gd name="T71" fmla="*/ 36 h 150"/>
              <a:gd name="T72" fmla="*/ 27 w 179"/>
              <a:gd name="T73" fmla="*/ 60 h 150"/>
              <a:gd name="T74" fmla="*/ 133 w 179"/>
              <a:gd name="T75" fmla="*/ 20 h 150"/>
              <a:gd name="T76" fmla="*/ 136 w 179"/>
              <a:gd name="T77" fmla="*/ 26 h 150"/>
              <a:gd name="T78" fmla="*/ 147 w 179"/>
              <a:gd name="T79" fmla="*/ 8 h 150"/>
              <a:gd name="T80" fmla="*/ 126 w 179"/>
              <a:gd name="T81" fmla="*/ 7 h 150"/>
              <a:gd name="T82" fmla="*/ 130 w 179"/>
              <a:gd name="T83" fmla="*/ 13 h 150"/>
              <a:gd name="T84" fmla="*/ 26 w 179"/>
              <a:gd name="T85" fmla="*/ 52 h 150"/>
              <a:gd name="T86" fmla="*/ 27 w 179"/>
              <a:gd name="T87" fmla="*/ 60 h 150"/>
              <a:gd name="T88" fmla="*/ 179 w 179"/>
              <a:gd name="T89" fmla="*/ 139 h 150"/>
              <a:gd name="T90" fmla="*/ 161 w 179"/>
              <a:gd name="T91" fmla="*/ 129 h 150"/>
              <a:gd name="T92" fmla="*/ 161 w 179"/>
              <a:gd name="T93" fmla="*/ 135 h 150"/>
              <a:gd name="T94" fmla="*/ 15 w 179"/>
              <a:gd name="T95" fmla="*/ 135 h 150"/>
              <a:gd name="T96" fmla="*/ 15 w 179"/>
              <a:gd name="T97" fmla="*/ 18 h 150"/>
              <a:gd name="T98" fmla="*/ 21 w 179"/>
              <a:gd name="T99" fmla="*/ 18 h 150"/>
              <a:gd name="T100" fmla="*/ 11 w 179"/>
              <a:gd name="T101" fmla="*/ 0 h 150"/>
              <a:gd name="T102" fmla="*/ 0 w 179"/>
              <a:gd name="T103" fmla="*/ 18 h 150"/>
              <a:gd name="T104" fmla="*/ 7 w 179"/>
              <a:gd name="T105" fmla="*/ 18 h 150"/>
              <a:gd name="T106" fmla="*/ 7 w 179"/>
              <a:gd name="T107" fmla="*/ 135 h 150"/>
              <a:gd name="T108" fmla="*/ 7 w 179"/>
              <a:gd name="T109" fmla="*/ 139 h 150"/>
              <a:gd name="T110" fmla="*/ 7 w 179"/>
              <a:gd name="T111" fmla="*/ 143 h 150"/>
              <a:gd name="T112" fmla="*/ 161 w 179"/>
              <a:gd name="T113" fmla="*/ 143 h 150"/>
              <a:gd name="T114" fmla="*/ 161 w 179"/>
              <a:gd name="T115" fmla="*/ 150 h 150"/>
              <a:gd name="T116" fmla="*/ 179 w 179"/>
              <a:gd name="T117" fmla="*/ 139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79" h="150" extrusionOk="0">
                <a:moveTo>
                  <a:pt x="24" y="122"/>
                </a:moveTo>
                <a:cubicBezTo>
                  <a:pt x="24" y="81"/>
                  <a:pt x="24" y="81"/>
                  <a:pt x="24" y="81"/>
                </a:cubicBezTo>
                <a:cubicBezTo>
                  <a:pt x="24" y="78"/>
                  <a:pt x="27" y="76"/>
                  <a:pt x="30" y="76"/>
                </a:cubicBezTo>
                <a:cubicBezTo>
                  <a:pt x="40" y="76"/>
                  <a:pt x="40" y="76"/>
                  <a:pt x="40" y="76"/>
                </a:cubicBezTo>
                <a:cubicBezTo>
                  <a:pt x="43" y="76"/>
                  <a:pt x="46" y="78"/>
                  <a:pt x="46" y="81"/>
                </a:cubicBezTo>
                <a:cubicBezTo>
                  <a:pt x="46" y="122"/>
                  <a:pt x="46" y="122"/>
                  <a:pt x="46" y="122"/>
                </a:cubicBezTo>
                <a:cubicBezTo>
                  <a:pt x="46" y="125"/>
                  <a:pt x="43" y="128"/>
                  <a:pt x="40" y="128"/>
                </a:cubicBezTo>
                <a:cubicBezTo>
                  <a:pt x="30" y="128"/>
                  <a:pt x="30" y="128"/>
                  <a:pt x="30" y="128"/>
                </a:cubicBezTo>
                <a:cubicBezTo>
                  <a:pt x="27" y="128"/>
                  <a:pt x="24" y="125"/>
                  <a:pt x="24" y="122"/>
                </a:cubicBezTo>
                <a:close/>
                <a:moveTo>
                  <a:pt x="66" y="61"/>
                </a:moveTo>
                <a:cubicBezTo>
                  <a:pt x="63" y="61"/>
                  <a:pt x="60" y="64"/>
                  <a:pt x="60" y="67"/>
                </a:cubicBezTo>
                <a:cubicBezTo>
                  <a:pt x="60" y="122"/>
                  <a:pt x="60" y="122"/>
                  <a:pt x="60" y="122"/>
                </a:cubicBezTo>
                <a:cubicBezTo>
                  <a:pt x="60" y="125"/>
                  <a:pt x="63" y="128"/>
                  <a:pt x="66" y="128"/>
                </a:cubicBezTo>
                <a:cubicBezTo>
                  <a:pt x="76" y="128"/>
                  <a:pt x="76" y="128"/>
                  <a:pt x="76" y="128"/>
                </a:cubicBezTo>
                <a:cubicBezTo>
                  <a:pt x="79" y="128"/>
                  <a:pt x="82" y="125"/>
                  <a:pt x="82" y="122"/>
                </a:cubicBezTo>
                <a:cubicBezTo>
                  <a:pt x="82" y="67"/>
                  <a:pt x="82" y="67"/>
                  <a:pt x="82" y="67"/>
                </a:cubicBezTo>
                <a:cubicBezTo>
                  <a:pt x="82" y="64"/>
                  <a:pt x="79" y="61"/>
                  <a:pt x="76" y="61"/>
                </a:cubicBezTo>
                <a:lnTo>
                  <a:pt x="66" y="61"/>
                </a:lnTo>
                <a:close/>
                <a:moveTo>
                  <a:pt x="102" y="49"/>
                </a:moveTo>
                <a:cubicBezTo>
                  <a:pt x="98" y="49"/>
                  <a:pt x="96" y="52"/>
                  <a:pt x="96" y="55"/>
                </a:cubicBezTo>
                <a:cubicBezTo>
                  <a:pt x="96" y="122"/>
                  <a:pt x="96" y="122"/>
                  <a:pt x="96" y="122"/>
                </a:cubicBezTo>
                <a:cubicBezTo>
                  <a:pt x="96" y="125"/>
                  <a:pt x="98" y="128"/>
                  <a:pt x="102" y="128"/>
                </a:cubicBezTo>
                <a:cubicBezTo>
                  <a:pt x="112" y="128"/>
                  <a:pt x="112" y="128"/>
                  <a:pt x="112" y="128"/>
                </a:cubicBezTo>
                <a:cubicBezTo>
                  <a:pt x="115" y="128"/>
                  <a:pt x="117" y="125"/>
                  <a:pt x="117" y="122"/>
                </a:cubicBezTo>
                <a:cubicBezTo>
                  <a:pt x="117" y="55"/>
                  <a:pt x="117" y="55"/>
                  <a:pt x="117" y="55"/>
                </a:cubicBezTo>
                <a:cubicBezTo>
                  <a:pt x="117" y="52"/>
                  <a:pt x="115" y="49"/>
                  <a:pt x="112" y="49"/>
                </a:cubicBezTo>
                <a:lnTo>
                  <a:pt x="102" y="49"/>
                </a:lnTo>
                <a:close/>
                <a:moveTo>
                  <a:pt x="138" y="36"/>
                </a:moveTo>
                <a:cubicBezTo>
                  <a:pt x="134" y="36"/>
                  <a:pt x="132" y="39"/>
                  <a:pt x="132" y="42"/>
                </a:cubicBezTo>
                <a:cubicBezTo>
                  <a:pt x="132" y="122"/>
                  <a:pt x="132" y="122"/>
                  <a:pt x="132" y="122"/>
                </a:cubicBezTo>
                <a:cubicBezTo>
                  <a:pt x="132" y="125"/>
                  <a:pt x="134" y="128"/>
                  <a:pt x="138" y="128"/>
                </a:cubicBezTo>
                <a:cubicBezTo>
                  <a:pt x="147" y="128"/>
                  <a:pt x="147" y="128"/>
                  <a:pt x="147" y="128"/>
                </a:cubicBezTo>
                <a:cubicBezTo>
                  <a:pt x="151" y="128"/>
                  <a:pt x="153" y="125"/>
                  <a:pt x="153" y="122"/>
                </a:cubicBezTo>
                <a:cubicBezTo>
                  <a:pt x="153" y="42"/>
                  <a:pt x="153" y="42"/>
                  <a:pt x="153" y="42"/>
                </a:cubicBezTo>
                <a:cubicBezTo>
                  <a:pt x="153" y="39"/>
                  <a:pt x="151" y="36"/>
                  <a:pt x="147" y="36"/>
                </a:cubicBezTo>
                <a:lnTo>
                  <a:pt x="138" y="36"/>
                </a:lnTo>
                <a:close/>
                <a:moveTo>
                  <a:pt x="27" y="60"/>
                </a:moveTo>
                <a:cubicBezTo>
                  <a:pt x="65" y="53"/>
                  <a:pt x="101" y="39"/>
                  <a:pt x="133" y="20"/>
                </a:cubicBezTo>
                <a:cubicBezTo>
                  <a:pt x="136" y="26"/>
                  <a:pt x="136" y="26"/>
                  <a:pt x="136" y="26"/>
                </a:cubicBezTo>
                <a:cubicBezTo>
                  <a:pt x="147" y="8"/>
                  <a:pt x="147" y="8"/>
                  <a:pt x="14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30" y="13"/>
                  <a:pt x="130" y="13"/>
                  <a:pt x="130" y="13"/>
                </a:cubicBezTo>
                <a:cubicBezTo>
                  <a:pt x="98" y="32"/>
                  <a:pt x="63" y="45"/>
                  <a:pt x="26" y="52"/>
                </a:cubicBezTo>
                <a:lnTo>
                  <a:pt x="27" y="60"/>
                </a:lnTo>
                <a:close/>
                <a:moveTo>
                  <a:pt x="179" y="139"/>
                </a:moveTo>
                <a:cubicBezTo>
                  <a:pt x="161" y="129"/>
                  <a:pt x="161" y="129"/>
                  <a:pt x="161" y="129"/>
                </a:cubicBezTo>
                <a:cubicBezTo>
                  <a:pt x="161" y="135"/>
                  <a:pt x="161" y="135"/>
                  <a:pt x="161" y="135"/>
                </a:cubicBezTo>
                <a:cubicBezTo>
                  <a:pt x="15" y="135"/>
                  <a:pt x="15" y="135"/>
                  <a:pt x="15" y="135"/>
                </a:cubicBezTo>
                <a:cubicBezTo>
                  <a:pt x="15" y="18"/>
                  <a:pt x="15" y="18"/>
                  <a:pt x="15" y="18"/>
                </a:cubicBezTo>
                <a:cubicBezTo>
                  <a:pt x="21" y="18"/>
                  <a:pt x="21" y="18"/>
                  <a:pt x="21" y="18"/>
                </a:cubicBezTo>
                <a:cubicBezTo>
                  <a:pt x="11" y="0"/>
                  <a:pt x="11" y="0"/>
                  <a:pt x="11" y="0"/>
                </a:cubicBezTo>
                <a:cubicBezTo>
                  <a:pt x="0" y="18"/>
                  <a:pt x="0" y="18"/>
                  <a:pt x="0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35"/>
                  <a:pt x="7" y="135"/>
                  <a:pt x="7" y="135"/>
                </a:cubicBezTo>
                <a:cubicBezTo>
                  <a:pt x="7" y="139"/>
                  <a:pt x="7" y="139"/>
                  <a:pt x="7" y="139"/>
                </a:cubicBezTo>
                <a:cubicBezTo>
                  <a:pt x="7" y="143"/>
                  <a:pt x="7" y="143"/>
                  <a:pt x="7" y="143"/>
                </a:cubicBezTo>
                <a:cubicBezTo>
                  <a:pt x="161" y="143"/>
                  <a:pt x="161" y="143"/>
                  <a:pt x="161" y="143"/>
                </a:cubicBezTo>
                <a:cubicBezTo>
                  <a:pt x="161" y="150"/>
                  <a:pt x="161" y="150"/>
                  <a:pt x="161" y="150"/>
                </a:cubicBezTo>
                <a:lnTo>
                  <a:pt x="179" y="139"/>
                </a:lnTo>
                <a:close/>
              </a:path>
            </a:pathLst>
          </a:custGeom>
          <a:solidFill>
            <a:srgbClr val="BBBD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5308" name="Google Shape;1008;p33"/>
          <p:cNvSpPr>
            <a:spLocks/>
          </p:cNvSpPr>
          <p:nvPr/>
        </p:nvSpPr>
        <p:spPr bwMode="auto">
          <a:xfrm>
            <a:off x="960438" y="4787900"/>
            <a:ext cx="652462" cy="649288"/>
          </a:xfrm>
          <a:custGeom>
            <a:avLst/>
            <a:gdLst>
              <a:gd name="T0" fmla="*/ 76 w 161"/>
              <a:gd name="T1" fmla="*/ 85 h 160"/>
              <a:gd name="T2" fmla="*/ 152 w 161"/>
              <a:gd name="T3" fmla="*/ 85 h 160"/>
              <a:gd name="T4" fmla="*/ 76 w 161"/>
              <a:gd name="T5" fmla="*/ 160 h 160"/>
              <a:gd name="T6" fmla="*/ 0 w 161"/>
              <a:gd name="T7" fmla="*/ 85 h 160"/>
              <a:gd name="T8" fmla="*/ 76 w 161"/>
              <a:gd name="T9" fmla="*/ 9 h 160"/>
              <a:gd name="T10" fmla="*/ 76 w 161"/>
              <a:gd name="T11" fmla="*/ 85 h 160"/>
              <a:gd name="T12" fmla="*/ 85 w 161"/>
              <a:gd name="T13" fmla="*/ 0 h 160"/>
              <a:gd name="T14" fmla="*/ 85 w 161"/>
              <a:gd name="T15" fmla="*/ 75 h 160"/>
              <a:gd name="T16" fmla="*/ 161 w 161"/>
              <a:gd name="T17" fmla="*/ 75 h 160"/>
              <a:gd name="T18" fmla="*/ 85 w 161"/>
              <a:gd name="T19" fmla="*/ 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1" h="160" extrusionOk="0">
                <a:moveTo>
                  <a:pt x="76" y="85"/>
                </a:moveTo>
                <a:cubicBezTo>
                  <a:pt x="152" y="85"/>
                  <a:pt x="152" y="85"/>
                  <a:pt x="152" y="85"/>
                </a:cubicBezTo>
                <a:cubicBezTo>
                  <a:pt x="152" y="126"/>
                  <a:pt x="118" y="160"/>
                  <a:pt x="76" y="160"/>
                </a:cubicBezTo>
                <a:cubicBezTo>
                  <a:pt x="34" y="160"/>
                  <a:pt x="0" y="126"/>
                  <a:pt x="0" y="85"/>
                </a:cubicBezTo>
                <a:cubicBezTo>
                  <a:pt x="0" y="43"/>
                  <a:pt x="34" y="9"/>
                  <a:pt x="76" y="9"/>
                </a:cubicBezTo>
                <a:lnTo>
                  <a:pt x="76" y="85"/>
                </a:lnTo>
                <a:close/>
                <a:moveTo>
                  <a:pt x="85" y="0"/>
                </a:moveTo>
                <a:cubicBezTo>
                  <a:pt x="85" y="75"/>
                  <a:pt x="85" y="75"/>
                  <a:pt x="85" y="75"/>
                </a:cubicBezTo>
                <a:cubicBezTo>
                  <a:pt x="161" y="75"/>
                  <a:pt x="161" y="75"/>
                  <a:pt x="161" y="75"/>
                </a:cubicBezTo>
                <a:cubicBezTo>
                  <a:pt x="161" y="34"/>
                  <a:pt x="127" y="0"/>
                  <a:pt x="85" y="0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5309" name="Google Shape;1009;p33"/>
          <p:cNvSpPr>
            <a:spLocks/>
          </p:cNvSpPr>
          <p:nvPr/>
        </p:nvSpPr>
        <p:spPr bwMode="auto">
          <a:xfrm>
            <a:off x="10621963" y="4751388"/>
            <a:ext cx="490537" cy="727075"/>
          </a:xfrm>
          <a:custGeom>
            <a:avLst/>
            <a:gdLst>
              <a:gd name="T0" fmla="*/ 121 w 121"/>
              <a:gd name="T1" fmla="*/ 120 h 179"/>
              <a:gd name="T2" fmla="*/ 79 w 121"/>
              <a:gd name="T3" fmla="*/ 81 h 179"/>
              <a:gd name="T4" fmla="*/ 56 w 121"/>
              <a:gd name="T5" fmla="*/ 76 h 179"/>
              <a:gd name="T6" fmla="*/ 24 w 121"/>
              <a:gd name="T7" fmla="*/ 57 h 179"/>
              <a:gd name="T8" fmla="*/ 59 w 121"/>
              <a:gd name="T9" fmla="*/ 40 h 179"/>
              <a:gd name="T10" fmla="*/ 93 w 121"/>
              <a:gd name="T11" fmla="*/ 53 h 179"/>
              <a:gd name="T12" fmla="*/ 99 w 121"/>
              <a:gd name="T13" fmla="*/ 55 h 179"/>
              <a:gd name="T14" fmla="*/ 105 w 121"/>
              <a:gd name="T15" fmla="*/ 52 h 179"/>
              <a:gd name="T16" fmla="*/ 111 w 121"/>
              <a:gd name="T17" fmla="*/ 43 h 179"/>
              <a:gd name="T18" fmla="*/ 73 w 121"/>
              <a:gd name="T19" fmla="*/ 21 h 179"/>
              <a:gd name="T20" fmla="*/ 70 w 121"/>
              <a:gd name="T21" fmla="*/ 21 h 179"/>
              <a:gd name="T22" fmla="*/ 70 w 121"/>
              <a:gd name="T23" fmla="*/ 4 h 179"/>
              <a:gd name="T24" fmla="*/ 65 w 121"/>
              <a:gd name="T25" fmla="*/ 0 h 179"/>
              <a:gd name="T26" fmla="*/ 55 w 121"/>
              <a:gd name="T27" fmla="*/ 0 h 179"/>
              <a:gd name="T28" fmla="*/ 50 w 121"/>
              <a:gd name="T29" fmla="*/ 4 h 179"/>
              <a:gd name="T30" fmla="*/ 50 w 121"/>
              <a:gd name="T31" fmla="*/ 20 h 179"/>
              <a:gd name="T32" fmla="*/ 47 w 121"/>
              <a:gd name="T33" fmla="*/ 20 h 179"/>
              <a:gd name="T34" fmla="*/ 0 w 121"/>
              <a:gd name="T35" fmla="*/ 58 h 179"/>
              <a:gd name="T36" fmla="*/ 45 w 121"/>
              <a:gd name="T37" fmla="*/ 95 h 179"/>
              <a:gd name="T38" fmla="*/ 72 w 121"/>
              <a:gd name="T39" fmla="*/ 101 h 179"/>
              <a:gd name="T40" fmla="*/ 97 w 121"/>
              <a:gd name="T41" fmla="*/ 120 h 179"/>
              <a:gd name="T42" fmla="*/ 62 w 121"/>
              <a:gd name="T43" fmla="*/ 139 h 179"/>
              <a:gd name="T44" fmla="*/ 21 w 121"/>
              <a:gd name="T45" fmla="*/ 124 h 179"/>
              <a:gd name="T46" fmla="*/ 8 w 121"/>
              <a:gd name="T47" fmla="*/ 127 h 179"/>
              <a:gd name="T48" fmla="*/ 5 w 121"/>
              <a:gd name="T49" fmla="*/ 136 h 179"/>
              <a:gd name="T50" fmla="*/ 48 w 121"/>
              <a:gd name="T51" fmla="*/ 157 h 179"/>
              <a:gd name="T52" fmla="*/ 50 w 121"/>
              <a:gd name="T53" fmla="*/ 158 h 179"/>
              <a:gd name="T54" fmla="*/ 50 w 121"/>
              <a:gd name="T55" fmla="*/ 175 h 179"/>
              <a:gd name="T56" fmla="*/ 55 w 121"/>
              <a:gd name="T57" fmla="*/ 179 h 179"/>
              <a:gd name="T58" fmla="*/ 65 w 121"/>
              <a:gd name="T59" fmla="*/ 179 h 179"/>
              <a:gd name="T60" fmla="*/ 70 w 121"/>
              <a:gd name="T61" fmla="*/ 175 h 179"/>
              <a:gd name="T62" fmla="*/ 70 w 121"/>
              <a:gd name="T63" fmla="*/ 158 h 179"/>
              <a:gd name="T64" fmla="*/ 73 w 121"/>
              <a:gd name="T65" fmla="*/ 158 h 179"/>
              <a:gd name="T66" fmla="*/ 121 w 121"/>
              <a:gd name="T67" fmla="*/ 120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1" h="179" extrusionOk="0">
                <a:moveTo>
                  <a:pt x="121" y="120"/>
                </a:moveTo>
                <a:cubicBezTo>
                  <a:pt x="121" y="102"/>
                  <a:pt x="106" y="88"/>
                  <a:pt x="79" y="81"/>
                </a:cubicBezTo>
                <a:cubicBezTo>
                  <a:pt x="75" y="81"/>
                  <a:pt x="59" y="76"/>
                  <a:pt x="56" y="76"/>
                </a:cubicBezTo>
                <a:cubicBezTo>
                  <a:pt x="34" y="70"/>
                  <a:pt x="24" y="66"/>
                  <a:pt x="24" y="57"/>
                </a:cubicBezTo>
                <a:cubicBezTo>
                  <a:pt x="24" y="49"/>
                  <a:pt x="33" y="40"/>
                  <a:pt x="59" y="40"/>
                </a:cubicBezTo>
                <a:cubicBezTo>
                  <a:pt x="76" y="40"/>
                  <a:pt x="93" y="52"/>
                  <a:pt x="93" y="53"/>
                </a:cubicBezTo>
                <a:cubicBezTo>
                  <a:pt x="96" y="54"/>
                  <a:pt x="98" y="55"/>
                  <a:pt x="99" y="55"/>
                </a:cubicBezTo>
                <a:cubicBezTo>
                  <a:pt x="100" y="55"/>
                  <a:pt x="102" y="55"/>
                  <a:pt x="105" y="52"/>
                </a:cubicBezTo>
                <a:cubicBezTo>
                  <a:pt x="108" y="50"/>
                  <a:pt x="111" y="46"/>
                  <a:pt x="111" y="43"/>
                </a:cubicBezTo>
                <a:cubicBezTo>
                  <a:pt x="111" y="37"/>
                  <a:pt x="95" y="26"/>
                  <a:pt x="73" y="21"/>
                </a:cubicBezTo>
                <a:cubicBezTo>
                  <a:pt x="70" y="21"/>
                  <a:pt x="70" y="21"/>
                  <a:pt x="70" y="21"/>
                </a:cubicBezTo>
                <a:cubicBezTo>
                  <a:pt x="70" y="4"/>
                  <a:pt x="70" y="4"/>
                  <a:pt x="70" y="4"/>
                </a:cubicBezTo>
                <a:cubicBezTo>
                  <a:pt x="70" y="2"/>
                  <a:pt x="68" y="0"/>
                  <a:pt x="65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53" y="0"/>
                  <a:pt x="50" y="2"/>
                  <a:pt x="50" y="4"/>
                </a:cubicBezTo>
                <a:cubicBezTo>
                  <a:pt x="50" y="20"/>
                  <a:pt x="50" y="20"/>
                  <a:pt x="50" y="20"/>
                </a:cubicBezTo>
                <a:cubicBezTo>
                  <a:pt x="47" y="20"/>
                  <a:pt x="47" y="20"/>
                  <a:pt x="47" y="20"/>
                </a:cubicBezTo>
                <a:cubicBezTo>
                  <a:pt x="18" y="23"/>
                  <a:pt x="0" y="38"/>
                  <a:pt x="0" y="58"/>
                </a:cubicBezTo>
                <a:cubicBezTo>
                  <a:pt x="0" y="80"/>
                  <a:pt x="22" y="89"/>
                  <a:pt x="45" y="95"/>
                </a:cubicBezTo>
                <a:cubicBezTo>
                  <a:pt x="48" y="95"/>
                  <a:pt x="68" y="100"/>
                  <a:pt x="72" y="101"/>
                </a:cubicBezTo>
                <a:cubicBezTo>
                  <a:pt x="93" y="106"/>
                  <a:pt x="97" y="115"/>
                  <a:pt x="97" y="120"/>
                </a:cubicBezTo>
                <a:cubicBezTo>
                  <a:pt x="97" y="126"/>
                  <a:pt x="93" y="139"/>
                  <a:pt x="62" y="139"/>
                </a:cubicBezTo>
                <a:cubicBezTo>
                  <a:pt x="45" y="139"/>
                  <a:pt x="22" y="125"/>
                  <a:pt x="21" y="124"/>
                </a:cubicBezTo>
                <a:cubicBezTo>
                  <a:pt x="16" y="121"/>
                  <a:pt x="12" y="122"/>
                  <a:pt x="8" y="127"/>
                </a:cubicBezTo>
                <a:cubicBezTo>
                  <a:pt x="8" y="127"/>
                  <a:pt x="5" y="131"/>
                  <a:pt x="5" y="136"/>
                </a:cubicBezTo>
                <a:cubicBezTo>
                  <a:pt x="5" y="142"/>
                  <a:pt x="25" y="153"/>
                  <a:pt x="48" y="157"/>
                </a:cubicBezTo>
                <a:cubicBezTo>
                  <a:pt x="50" y="158"/>
                  <a:pt x="50" y="158"/>
                  <a:pt x="50" y="158"/>
                </a:cubicBezTo>
                <a:cubicBezTo>
                  <a:pt x="50" y="175"/>
                  <a:pt x="50" y="175"/>
                  <a:pt x="50" y="175"/>
                </a:cubicBezTo>
                <a:cubicBezTo>
                  <a:pt x="50" y="177"/>
                  <a:pt x="53" y="179"/>
                  <a:pt x="55" y="179"/>
                </a:cubicBezTo>
                <a:cubicBezTo>
                  <a:pt x="65" y="179"/>
                  <a:pt x="65" y="179"/>
                  <a:pt x="65" y="179"/>
                </a:cubicBezTo>
                <a:cubicBezTo>
                  <a:pt x="68" y="179"/>
                  <a:pt x="70" y="177"/>
                  <a:pt x="70" y="175"/>
                </a:cubicBezTo>
                <a:cubicBezTo>
                  <a:pt x="70" y="158"/>
                  <a:pt x="70" y="158"/>
                  <a:pt x="70" y="158"/>
                </a:cubicBezTo>
                <a:cubicBezTo>
                  <a:pt x="73" y="158"/>
                  <a:pt x="73" y="158"/>
                  <a:pt x="73" y="158"/>
                </a:cubicBezTo>
                <a:cubicBezTo>
                  <a:pt x="108" y="155"/>
                  <a:pt x="121" y="136"/>
                  <a:pt x="121" y="120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5310" name="Google Shape;1010;p33"/>
          <p:cNvSpPr>
            <a:spLocks/>
          </p:cNvSpPr>
          <p:nvPr/>
        </p:nvSpPr>
        <p:spPr bwMode="auto">
          <a:xfrm>
            <a:off x="935038" y="2571750"/>
            <a:ext cx="649287" cy="771525"/>
          </a:xfrm>
          <a:custGeom>
            <a:avLst/>
            <a:gdLst>
              <a:gd name="T0" fmla="*/ 61 w 160"/>
              <a:gd name="T1" fmla="*/ 190 h 190"/>
              <a:gd name="T2" fmla="*/ 61 w 160"/>
              <a:gd name="T3" fmla="*/ 177 h 190"/>
              <a:gd name="T4" fmla="*/ 107 w 160"/>
              <a:gd name="T5" fmla="*/ 166 h 190"/>
              <a:gd name="T6" fmla="*/ 54 w 160"/>
              <a:gd name="T7" fmla="*/ 166 h 190"/>
              <a:gd name="T8" fmla="*/ 101 w 160"/>
              <a:gd name="T9" fmla="*/ 173 h 190"/>
              <a:gd name="T10" fmla="*/ 79 w 160"/>
              <a:gd name="T11" fmla="*/ 94 h 190"/>
              <a:gd name="T12" fmla="*/ 80 w 160"/>
              <a:gd name="T13" fmla="*/ 156 h 190"/>
              <a:gd name="T14" fmla="*/ 81 w 160"/>
              <a:gd name="T15" fmla="*/ 156 h 190"/>
              <a:gd name="T16" fmla="*/ 87 w 160"/>
              <a:gd name="T17" fmla="*/ 94 h 190"/>
              <a:gd name="T18" fmla="*/ 59 w 160"/>
              <a:gd name="T19" fmla="*/ 87 h 190"/>
              <a:gd name="T20" fmla="*/ 59 w 160"/>
              <a:gd name="T21" fmla="*/ 68 h 190"/>
              <a:gd name="T22" fmla="*/ 93 w 160"/>
              <a:gd name="T23" fmla="*/ 78 h 190"/>
              <a:gd name="T24" fmla="*/ 112 w 160"/>
              <a:gd name="T25" fmla="*/ 78 h 190"/>
              <a:gd name="T26" fmla="*/ 28 w 160"/>
              <a:gd name="T27" fmla="*/ 61 h 190"/>
              <a:gd name="T28" fmla="*/ 55 w 160"/>
              <a:gd name="T29" fmla="*/ 149 h 190"/>
              <a:gd name="T30" fmla="*/ 68 w 160"/>
              <a:gd name="T31" fmla="*/ 94 h 190"/>
              <a:gd name="T32" fmla="*/ 43 w 160"/>
              <a:gd name="T33" fmla="*/ 78 h 190"/>
              <a:gd name="T34" fmla="*/ 74 w 160"/>
              <a:gd name="T35" fmla="*/ 78 h 190"/>
              <a:gd name="T36" fmla="*/ 79 w 160"/>
              <a:gd name="T37" fmla="*/ 87 h 190"/>
              <a:gd name="T38" fmla="*/ 87 w 160"/>
              <a:gd name="T39" fmla="*/ 78 h 190"/>
              <a:gd name="T40" fmla="*/ 114 w 160"/>
              <a:gd name="T41" fmla="*/ 67 h 190"/>
              <a:gd name="T42" fmla="*/ 103 w 160"/>
              <a:gd name="T43" fmla="*/ 94 h 190"/>
              <a:gd name="T44" fmla="*/ 97 w 160"/>
              <a:gd name="T45" fmla="*/ 156 h 190"/>
              <a:gd name="T46" fmla="*/ 128 w 160"/>
              <a:gd name="T47" fmla="*/ 98 h 190"/>
              <a:gd name="T48" fmla="*/ 81 w 160"/>
              <a:gd name="T49" fmla="*/ 0 h 190"/>
              <a:gd name="T50" fmla="*/ 75 w 160"/>
              <a:gd name="T51" fmla="*/ 16 h 190"/>
              <a:gd name="T52" fmla="*/ 87 w 160"/>
              <a:gd name="T53" fmla="*/ 16 h 190"/>
              <a:gd name="T54" fmla="*/ 116 w 160"/>
              <a:gd name="T55" fmla="*/ 7 h 190"/>
              <a:gd name="T56" fmla="*/ 103 w 160"/>
              <a:gd name="T57" fmla="*/ 19 h 190"/>
              <a:gd name="T58" fmla="*/ 114 w 160"/>
              <a:gd name="T59" fmla="*/ 24 h 190"/>
              <a:gd name="T60" fmla="*/ 143 w 160"/>
              <a:gd name="T61" fmla="*/ 26 h 190"/>
              <a:gd name="T62" fmla="*/ 127 w 160"/>
              <a:gd name="T63" fmla="*/ 32 h 190"/>
              <a:gd name="T64" fmla="*/ 134 w 160"/>
              <a:gd name="T65" fmla="*/ 41 h 190"/>
              <a:gd name="T66" fmla="*/ 160 w 160"/>
              <a:gd name="T67" fmla="*/ 56 h 190"/>
              <a:gd name="T68" fmla="*/ 142 w 160"/>
              <a:gd name="T69" fmla="*/ 53 h 190"/>
              <a:gd name="T70" fmla="*/ 144 w 160"/>
              <a:gd name="T71" fmla="*/ 64 h 190"/>
              <a:gd name="T72" fmla="*/ 159 w 160"/>
              <a:gd name="T73" fmla="*/ 89 h 190"/>
              <a:gd name="T74" fmla="*/ 144 w 160"/>
              <a:gd name="T75" fmla="*/ 80 h 190"/>
              <a:gd name="T76" fmla="*/ 142 w 160"/>
              <a:gd name="T77" fmla="*/ 91 h 190"/>
              <a:gd name="T78" fmla="*/ 55 w 160"/>
              <a:gd name="T79" fmla="*/ 27 h 190"/>
              <a:gd name="T80" fmla="*/ 52 w 160"/>
              <a:gd name="T81" fmla="*/ 9 h 190"/>
              <a:gd name="T82" fmla="*/ 42 w 160"/>
              <a:gd name="T83" fmla="*/ 15 h 190"/>
              <a:gd name="T84" fmla="*/ 34 w 160"/>
              <a:gd name="T85" fmla="*/ 40 h 190"/>
              <a:gd name="T86" fmla="*/ 26 w 160"/>
              <a:gd name="T87" fmla="*/ 25 h 190"/>
              <a:gd name="T88" fmla="*/ 18 w 160"/>
              <a:gd name="T89" fmla="*/ 34 h 190"/>
              <a:gd name="T90" fmla="*/ 23 w 160"/>
              <a:gd name="T91" fmla="*/ 59 h 190"/>
              <a:gd name="T92" fmla="*/ 8 w 160"/>
              <a:gd name="T93" fmla="*/ 51 h 190"/>
              <a:gd name="T94" fmla="*/ 6 w 160"/>
              <a:gd name="T95" fmla="*/ 62 h 190"/>
              <a:gd name="T96" fmla="*/ 23 w 160"/>
              <a:gd name="T97" fmla="*/ 84 h 190"/>
              <a:gd name="T98" fmla="*/ 6 w 160"/>
              <a:gd name="T99" fmla="*/ 82 h 190"/>
              <a:gd name="T100" fmla="*/ 8 w 160"/>
              <a:gd name="T101" fmla="*/ 93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60" h="190" extrusionOk="0">
                <a:moveTo>
                  <a:pt x="107" y="184"/>
                </a:moveTo>
                <a:cubicBezTo>
                  <a:pt x="107" y="187"/>
                  <a:pt x="105" y="190"/>
                  <a:pt x="101" y="190"/>
                </a:cubicBezTo>
                <a:cubicBezTo>
                  <a:pt x="61" y="190"/>
                  <a:pt x="61" y="190"/>
                  <a:pt x="61" y="190"/>
                </a:cubicBezTo>
                <a:cubicBezTo>
                  <a:pt x="57" y="190"/>
                  <a:pt x="54" y="187"/>
                  <a:pt x="54" y="184"/>
                </a:cubicBezTo>
                <a:cubicBezTo>
                  <a:pt x="54" y="184"/>
                  <a:pt x="54" y="184"/>
                  <a:pt x="54" y="184"/>
                </a:cubicBezTo>
                <a:cubicBezTo>
                  <a:pt x="54" y="180"/>
                  <a:pt x="57" y="177"/>
                  <a:pt x="61" y="177"/>
                </a:cubicBezTo>
                <a:cubicBezTo>
                  <a:pt x="101" y="177"/>
                  <a:pt x="101" y="177"/>
                  <a:pt x="101" y="177"/>
                </a:cubicBezTo>
                <a:cubicBezTo>
                  <a:pt x="105" y="177"/>
                  <a:pt x="107" y="180"/>
                  <a:pt x="107" y="184"/>
                </a:cubicBezTo>
                <a:close/>
                <a:moveTo>
                  <a:pt x="107" y="166"/>
                </a:moveTo>
                <a:cubicBezTo>
                  <a:pt x="107" y="163"/>
                  <a:pt x="105" y="160"/>
                  <a:pt x="101" y="160"/>
                </a:cubicBezTo>
                <a:cubicBezTo>
                  <a:pt x="61" y="160"/>
                  <a:pt x="61" y="160"/>
                  <a:pt x="61" y="160"/>
                </a:cubicBezTo>
                <a:cubicBezTo>
                  <a:pt x="57" y="160"/>
                  <a:pt x="54" y="163"/>
                  <a:pt x="54" y="166"/>
                </a:cubicBezTo>
                <a:cubicBezTo>
                  <a:pt x="54" y="166"/>
                  <a:pt x="54" y="166"/>
                  <a:pt x="54" y="166"/>
                </a:cubicBezTo>
                <a:cubicBezTo>
                  <a:pt x="54" y="170"/>
                  <a:pt x="57" y="173"/>
                  <a:pt x="61" y="173"/>
                </a:cubicBezTo>
                <a:cubicBezTo>
                  <a:pt x="101" y="173"/>
                  <a:pt x="101" y="173"/>
                  <a:pt x="101" y="173"/>
                </a:cubicBezTo>
                <a:cubicBezTo>
                  <a:pt x="105" y="173"/>
                  <a:pt x="107" y="170"/>
                  <a:pt x="107" y="166"/>
                </a:cubicBezTo>
                <a:close/>
                <a:moveTo>
                  <a:pt x="87" y="94"/>
                </a:moveTo>
                <a:cubicBezTo>
                  <a:pt x="79" y="94"/>
                  <a:pt x="79" y="94"/>
                  <a:pt x="79" y="94"/>
                </a:cubicBezTo>
                <a:cubicBezTo>
                  <a:pt x="74" y="94"/>
                  <a:pt x="74" y="94"/>
                  <a:pt x="74" y="94"/>
                </a:cubicBezTo>
                <a:cubicBezTo>
                  <a:pt x="74" y="156"/>
                  <a:pt x="74" y="156"/>
                  <a:pt x="74" y="156"/>
                </a:cubicBezTo>
                <a:cubicBezTo>
                  <a:pt x="76" y="156"/>
                  <a:pt x="78" y="156"/>
                  <a:pt x="80" y="156"/>
                </a:cubicBezTo>
                <a:cubicBezTo>
                  <a:pt x="80" y="156"/>
                  <a:pt x="80" y="156"/>
                  <a:pt x="80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3" y="156"/>
                  <a:pt x="85" y="156"/>
                  <a:pt x="87" y="156"/>
                </a:cubicBezTo>
                <a:lnTo>
                  <a:pt x="87" y="94"/>
                </a:lnTo>
                <a:close/>
                <a:moveTo>
                  <a:pt x="59" y="68"/>
                </a:moveTo>
                <a:cubicBezTo>
                  <a:pt x="53" y="68"/>
                  <a:pt x="49" y="73"/>
                  <a:pt x="49" y="78"/>
                </a:cubicBezTo>
                <a:cubicBezTo>
                  <a:pt x="49" y="83"/>
                  <a:pt x="53" y="87"/>
                  <a:pt x="59" y="87"/>
                </a:cubicBezTo>
                <a:cubicBezTo>
                  <a:pt x="68" y="87"/>
                  <a:pt x="68" y="87"/>
                  <a:pt x="68" y="87"/>
                </a:cubicBezTo>
                <a:cubicBezTo>
                  <a:pt x="68" y="78"/>
                  <a:pt x="68" y="78"/>
                  <a:pt x="68" y="78"/>
                </a:cubicBezTo>
                <a:cubicBezTo>
                  <a:pt x="68" y="73"/>
                  <a:pt x="64" y="68"/>
                  <a:pt x="59" y="68"/>
                </a:cubicBezTo>
                <a:close/>
                <a:moveTo>
                  <a:pt x="112" y="78"/>
                </a:moveTo>
                <a:cubicBezTo>
                  <a:pt x="112" y="73"/>
                  <a:pt x="108" y="68"/>
                  <a:pt x="103" y="68"/>
                </a:cubicBezTo>
                <a:cubicBezTo>
                  <a:pt x="98" y="68"/>
                  <a:pt x="93" y="73"/>
                  <a:pt x="93" y="78"/>
                </a:cubicBezTo>
                <a:cubicBezTo>
                  <a:pt x="93" y="87"/>
                  <a:pt x="93" y="87"/>
                  <a:pt x="93" y="87"/>
                </a:cubicBezTo>
                <a:cubicBezTo>
                  <a:pt x="103" y="87"/>
                  <a:pt x="103" y="87"/>
                  <a:pt x="103" y="87"/>
                </a:cubicBezTo>
                <a:cubicBezTo>
                  <a:pt x="108" y="87"/>
                  <a:pt x="112" y="83"/>
                  <a:pt x="112" y="78"/>
                </a:cubicBezTo>
                <a:close/>
                <a:moveTo>
                  <a:pt x="134" y="61"/>
                </a:moveTo>
                <a:cubicBezTo>
                  <a:pt x="129" y="44"/>
                  <a:pt x="109" y="25"/>
                  <a:pt x="81" y="25"/>
                </a:cubicBezTo>
                <a:cubicBezTo>
                  <a:pt x="53" y="25"/>
                  <a:pt x="32" y="44"/>
                  <a:pt x="28" y="61"/>
                </a:cubicBezTo>
                <a:cubicBezTo>
                  <a:pt x="25" y="73"/>
                  <a:pt x="28" y="86"/>
                  <a:pt x="34" y="98"/>
                </a:cubicBezTo>
                <a:cubicBezTo>
                  <a:pt x="39" y="108"/>
                  <a:pt x="45" y="117"/>
                  <a:pt x="50" y="128"/>
                </a:cubicBezTo>
                <a:cubicBezTo>
                  <a:pt x="53" y="134"/>
                  <a:pt x="54" y="143"/>
                  <a:pt x="55" y="149"/>
                </a:cubicBezTo>
                <a:cubicBezTo>
                  <a:pt x="56" y="154"/>
                  <a:pt x="58" y="156"/>
                  <a:pt x="64" y="156"/>
                </a:cubicBezTo>
                <a:cubicBezTo>
                  <a:pt x="66" y="156"/>
                  <a:pt x="67" y="156"/>
                  <a:pt x="68" y="156"/>
                </a:cubicBezTo>
                <a:cubicBezTo>
                  <a:pt x="68" y="94"/>
                  <a:pt x="68" y="94"/>
                  <a:pt x="68" y="94"/>
                </a:cubicBezTo>
                <a:cubicBezTo>
                  <a:pt x="59" y="94"/>
                  <a:pt x="59" y="94"/>
                  <a:pt x="59" y="94"/>
                </a:cubicBezTo>
                <a:cubicBezTo>
                  <a:pt x="54" y="94"/>
                  <a:pt x="50" y="92"/>
                  <a:pt x="47" y="89"/>
                </a:cubicBezTo>
                <a:cubicBezTo>
                  <a:pt x="44" y="86"/>
                  <a:pt x="43" y="82"/>
                  <a:pt x="43" y="78"/>
                </a:cubicBezTo>
                <a:cubicBezTo>
                  <a:pt x="43" y="74"/>
                  <a:pt x="44" y="70"/>
                  <a:pt x="47" y="67"/>
                </a:cubicBezTo>
                <a:cubicBezTo>
                  <a:pt x="50" y="64"/>
                  <a:pt x="54" y="62"/>
                  <a:pt x="59" y="62"/>
                </a:cubicBezTo>
                <a:cubicBezTo>
                  <a:pt x="67" y="62"/>
                  <a:pt x="74" y="69"/>
                  <a:pt x="74" y="78"/>
                </a:cubicBezTo>
                <a:cubicBezTo>
                  <a:pt x="74" y="78"/>
                  <a:pt x="74" y="78"/>
                  <a:pt x="74" y="78"/>
                </a:cubicBezTo>
                <a:cubicBezTo>
                  <a:pt x="74" y="87"/>
                  <a:pt x="74" y="87"/>
                  <a:pt x="74" y="87"/>
                </a:cubicBezTo>
                <a:cubicBezTo>
                  <a:pt x="79" y="87"/>
                  <a:pt x="79" y="87"/>
                  <a:pt x="79" y="87"/>
                </a:cubicBezTo>
                <a:cubicBezTo>
                  <a:pt x="87" y="87"/>
                  <a:pt x="87" y="87"/>
                  <a:pt x="87" y="87"/>
                </a:cubicBezTo>
                <a:cubicBezTo>
                  <a:pt x="87" y="78"/>
                  <a:pt x="87" y="78"/>
                  <a:pt x="87" y="78"/>
                </a:cubicBezTo>
                <a:cubicBezTo>
                  <a:pt x="87" y="78"/>
                  <a:pt x="87" y="78"/>
                  <a:pt x="87" y="78"/>
                </a:cubicBezTo>
                <a:cubicBezTo>
                  <a:pt x="87" y="74"/>
                  <a:pt x="89" y="70"/>
                  <a:pt x="92" y="67"/>
                </a:cubicBezTo>
                <a:cubicBezTo>
                  <a:pt x="95" y="64"/>
                  <a:pt x="99" y="62"/>
                  <a:pt x="103" y="62"/>
                </a:cubicBezTo>
                <a:cubicBezTo>
                  <a:pt x="107" y="62"/>
                  <a:pt x="111" y="64"/>
                  <a:pt x="114" y="67"/>
                </a:cubicBezTo>
                <a:cubicBezTo>
                  <a:pt x="117" y="70"/>
                  <a:pt x="119" y="74"/>
                  <a:pt x="119" y="78"/>
                </a:cubicBezTo>
                <a:cubicBezTo>
                  <a:pt x="119" y="82"/>
                  <a:pt x="117" y="86"/>
                  <a:pt x="114" y="89"/>
                </a:cubicBezTo>
                <a:cubicBezTo>
                  <a:pt x="111" y="92"/>
                  <a:pt x="107" y="94"/>
                  <a:pt x="10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93" y="156"/>
                  <a:pt x="93" y="156"/>
                  <a:pt x="93" y="156"/>
                </a:cubicBezTo>
                <a:cubicBezTo>
                  <a:pt x="95" y="156"/>
                  <a:pt x="96" y="156"/>
                  <a:pt x="97" y="156"/>
                </a:cubicBezTo>
                <a:cubicBezTo>
                  <a:pt x="103" y="156"/>
                  <a:pt x="105" y="154"/>
                  <a:pt x="106" y="149"/>
                </a:cubicBezTo>
                <a:cubicBezTo>
                  <a:pt x="108" y="143"/>
                  <a:pt x="109" y="134"/>
                  <a:pt x="111" y="128"/>
                </a:cubicBezTo>
                <a:cubicBezTo>
                  <a:pt x="116" y="117"/>
                  <a:pt x="122" y="108"/>
                  <a:pt x="128" y="98"/>
                </a:cubicBezTo>
                <a:cubicBezTo>
                  <a:pt x="134" y="86"/>
                  <a:pt x="137" y="73"/>
                  <a:pt x="134" y="61"/>
                </a:cubicBezTo>
                <a:close/>
                <a:moveTo>
                  <a:pt x="87" y="6"/>
                </a:moveTo>
                <a:cubicBezTo>
                  <a:pt x="87" y="2"/>
                  <a:pt x="84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78" y="0"/>
                  <a:pt x="75" y="2"/>
                  <a:pt x="75" y="6"/>
                </a:cubicBezTo>
                <a:cubicBezTo>
                  <a:pt x="75" y="16"/>
                  <a:pt x="75" y="16"/>
                  <a:pt x="75" y="16"/>
                </a:cubicBezTo>
                <a:cubicBezTo>
                  <a:pt x="75" y="19"/>
                  <a:pt x="78" y="22"/>
                  <a:pt x="81" y="22"/>
                </a:cubicBezTo>
                <a:cubicBezTo>
                  <a:pt x="81" y="22"/>
                  <a:pt x="81" y="22"/>
                  <a:pt x="81" y="22"/>
                </a:cubicBezTo>
                <a:cubicBezTo>
                  <a:pt x="84" y="22"/>
                  <a:pt x="87" y="19"/>
                  <a:pt x="87" y="16"/>
                </a:cubicBezTo>
                <a:lnTo>
                  <a:pt x="87" y="6"/>
                </a:lnTo>
                <a:close/>
                <a:moveTo>
                  <a:pt x="119" y="15"/>
                </a:moveTo>
                <a:cubicBezTo>
                  <a:pt x="120" y="12"/>
                  <a:pt x="119" y="9"/>
                  <a:pt x="116" y="7"/>
                </a:cubicBezTo>
                <a:cubicBezTo>
                  <a:pt x="116" y="7"/>
                  <a:pt x="116" y="7"/>
                  <a:pt x="116" y="7"/>
                </a:cubicBezTo>
                <a:cubicBezTo>
                  <a:pt x="114" y="6"/>
                  <a:pt x="110" y="7"/>
                  <a:pt x="109" y="9"/>
                </a:cubicBezTo>
                <a:cubicBezTo>
                  <a:pt x="103" y="19"/>
                  <a:pt x="103" y="19"/>
                  <a:pt x="103" y="19"/>
                </a:cubicBezTo>
                <a:cubicBezTo>
                  <a:pt x="102" y="22"/>
                  <a:pt x="103" y="25"/>
                  <a:pt x="106" y="27"/>
                </a:cubicBezTo>
                <a:cubicBezTo>
                  <a:pt x="106" y="27"/>
                  <a:pt x="106" y="27"/>
                  <a:pt x="106" y="27"/>
                </a:cubicBezTo>
                <a:cubicBezTo>
                  <a:pt x="109" y="28"/>
                  <a:pt x="112" y="27"/>
                  <a:pt x="114" y="24"/>
                </a:cubicBezTo>
                <a:lnTo>
                  <a:pt x="119" y="15"/>
                </a:lnTo>
                <a:close/>
                <a:moveTo>
                  <a:pt x="142" y="34"/>
                </a:moveTo>
                <a:cubicBezTo>
                  <a:pt x="145" y="32"/>
                  <a:pt x="145" y="28"/>
                  <a:pt x="143" y="26"/>
                </a:cubicBezTo>
                <a:cubicBezTo>
                  <a:pt x="143" y="26"/>
                  <a:pt x="143" y="26"/>
                  <a:pt x="143" y="26"/>
                </a:cubicBezTo>
                <a:cubicBezTo>
                  <a:pt x="141" y="23"/>
                  <a:pt x="137" y="23"/>
                  <a:pt x="135" y="25"/>
                </a:cubicBezTo>
                <a:cubicBezTo>
                  <a:pt x="127" y="32"/>
                  <a:pt x="127" y="32"/>
                  <a:pt x="127" y="32"/>
                </a:cubicBezTo>
                <a:cubicBezTo>
                  <a:pt x="124" y="34"/>
                  <a:pt x="124" y="38"/>
                  <a:pt x="126" y="40"/>
                </a:cubicBezTo>
                <a:cubicBezTo>
                  <a:pt x="126" y="40"/>
                  <a:pt x="126" y="40"/>
                  <a:pt x="126" y="40"/>
                </a:cubicBezTo>
                <a:cubicBezTo>
                  <a:pt x="128" y="43"/>
                  <a:pt x="132" y="43"/>
                  <a:pt x="134" y="41"/>
                </a:cubicBezTo>
                <a:lnTo>
                  <a:pt x="142" y="34"/>
                </a:lnTo>
                <a:close/>
                <a:moveTo>
                  <a:pt x="155" y="62"/>
                </a:moveTo>
                <a:cubicBezTo>
                  <a:pt x="158" y="62"/>
                  <a:pt x="160" y="59"/>
                  <a:pt x="160" y="56"/>
                </a:cubicBezTo>
                <a:cubicBezTo>
                  <a:pt x="160" y="56"/>
                  <a:pt x="160" y="56"/>
                  <a:pt x="160" y="56"/>
                </a:cubicBezTo>
                <a:cubicBezTo>
                  <a:pt x="159" y="52"/>
                  <a:pt x="156" y="50"/>
                  <a:pt x="153" y="51"/>
                </a:cubicBezTo>
                <a:cubicBezTo>
                  <a:pt x="142" y="53"/>
                  <a:pt x="142" y="53"/>
                  <a:pt x="142" y="53"/>
                </a:cubicBezTo>
                <a:cubicBezTo>
                  <a:pt x="139" y="53"/>
                  <a:pt x="137" y="56"/>
                  <a:pt x="138" y="59"/>
                </a:cubicBezTo>
                <a:cubicBezTo>
                  <a:pt x="138" y="59"/>
                  <a:pt x="138" y="59"/>
                  <a:pt x="138" y="59"/>
                </a:cubicBezTo>
                <a:cubicBezTo>
                  <a:pt x="138" y="63"/>
                  <a:pt x="141" y="65"/>
                  <a:pt x="144" y="64"/>
                </a:cubicBezTo>
                <a:lnTo>
                  <a:pt x="155" y="62"/>
                </a:lnTo>
                <a:close/>
                <a:moveTo>
                  <a:pt x="152" y="93"/>
                </a:moveTo>
                <a:cubicBezTo>
                  <a:pt x="156" y="94"/>
                  <a:pt x="159" y="92"/>
                  <a:pt x="159" y="89"/>
                </a:cubicBezTo>
                <a:cubicBezTo>
                  <a:pt x="159" y="89"/>
                  <a:pt x="159" y="89"/>
                  <a:pt x="159" y="89"/>
                </a:cubicBezTo>
                <a:cubicBezTo>
                  <a:pt x="160" y="86"/>
                  <a:pt x="158" y="83"/>
                  <a:pt x="155" y="82"/>
                </a:cubicBezTo>
                <a:cubicBezTo>
                  <a:pt x="144" y="80"/>
                  <a:pt x="144" y="80"/>
                  <a:pt x="144" y="80"/>
                </a:cubicBezTo>
                <a:cubicBezTo>
                  <a:pt x="141" y="79"/>
                  <a:pt x="138" y="81"/>
                  <a:pt x="137" y="84"/>
                </a:cubicBezTo>
                <a:cubicBezTo>
                  <a:pt x="137" y="84"/>
                  <a:pt x="137" y="84"/>
                  <a:pt x="137" y="84"/>
                </a:cubicBezTo>
                <a:cubicBezTo>
                  <a:pt x="137" y="87"/>
                  <a:pt x="139" y="91"/>
                  <a:pt x="142" y="91"/>
                </a:cubicBezTo>
                <a:lnTo>
                  <a:pt x="152" y="93"/>
                </a:lnTo>
                <a:close/>
                <a:moveTo>
                  <a:pt x="47" y="24"/>
                </a:moveTo>
                <a:cubicBezTo>
                  <a:pt x="49" y="27"/>
                  <a:pt x="52" y="28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8" y="25"/>
                  <a:pt x="59" y="22"/>
                  <a:pt x="57" y="19"/>
                </a:cubicBezTo>
                <a:cubicBezTo>
                  <a:pt x="52" y="9"/>
                  <a:pt x="52" y="9"/>
                  <a:pt x="52" y="9"/>
                </a:cubicBezTo>
                <a:cubicBezTo>
                  <a:pt x="51" y="7"/>
                  <a:pt x="47" y="6"/>
                  <a:pt x="44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1" y="9"/>
                  <a:pt x="40" y="12"/>
                  <a:pt x="42" y="15"/>
                </a:cubicBezTo>
                <a:lnTo>
                  <a:pt x="47" y="24"/>
                </a:lnTo>
                <a:close/>
                <a:moveTo>
                  <a:pt x="26" y="41"/>
                </a:moveTo>
                <a:cubicBezTo>
                  <a:pt x="29" y="43"/>
                  <a:pt x="32" y="43"/>
                  <a:pt x="34" y="40"/>
                </a:cubicBezTo>
                <a:cubicBezTo>
                  <a:pt x="34" y="40"/>
                  <a:pt x="34" y="40"/>
                  <a:pt x="34" y="40"/>
                </a:cubicBezTo>
                <a:cubicBezTo>
                  <a:pt x="37" y="38"/>
                  <a:pt x="36" y="34"/>
                  <a:pt x="34" y="32"/>
                </a:cubicBezTo>
                <a:cubicBezTo>
                  <a:pt x="26" y="25"/>
                  <a:pt x="26" y="25"/>
                  <a:pt x="26" y="25"/>
                </a:cubicBezTo>
                <a:cubicBezTo>
                  <a:pt x="24" y="23"/>
                  <a:pt x="20" y="23"/>
                  <a:pt x="18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6" y="28"/>
                  <a:pt x="16" y="32"/>
                  <a:pt x="18" y="34"/>
                </a:cubicBezTo>
                <a:lnTo>
                  <a:pt x="26" y="41"/>
                </a:lnTo>
                <a:close/>
                <a:moveTo>
                  <a:pt x="16" y="64"/>
                </a:moveTo>
                <a:cubicBezTo>
                  <a:pt x="19" y="65"/>
                  <a:pt x="22" y="63"/>
                  <a:pt x="23" y="59"/>
                </a:cubicBezTo>
                <a:cubicBezTo>
                  <a:pt x="23" y="59"/>
                  <a:pt x="23" y="59"/>
                  <a:pt x="23" y="59"/>
                </a:cubicBezTo>
                <a:cubicBezTo>
                  <a:pt x="24" y="56"/>
                  <a:pt x="21" y="53"/>
                  <a:pt x="18" y="53"/>
                </a:cubicBezTo>
                <a:cubicBezTo>
                  <a:pt x="8" y="51"/>
                  <a:pt x="8" y="51"/>
                  <a:pt x="8" y="51"/>
                </a:cubicBezTo>
                <a:cubicBezTo>
                  <a:pt x="5" y="50"/>
                  <a:pt x="2" y="52"/>
                  <a:pt x="1" y="56"/>
                </a:cubicBezTo>
                <a:cubicBezTo>
                  <a:pt x="1" y="56"/>
                  <a:pt x="1" y="56"/>
                  <a:pt x="1" y="56"/>
                </a:cubicBezTo>
                <a:cubicBezTo>
                  <a:pt x="0" y="59"/>
                  <a:pt x="3" y="62"/>
                  <a:pt x="6" y="62"/>
                </a:cubicBezTo>
                <a:lnTo>
                  <a:pt x="16" y="64"/>
                </a:lnTo>
                <a:close/>
                <a:moveTo>
                  <a:pt x="19" y="91"/>
                </a:moveTo>
                <a:cubicBezTo>
                  <a:pt x="22" y="91"/>
                  <a:pt x="24" y="87"/>
                  <a:pt x="23" y="84"/>
                </a:cubicBezTo>
                <a:cubicBezTo>
                  <a:pt x="23" y="84"/>
                  <a:pt x="23" y="84"/>
                  <a:pt x="23" y="84"/>
                </a:cubicBezTo>
                <a:cubicBezTo>
                  <a:pt x="23" y="81"/>
                  <a:pt x="20" y="79"/>
                  <a:pt x="16" y="80"/>
                </a:cubicBezTo>
                <a:cubicBezTo>
                  <a:pt x="6" y="82"/>
                  <a:pt x="6" y="82"/>
                  <a:pt x="6" y="82"/>
                </a:cubicBezTo>
                <a:cubicBezTo>
                  <a:pt x="3" y="83"/>
                  <a:pt x="1" y="86"/>
                  <a:pt x="1" y="89"/>
                </a:cubicBezTo>
                <a:cubicBezTo>
                  <a:pt x="1" y="89"/>
                  <a:pt x="1" y="89"/>
                  <a:pt x="1" y="89"/>
                </a:cubicBezTo>
                <a:cubicBezTo>
                  <a:pt x="2" y="92"/>
                  <a:pt x="5" y="94"/>
                  <a:pt x="8" y="93"/>
                </a:cubicBezTo>
                <a:lnTo>
                  <a:pt x="19" y="91"/>
                </a:ln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5311" name="Google Shape;1011;p33"/>
          <p:cNvSpPr txBox="1">
            <a:spLocks noChangeArrowheads="1"/>
          </p:cNvSpPr>
          <p:nvPr/>
        </p:nvSpPr>
        <p:spPr bwMode="auto">
          <a:xfrm>
            <a:off x="1110823" y="607219"/>
            <a:ext cx="9756408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6500"/>
              <a:buFont typeface="Montserrat" panose="02000505000000020004" pitchFamily="2" charset="0"/>
              <a:buNone/>
            </a:pPr>
            <a:r>
              <a:rPr lang="en-US" altLang="en-US" sz="6500" b="1" dirty="0">
                <a:latin typeface="Montserrat" panose="02000505000000020004" pitchFamily="2" charset="0"/>
                <a:sym typeface="Montserrat" panose="02000505000000020004" pitchFamily="2" charset="0"/>
              </a:rPr>
              <a:t>MODELO DE NEGOCIO</a:t>
            </a:r>
            <a:endParaRPr lang="en-US" altLang="en-US" dirty="0"/>
          </a:p>
        </p:txBody>
      </p:sp>
      <p:sp>
        <p:nvSpPr>
          <p:cNvPr id="55312" name="Google Shape;1012;p33"/>
          <p:cNvSpPr txBox="1">
            <a:spLocks noChangeArrowheads="1"/>
          </p:cNvSpPr>
          <p:nvPr/>
        </p:nvSpPr>
        <p:spPr bwMode="auto">
          <a:xfrm>
            <a:off x="8612188" y="4845050"/>
            <a:ext cx="1625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5313" name="Google Shape;1013;p33"/>
          <p:cNvSpPr txBox="1">
            <a:spLocks noChangeArrowheads="1"/>
          </p:cNvSpPr>
          <p:nvPr/>
        </p:nvSpPr>
        <p:spPr bwMode="auto">
          <a:xfrm>
            <a:off x="2017713" y="2608263"/>
            <a:ext cx="16256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5314" name="Google Shape;1014;p33"/>
          <p:cNvSpPr txBox="1">
            <a:spLocks noChangeArrowheads="1"/>
          </p:cNvSpPr>
          <p:nvPr/>
        </p:nvSpPr>
        <p:spPr bwMode="auto">
          <a:xfrm>
            <a:off x="1982788" y="4773613"/>
            <a:ext cx="16240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400"/>
              <a:buFont typeface="Open Sans" panose="020B0606030504020204" pitchFamily="34" charset="0"/>
              <a:buNone/>
            </a:pPr>
            <a:r>
              <a:rPr lang="en-US" altLang="en-US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Google Shape;1019;p34"/>
          <p:cNvSpPr txBox="1">
            <a:spLocks noChangeArrowheads="1"/>
          </p:cNvSpPr>
          <p:nvPr/>
        </p:nvSpPr>
        <p:spPr bwMode="auto">
          <a:xfrm>
            <a:off x="9051925" y="1851025"/>
            <a:ext cx="14097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7347" name="Google Shape;1020;p34"/>
          <p:cNvSpPr>
            <a:spLocks/>
          </p:cNvSpPr>
          <p:nvPr/>
        </p:nvSpPr>
        <p:spPr bwMode="auto">
          <a:xfrm>
            <a:off x="3702050" y="3390900"/>
            <a:ext cx="2279650" cy="2659063"/>
          </a:xfrm>
          <a:custGeom>
            <a:avLst/>
            <a:gdLst>
              <a:gd name="T0" fmla="*/ 374 w 530"/>
              <a:gd name="T1" fmla="*/ 277 h 618"/>
              <a:gd name="T2" fmla="*/ 203 w 530"/>
              <a:gd name="T3" fmla="*/ 13 h 618"/>
              <a:gd name="T4" fmla="*/ 185 w 530"/>
              <a:gd name="T5" fmla="*/ 5 h 618"/>
              <a:gd name="T6" fmla="*/ 88 w 530"/>
              <a:gd name="T7" fmla="*/ 449 h 618"/>
              <a:gd name="T8" fmla="*/ 380 w 530"/>
              <a:gd name="T9" fmla="*/ 618 h 618"/>
              <a:gd name="T10" fmla="*/ 380 w 530"/>
              <a:gd name="T11" fmla="*/ 618 h 618"/>
              <a:gd name="T12" fmla="*/ 521 w 530"/>
              <a:gd name="T13" fmla="*/ 586 h 618"/>
              <a:gd name="T14" fmla="*/ 523 w 530"/>
              <a:gd name="T15" fmla="*/ 567 h 618"/>
              <a:gd name="T16" fmla="*/ 380 w 530"/>
              <a:gd name="T17" fmla="*/ 287 h 618"/>
              <a:gd name="T18" fmla="*/ 374 w 530"/>
              <a:gd name="T19" fmla="*/ 277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30" h="618" extrusionOk="0">
                <a:moveTo>
                  <a:pt x="374" y="277"/>
                </a:moveTo>
                <a:cubicBezTo>
                  <a:pt x="280" y="220"/>
                  <a:pt x="216" y="122"/>
                  <a:pt x="203" y="13"/>
                </a:cubicBezTo>
                <a:cubicBezTo>
                  <a:pt x="202" y="5"/>
                  <a:pt x="192" y="0"/>
                  <a:pt x="185" y="5"/>
                </a:cubicBezTo>
                <a:cubicBezTo>
                  <a:pt x="44" y="104"/>
                  <a:pt x="0" y="297"/>
                  <a:pt x="88" y="449"/>
                </a:cubicBezTo>
                <a:cubicBezTo>
                  <a:pt x="148" y="553"/>
                  <a:pt x="259" y="618"/>
                  <a:pt x="380" y="618"/>
                </a:cubicBezTo>
                <a:cubicBezTo>
                  <a:pt x="380" y="618"/>
                  <a:pt x="380" y="618"/>
                  <a:pt x="380" y="618"/>
                </a:cubicBezTo>
                <a:cubicBezTo>
                  <a:pt x="428" y="618"/>
                  <a:pt x="477" y="607"/>
                  <a:pt x="521" y="586"/>
                </a:cubicBezTo>
                <a:cubicBezTo>
                  <a:pt x="529" y="583"/>
                  <a:pt x="530" y="572"/>
                  <a:pt x="523" y="567"/>
                </a:cubicBezTo>
                <a:cubicBezTo>
                  <a:pt x="435" y="501"/>
                  <a:pt x="382" y="397"/>
                  <a:pt x="380" y="287"/>
                </a:cubicBezTo>
                <a:cubicBezTo>
                  <a:pt x="380" y="283"/>
                  <a:pt x="378" y="279"/>
                  <a:pt x="374" y="277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48" name="Google Shape;1021;p34"/>
          <p:cNvSpPr>
            <a:spLocks/>
          </p:cNvSpPr>
          <p:nvPr/>
        </p:nvSpPr>
        <p:spPr bwMode="auto">
          <a:xfrm>
            <a:off x="6230938" y="3390900"/>
            <a:ext cx="2144712" cy="2659063"/>
          </a:xfrm>
          <a:custGeom>
            <a:avLst/>
            <a:gdLst>
              <a:gd name="T0" fmla="*/ 326 w 499"/>
              <a:gd name="T1" fmla="*/ 13 h 618"/>
              <a:gd name="T2" fmla="*/ 155 w 499"/>
              <a:gd name="T3" fmla="*/ 277 h 618"/>
              <a:gd name="T4" fmla="*/ 149 w 499"/>
              <a:gd name="T5" fmla="*/ 287 h 618"/>
              <a:gd name="T6" fmla="*/ 7 w 499"/>
              <a:gd name="T7" fmla="*/ 567 h 618"/>
              <a:gd name="T8" fmla="*/ 9 w 499"/>
              <a:gd name="T9" fmla="*/ 586 h 618"/>
              <a:gd name="T10" fmla="*/ 150 w 499"/>
              <a:gd name="T11" fmla="*/ 618 h 618"/>
              <a:gd name="T12" fmla="*/ 442 w 499"/>
              <a:gd name="T13" fmla="*/ 449 h 618"/>
              <a:gd name="T14" fmla="*/ 476 w 499"/>
              <a:gd name="T15" fmla="*/ 194 h 618"/>
              <a:gd name="T16" fmla="*/ 344 w 499"/>
              <a:gd name="T17" fmla="*/ 5 h 618"/>
              <a:gd name="T18" fmla="*/ 326 w 499"/>
              <a:gd name="T19" fmla="*/ 13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9" h="618" extrusionOk="0">
                <a:moveTo>
                  <a:pt x="326" y="13"/>
                </a:moveTo>
                <a:cubicBezTo>
                  <a:pt x="313" y="122"/>
                  <a:pt x="250" y="220"/>
                  <a:pt x="155" y="277"/>
                </a:cubicBezTo>
                <a:cubicBezTo>
                  <a:pt x="152" y="279"/>
                  <a:pt x="149" y="283"/>
                  <a:pt x="149" y="287"/>
                </a:cubicBezTo>
                <a:cubicBezTo>
                  <a:pt x="147" y="397"/>
                  <a:pt x="94" y="501"/>
                  <a:pt x="7" y="567"/>
                </a:cubicBezTo>
                <a:cubicBezTo>
                  <a:pt x="0" y="572"/>
                  <a:pt x="1" y="583"/>
                  <a:pt x="9" y="586"/>
                </a:cubicBezTo>
                <a:cubicBezTo>
                  <a:pt x="53" y="607"/>
                  <a:pt x="101" y="618"/>
                  <a:pt x="150" y="618"/>
                </a:cubicBezTo>
                <a:cubicBezTo>
                  <a:pt x="270" y="618"/>
                  <a:pt x="382" y="553"/>
                  <a:pt x="442" y="449"/>
                </a:cubicBezTo>
                <a:cubicBezTo>
                  <a:pt x="487" y="371"/>
                  <a:pt x="499" y="281"/>
                  <a:pt x="476" y="194"/>
                </a:cubicBezTo>
                <a:cubicBezTo>
                  <a:pt x="455" y="117"/>
                  <a:pt x="409" y="51"/>
                  <a:pt x="344" y="5"/>
                </a:cubicBezTo>
                <a:cubicBezTo>
                  <a:pt x="337" y="0"/>
                  <a:pt x="327" y="5"/>
                  <a:pt x="326" y="13"/>
                </a:cubicBezTo>
                <a:close/>
              </a:path>
            </a:pathLst>
          </a:cu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49" name="Google Shape;1022;p34"/>
          <p:cNvSpPr>
            <a:spLocks/>
          </p:cNvSpPr>
          <p:nvPr/>
        </p:nvSpPr>
        <p:spPr bwMode="auto">
          <a:xfrm>
            <a:off x="5422900" y="4651375"/>
            <a:ext cx="1366838" cy="1179513"/>
          </a:xfrm>
          <a:custGeom>
            <a:avLst/>
            <a:gdLst>
              <a:gd name="T0" fmla="*/ 165 w 318"/>
              <a:gd name="T1" fmla="*/ 271 h 274"/>
              <a:gd name="T2" fmla="*/ 317 w 318"/>
              <a:gd name="T3" fmla="*/ 14 h 274"/>
              <a:gd name="T4" fmla="*/ 301 w 318"/>
              <a:gd name="T5" fmla="*/ 3 h 274"/>
              <a:gd name="T6" fmla="*/ 159 w 318"/>
              <a:gd name="T7" fmla="*/ 33 h 274"/>
              <a:gd name="T8" fmla="*/ 16 w 318"/>
              <a:gd name="T9" fmla="*/ 3 h 274"/>
              <a:gd name="T10" fmla="*/ 0 w 318"/>
              <a:gd name="T11" fmla="*/ 14 h 274"/>
              <a:gd name="T12" fmla="*/ 152 w 318"/>
              <a:gd name="T13" fmla="*/ 271 h 274"/>
              <a:gd name="T14" fmla="*/ 165 w 318"/>
              <a:gd name="T15" fmla="*/ 271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8" h="274" extrusionOk="0">
                <a:moveTo>
                  <a:pt x="165" y="271"/>
                </a:moveTo>
                <a:cubicBezTo>
                  <a:pt x="253" y="214"/>
                  <a:pt x="309" y="118"/>
                  <a:pt x="317" y="14"/>
                </a:cubicBezTo>
                <a:cubicBezTo>
                  <a:pt x="318" y="6"/>
                  <a:pt x="309" y="0"/>
                  <a:pt x="301" y="3"/>
                </a:cubicBezTo>
                <a:cubicBezTo>
                  <a:pt x="256" y="23"/>
                  <a:pt x="208" y="33"/>
                  <a:pt x="159" y="33"/>
                </a:cubicBezTo>
                <a:cubicBezTo>
                  <a:pt x="110" y="33"/>
                  <a:pt x="61" y="23"/>
                  <a:pt x="16" y="3"/>
                </a:cubicBezTo>
                <a:cubicBezTo>
                  <a:pt x="8" y="0"/>
                  <a:pt x="0" y="6"/>
                  <a:pt x="0" y="14"/>
                </a:cubicBezTo>
                <a:cubicBezTo>
                  <a:pt x="9" y="118"/>
                  <a:pt x="65" y="214"/>
                  <a:pt x="152" y="271"/>
                </a:cubicBezTo>
                <a:cubicBezTo>
                  <a:pt x="156" y="274"/>
                  <a:pt x="161" y="274"/>
                  <a:pt x="165" y="271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50" name="Google Shape;1023;p34"/>
          <p:cNvSpPr>
            <a:spLocks/>
          </p:cNvSpPr>
          <p:nvPr/>
        </p:nvSpPr>
        <p:spPr bwMode="auto">
          <a:xfrm>
            <a:off x="4660900" y="1812925"/>
            <a:ext cx="2889250" cy="1449388"/>
          </a:xfrm>
          <a:custGeom>
            <a:avLst/>
            <a:gdLst>
              <a:gd name="T0" fmla="*/ 336 w 672"/>
              <a:gd name="T1" fmla="*/ 0 h 337"/>
              <a:gd name="T2" fmla="*/ 0 w 672"/>
              <a:gd name="T3" fmla="*/ 307 h 337"/>
              <a:gd name="T4" fmla="*/ 16 w 672"/>
              <a:gd name="T5" fmla="*/ 318 h 337"/>
              <a:gd name="T6" fmla="*/ 156 w 672"/>
              <a:gd name="T7" fmla="*/ 290 h 337"/>
              <a:gd name="T8" fmla="*/ 330 w 672"/>
              <a:gd name="T9" fmla="*/ 335 h 337"/>
              <a:gd name="T10" fmla="*/ 341 w 672"/>
              <a:gd name="T11" fmla="*/ 335 h 337"/>
              <a:gd name="T12" fmla="*/ 516 w 672"/>
              <a:gd name="T13" fmla="*/ 290 h 337"/>
              <a:gd name="T14" fmla="*/ 655 w 672"/>
              <a:gd name="T15" fmla="*/ 318 h 337"/>
              <a:gd name="T16" fmla="*/ 671 w 672"/>
              <a:gd name="T17" fmla="*/ 307 h 337"/>
              <a:gd name="T18" fmla="*/ 336 w 672"/>
              <a:gd name="T19" fmla="*/ 0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72" h="337" extrusionOk="0">
                <a:moveTo>
                  <a:pt x="336" y="0"/>
                </a:moveTo>
                <a:cubicBezTo>
                  <a:pt x="160" y="0"/>
                  <a:pt x="15" y="135"/>
                  <a:pt x="0" y="307"/>
                </a:cubicBezTo>
                <a:cubicBezTo>
                  <a:pt x="0" y="315"/>
                  <a:pt x="8" y="322"/>
                  <a:pt x="16" y="318"/>
                </a:cubicBezTo>
                <a:cubicBezTo>
                  <a:pt x="60" y="299"/>
                  <a:pt x="108" y="290"/>
                  <a:pt x="156" y="290"/>
                </a:cubicBezTo>
                <a:cubicBezTo>
                  <a:pt x="217" y="290"/>
                  <a:pt x="277" y="305"/>
                  <a:pt x="330" y="335"/>
                </a:cubicBezTo>
                <a:cubicBezTo>
                  <a:pt x="334" y="337"/>
                  <a:pt x="338" y="337"/>
                  <a:pt x="341" y="335"/>
                </a:cubicBezTo>
                <a:cubicBezTo>
                  <a:pt x="395" y="305"/>
                  <a:pt x="455" y="290"/>
                  <a:pt x="516" y="290"/>
                </a:cubicBezTo>
                <a:cubicBezTo>
                  <a:pt x="564" y="290"/>
                  <a:pt x="611" y="299"/>
                  <a:pt x="655" y="318"/>
                </a:cubicBezTo>
                <a:cubicBezTo>
                  <a:pt x="663" y="321"/>
                  <a:pt x="672" y="315"/>
                  <a:pt x="671" y="307"/>
                </a:cubicBezTo>
                <a:cubicBezTo>
                  <a:pt x="656" y="135"/>
                  <a:pt x="511" y="0"/>
                  <a:pt x="336" y="0"/>
                </a:cubicBez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51" name="Google Shape;1024;p34"/>
          <p:cNvSpPr>
            <a:spLocks/>
          </p:cNvSpPr>
          <p:nvPr/>
        </p:nvSpPr>
        <p:spPr bwMode="auto">
          <a:xfrm>
            <a:off x="4648200" y="3141663"/>
            <a:ext cx="1349375" cy="1343025"/>
          </a:xfrm>
          <a:custGeom>
            <a:avLst/>
            <a:gdLst>
              <a:gd name="T0" fmla="*/ 147 w 314"/>
              <a:gd name="T1" fmla="*/ 307 h 312"/>
              <a:gd name="T2" fmla="*/ 164 w 314"/>
              <a:gd name="T3" fmla="*/ 299 h 312"/>
              <a:gd name="T4" fmla="*/ 210 w 314"/>
              <a:gd name="T5" fmla="*/ 161 h 312"/>
              <a:gd name="T6" fmla="*/ 307 w 314"/>
              <a:gd name="T7" fmla="*/ 52 h 312"/>
              <a:gd name="T8" fmla="*/ 305 w 314"/>
              <a:gd name="T9" fmla="*/ 33 h 312"/>
              <a:gd name="T10" fmla="*/ 159 w 314"/>
              <a:gd name="T11" fmla="*/ 0 h 312"/>
              <a:gd name="T12" fmla="*/ 0 w 314"/>
              <a:gd name="T13" fmla="*/ 40 h 312"/>
              <a:gd name="T14" fmla="*/ 147 w 314"/>
              <a:gd name="T15" fmla="*/ 307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4" h="312" extrusionOk="0">
                <a:moveTo>
                  <a:pt x="147" y="307"/>
                </a:moveTo>
                <a:cubicBezTo>
                  <a:pt x="154" y="312"/>
                  <a:pt x="163" y="308"/>
                  <a:pt x="164" y="299"/>
                </a:cubicBezTo>
                <a:cubicBezTo>
                  <a:pt x="170" y="251"/>
                  <a:pt x="185" y="203"/>
                  <a:pt x="210" y="161"/>
                </a:cubicBezTo>
                <a:cubicBezTo>
                  <a:pt x="234" y="118"/>
                  <a:pt x="268" y="81"/>
                  <a:pt x="307" y="52"/>
                </a:cubicBezTo>
                <a:cubicBezTo>
                  <a:pt x="314" y="47"/>
                  <a:pt x="313" y="37"/>
                  <a:pt x="305" y="33"/>
                </a:cubicBezTo>
                <a:cubicBezTo>
                  <a:pt x="260" y="11"/>
                  <a:pt x="210" y="0"/>
                  <a:pt x="159" y="0"/>
                </a:cubicBezTo>
                <a:cubicBezTo>
                  <a:pt x="104" y="0"/>
                  <a:pt x="49" y="14"/>
                  <a:pt x="0" y="40"/>
                </a:cubicBezTo>
                <a:cubicBezTo>
                  <a:pt x="4" y="147"/>
                  <a:pt x="59" y="247"/>
                  <a:pt x="147" y="307"/>
                </a:cubicBezTo>
                <a:close/>
              </a:path>
            </a:pathLst>
          </a:cu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52" name="Google Shape;1025;p34"/>
          <p:cNvSpPr>
            <a:spLocks/>
          </p:cNvSpPr>
          <p:nvPr/>
        </p:nvSpPr>
        <p:spPr bwMode="auto">
          <a:xfrm>
            <a:off x="6230938" y="3151188"/>
            <a:ext cx="1319212" cy="1316037"/>
          </a:xfrm>
          <a:custGeom>
            <a:avLst/>
            <a:gdLst>
              <a:gd name="T0" fmla="*/ 9 w 307"/>
              <a:gd name="T1" fmla="*/ 31 h 306"/>
              <a:gd name="T2" fmla="*/ 7 w 307"/>
              <a:gd name="T3" fmla="*/ 51 h 306"/>
              <a:gd name="T4" fmla="*/ 101 w 307"/>
              <a:gd name="T5" fmla="*/ 158 h 306"/>
              <a:gd name="T6" fmla="*/ 147 w 307"/>
              <a:gd name="T7" fmla="*/ 293 h 306"/>
              <a:gd name="T8" fmla="*/ 165 w 307"/>
              <a:gd name="T9" fmla="*/ 301 h 306"/>
              <a:gd name="T10" fmla="*/ 307 w 307"/>
              <a:gd name="T11" fmla="*/ 46 h 306"/>
              <a:gd name="T12" fmla="*/ 301 w 307"/>
              <a:gd name="T13" fmla="*/ 35 h 306"/>
              <a:gd name="T14" fmla="*/ 151 w 307"/>
              <a:gd name="T15" fmla="*/ 0 h 306"/>
              <a:gd name="T16" fmla="*/ 9 w 307"/>
              <a:gd name="T17" fmla="*/ 31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7" h="306" extrusionOk="0">
                <a:moveTo>
                  <a:pt x="9" y="31"/>
                </a:moveTo>
                <a:cubicBezTo>
                  <a:pt x="1" y="35"/>
                  <a:pt x="0" y="45"/>
                  <a:pt x="7" y="51"/>
                </a:cubicBezTo>
                <a:cubicBezTo>
                  <a:pt x="45" y="79"/>
                  <a:pt x="77" y="116"/>
                  <a:pt x="101" y="158"/>
                </a:cubicBezTo>
                <a:cubicBezTo>
                  <a:pt x="126" y="199"/>
                  <a:pt x="141" y="246"/>
                  <a:pt x="147" y="293"/>
                </a:cubicBezTo>
                <a:cubicBezTo>
                  <a:pt x="148" y="302"/>
                  <a:pt x="158" y="306"/>
                  <a:pt x="165" y="301"/>
                </a:cubicBezTo>
                <a:cubicBezTo>
                  <a:pt x="248" y="243"/>
                  <a:pt x="301" y="149"/>
                  <a:pt x="307" y="46"/>
                </a:cubicBezTo>
                <a:cubicBezTo>
                  <a:pt x="307" y="42"/>
                  <a:pt x="305" y="38"/>
                  <a:pt x="301" y="35"/>
                </a:cubicBezTo>
                <a:cubicBezTo>
                  <a:pt x="254" y="12"/>
                  <a:pt x="202" y="0"/>
                  <a:pt x="151" y="0"/>
                </a:cubicBezTo>
                <a:cubicBezTo>
                  <a:pt x="101" y="0"/>
                  <a:pt x="53" y="11"/>
                  <a:pt x="9" y="31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53" name="Google Shape;1026;p34"/>
          <p:cNvSpPr txBox="1">
            <a:spLocks noChangeArrowheads="1"/>
          </p:cNvSpPr>
          <p:nvPr/>
        </p:nvSpPr>
        <p:spPr bwMode="auto">
          <a:xfrm>
            <a:off x="9113837" y="5327650"/>
            <a:ext cx="1155577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ACADAD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 dirty="0">
                <a:solidFill>
                  <a:srgbClr val="ACADAD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F</a:t>
            </a:r>
            <a:endParaRPr lang="en-US" altLang="en-US" dirty="0"/>
          </a:p>
        </p:txBody>
      </p:sp>
      <p:sp>
        <p:nvSpPr>
          <p:cNvPr id="57354" name="Google Shape;1027;p34"/>
          <p:cNvSpPr txBox="1">
            <a:spLocks noChangeArrowheads="1"/>
          </p:cNvSpPr>
          <p:nvPr/>
        </p:nvSpPr>
        <p:spPr bwMode="auto">
          <a:xfrm>
            <a:off x="9113838" y="3460750"/>
            <a:ext cx="1155576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61605E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 dirty="0">
                <a:solidFill>
                  <a:srgbClr val="61605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E</a:t>
            </a:r>
            <a:endParaRPr lang="en-US" altLang="en-US" dirty="0"/>
          </a:p>
        </p:txBody>
      </p:sp>
      <p:sp>
        <p:nvSpPr>
          <p:cNvPr id="57355" name="Google Shape;1028;p34"/>
          <p:cNvSpPr txBox="1">
            <a:spLocks noChangeArrowheads="1"/>
          </p:cNvSpPr>
          <p:nvPr/>
        </p:nvSpPr>
        <p:spPr bwMode="auto">
          <a:xfrm>
            <a:off x="9113838" y="1593850"/>
            <a:ext cx="1155576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AC344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 dirty="0">
                <a:solidFill>
                  <a:srgbClr val="FAC344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D</a:t>
            </a:r>
            <a:endParaRPr lang="en-US" altLang="en-US" dirty="0"/>
          </a:p>
        </p:txBody>
      </p:sp>
      <p:sp>
        <p:nvSpPr>
          <p:cNvPr id="57356" name="Google Shape;1029;p34"/>
          <p:cNvSpPr txBox="1">
            <a:spLocks noChangeArrowheads="1"/>
          </p:cNvSpPr>
          <p:nvPr/>
        </p:nvSpPr>
        <p:spPr bwMode="auto">
          <a:xfrm>
            <a:off x="2259012" y="5327650"/>
            <a:ext cx="118757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F526B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 dirty="0">
                <a:solidFill>
                  <a:srgbClr val="2F526B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C</a:t>
            </a:r>
            <a:endParaRPr lang="en-US" altLang="en-US" dirty="0"/>
          </a:p>
        </p:txBody>
      </p:sp>
      <p:sp>
        <p:nvSpPr>
          <p:cNvPr id="57357" name="Google Shape;1030;p34"/>
          <p:cNvSpPr txBox="1">
            <a:spLocks noChangeArrowheads="1"/>
          </p:cNvSpPr>
          <p:nvPr/>
        </p:nvSpPr>
        <p:spPr bwMode="auto">
          <a:xfrm>
            <a:off x="2249488" y="3460750"/>
            <a:ext cx="1063624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23929E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 dirty="0">
                <a:solidFill>
                  <a:srgbClr val="23929E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B</a:t>
            </a:r>
            <a:endParaRPr lang="en-US" altLang="en-US" dirty="0"/>
          </a:p>
        </p:txBody>
      </p:sp>
      <p:sp>
        <p:nvSpPr>
          <p:cNvPr id="57358" name="Google Shape;1031;p34"/>
          <p:cNvSpPr txBox="1">
            <a:spLocks noChangeArrowheads="1"/>
          </p:cNvSpPr>
          <p:nvPr/>
        </p:nvSpPr>
        <p:spPr bwMode="auto">
          <a:xfrm>
            <a:off x="2259013" y="1576388"/>
            <a:ext cx="118757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E2412A"/>
              </a:buClr>
              <a:buSzPts val="1900"/>
              <a:buFont typeface="Open Sans Semibold" panose="020B0706030804020204" pitchFamily="34" charset="0"/>
              <a:buNone/>
            </a:pPr>
            <a:r>
              <a:rPr lang="en-US" altLang="en-US" sz="1900" b="1" dirty="0">
                <a:solidFill>
                  <a:srgbClr val="E2412A"/>
                </a:solidFill>
                <a:latin typeface="Open Sans Semibold" panose="020B0706030804020204" pitchFamily="34" charset="0"/>
                <a:cs typeface="Open Sans Semibold" panose="020B0706030804020204" pitchFamily="34" charset="0"/>
                <a:sym typeface="Open Sans Semibold" panose="020B0706030804020204" pitchFamily="34" charset="0"/>
              </a:rPr>
              <a:t>TÍTULO A</a:t>
            </a:r>
            <a:endParaRPr lang="en-US" altLang="en-US" dirty="0"/>
          </a:p>
        </p:txBody>
      </p:sp>
      <p:sp>
        <p:nvSpPr>
          <p:cNvPr id="57359" name="Google Shape;1032;p34"/>
          <p:cNvSpPr>
            <a:spLocks/>
          </p:cNvSpPr>
          <p:nvPr/>
        </p:nvSpPr>
        <p:spPr bwMode="auto">
          <a:xfrm>
            <a:off x="995363" y="3757613"/>
            <a:ext cx="795337" cy="533400"/>
          </a:xfrm>
          <a:custGeom>
            <a:avLst/>
            <a:gdLst>
              <a:gd name="T0" fmla="*/ 143 w 185"/>
              <a:gd name="T1" fmla="*/ 65 h 124"/>
              <a:gd name="T2" fmla="*/ 67 w 185"/>
              <a:gd name="T3" fmla="*/ 31 h 124"/>
              <a:gd name="T4" fmla="*/ 63 w 185"/>
              <a:gd name="T5" fmla="*/ 21 h 124"/>
              <a:gd name="T6" fmla="*/ 147 w 185"/>
              <a:gd name="T7" fmla="*/ 13 h 124"/>
              <a:gd name="T8" fmla="*/ 153 w 185"/>
              <a:gd name="T9" fmla="*/ 4 h 124"/>
              <a:gd name="T10" fmla="*/ 168 w 185"/>
              <a:gd name="T11" fmla="*/ 55 h 124"/>
              <a:gd name="T12" fmla="*/ 184 w 185"/>
              <a:gd name="T13" fmla="*/ 52 h 124"/>
              <a:gd name="T14" fmla="*/ 162 w 185"/>
              <a:gd name="T15" fmla="*/ 0 h 124"/>
              <a:gd name="T16" fmla="*/ 4 w 185"/>
              <a:gd name="T17" fmla="*/ 67 h 124"/>
              <a:gd name="T18" fmla="*/ 21 w 185"/>
              <a:gd name="T19" fmla="*/ 13 h 124"/>
              <a:gd name="T20" fmla="*/ 9 w 185"/>
              <a:gd name="T21" fmla="*/ 7 h 124"/>
              <a:gd name="T22" fmla="*/ 0 w 185"/>
              <a:gd name="T23" fmla="*/ 62 h 124"/>
              <a:gd name="T24" fmla="*/ 64 w 185"/>
              <a:gd name="T25" fmla="*/ 104 h 124"/>
              <a:gd name="T26" fmla="*/ 57 w 185"/>
              <a:gd name="T27" fmla="*/ 113 h 124"/>
              <a:gd name="T28" fmla="*/ 67 w 185"/>
              <a:gd name="T29" fmla="*/ 121 h 124"/>
              <a:gd name="T30" fmla="*/ 74 w 185"/>
              <a:gd name="T31" fmla="*/ 113 h 124"/>
              <a:gd name="T32" fmla="*/ 42 w 185"/>
              <a:gd name="T33" fmla="*/ 113 h 124"/>
              <a:gd name="T34" fmla="*/ 59 w 185"/>
              <a:gd name="T35" fmla="*/ 92 h 124"/>
              <a:gd name="T36" fmla="*/ 45 w 185"/>
              <a:gd name="T37" fmla="*/ 99 h 124"/>
              <a:gd name="T38" fmla="*/ 27 w 185"/>
              <a:gd name="T39" fmla="*/ 92 h 124"/>
              <a:gd name="T40" fmla="*/ 38 w 185"/>
              <a:gd name="T41" fmla="*/ 100 h 124"/>
              <a:gd name="T42" fmla="*/ 46 w 185"/>
              <a:gd name="T43" fmla="*/ 79 h 124"/>
              <a:gd name="T44" fmla="*/ 32 w 185"/>
              <a:gd name="T45" fmla="*/ 86 h 124"/>
              <a:gd name="T46" fmla="*/ 25 w 185"/>
              <a:gd name="T47" fmla="*/ 87 h 124"/>
              <a:gd name="T48" fmla="*/ 24 w 185"/>
              <a:gd name="T49" fmla="*/ 67 h 124"/>
              <a:gd name="T50" fmla="*/ 20 w 185"/>
              <a:gd name="T51" fmla="*/ 72 h 124"/>
              <a:gd name="T52" fmla="*/ 16 w 185"/>
              <a:gd name="T53" fmla="*/ 86 h 124"/>
              <a:gd name="T54" fmla="*/ 140 w 185"/>
              <a:gd name="T55" fmla="*/ 78 h 124"/>
              <a:gd name="T56" fmla="*/ 93 w 185"/>
              <a:gd name="T57" fmla="*/ 29 h 124"/>
              <a:gd name="T58" fmla="*/ 67 w 185"/>
              <a:gd name="T59" fmla="*/ 35 h 124"/>
              <a:gd name="T60" fmla="*/ 60 w 185"/>
              <a:gd name="T61" fmla="*/ 17 h 124"/>
              <a:gd name="T62" fmla="*/ 29 w 185"/>
              <a:gd name="T63" fmla="*/ 60 h 124"/>
              <a:gd name="T64" fmla="*/ 49 w 185"/>
              <a:gd name="T65" fmla="*/ 76 h 124"/>
              <a:gd name="T66" fmla="*/ 66 w 185"/>
              <a:gd name="T67" fmla="*/ 97 h 124"/>
              <a:gd name="T68" fmla="*/ 83 w 185"/>
              <a:gd name="T69" fmla="*/ 114 h 124"/>
              <a:gd name="T70" fmla="*/ 87 w 185"/>
              <a:gd name="T71" fmla="*/ 116 h 124"/>
              <a:gd name="T72" fmla="*/ 92 w 185"/>
              <a:gd name="T73" fmla="*/ 106 h 124"/>
              <a:gd name="T74" fmla="*/ 77 w 185"/>
              <a:gd name="T75" fmla="*/ 89 h 124"/>
              <a:gd name="T76" fmla="*/ 104 w 185"/>
              <a:gd name="T77" fmla="*/ 107 h 124"/>
              <a:gd name="T78" fmla="*/ 108 w 185"/>
              <a:gd name="T79" fmla="*/ 94 h 124"/>
              <a:gd name="T80" fmla="*/ 94 w 185"/>
              <a:gd name="T81" fmla="*/ 83 h 124"/>
              <a:gd name="T82" fmla="*/ 98 w 185"/>
              <a:gd name="T83" fmla="*/ 79 h 124"/>
              <a:gd name="T84" fmla="*/ 127 w 185"/>
              <a:gd name="T85" fmla="*/ 93 h 124"/>
              <a:gd name="T86" fmla="*/ 120 w 185"/>
              <a:gd name="T87" fmla="*/ 78 h 124"/>
              <a:gd name="T88" fmla="*/ 110 w 185"/>
              <a:gd name="T89" fmla="*/ 67 h 124"/>
              <a:gd name="T90" fmla="*/ 140 w 185"/>
              <a:gd name="T91" fmla="*/ 78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85" h="124" extrusionOk="0">
                <a:moveTo>
                  <a:pt x="147" y="13"/>
                </a:moveTo>
                <a:cubicBezTo>
                  <a:pt x="164" y="55"/>
                  <a:pt x="164" y="55"/>
                  <a:pt x="164" y="55"/>
                </a:cubicBezTo>
                <a:cubicBezTo>
                  <a:pt x="143" y="65"/>
                  <a:pt x="143" y="65"/>
                  <a:pt x="143" y="65"/>
                </a:cubicBezTo>
                <a:cubicBezTo>
                  <a:pt x="131" y="55"/>
                  <a:pt x="97" y="25"/>
                  <a:pt x="94" y="25"/>
                </a:cubicBezTo>
                <a:cubicBezTo>
                  <a:pt x="91" y="25"/>
                  <a:pt x="80" y="28"/>
                  <a:pt x="79" y="29"/>
                </a:cubicBezTo>
                <a:cubicBezTo>
                  <a:pt x="79" y="29"/>
                  <a:pt x="73" y="31"/>
                  <a:pt x="67" y="31"/>
                </a:cubicBezTo>
                <a:cubicBezTo>
                  <a:pt x="64" y="31"/>
                  <a:pt x="62" y="30"/>
                  <a:pt x="61" y="29"/>
                </a:cubicBezTo>
                <a:cubicBezTo>
                  <a:pt x="59" y="29"/>
                  <a:pt x="59" y="28"/>
                  <a:pt x="59" y="26"/>
                </a:cubicBezTo>
                <a:cubicBezTo>
                  <a:pt x="59" y="24"/>
                  <a:pt x="61" y="22"/>
                  <a:pt x="63" y="21"/>
                </a:cubicBezTo>
                <a:cubicBezTo>
                  <a:pt x="72" y="16"/>
                  <a:pt x="96" y="7"/>
                  <a:pt x="99" y="7"/>
                </a:cubicBezTo>
                <a:cubicBezTo>
                  <a:pt x="99" y="7"/>
                  <a:pt x="99" y="7"/>
                  <a:pt x="99" y="7"/>
                </a:cubicBezTo>
                <a:cubicBezTo>
                  <a:pt x="105" y="7"/>
                  <a:pt x="143" y="12"/>
                  <a:pt x="147" y="13"/>
                </a:cubicBezTo>
                <a:close/>
                <a:moveTo>
                  <a:pt x="162" y="0"/>
                </a:moveTo>
                <a:cubicBezTo>
                  <a:pt x="162" y="0"/>
                  <a:pt x="161" y="1"/>
                  <a:pt x="160" y="1"/>
                </a:cubicBezTo>
                <a:cubicBezTo>
                  <a:pt x="153" y="4"/>
                  <a:pt x="153" y="4"/>
                  <a:pt x="153" y="4"/>
                </a:cubicBezTo>
                <a:cubicBezTo>
                  <a:pt x="152" y="4"/>
                  <a:pt x="151" y="5"/>
                  <a:pt x="151" y="6"/>
                </a:cubicBezTo>
                <a:cubicBezTo>
                  <a:pt x="150" y="7"/>
                  <a:pt x="150" y="9"/>
                  <a:pt x="151" y="10"/>
                </a:cubicBezTo>
                <a:cubicBezTo>
                  <a:pt x="168" y="55"/>
                  <a:pt x="168" y="55"/>
                  <a:pt x="168" y="55"/>
                </a:cubicBezTo>
                <a:cubicBezTo>
                  <a:pt x="169" y="57"/>
                  <a:pt x="172" y="59"/>
                  <a:pt x="175" y="58"/>
                </a:cubicBezTo>
                <a:cubicBezTo>
                  <a:pt x="182" y="55"/>
                  <a:pt x="182" y="55"/>
                  <a:pt x="182" y="55"/>
                </a:cubicBezTo>
                <a:cubicBezTo>
                  <a:pt x="183" y="54"/>
                  <a:pt x="184" y="53"/>
                  <a:pt x="184" y="52"/>
                </a:cubicBezTo>
                <a:cubicBezTo>
                  <a:pt x="185" y="51"/>
                  <a:pt x="185" y="50"/>
                  <a:pt x="185" y="49"/>
                </a:cubicBezTo>
                <a:cubicBezTo>
                  <a:pt x="167" y="4"/>
                  <a:pt x="167" y="4"/>
                  <a:pt x="167" y="4"/>
                </a:cubicBezTo>
                <a:cubicBezTo>
                  <a:pt x="166" y="2"/>
                  <a:pt x="164" y="0"/>
                  <a:pt x="162" y="0"/>
                </a:cubicBezTo>
                <a:close/>
                <a:moveTo>
                  <a:pt x="0" y="62"/>
                </a:moveTo>
                <a:cubicBezTo>
                  <a:pt x="0" y="64"/>
                  <a:pt x="0" y="65"/>
                  <a:pt x="1" y="66"/>
                </a:cubicBezTo>
                <a:cubicBezTo>
                  <a:pt x="2" y="67"/>
                  <a:pt x="3" y="67"/>
                  <a:pt x="4" y="67"/>
                </a:cubicBezTo>
                <a:cubicBezTo>
                  <a:pt x="12" y="68"/>
                  <a:pt x="12" y="68"/>
                  <a:pt x="12" y="68"/>
                </a:cubicBezTo>
                <a:cubicBezTo>
                  <a:pt x="14" y="68"/>
                  <a:pt x="17" y="66"/>
                  <a:pt x="17" y="64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12"/>
                  <a:pt x="20" y="10"/>
                  <a:pt x="20" y="9"/>
                </a:cubicBezTo>
                <a:cubicBezTo>
                  <a:pt x="19" y="8"/>
                  <a:pt x="18" y="8"/>
                  <a:pt x="16" y="8"/>
                </a:cubicBezTo>
                <a:cubicBezTo>
                  <a:pt x="9" y="7"/>
                  <a:pt x="9" y="7"/>
                  <a:pt x="9" y="7"/>
                </a:cubicBezTo>
                <a:cubicBezTo>
                  <a:pt x="9" y="7"/>
                  <a:pt x="8" y="7"/>
                  <a:pt x="8" y="7"/>
                </a:cubicBezTo>
                <a:cubicBezTo>
                  <a:pt x="6" y="7"/>
                  <a:pt x="4" y="9"/>
                  <a:pt x="4" y="12"/>
                </a:cubicBezTo>
                <a:lnTo>
                  <a:pt x="0" y="62"/>
                </a:lnTo>
                <a:close/>
                <a:moveTo>
                  <a:pt x="76" y="107"/>
                </a:moveTo>
                <a:cubicBezTo>
                  <a:pt x="76" y="106"/>
                  <a:pt x="75" y="104"/>
                  <a:pt x="73" y="103"/>
                </a:cubicBezTo>
                <a:cubicBezTo>
                  <a:pt x="70" y="100"/>
                  <a:pt x="66" y="101"/>
                  <a:pt x="64" y="104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60" y="109"/>
                  <a:pt x="60" y="109"/>
                  <a:pt x="60" y="109"/>
                </a:cubicBezTo>
                <a:cubicBezTo>
                  <a:pt x="57" y="113"/>
                  <a:pt x="57" y="113"/>
                  <a:pt x="57" y="113"/>
                </a:cubicBezTo>
                <a:cubicBezTo>
                  <a:pt x="53" y="118"/>
                  <a:pt x="57" y="121"/>
                  <a:pt x="58" y="122"/>
                </a:cubicBezTo>
                <a:cubicBezTo>
                  <a:pt x="59" y="124"/>
                  <a:pt x="61" y="124"/>
                  <a:pt x="62" y="124"/>
                </a:cubicBezTo>
                <a:cubicBezTo>
                  <a:pt x="64" y="124"/>
                  <a:pt x="66" y="123"/>
                  <a:pt x="67" y="121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72" y="115"/>
                  <a:pt x="72" y="115"/>
                  <a:pt x="72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6" y="111"/>
                  <a:pt x="76" y="109"/>
                  <a:pt x="76" y="107"/>
                </a:cubicBezTo>
                <a:close/>
                <a:moveTo>
                  <a:pt x="40" y="104"/>
                </a:moveTo>
                <a:cubicBezTo>
                  <a:pt x="37" y="107"/>
                  <a:pt x="38" y="110"/>
                  <a:pt x="42" y="113"/>
                </a:cubicBezTo>
                <a:cubicBezTo>
                  <a:pt x="45" y="116"/>
                  <a:pt x="48" y="116"/>
                  <a:pt x="51" y="112"/>
                </a:cubicBezTo>
                <a:cubicBezTo>
                  <a:pt x="60" y="102"/>
                  <a:pt x="60" y="102"/>
                  <a:pt x="60" y="102"/>
                </a:cubicBezTo>
                <a:cubicBezTo>
                  <a:pt x="64" y="97"/>
                  <a:pt x="60" y="93"/>
                  <a:pt x="59" y="92"/>
                </a:cubicBezTo>
                <a:cubicBezTo>
                  <a:pt x="56" y="89"/>
                  <a:pt x="52" y="89"/>
                  <a:pt x="49" y="93"/>
                </a:cubicBezTo>
                <a:cubicBezTo>
                  <a:pt x="45" y="99"/>
                  <a:pt x="45" y="99"/>
                  <a:pt x="45" y="99"/>
                </a:cubicBezTo>
                <a:cubicBezTo>
                  <a:pt x="45" y="99"/>
                  <a:pt x="45" y="99"/>
                  <a:pt x="45" y="99"/>
                </a:cubicBezTo>
                <a:cubicBezTo>
                  <a:pt x="44" y="99"/>
                  <a:pt x="44" y="99"/>
                  <a:pt x="44" y="99"/>
                </a:cubicBezTo>
                <a:lnTo>
                  <a:pt x="40" y="104"/>
                </a:lnTo>
                <a:close/>
                <a:moveTo>
                  <a:pt x="27" y="92"/>
                </a:moveTo>
                <a:cubicBezTo>
                  <a:pt x="26" y="93"/>
                  <a:pt x="25" y="95"/>
                  <a:pt x="25" y="97"/>
                </a:cubicBezTo>
                <a:cubicBezTo>
                  <a:pt x="26" y="99"/>
                  <a:pt x="27" y="100"/>
                  <a:pt x="28" y="102"/>
                </a:cubicBezTo>
                <a:cubicBezTo>
                  <a:pt x="31" y="104"/>
                  <a:pt x="35" y="104"/>
                  <a:pt x="38" y="100"/>
                </a:cubicBezTo>
                <a:cubicBezTo>
                  <a:pt x="47" y="89"/>
                  <a:pt x="47" y="89"/>
                  <a:pt x="47" y="89"/>
                </a:cubicBezTo>
                <a:cubicBezTo>
                  <a:pt x="49" y="87"/>
                  <a:pt x="49" y="85"/>
                  <a:pt x="49" y="83"/>
                </a:cubicBezTo>
                <a:cubicBezTo>
                  <a:pt x="49" y="82"/>
                  <a:pt x="48" y="80"/>
                  <a:pt x="46" y="79"/>
                </a:cubicBezTo>
                <a:cubicBezTo>
                  <a:pt x="43" y="76"/>
                  <a:pt x="40" y="77"/>
                  <a:pt x="37" y="80"/>
                </a:cubicBezTo>
                <a:cubicBezTo>
                  <a:pt x="32" y="86"/>
                  <a:pt x="32" y="86"/>
                  <a:pt x="32" y="86"/>
                </a:cubicBezTo>
                <a:cubicBezTo>
                  <a:pt x="32" y="86"/>
                  <a:pt x="32" y="86"/>
                  <a:pt x="32" y="86"/>
                </a:cubicBezTo>
                <a:cubicBezTo>
                  <a:pt x="31" y="87"/>
                  <a:pt x="31" y="87"/>
                  <a:pt x="31" y="87"/>
                </a:cubicBezTo>
                <a:lnTo>
                  <a:pt x="27" y="92"/>
                </a:lnTo>
                <a:close/>
                <a:moveTo>
                  <a:pt x="25" y="87"/>
                </a:moveTo>
                <a:cubicBezTo>
                  <a:pt x="35" y="76"/>
                  <a:pt x="35" y="76"/>
                  <a:pt x="35" y="76"/>
                </a:cubicBezTo>
                <a:cubicBezTo>
                  <a:pt x="39" y="71"/>
                  <a:pt x="35" y="67"/>
                  <a:pt x="33" y="66"/>
                </a:cubicBezTo>
                <a:cubicBezTo>
                  <a:pt x="30" y="64"/>
                  <a:pt x="27" y="64"/>
                  <a:pt x="24" y="67"/>
                </a:cubicBezTo>
                <a:cubicBezTo>
                  <a:pt x="21" y="72"/>
                  <a:pt x="21" y="72"/>
                  <a:pt x="21" y="72"/>
                </a:cubicBezTo>
                <a:cubicBezTo>
                  <a:pt x="21" y="72"/>
                  <a:pt x="21" y="72"/>
                  <a:pt x="21" y="72"/>
                </a:cubicBezTo>
                <a:cubicBezTo>
                  <a:pt x="20" y="72"/>
                  <a:pt x="20" y="72"/>
                  <a:pt x="20" y="72"/>
                </a:cubicBezTo>
                <a:cubicBezTo>
                  <a:pt x="16" y="77"/>
                  <a:pt x="16" y="77"/>
                  <a:pt x="16" y="77"/>
                </a:cubicBezTo>
                <a:cubicBezTo>
                  <a:pt x="14" y="79"/>
                  <a:pt x="14" y="81"/>
                  <a:pt x="14" y="83"/>
                </a:cubicBezTo>
                <a:cubicBezTo>
                  <a:pt x="14" y="85"/>
                  <a:pt x="15" y="86"/>
                  <a:pt x="16" y="86"/>
                </a:cubicBezTo>
                <a:cubicBezTo>
                  <a:pt x="18" y="88"/>
                  <a:pt x="19" y="89"/>
                  <a:pt x="21" y="89"/>
                </a:cubicBezTo>
                <a:cubicBezTo>
                  <a:pt x="23" y="89"/>
                  <a:pt x="24" y="89"/>
                  <a:pt x="25" y="87"/>
                </a:cubicBezTo>
                <a:close/>
                <a:moveTo>
                  <a:pt x="140" y="78"/>
                </a:moveTo>
                <a:cubicBezTo>
                  <a:pt x="142" y="75"/>
                  <a:pt x="144" y="71"/>
                  <a:pt x="139" y="68"/>
                </a:cubicBezTo>
                <a:cubicBezTo>
                  <a:pt x="136" y="64"/>
                  <a:pt x="136" y="64"/>
                  <a:pt x="136" y="64"/>
                </a:cubicBezTo>
                <a:cubicBezTo>
                  <a:pt x="118" y="49"/>
                  <a:pt x="98" y="32"/>
                  <a:pt x="93" y="29"/>
                </a:cubicBezTo>
                <a:cubicBezTo>
                  <a:pt x="91" y="30"/>
                  <a:pt x="85" y="31"/>
                  <a:pt x="81" y="33"/>
                </a:cubicBezTo>
                <a:cubicBezTo>
                  <a:pt x="81" y="33"/>
                  <a:pt x="81" y="33"/>
                  <a:pt x="81" y="33"/>
                </a:cubicBezTo>
                <a:cubicBezTo>
                  <a:pt x="80" y="33"/>
                  <a:pt x="73" y="35"/>
                  <a:pt x="67" y="35"/>
                </a:cubicBezTo>
                <a:cubicBezTo>
                  <a:pt x="63" y="35"/>
                  <a:pt x="61" y="35"/>
                  <a:pt x="58" y="33"/>
                </a:cubicBezTo>
                <a:cubicBezTo>
                  <a:pt x="55" y="31"/>
                  <a:pt x="54" y="28"/>
                  <a:pt x="54" y="26"/>
                </a:cubicBezTo>
                <a:cubicBezTo>
                  <a:pt x="54" y="22"/>
                  <a:pt x="58" y="19"/>
                  <a:pt x="60" y="17"/>
                </a:cubicBezTo>
                <a:cubicBezTo>
                  <a:pt x="25" y="13"/>
                  <a:pt x="25" y="13"/>
                  <a:pt x="25" y="13"/>
                </a:cubicBezTo>
                <a:cubicBezTo>
                  <a:pt x="21" y="64"/>
                  <a:pt x="21" y="64"/>
                  <a:pt x="21" y="64"/>
                </a:cubicBezTo>
                <a:cubicBezTo>
                  <a:pt x="24" y="61"/>
                  <a:pt x="27" y="60"/>
                  <a:pt x="29" y="60"/>
                </a:cubicBezTo>
                <a:cubicBezTo>
                  <a:pt x="32" y="60"/>
                  <a:pt x="34" y="61"/>
                  <a:pt x="36" y="63"/>
                </a:cubicBezTo>
                <a:cubicBezTo>
                  <a:pt x="39" y="66"/>
                  <a:pt x="41" y="69"/>
                  <a:pt x="41" y="73"/>
                </a:cubicBezTo>
                <a:cubicBezTo>
                  <a:pt x="43" y="73"/>
                  <a:pt x="46" y="73"/>
                  <a:pt x="49" y="76"/>
                </a:cubicBezTo>
                <a:cubicBezTo>
                  <a:pt x="52" y="78"/>
                  <a:pt x="54" y="82"/>
                  <a:pt x="53" y="86"/>
                </a:cubicBezTo>
                <a:cubicBezTo>
                  <a:pt x="56" y="85"/>
                  <a:pt x="59" y="86"/>
                  <a:pt x="62" y="88"/>
                </a:cubicBezTo>
                <a:cubicBezTo>
                  <a:pt x="65" y="91"/>
                  <a:pt x="66" y="94"/>
                  <a:pt x="66" y="97"/>
                </a:cubicBezTo>
                <a:cubicBezTo>
                  <a:pt x="69" y="96"/>
                  <a:pt x="73" y="97"/>
                  <a:pt x="76" y="99"/>
                </a:cubicBezTo>
                <a:cubicBezTo>
                  <a:pt x="80" y="103"/>
                  <a:pt x="81" y="107"/>
                  <a:pt x="80" y="112"/>
                </a:cubicBezTo>
                <a:cubicBezTo>
                  <a:pt x="83" y="114"/>
                  <a:pt x="83" y="114"/>
                  <a:pt x="83" y="114"/>
                </a:cubicBezTo>
                <a:cubicBezTo>
                  <a:pt x="83" y="114"/>
                  <a:pt x="83" y="115"/>
                  <a:pt x="83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85" y="116"/>
                  <a:pt x="86" y="116"/>
                  <a:pt x="87" y="116"/>
                </a:cubicBezTo>
                <a:cubicBezTo>
                  <a:pt x="89" y="116"/>
                  <a:pt x="91" y="115"/>
                  <a:pt x="92" y="114"/>
                </a:cubicBezTo>
                <a:cubicBezTo>
                  <a:pt x="94" y="111"/>
                  <a:pt x="95" y="109"/>
                  <a:pt x="93" y="106"/>
                </a:cubicBezTo>
                <a:cubicBezTo>
                  <a:pt x="92" y="106"/>
                  <a:pt x="92" y="106"/>
                  <a:pt x="92" y="106"/>
                </a:cubicBezTo>
                <a:cubicBezTo>
                  <a:pt x="77" y="93"/>
                  <a:pt x="77" y="93"/>
                  <a:pt x="77" y="93"/>
                </a:cubicBezTo>
                <a:cubicBezTo>
                  <a:pt x="76" y="92"/>
                  <a:pt x="76" y="92"/>
                  <a:pt x="76" y="91"/>
                </a:cubicBezTo>
                <a:cubicBezTo>
                  <a:pt x="76" y="90"/>
                  <a:pt x="76" y="90"/>
                  <a:pt x="77" y="89"/>
                </a:cubicBezTo>
                <a:cubicBezTo>
                  <a:pt x="77" y="88"/>
                  <a:pt x="79" y="88"/>
                  <a:pt x="80" y="89"/>
                </a:cubicBezTo>
                <a:cubicBezTo>
                  <a:pt x="101" y="106"/>
                  <a:pt x="101" y="106"/>
                  <a:pt x="101" y="106"/>
                </a:cubicBezTo>
                <a:cubicBezTo>
                  <a:pt x="102" y="107"/>
                  <a:pt x="103" y="107"/>
                  <a:pt x="104" y="107"/>
                </a:cubicBezTo>
                <a:cubicBezTo>
                  <a:pt x="106" y="107"/>
                  <a:pt x="108" y="106"/>
                  <a:pt x="110" y="104"/>
                </a:cubicBezTo>
                <a:cubicBezTo>
                  <a:pt x="111" y="103"/>
                  <a:pt x="111" y="101"/>
                  <a:pt x="111" y="99"/>
                </a:cubicBezTo>
                <a:cubicBezTo>
                  <a:pt x="111" y="98"/>
                  <a:pt x="110" y="96"/>
                  <a:pt x="108" y="94"/>
                </a:cubicBezTo>
                <a:cubicBezTo>
                  <a:pt x="106" y="92"/>
                  <a:pt x="106" y="92"/>
                  <a:pt x="106" y="92"/>
                </a:cubicBezTo>
                <a:cubicBezTo>
                  <a:pt x="106" y="92"/>
                  <a:pt x="106" y="92"/>
                  <a:pt x="106" y="92"/>
                </a:cubicBezTo>
                <a:cubicBezTo>
                  <a:pt x="94" y="83"/>
                  <a:pt x="94" y="83"/>
                  <a:pt x="94" y="83"/>
                </a:cubicBezTo>
                <a:cubicBezTo>
                  <a:pt x="94" y="83"/>
                  <a:pt x="94" y="82"/>
                  <a:pt x="94" y="81"/>
                </a:cubicBezTo>
                <a:cubicBezTo>
                  <a:pt x="93" y="81"/>
                  <a:pt x="94" y="80"/>
                  <a:pt x="94" y="80"/>
                </a:cubicBezTo>
                <a:cubicBezTo>
                  <a:pt x="95" y="78"/>
                  <a:pt x="97" y="78"/>
                  <a:pt x="98" y="79"/>
                </a:cubicBezTo>
                <a:cubicBezTo>
                  <a:pt x="116" y="94"/>
                  <a:pt x="116" y="94"/>
                  <a:pt x="116" y="94"/>
                </a:cubicBezTo>
                <a:cubicBezTo>
                  <a:pt x="118" y="95"/>
                  <a:pt x="119" y="96"/>
                  <a:pt x="121" y="96"/>
                </a:cubicBezTo>
                <a:cubicBezTo>
                  <a:pt x="123" y="96"/>
                  <a:pt x="125" y="95"/>
                  <a:pt x="127" y="93"/>
                </a:cubicBezTo>
                <a:cubicBezTo>
                  <a:pt x="128" y="91"/>
                  <a:pt x="129" y="89"/>
                  <a:pt x="129" y="88"/>
                </a:cubicBezTo>
                <a:cubicBezTo>
                  <a:pt x="129" y="86"/>
                  <a:pt x="128" y="84"/>
                  <a:pt x="126" y="83"/>
                </a:cubicBezTo>
                <a:cubicBezTo>
                  <a:pt x="120" y="78"/>
                  <a:pt x="120" y="78"/>
                  <a:pt x="120" y="78"/>
                </a:cubicBezTo>
                <a:cubicBezTo>
                  <a:pt x="120" y="78"/>
                  <a:pt x="120" y="78"/>
                  <a:pt x="120" y="78"/>
                </a:cubicBezTo>
                <a:cubicBezTo>
                  <a:pt x="111" y="70"/>
                  <a:pt x="111" y="70"/>
                  <a:pt x="111" y="70"/>
                </a:cubicBezTo>
                <a:cubicBezTo>
                  <a:pt x="109" y="69"/>
                  <a:pt x="109" y="68"/>
                  <a:pt x="110" y="67"/>
                </a:cubicBezTo>
                <a:cubicBezTo>
                  <a:pt x="111" y="66"/>
                  <a:pt x="113" y="66"/>
                  <a:pt x="114" y="66"/>
                </a:cubicBezTo>
                <a:cubicBezTo>
                  <a:pt x="130" y="79"/>
                  <a:pt x="130" y="79"/>
                  <a:pt x="130" y="79"/>
                </a:cubicBezTo>
                <a:cubicBezTo>
                  <a:pt x="133" y="82"/>
                  <a:pt x="137" y="81"/>
                  <a:pt x="140" y="78"/>
                </a:cubicBezTo>
                <a:close/>
              </a:path>
            </a:pathLst>
          </a:custGeom>
          <a:solidFill>
            <a:srgbClr val="2392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60" name="Google Shape;1033;p34"/>
          <p:cNvSpPr>
            <a:spLocks/>
          </p:cNvSpPr>
          <p:nvPr/>
        </p:nvSpPr>
        <p:spPr bwMode="auto">
          <a:xfrm>
            <a:off x="10442575" y="1846263"/>
            <a:ext cx="709613" cy="593725"/>
          </a:xfrm>
          <a:custGeom>
            <a:avLst/>
            <a:gdLst>
              <a:gd name="T0" fmla="*/ 22 w 165"/>
              <a:gd name="T1" fmla="*/ 112 h 138"/>
              <a:gd name="T2" fmla="*/ 22 w 165"/>
              <a:gd name="T3" fmla="*/ 75 h 138"/>
              <a:gd name="T4" fmla="*/ 27 w 165"/>
              <a:gd name="T5" fmla="*/ 70 h 138"/>
              <a:gd name="T6" fmla="*/ 36 w 165"/>
              <a:gd name="T7" fmla="*/ 70 h 138"/>
              <a:gd name="T8" fmla="*/ 42 w 165"/>
              <a:gd name="T9" fmla="*/ 75 h 138"/>
              <a:gd name="T10" fmla="*/ 42 w 165"/>
              <a:gd name="T11" fmla="*/ 112 h 138"/>
              <a:gd name="T12" fmla="*/ 36 w 165"/>
              <a:gd name="T13" fmla="*/ 118 h 138"/>
              <a:gd name="T14" fmla="*/ 27 w 165"/>
              <a:gd name="T15" fmla="*/ 118 h 138"/>
              <a:gd name="T16" fmla="*/ 22 w 165"/>
              <a:gd name="T17" fmla="*/ 112 h 138"/>
              <a:gd name="T18" fmla="*/ 60 w 165"/>
              <a:gd name="T19" fmla="*/ 56 h 138"/>
              <a:gd name="T20" fmla="*/ 55 w 165"/>
              <a:gd name="T21" fmla="*/ 62 h 138"/>
              <a:gd name="T22" fmla="*/ 55 w 165"/>
              <a:gd name="T23" fmla="*/ 112 h 138"/>
              <a:gd name="T24" fmla="*/ 60 w 165"/>
              <a:gd name="T25" fmla="*/ 118 h 138"/>
              <a:gd name="T26" fmla="*/ 69 w 165"/>
              <a:gd name="T27" fmla="*/ 118 h 138"/>
              <a:gd name="T28" fmla="*/ 75 w 165"/>
              <a:gd name="T29" fmla="*/ 112 h 138"/>
              <a:gd name="T30" fmla="*/ 75 w 165"/>
              <a:gd name="T31" fmla="*/ 62 h 138"/>
              <a:gd name="T32" fmla="*/ 69 w 165"/>
              <a:gd name="T33" fmla="*/ 56 h 138"/>
              <a:gd name="T34" fmla="*/ 60 w 165"/>
              <a:gd name="T35" fmla="*/ 56 h 138"/>
              <a:gd name="T36" fmla="*/ 93 w 165"/>
              <a:gd name="T37" fmla="*/ 45 h 138"/>
              <a:gd name="T38" fmla="*/ 88 w 165"/>
              <a:gd name="T39" fmla="*/ 50 h 138"/>
              <a:gd name="T40" fmla="*/ 88 w 165"/>
              <a:gd name="T41" fmla="*/ 112 h 138"/>
              <a:gd name="T42" fmla="*/ 93 w 165"/>
              <a:gd name="T43" fmla="*/ 118 h 138"/>
              <a:gd name="T44" fmla="*/ 103 w 165"/>
              <a:gd name="T45" fmla="*/ 118 h 138"/>
              <a:gd name="T46" fmla="*/ 108 w 165"/>
              <a:gd name="T47" fmla="*/ 112 h 138"/>
              <a:gd name="T48" fmla="*/ 108 w 165"/>
              <a:gd name="T49" fmla="*/ 50 h 138"/>
              <a:gd name="T50" fmla="*/ 103 w 165"/>
              <a:gd name="T51" fmla="*/ 45 h 138"/>
              <a:gd name="T52" fmla="*/ 93 w 165"/>
              <a:gd name="T53" fmla="*/ 45 h 138"/>
              <a:gd name="T54" fmla="*/ 127 w 165"/>
              <a:gd name="T55" fmla="*/ 33 h 138"/>
              <a:gd name="T56" fmla="*/ 121 w 165"/>
              <a:gd name="T57" fmla="*/ 39 h 138"/>
              <a:gd name="T58" fmla="*/ 121 w 165"/>
              <a:gd name="T59" fmla="*/ 112 h 138"/>
              <a:gd name="T60" fmla="*/ 127 w 165"/>
              <a:gd name="T61" fmla="*/ 118 h 138"/>
              <a:gd name="T62" fmla="*/ 136 w 165"/>
              <a:gd name="T63" fmla="*/ 118 h 138"/>
              <a:gd name="T64" fmla="*/ 141 w 165"/>
              <a:gd name="T65" fmla="*/ 112 h 138"/>
              <a:gd name="T66" fmla="*/ 141 w 165"/>
              <a:gd name="T67" fmla="*/ 39 h 138"/>
              <a:gd name="T68" fmla="*/ 136 w 165"/>
              <a:gd name="T69" fmla="*/ 33 h 138"/>
              <a:gd name="T70" fmla="*/ 127 w 165"/>
              <a:gd name="T71" fmla="*/ 33 h 138"/>
              <a:gd name="T72" fmla="*/ 24 w 165"/>
              <a:gd name="T73" fmla="*/ 55 h 138"/>
              <a:gd name="T74" fmla="*/ 123 w 165"/>
              <a:gd name="T75" fmla="*/ 18 h 138"/>
              <a:gd name="T76" fmla="*/ 125 w 165"/>
              <a:gd name="T77" fmla="*/ 23 h 138"/>
              <a:gd name="T78" fmla="*/ 136 w 165"/>
              <a:gd name="T79" fmla="*/ 7 h 138"/>
              <a:gd name="T80" fmla="*/ 116 w 165"/>
              <a:gd name="T81" fmla="*/ 6 h 138"/>
              <a:gd name="T82" fmla="*/ 119 w 165"/>
              <a:gd name="T83" fmla="*/ 12 h 138"/>
              <a:gd name="T84" fmla="*/ 23 w 165"/>
              <a:gd name="T85" fmla="*/ 48 h 138"/>
              <a:gd name="T86" fmla="*/ 24 w 165"/>
              <a:gd name="T87" fmla="*/ 55 h 138"/>
              <a:gd name="T88" fmla="*/ 165 w 165"/>
              <a:gd name="T89" fmla="*/ 128 h 138"/>
              <a:gd name="T90" fmla="*/ 148 w 165"/>
              <a:gd name="T91" fmla="*/ 119 h 138"/>
              <a:gd name="T92" fmla="*/ 148 w 165"/>
              <a:gd name="T93" fmla="*/ 125 h 138"/>
              <a:gd name="T94" fmla="*/ 13 w 165"/>
              <a:gd name="T95" fmla="*/ 125 h 138"/>
              <a:gd name="T96" fmla="*/ 13 w 165"/>
              <a:gd name="T97" fmla="*/ 17 h 138"/>
              <a:gd name="T98" fmla="*/ 19 w 165"/>
              <a:gd name="T99" fmla="*/ 17 h 138"/>
              <a:gd name="T100" fmla="*/ 9 w 165"/>
              <a:gd name="T101" fmla="*/ 0 h 138"/>
              <a:gd name="T102" fmla="*/ 0 w 165"/>
              <a:gd name="T103" fmla="*/ 17 h 138"/>
              <a:gd name="T104" fmla="*/ 6 w 165"/>
              <a:gd name="T105" fmla="*/ 17 h 138"/>
              <a:gd name="T106" fmla="*/ 6 w 165"/>
              <a:gd name="T107" fmla="*/ 125 h 138"/>
              <a:gd name="T108" fmla="*/ 6 w 165"/>
              <a:gd name="T109" fmla="*/ 128 h 138"/>
              <a:gd name="T110" fmla="*/ 6 w 165"/>
              <a:gd name="T111" fmla="*/ 132 h 138"/>
              <a:gd name="T112" fmla="*/ 148 w 165"/>
              <a:gd name="T113" fmla="*/ 132 h 138"/>
              <a:gd name="T114" fmla="*/ 148 w 165"/>
              <a:gd name="T115" fmla="*/ 138 h 138"/>
              <a:gd name="T116" fmla="*/ 165 w 165"/>
              <a:gd name="T117" fmla="*/ 128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65" h="138" extrusionOk="0">
                <a:moveTo>
                  <a:pt x="22" y="112"/>
                </a:moveTo>
                <a:cubicBezTo>
                  <a:pt x="22" y="75"/>
                  <a:pt x="22" y="75"/>
                  <a:pt x="22" y="75"/>
                </a:cubicBezTo>
                <a:cubicBezTo>
                  <a:pt x="22" y="72"/>
                  <a:pt x="24" y="70"/>
                  <a:pt x="27" y="70"/>
                </a:cubicBezTo>
                <a:cubicBezTo>
                  <a:pt x="36" y="70"/>
                  <a:pt x="36" y="70"/>
                  <a:pt x="36" y="70"/>
                </a:cubicBezTo>
                <a:cubicBezTo>
                  <a:pt x="39" y="70"/>
                  <a:pt x="42" y="72"/>
                  <a:pt x="42" y="75"/>
                </a:cubicBezTo>
                <a:cubicBezTo>
                  <a:pt x="42" y="112"/>
                  <a:pt x="42" y="112"/>
                  <a:pt x="42" y="112"/>
                </a:cubicBezTo>
                <a:cubicBezTo>
                  <a:pt x="42" y="115"/>
                  <a:pt x="39" y="118"/>
                  <a:pt x="36" y="118"/>
                </a:cubicBezTo>
                <a:cubicBezTo>
                  <a:pt x="27" y="118"/>
                  <a:pt x="27" y="118"/>
                  <a:pt x="27" y="118"/>
                </a:cubicBezTo>
                <a:cubicBezTo>
                  <a:pt x="24" y="118"/>
                  <a:pt x="22" y="115"/>
                  <a:pt x="22" y="112"/>
                </a:cubicBezTo>
                <a:close/>
                <a:moveTo>
                  <a:pt x="60" y="56"/>
                </a:moveTo>
                <a:cubicBezTo>
                  <a:pt x="57" y="56"/>
                  <a:pt x="55" y="59"/>
                  <a:pt x="55" y="62"/>
                </a:cubicBezTo>
                <a:cubicBezTo>
                  <a:pt x="55" y="112"/>
                  <a:pt x="55" y="112"/>
                  <a:pt x="55" y="112"/>
                </a:cubicBezTo>
                <a:cubicBezTo>
                  <a:pt x="55" y="115"/>
                  <a:pt x="57" y="118"/>
                  <a:pt x="60" y="118"/>
                </a:cubicBezTo>
                <a:cubicBezTo>
                  <a:pt x="69" y="118"/>
                  <a:pt x="69" y="118"/>
                  <a:pt x="69" y="118"/>
                </a:cubicBezTo>
                <a:cubicBezTo>
                  <a:pt x="72" y="118"/>
                  <a:pt x="75" y="115"/>
                  <a:pt x="75" y="112"/>
                </a:cubicBezTo>
                <a:cubicBezTo>
                  <a:pt x="75" y="62"/>
                  <a:pt x="75" y="62"/>
                  <a:pt x="75" y="62"/>
                </a:cubicBezTo>
                <a:cubicBezTo>
                  <a:pt x="75" y="59"/>
                  <a:pt x="72" y="56"/>
                  <a:pt x="69" y="56"/>
                </a:cubicBezTo>
                <a:lnTo>
                  <a:pt x="60" y="56"/>
                </a:lnTo>
                <a:close/>
                <a:moveTo>
                  <a:pt x="93" y="45"/>
                </a:moveTo>
                <a:cubicBezTo>
                  <a:pt x="90" y="45"/>
                  <a:pt x="88" y="47"/>
                  <a:pt x="88" y="50"/>
                </a:cubicBezTo>
                <a:cubicBezTo>
                  <a:pt x="88" y="112"/>
                  <a:pt x="88" y="112"/>
                  <a:pt x="88" y="112"/>
                </a:cubicBezTo>
                <a:cubicBezTo>
                  <a:pt x="88" y="115"/>
                  <a:pt x="90" y="118"/>
                  <a:pt x="93" y="118"/>
                </a:cubicBezTo>
                <a:cubicBezTo>
                  <a:pt x="103" y="118"/>
                  <a:pt x="103" y="118"/>
                  <a:pt x="103" y="118"/>
                </a:cubicBezTo>
                <a:cubicBezTo>
                  <a:pt x="106" y="118"/>
                  <a:pt x="108" y="115"/>
                  <a:pt x="108" y="112"/>
                </a:cubicBezTo>
                <a:cubicBezTo>
                  <a:pt x="108" y="50"/>
                  <a:pt x="108" y="50"/>
                  <a:pt x="108" y="50"/>
                </a:cubicBezTo>
                <a:cubicBezTo>
                  <a:pt x="108" y="47"/>
                  <a:pt x="106" y="45"/>
                  <a:pt x="103" y="45"/>
                </a:cubicBezTo>
                <a:lnTo>
                  <a:pt x="93" y="45"/>
                </a:lnTo>
                <a:close/>
                <a:moveTo>
                  <a:pt x="127" y="33"/>
                </a:moveTo>
                <a:cubicBezTo>
                  <a:pt x="124" y="33"/>
                  <a:pt x="121" y="36"/>
                  <a:pt x="121" y="39"/>
                </a:cubicBezTo>
                <a:cubicBezTo>
                  <a:pt x="121" y="112"/>
                  <a:pt x="121" y="112"/>
                  <a:pt x="121" y="112"/>
                </a:cubicBezTo>
                <a:cubicBezTo>
                  <a:pt x="121" y="115"/>
                  <a:pt x="124" y="118"/>
                  <a:pt x="127" y="118"/>
                </a:cubicBezTo>
                <a:cubicBezTo>
                  <a:pt x="136" y="118"/>
                  <a:pt x="136" y="118"/>
                  <a:pt x="136" y="118"/>
                </a:cubicBezTo>
                <a:cubicBezTo>
                  <a:pt x="139" y="118"/>
                  <a:pt x="141" y="115"/>
                  <a:pt x="141" y="112"/>
                </a:cubicBezTo>
                <a:cubicBezTo>
                  <a:pt x="141" y="39"/>
                  <a:pt x="141" y="39"/>
                  <a:pt x="141" y="39"/>
                </a:cubicBezTo>
                <a:cubicBezTo>
                  <a:pt x="141" y="36"/>
                  <a:pt x="139" y="33"/>
                  <a:pt x="136" y="33"/>
                </a:cubicBezTo>
                <a:lnTo>
                  <a:pt x="127" y="33"/>
                </a:lnTo>
                <a:close/>
                <a:moveTo>
                  <a:pt x="24" y="55"/>
                </a:moveTo>
                <a:cubicBezTo>
                  <a:pt x="60" y="49"/>
                  <a:pt x="93" y="36"/>
                  <a:pt x="123" y="18"/>
                </a:cubicBezTo>
                <a:cubicBezTo>
                  <a:pt x="125" y="23"/>
                  <a:pt x="125" y="23"/>
                  <a:pt x="125" y="23"/>
                </a:cubicBezTo>
                <a:cubicBezTo>
                  <a:pt x="136" y="7"/>
                  <a:pt x="136" y="7"/>
                  <a:pt x="136" y="7"/>
                </a:cubicBezTo>
                <a:cubicBezTo>
                  <a:pt x="116" y="6"/>
                  <a:pt x="116" y="6"/>
                  <a:pt x="116" y="6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90" y="29"/>
                  <a:pt x="58" y="42"/>
                  <a:pt x="23" y="48"/>
                </a:cubicBezTo>
                <a:lnTo>
                  <a:pt x="24" y="55"/>
                </a:lnTo>
                <a:close/>
                <a:moveTo>
                  <a:pt x="165" y="128"/>
                </a:moveTo>
                <a:cubicBezTo>
                  <a:pt x="148" y="119"/>
                  <a:pt x="148" y="119"/>
                  <a:pt x="148" y="119"/>
                </a:cubicBezTo>
                <a:cubicBezTo>
                  <a:pt x="148" y="125"/>
                  <a:pt x="148" y="125"/>
                  <a:pt x="148" y="125"/>
                </a:cubicBezTo>
                <a:cubicBezTo>
                  <a:pt x="13" y="125"/>
                  <a:pt x="13" y="125"/>
                  <a:pt x="13" y="125"/>
                </a:cubicBezTo>
                <a:cubicBezTo>
                  <a:pt x="13" y="17"/>
                  <a:pt x="13" y="17"/>
                  <a:pt x="13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9" y="0"/>
                  <a:pt x="9" y="0"/>
                  <a:pt x="9" y="0"/>
                </a:cubicBezTo>
                <a:cubicBezTo>
                  <a:pt x="0" y="17"/>
                  <a:pt x="0" y="17"/>
                  <a:pt x="0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25"/>
                  <a:pt x="6" y="125"/>
                  <a:pt x="6" y="125"/>
                </a:cubicBezTo>
                <a:cubicBezTo>
                  <a:pt x="6" y="128"/>
                  <a:pt x="6" y="128"/>
                  <a:pt x="6" y="128"/>
                </a:cubicBezTo>
                <a:cubicBezTo>
                  <a:pt x="6" y="132"/>
                  <a:pt x="6" y="132"/>
                  <a:pt x="6" y="132"/>
                </a:cubicBezTo>
                <a:cubicBezTo>
                  <a:pt x="148" y="132"/>
                  <a:pt x="148" y="132"/>
                  <a:pt x="148" y="132"/>
                </a:cubicBezTo>
                <a:cubicBezTo>
                  <a:pt x="148" y="138"/>
                  <a:pt x="148" y="138"/>
                  <a:pt x="148" y="138"/>
                </a:cubicBezTo>
                <a:lnTo>
                  <a:pt x="165" y="128"/>
                </a:lnTo>
                <a:close/>
              </a:path>
            </a:pathLst>
          </a:custGeom>
          <a:solidFill>
            <a:srgbClr val="FAC3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61" name="Google Shape;1034;p34"/>
          <p:cNvSpPr>
            <a:spLocks/>
          </p:cNvSpPr>
          <p:nvPr/>
        </p:nvSpPr>
        <p:spPr bwMode="auto">
          <a:xfrm>
            <a:off x="10374313" y="5654675"/>
            <a:ext cx="992187" cy="520700"/>
          </a:xfrm>
          <a:custGeom>
            <a:avLst/>
            <a:gdLst>
              <a:gd name="T0" fmla="*/ 167 w 231"/>
              <a:gd name="T1" fmla="*/ 114 h 121"/>
              <a:gd name="T2" fmla="*/ 157 w 231"/>
              <a:gd name="T3" fmla="*/ 117 h 121"/>
              <a:gd name="T4" fmla="*/ 119 w 231"/>
              <a:gd name="T5" fmla="*/ 121 h 121"/>
              <a:gd name="T6" fmla="*/ 81 w 231"/>
              <a:gd name="T7" fmla="*/ 117 h 121"/>
              <a:gd name="T8" fmla="*/ 70 w 231"/>
              <a:gd name="T9" fmla="*/ 114 h 121"/>
              <a:gd name="T10" fmla="*/ 66 w 231"/>
              <a:gd name="T11" fmla="*/ 95 h 121"/>
              <a:gd name="T12" fmla="*/ 87 w 231"/>
              <a:gd name="T13" fmla="*/ 81 h 121"/>
              <a:gd name="T14" fmla="*/ 98 w 231"/>
              <a:gd name="T15" fmla="*/ 77 h 121"/>
              <a:gd name="T16" fmla="*/ 102 w 231"/>
              <a:gd name="T17" fmla="*/ 63 h 121"/>
              <a:gd name="T18" fmla="*/ 88 w 231"/>
              <a:gd name="T19" fmla="*/ 27 h 121"/>
              <a:gd name="T20" fmla="*/ 110 w 231"/>
              <a:gd name="T21" fmla="*/ 2 h 121"/>
              <a:gd name="T22" fmla="*/ 119 w 231"/>
              <a:gd name="T23" fmla="*/ 0 h 121"/>
              <a:gd name="T24" fmla="*/ 127 w 231"/>
              <a:gd name="T25" fmla="*/ 2 h 121"/>
              <a:gd name="T26" fmla="*/ 149 w 231"/>
              <a:gd name="T27" fmla="*/ 27 h 121"/>
              <a:gd name="T28" fmla="*/ 136 w 231"/>
              <a:gd name="T29" fmla="*/ 63 h 121"/>
              <a:gd name="T30" fmla="*/ 139 w 231"/>
              <a:gd name="T31" fmla="*/ 77 h 121"/>
              <a:gd name="T32" fmla="*/ 150 w 231"/>
              <a:gd name="T33" fmla="*/ 81 h 121"/>
              <a:gd name="T34" fmla="*/ 171 w 231"/>
              <a:gd name="T35" fmla="*/ 95 h 121"/>
              <a:gd name="T36" fmla="*/ 167 w 231"/>
              <a:gd name="T37" fmla="*/ 114 h 121"/>
              <a:gd name="T38" fmla="*/ 227 w 231"/>
              <a:gd name="T39" fmla="*/ 103 h 121"/>
              <a:gd name="T40" fmla="*/ 213 w 231"/>
              <a:gd name="T41" fmla="*/ 93 h 121"/>
              <a:gd name="T42" fmla="*/ 205 w 231"/>
              <a:gd name="T43" fmla="*/ 90 h 121"/>
              <a:gd name="T44" fmla="*/ 203 w 231"/>
              <a:gd name="T45" fmla="*/ 80 h 121"/>
              <a:gd name="T46" fmla="*/ 212 w 231"/>
              <a:gd name="T47" fmla="*/ 55 h 121"/>
              <a:gd name="T48" fmla="*/ 197 w 231"/>
              <a:gd name="T49" fmla="*/ 38 h 121"/>
              <a:gd name="T50" fmla="*/ 191 w 231"/>
              <a:gd name="T51" fmla="*/ 37 h 121"/>
              <a:gd name="T52" fmla="*/ 185 w 231"/>
              <a:gd name="T53" fmla="*/ 38 h 121"/>
              <a:gd name="T54" fmla="*/ 170 w 231"/>
              <a:gd name="T55" fmla="*/ 55 h 121"/>
              <a:gd name="T56" fmla="*/ 179 w 231"/>
              <a:gd name="T57" fmla="*/ 80 h 121"/>
              <a:gd name="T58" fmla="*/ 176 w 231"/>
              <a:gd name="T59" fmla="*/ 90 h 121"/>
              <a:gd name="T60" fmla="*/ 176 w 231"/>
              <a:gd name="T61" fmla="*/ 90 h 121"/>
              <a:gd name="T62" fmla="*/ 178 w 231"/>
              <a:gd name="T63" fmla="*/ 92 h 121"/>
              <a:gd name="T64" fmla="*/ 182 w 231"/>
              <a:gd name="T65" fmla="*/ 106 h 121"/>
              <a:gd name="T66" fmla="*/ 172 w 231"/>
              <a:gd name="T67" fmla="*/ 117 h 121"/>
              <a:gd name="T68" fmla="*/ 168 w 231"/>
              <a:gd name="T69" fmla="*/ 119 h 121"/>
              <a:gd name="T70" fmla="*/ 191 w 231"/>
              <a:gd name="T71" fmla="*/ 121 h 121"/>
              <a:gd name="T72" fmla="*/ 217 w 231"/>
              <a:gd name="T73" fmla="*/ 118 h 121"/>
              <a:gd name="T74" fmla="*/ 224 w 231"/>
              <a:gd name="T75" fmla="*/ 116 h 121"/>
              <a:gd name="T76" fmla="*/ 227 w 231"/>
              <a:gd name="T77" fmla="*/ 103 h 121"/>
              <a:gd name="T78" fmla="*/ 55 w 231"/>
              <a:gd name="T79" fmla="*/ 106 h 121"/>
              <a:gd name="T80" fmla="*/ 59 w 231"/>
              <a:gd name="T81" fmla="*/ 92 h 121"/>
              <a:gd name="T82" fmla="*/ 64 w 231"/>
              <a:gd name="T83" fmla="*/ 88 h 121"/>
              <a:gd name="T84" fmla="*/ 61 w 231"/>
              <a:gd name="T85" fmla="*/ 87 h 121"/>
              <a:gd name="T86" fmla="*/ 58 w 231"/>
              <a:gd name="T87" fmla="*/ 76 h 121"/>
              <a:gd name="T88" fmla="*/ 69 w 231"/>
              <a:gd name="T89" fmla="*/ 48 h 121"/>
              <a:gd name="T90" fmla="*/ 52 w 231"/>
              <a:gd name="T91" fmla="*/ 29 h 121"/>
              <a:gd name="T92" fmla="*/ 45 w 231"/>
              <a:gd name="T93" fmla="*/ 28 h 121"/>
              <a:gd name="T94" fmla="*/ 39 w 231"/>
              <a:gd name="T95" fmla="*/ 29 h 121"/>
              <a:gd name="T96" fmla="*/ 22 w 231"/>
              <a:gd name="T97" fmla="*/ 48 h 121"/>
              <a:gd name="T98" fmla="*/ 32 w 231"/>
              <a:gd name="T99" fmla="*/ 76 h 121"/>
              <a:gd name="T100" fmla="*/ 29 w 231"/>
              <a:gd name="T101" fmla="*/ 87 h 121"/>
              <a:gd name="T102" fmla="*/ 21 w 231"/>
              <a:gd name="T103" fmla="*/ 90 h 121"/>
              <a:gd name="T104" fmla="*/ 5 w 231"/>
              <a:gd name="T105" fmla="*/ 101 h 121"/>
              <a:gd name="T106" fmla="*/ 8 w 231"/>
              <a:gd name="T107" fmla="*/ 115 h 121"/>
              <a:gd name="T108" fmla="*/ 16 w 231"/>
              <a:gd name="T109" fmla="*/ 118 h 121"/>
              <a:gd name="T110" fmla="*/ 45 w 231"/>
              <a:gd name="T111" fmla="*/ 121 h 121"/>
              <a:gd name="T112" fmla="*/ 69 w 231"/>
              <a:gd name="T113" fmla="*/ 119 h 121"/>
              <a:gd name="T114" fmla="*/ 65 w 231"/>
              <a:gd name="T115" fmla="*/ 117 h 121"/>
              <a:gd name="T116" fmla="*/ 55 w 231"/>
              <a:gd name="T117" fmla="*/ 106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31" h="121" extrusionOk="0">
                <a:moveTo>
                  <a:pt x="167" y="114"/>
                </a:moveTo>
                <a:cubicBezTo>
                  <a:pt x="164" y="115"/>
                  <a:pt x="160" y="116"/>
                  <a:pt x="157" y="117"/>
                </a:cubicBezTo>
                <a:cubicBezTo>
                  <a:pt x="145" y="120"/>
                  <a:pt x="133" y="120"/>
                  <a:pt x="119" y="121"/>
                </a:cubicBezTo>
                <a:cubicBezTo>
                  <a:pt x="104" y="120"/>
                  <a:pt x="92" y="120"/>
                  <a:pt x="81" y="117"/>
                </a:cubicBezTo>
                <a:cubicBezTo>
                  <a:pt x="77" y="116"/>
                  <a:pt x="74" y="115"/>
                  <a:pt x="70" y="114"/>
                </a:cubicBezTo>
                <a:cubicBezTo>
                  <a:pt x="60" y="109"/>
                  <a:pt x="60" y="101"/>
                  <a:pt x="66" y="95"/>
                </a:cubicBezTo>
                <a:cubicBezTo>
                  <a:pt x="72" y="89"/>
                  <a:pt x="79" y="85"/>
                  <a:pt x="87" y="81"/>
                </a:cubicBezTo>
                <a:cubicBezTo>
                  <a:pt x="91" y="80"/>
                  <a:pt x="94" y="78"/>
                  <a:pt x="98" y="77"/>
                </a:cubicBezTo>
                <a:cubicBezTo>
                  <a:pt x="105" y="74"/>
                  <a:pt x="107" y="68"/>
                  <a:pt x="102" y="63"/>
                </a:cubicBezTo>
                <a:cubicBezTo>
                  <a:pt x="92" y="52"/>
                  <a:pt x="88" y="40"/>
                  <a:pt x="88" y="27"/>
                </a:cubicBezTo>
                <a:cubicBezTo>
                  <a:pt x="89" y="12"/>
                  <a:pt x="97" y="5"/>
                  <a:pt x="110" y="2"/>
                </a:cubicBezTo>
                <a:cubicBezTo>
                  <a:pt x="113" y="1"/>
                  <a:pt x="116" y="0"/>
                  <a:pt x="119" y="0"/>
                </a:cubicBezTo>
                <a:cubicBezTo>
                  <a:pt x="121" y="0"/>
                  <a:pt x="124" y="1"/>
                  <a:pt x="127" y="2"/>
                </a:cubicBezTo>
                <a:cubicBezTo>
                  <a:pt x="140" y="5"/>
                  <a:pt x="149" y="12"/>
                  <a:pt x="149" y="27"/>
                </a:cubicBezTo>
                <a:cubicBezTo>
                  <a:pt x="150" y="40"/>
                  <a:pt x="146" y="53"/>
                  <a:pt x="136" y="63"/>
                </a:cubicBezTo>
                <a:cubicBezTo>
                  <a:pt x="131" y="67"/>
                  <a:pt x="133" y="74"/>
                  <a:pt x="139" y="77"/>
                </a:cubicBezTo>
                <a:cubicBezTo>
                  <a:pt x="143" y="78"/>
                  <a:pt x="147" y="80"/>
                  <a:pt x="150" y="81"/>
                </a:cubicBezTo>
                <a:cubicBezTo>
                  <a:pt x="158" y="85"/>
                  <a:pt x="165" y="89"/>
                  <a:pt x="171" y="95"/>
                </a:cubicBezTo>
                <a:cubicBezTo>
                  <a:pt x="175" y="99"/>
                  <a:pt x="177" y="109"/>
                  <a:pt x="167" y="114"/>
                </a:cubicBezTo>
                <a:close/>
                <a:moveTo>
                  <a:pt x="227" y="103"/>
                </a:moveTo>
                <a:cubicBezTo>
                  <a:pt x="223" y="99"/>
                  <a:pt x="218" y="96"/>
                  <a:pt x="213" y="93"/>
                </a:cubicBezTo>
                <a:cubicBezTo>
                  <a:pt x="210" y="92"/>
                  <a:pt x="208" y="91"/>
                  <a:pt x="205" y="90"/>
                </a:cubicBezTo>
                <a:cubicBezTo>
                  <a:pt x="201" y="88"/>
                  <a:pt x="199" y="84"/>
                  <a:pt x="203" y="80"/>
                </a:cubicBezTo>
                <a:cubicBezTo>
                  <a:pt x="210" y="73"/>
                  <a:pt x="212" y="65"/>
                  <a:pt x="212" y="55"/>
                </a:cubicBezTo>
                <a:cubicBezTo>
                  <a:pt x="212" y="45"/>
                  <a:pt x="206" y="40"/>
                  <a:pt x="197" y="38"/>
                </a:cubicBezTo>
                <a:cubicBezTo>
                  <a:pt x="195" y="37"/>
                  <a:pt x="193" y="37"/>
                  <a:pt x="191" y="37"/>
                </a:cubicBezTo>
                <a:cubicBezTo>
                  <a:pt x="189" y="37"/>
                  <a:pt x="187" y="37"/>
                  <a:pt x="185" y="38"/>
                </a:cubicBezTo>
                <a:cubicBezTo>
                  <a:pt x="176" y="40"/>
                  <a:pt x="170" y="45"/>
                  <a:pt x="170" y="55"/>
                </a:cubicBezTo>
                <a:cubicBezTo>
                  <a:pt x="169" y="65"/>
                  <a:pt x="172" y="73"/>
                  <a:pt x="179" y="80"/>
                </a:cubicBezTo>
                <a:cubicBezTo>
                  <a:pt x="182" y="84"/>
                  <a:pt x="181" y="88"/>
                  <a:pt x="176" y="90"/>
                </a:cubicBezTo>
                <a:cubicBezTo>
                  <a:pt x="176" y="90"/>
                  <a:pt x="176" y="90"/>
                  <a:pt x="176" y="90"/>
                </a:cubicBezTo>
                <a:cubicBezTo>
                  <a:pt x="177" y="91"/>
                  <a:pt x="177" y="92"/>
                  <a:pt x="178" y="92"/>
                </a:cubicBezTo>
                <a:cubicBezTo>
                  <a:pt x="181" y="96"/>
                  <a:pt x="183" y="101"/>
                  <a:pt x="182" y="106"/>
                </a:cubicBezTo>
                <a:cubicBezTo>
                  <a:pt x="181" y="111"/>
                  <a:pt x="178" y="115"/>
                  <a:pt x="172" y="117"/>
                </a:cubicBezTo>
                <a:cubicBezTo>
                  <a:pt x="171" y="118"/>
                  <a:pt x="170" y="118"/>
                  <a:pt x="168" y="119"/>
                </a:cubicBezTo>
                <a:cubicBezTo>
                  <a:pt x="175" y="120"/>
                  <a:pt x="182" y="120"/>
                  <a:pt x="191" y="121"/>
                </a:cubicBezTo>
                <a:cubicBezTo>
                  <a:pt x="201" y="120"/>
                  <a:pt x="209" y="120"/>
                  <a:pt x="217" y="118"/>
                </a:cubicBezTo>
                <a:cubicBezTo>
                  <a:pt x="220" y="118"/>
                  <a:pt x="222" y="117"/>
                  <a:pt x="224" y="116"/>
                </a:cubicBezTo>
                <a:cubicBezTo>
                  <a:pt x="231" y="113"/>
                  <a:pt x="230" y="106"/>
                  <a:pt x="227" y="103"/>
                </a:cubicBezTo>
                <a:close/>
                <a:moveTo>
                  <a:pt x="55" y="106"/>
                </a:moveTo>
                <a:cubicBezTo>
                  <a:pt x="54" y="101"/>
                  <a:pt x="56" y="96"/>
                  <a:pt x="59" y="92"/>
                </a:cubicBezTo>
                <a:cubicBezTo>
                  <a:pt x="61" y="91"/>
                  <a:pt x="63" y="89"/>
                  <a:pt x="64" y="88"/>
                </a:cubicBezTo>
                <a:cubicBezTo>
                  <a:pt x="63" y="88"/>
                  <a:pt x="62" y="87"/>
                  <a:pt x="61" y="87"/>
                </a:cubicBezTo>
                <a:cubicBezTo>
                  <a:pt x="56" y="85"/>
                  <a:pt x="55" y="80"/>
                  <a:pt x="58" y="76"/>
                </a:cubicBezTo>
                <a:cubicBezTo>
                  <a:pt x="66" y="68"/>
                  <a:pt x="69" y="59"/>
                  <a:pt x="69" y="48"/>
                </a:cubicBezTo>
                <a:cubicBezTo>
                  <a:pt x="68" y="37"/>
                  <a:pt x="62" y="31"/>
                  <a:pt x="52" y="29"/>
                </a:cubicBezTo>
                <a:cubicBezTo>
                  <a:pt x="50" y="28"/>
                  <a:pt x="47" y="28"/>
                  <a:pt x="45" y="28"/>
                </a:cubicBezTo>
                <a:cubicBezTo>
                  <a:pt x="43" y="28"/>
                  <a:pt x="41" y="28"/>
                  <a:pt x="39" y="29"/>
                </a:cubicBezTo>
                <a:cubicBezTo>
                  <a:pt x="29" y="31"/>
                  <a:pt x="22" y="37"/>
                  <a:pt x="22" y="48"/>
                </a:cubicBezTo>
                <a:cubicBezTo>
                  <a:pt x="21" y="59"/>
                  <a:pt x="24" y="68"/>
                  <a:pt x="32" y="76"/>
                </a:cubicBezTo>
                <a:cubicBezTo>
                  <a:pt x="36" y="80"/>
                  <a:pt x="34" y="85"/>
                  <a:pt x="29" y="87"/>
                </a:cubicBezTo>
                <a:cubicBezTo>
                  <a:pt x="27" y="88"/>
                  <a:pt x="24" y="89"/>
                  <a:pt x="21" y="90"/>
                </a:cubicBezTo>
                <a:cubicBezTo>
                  <a:pt x="15" y="93"/>
                  <a:pt x="9" y="96"/>
                  <a:pt x="5" y="101"/>
                </a:cubicBezTo>
                <a:cubicBezTo>
                  <a:pt x="0" y="105"/>
                  <a:pt x="0" y="112"/>
                  <a:pt x="8" y="115"/>
                </a:cubicBezTo>
                <a:cubicBezTo>
                  <a:pt x="11" y="116"/>
                  <a:pt x="13" y="117"/>
                  <a:pt x="16" y="118"/>
                </a:cubicBezTo>
                <a:cubicBezTo>
                  <a:pt x="25" y="120"/>
                  <a:pt x="34" y="120"/>
                  <a:pt x="45" y="121"/>
                </a:cubicBezTo>
                <a:cubicBezTo>
                  <a:pt x="54" y="120"/>
                  <a:pt x="62" y="120"/>
                  <a:pt x="69" y="119"/>
                </a:cubicBezTo>
                <a:cubicBezTo>
                  <a:pt x="68" y="119"/>
                  <a:pt x="66" y="118"/>
                  <a:pt x="65" y="117"/>
                </a:cubicBezTo>
                <a:cubicBezTo>
                  <a:pt x="59" y="115"/>
                  <a:pt x="56" y="110"/>
                  <a:pt x="55" y="106"/>
                </a:cubicBezTo>
                <a:close/>
              </a:path>
            </a:pathLst>
          </a:custGeom>
          <a:solidFill>
            <a:srgbClr val="B8BAB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62" name="Google Shape;1035;p34"/>
          <p:cNvSpPr>
            <a:spLocks/>
          </p:cNvSpPr>
          <p:nvPr/>
        </p:nvSpPr>
        <p:spPr bwMode="auto">
          <a:xfrm>
            <a:off x="1111250" y="5534025"/>
            <a:ext cx="636588" cy="641350"/>
          </a:xfrm>
          <a:custGeom>
            <a:avLst/>
            <a:gdLst>
              <a:gd name="T0" fmla="*/ 69 w 148"/>
              <a:gd name="T1" fmla="*/ 79 h 149"/>
              <a:gd name="T2" fmla="*/ 139 w 148"/>
              <a:gd name="T3" fmla="*/ 79 h 149"/>
              <a:gd name="T4" fmla="*/ 69 w 148"/>
              <a:gd name="T5" fmla="*/ 149 h 149"/>
              <a:gd name="T6" fmla="*/ 0 w 148"/>
              <a:gd name="T7" fmla="*/ 79 h 149"/>
              <a:gd name="T8" fmla="*/ 69 w 148"/>
              <a:gd name="T9" fmla="*/ 9 h 149"/>
              <a:gd name="T10" fmla="*/ 69 w 148"/>
              <a:gd name="T11" fmla="*/ 79 h 149"/>
              <a:gd name="T12" fmla="*/ 78 w 148"/>
              <a:gd name="T13" fmla="*/ 0 h 149"/>
              <a:gd name="T14" fmla="*/ 78 w 148"/>
              <a:gd name="T15" fmla="*/ 70 h 149"/>
              <a:gd name="T16" fmla="*/ 148 w 148"/>
              <a:gd name="T17" fmla="*/ 70 h 149"/>
              <a:gd name="T18" fmla="*/ 78 w 148"/>
              <a:gd name="T19" fmla="*/ 0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8" h="149" extrusionOk="0">
                <a:moveTo>
                  <a:pt x="69" y="79"/>
                </a:moveTo>
                <a:cubicBezTo>
                  <a:pt x="139" y="79"/>
                  <a:pt x="139" y="79"/>
                  <a:pt x="139" y="79"/>
                </a:cubicBezTo>
                <a:cubicBezTo>
                  <a:pt x="139" y="117"/>
                  <a:pt x="108" y="149"/>
                  <a:pt x="69" y="149"/>
                </a:cubicBezTo>
                <a:cubicBezTo>
                  <a:pt x="31" y="149"/>
                  <a:pt x="0" y="117"/>
                  <a:pt x="0" y="79"/>
                </a:cubicBezTo>
                <a:cubicBezTo>
                  <a:pt x="0" y="40"/>
                  <a:pt x="31" y="9"/>
                  <a:pt x="69" y="9"/>
                </a:cubicBezTo>
                <a:lnTo>
                  <a:pt x="69" y="79"/>
                </a:lnTo>
                <a:close/>
                <a:moveTo>
                  <a:pt x="78" y="0"/>
                </a:moveTo>
                <a:cubicBezTo>
                  <a:pt x="78" y="70"/>
                  <a:pt x="78" y="70"/>
                  <a:pt x="78" y="70"/>
                </a:cubicBezTo>
                <a:cubicBezTo>
                  <a:pt x="148" y="70"/>
                  <a:pt x="148" y="70"/>
                  <a:pt x="148" y="70"/>
                </a:cubicBezTo>
                <a:cubicBezTo>
                  <a:pt x="148" y="32"/>
                  <a:pt x="117" y="0"/>
                  <a:pt x="78" y="0"/>
                </a:cubicBezTo>
                <a:close/>
              </a:path>
            </a:pathLst>
          </a:custGeom>
          <a:solidFill>
            <a:srgbClr val="2F5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63" name="Google Shape;1036;p34"/>
          <p:cNvSpPr>
            <a:spLocks/>
          </p:cNvSpPr>
          <p:nvPr/>
        </p:nvSpPr>
        <p:spPr bwMode="auto">
          <a:xfrm>
            <a:off x="10510838" y="3584575"/>
            <a:ext cx="482600" cy="714375"/>
          </a:xfrm>
          <a:custGeom>
            <a:avLst/>
            <a:gdLst>
              <a:gd name="T0" fmla="*/ 112 w 112"/>
              <a:gd name="T1" fmla="*/ 111 h 166"/>
              <a:gd name="T2" fmla="*/ 73 w 112"/>
              <a:gd name="T3" fmla="*/ 76 h 166"/>
              <a:gd name="T4" fmla="*/ 52 w 112"/>
              <a:gd name="T5" fmla="*/ 70 h 166"/>
              <a:gd name="T6" fmla="*/ 22 w 112"/>
              <a:gd name="T7" fmla="*/ 53 h 166"/>
              <a:gd name="T8" fmla="*/ 55 w 112"/>
              <a:gd name="T9" fmla="*/ 37 h 166"/>
              <a:gd name="T10" fmla="*/ 87 w 112"/>
              <a:gd name="T11" fmla="*/ 49 h 166"/>
              <a:gd name="T12" fmla="*/ 92 w 112"/>
              <a:gd name="T13" fmla="*/ 51 h 166"/>
              <a:gd name="T14" fmla="*/ 98 w 112"/>
              <a:gd name="T15" fmla="*/ 48 h 166"/>
              <a:gd name="T16" fmla="*/ 103 w 112"/>
              <a:gd name="T17" fmla="*/ 40 h 166"/>
              <a:gd name="T18" fmla="*/ 68 w 112"/>
              <a:gd name="T19" fmla="*/ 20 h 166"/>
              <a:gd name="T20" fmla="*/ 65 w 112"/>
              <a:gd name="T21" fmla="*/ 20 h 166"/>
              <a:gd name="T22" fmla="*/ 65 w 112"/>
              <a:gd name="T23" fmla="*/ 4 h 166"/>
              <a:gd name="T24" fmla="*/ 61 w 112"/>
              <a:gd name="T25" fmla="*/ 0 h 166"/>
              <a:gd name="T26" fmla="*/ 52 w 112"/>
              <a:gd name="T27" fmla="*/ 0 h 166"/>
              <a:gd name="T28" fmla="*/ 47 w 112"/>
              <a:gd name="T29" fmla="*/ 4 h 166"/>
              <a:gd name="T30" fmla="*/ 47 w 112"/>
              <a:gd name="T31" fmla="*/ 19 h 166"/>
              <a:gd name="T32" fmla="*/ 44 w 112"/>
              <a:gd name="T33" fmla="*/ 19 h 166"/>
              <a:gd name="T34" fmla="*/ 0 w 112"/>
              <a:gd name="T35" fmla="*/ 54 h 166"/>
              <a:gd name="T36" fmla="*/ 42 w 112"/>
              <a:gd name="T37" fmla="*/ 88 h 166"/>
              <a:gd name="T38" fmla="*/ 67 w 112"/>
              <a:gd name="T39" fmla="*/ 94 h 166"/>
              <a:gd name="T40" fmla="*/ 90 w 112"/>
              <a:gd name="T41" fmla="*/ 112 h 166"/>
              <a:gd name="T42" fmla="*/ 57 w 112"/>
              <a:gd name="T43" fmla="*/ 129 h 166"/>
              <a:gd name="T44" fmla="*/ 20 w 112"/>
              <a:gd name="T45" fmla="*/ 115 h 166"/>
              <a:gd name="T46" fmla="*/ 8 w 112"/>
              <a:gd name="T47" fmla="*/ 118 h 166"/>
              <a:gd name="T48" fmla="*/ 5 w 112"/>
              <a:gd name="T49" fmla="*/ 126 h 166"/>
              <a:gd name="T50" fmla="*/ 44 w 112"/>
              <a:gd name="T51" fmla="*/ 146 h 166"/>
              <a:gd name="T52" fmla="*/ 47 w 112"/>
              <a:gd name="T53" fmla="*/ 146 h 166"/>
              <a:gd name="T54" fmla="*/ 47 w 112"/>
              <a:gd name="T55" fmla="*/ 162 h 166"/>
              <a:gd name="T56" fmla="*/ 52 w 112"/>
              <a:gd name="T57" fmla="*/ 166 h 166"/>
              <a:gd name="T58" fmla="*/ 61 w 112"/>
              <a:gd name="T59" fmla="*/ 166 h 166"/>
              <a:gd name="T60" fmla="*/ 65 w 112"/>
              <a:gd name="T61" fmla="*/ 162 h 166"/>
              <a:gd name="T62" fmla="*/ 65 w 112"/>
              <a:gd name="T63" fmla="*/ 147 h 166"/>
              <a:gd name="T64" fmla="*/ 68 w 112"/>
              <a:gd name="T65" fmla="*/ 147 h 166"/>
              <a:gd name="T66" fmla="*/ 112 w 112"/>
              <a:gd name="T67" fmla="*/ 111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2" h="166" extrusionOk="0">
                <a:moveTo>
                  <a:pt x="112" y="111"/>
                </a:moveTo>
                <a:cubicBezTo>
                  <a:pt x="112" y="94"/>
                  <a:pt x="98" y="82"/>
                  <a:pt x="73" y="76"/>
                </a:cubicBezTo>
                <a:cubicBezTo>
                  <a:pt x="70" y="75"/>
                  <a:pt x="55" y="71"/>
                  <a:pt x="52" y="70"/>
                </a:cubicBezTo>
                <a:cubicBezTo>
                  <a:pt x="32" y="65"/>
                  <a:pt x="22" y="61"/>
                  <a:pt x="22" y="53"/>
                </a:cubicBezTo>
                <a:cubicBezTo>
                  <a:pt x="22" y="45"/>
                  <a:pt x="31" y="37"/>
                  <a:pt x="55" y="37"/>
                </a:cubicBezTo>
                <a:cubicBezTo>
                  <a:pt x="71" y="37"/>
                  <a:pt x="86" y="49"/>
                  <a:pt x="87" y="49"/>
                </a:cubicBezTo>
                <a:cubicBezTo>
                  <a:pt x="89" y="51"/>
                  <a:pt x="91" y="51"/>
                  <a:pt x="92" y="51"/>
                </a:cubicBezTo>
                <a:cubicBezTo>
                  <a:pt x="93" y="51"/>
                  <a:pt x="95" y="51"/>
                  <a:pt x="98" y="48"/>
                </a:cubicBezTo>
                <a:cubicBezTo>
                  <a:pt x="100" y="46"/>
                  <a:pt x="103" y="43"/>
                  <a:pt x="103" y="40"/>
                </a:cubicBezTo>
                <a:cubicBezTo>
                  <a:pt x="103" y="35"/>
                  <a:pt x="88" y="24"/>
                  <a:pt x="68" y="20"/>
                </a:cubicBezTo>
                <a:cubicBezTo>
                  <a:pt x="65" y="20"/>
                  <a:pt x="65" y="20"/>
                  <a:pt x="65" y="20"/>
                </a:cubicBezTo>
                <a:cubicBezTo>
                  <a:pt x="65" y="4"/>
                  <a:pt x="65" y="4"/>
                  <a:pt x="65" y="4"/>
                </a:cubicBezTo>
                <a:cubicBezTo>
                  <a:pt x="65" y="2"/>
                  <a:pt x="63" y="0"/>
                  <a:pt x="61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49" y="0"/>
                  <a:pt x="47" y="2"/>
                  <a:pt x="47" y="4"/>
                </a:cubicBezTo>
                <a:cubicBezTo>
                  <a:pt x="47" y="19"/>
                  <a:pt x="47" y="19"/>
                  <a:pt x="47" y="19"/>
                </a:cubicBezTo>
                <a:cubicBezTo>
                  <a:pt x="44" y="19"/>
                  <a:pt x="44" y="19"/>
                  <a:pt x="44" y="19"/>
                </a:cubicBezTo>
                <a:cubicBezTo>
                  <a:pt x="17" y="22"/>
                  <a:pt x="0" y="35"/>
                  <a:pt x="0" y="54"/>
                </a:cubicBezTo>
                <a:cubicBezTo>
                  <a:pt x="0" y="74"/>
                  <a:pt x="21" y="82"/>
                  <a:pt x="42" y="88"/>
                </a:cubicBezTo>
                <a:cubicBezTo>
                  <a:pt x="45" y="89"/>
                  <a:pt x="64" y="93"/>
                  <a:pt x="67" y="94"/>
                </a:cubicBezTo>
                <a:cubicBezTo>
                  <a:pt x="87" y="99"/>
                  <a:pt x="90" y="107"/>
                  <a:pt x="90" y="112"/>
                </a:cubicBezTo>
                <a:cubicBezTo>
                  <a:pt x="90" y="117"/>
                  <a:pt x="87" y="129"/>
                  <a:pt x="57" y="129"/>
                </a:cubicBezTo>
                <a:cubicBezTo>
                  <a:pt x="42" y="129"/>
                  <a:pt x="21" y="116"/>
                  <a:pt x="20" y="115"/>
                </a:cubicBezTo>
                <a:cubicBezTo>
                  <a:pt x="15" y="112"/>
                  <a:pt x="12" y="113"/>
                  <a:pt x="8" y="118"/>
                </a:cubicBezTo>
                <a:cubicBezTo>
                  <a:pt x="8" y="118"/>
                  <a:pt x="5" y="122"/>
                  <a:pt x="5" y="126"/>
                </a:cubicBezTo>
                <a:cubicBezTo>
                  <a:pt x="5" y="131"/>
                  <a:pt x="23" y="142"/>
                  <a:pt x="44" y="146"/>
                </a:cubicBezTo>
                <a:cubicBezTo>
                  <a:pt x="47" y="146"/>
                  <a:pt x="47" y="146"/>
                  <a:pt x="47" y="146"/>
                </a:cubicBezTo>
                <a:cubicBezTo>
                  <a:pt x="47" y="162"/>
                  <a:pt x="47" y="162"/>
                  <a:pt x="47" y="162"/>
                </a:cubicBezTo>
                <a:cubicBezTo>
                  <a:pt x="47" y="164"/>
                  <a:pt x="49" y="166"/>
                  <a:pt x="52" y="166"/>
                </a:cubicBezTo>
                <a:cubicBezTo>
                  <a:pt x="61" y="166"/>
                  <a:pt x="61" y="166"/>
                  <a:pt x="61" y="166"/>
                </a:cubicBezTo>
                <a:cubicBezTo>
                  <a:pt x="63" y="166"/>
                  <a:pt x="65" y="164"/>
                  <a:pt x="65" y="162"/>
                </a:cubicBezTo>
                <a:cubicBezTo>
                  <a:pt x="65" y="147"/>
                  <a:pt x="65" y="147"/>
                  <a:pt x="65" y="147"/>
                </a:cubicBezTo>
                <a:cubicBezTo>
                  <a:pt x="68" y="147"/>
                  <a:pt x="68" y="147"/>
                  <a:pt x="68" y="147"/>
                </a:cubicBezTo>
                <a:cubicBezTo>
                  <a:pt x="100" y="143"/>
                  <a:pt x="112" y="126"/>
                  <a:pt x="112" y="111"/>
                </a:cubicBez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64" name="Google Shape;1037;p34"/>
          <p:cNvSpPr>
            <a:spLocks/>
          </p:cNvSpPr>
          <p:nvPr/>
        </p:nvSpPr>
        <p:spPr bwMode="auto">
          <a:xfrm>
            <a:off x="1111250" y="1657350"/>
            <a:ext cx="631825" cy="757238"/>
          </a:xfrm>
          <a:custGeom>
            <a:avLst/>
            <a:gdLst>
              <a:gd name="T0" fmla="*/ 55 w 147"/>
              <a:gd name="T1" fmla="*/ 176 h 176"/>
              <a:gd name="T2" fmla="*/ 55 w 147"/>
              <a:gd name="T3" fmla="*/ 164 h 176"/>
              <a:gd name="T4" fmla="*/ 98 w 147"/>
              <a:gd name="T5" fmla="*/ 154 h 176"/>
              <a:gd name="T6" fmla="*/ 49 w 147"/>
              <a:gd name="T7" fmla="*/ 154 h 176"/>
              <a:gd name="T8" fmla="*/ 92 w 147"/>
              <a:gd name="T9" fmla="*/ 160 h 176"/>
              <a:gd name="T10" fmla="*/ 72 w 147"/>
              <a:gd name="T11" fmla="*/ 87 h 176"/>
              <a:gd name="T12" fmla="*/ 73 w 147"/>
              <a:gd name="T13" fmla="*/ 144 h 176"/>
              <a:gd name="T14" fmla="*/ 74 w 147"/>
              <a:gd name="T15" fmla="*/ 144 h 176"/>
              <a:gd name="T16" fmla="*/ 80 w 147"/>
              <a:gd name="T17" fmla="*/ 87 h 176"/>
              <a:gd name="T18" fmla="*/ 53 w 147"/>
              <a:gd name="T19" fmla="*/ 81 h 176"/>
              <a:gd name="T20" fmla="*/ 53 w 147"/>
              <a:gd name="T21" fmla="*/ 63 h 176"/>
              <a:gd name="T22" fmla="*/ 85 w 147"/>
              <a:gd name="T23" fmla="*/ 72 h 176"/>
              <a:gd name="T24" fmla="*/ 103 w 147"/>
              <a:gd name="T25" fmla="*/ 72 h 176"/>
              <a:gd name="T26" fmla="*/ 25 w 147"/>
              <a:gd name="T27" fmla="*/ 56 h 176"/>
              <a:gd name="T28" fmla="*/ 50 w 147"/>
              <a:gd name="T29" fmla="*/ 138 h 176"/>
              <a:gd name="T30" fmla="*/ 62 w 147"/>
              <a:gd name="T31" fmla="*/ 87 h 176"/>
              <a:gd name="T32" fmla="*/ 39 w 147"/>
              <a:gd name="T33" fmla="*/ 72 h 176"/>
              <a:gd name="T34" fmla="*/ 68 w 147"/>
              <a:gd name="T35" fmla="*/ 72 h 176"/>
              <a:gd name="T36" fmla="*/ 72 w 147"/>
              <a:gd name="T37" fmla="*/ 81 h 176"/>
              <a:gd name="T38" fmla="*/ 80 w 147"/>
              <a:gd name="T39" fmla="*/ 72 h 176"/>
              <a:gd name="T40" fmla="*/ 105 w 147"/>
              <a:gd name="T41" fmla="*/ 62 h 176"/>
              <a:gd name="T42" fmla="*/ 94 w 147"/>
              <a:gd name="T43" fmla="*/ 87 h 176"/>
              <a:gd name="T44" fmla="*/ 89 w 147"/>
              <a:gd name="T45" fmla="*/ 144 h 176"/>
              <a:gd name="T46" fmla="*/ 117 w 147"/>
              <a:gd name="T47" fmla="*/ 90 h 176"/>
              <a:gd name="T48" fmla="*/ 74 w 147"/>
              <a:gd name="T49" fmla="*/ 0 h 176"/>
              <a:gd name="T50" fmla="*/ 68 w 147"/>
              <a:gd name="T51" fmla="*/ 15 h 176"/>
              <a:gd name="T52" fmla="*/ 79 w 147"/>
              <a:gd name="T53" fmla="*/ 15 h 176"/>
              <a:gd name="T54" fmla="*/ 107 w 147"/>
              <a:gd name="T55" fmla="*/ 7 h 176"/>
              <a:gd name="T56" fmla="*/ 95 w 147"/>
              <a:gd name="T57" fmla="*/ 18 h 176"/>
              <a:gd name="T58" fmla="*/ 104 w 147"/>
              <a:gd name="T59" fmla="*/ 23 h 176"/>
              <a:gd name="T60" fmla="*/ 131 w 147"/>
              <a:gd name="T61" fmla="*/ 24 h 176"/>
              <a:gd name="T62" fmla="*/ 116 w 147"/>
              <a:gd name="T63" fmla="*/ 30 h 176"/>
              <a:gd name="T64" fmla="*/ 123 w 147"/>
              <a:gd name="T65" fmla="*/ 38 h 176"/>
              <a:gd name="T66" fmla="*/ 147 w 147"/>
              <a:gd name="T67" fmla="*/ 51 h 176"/>
              <a:gd name="T68" fmla="*/ 131 w 147"/>
              <a:gd name="T69" fmla="*/ 49 h 176"/>
              <a:gd name="T70" fmla="*/ 133 w 147"/>
              <a:gd name="T71" fmla="*/ 59 h 176"/>
              <a:gd name="T72" fmla="*/ 146 w 147"/>
              <a:gd name="T73" fmla="*/ 82 h 176"/>
              <a:gd name="T74" fmla="*/ 132 w 147"/>
              <a:gd name="T75" fmla="*/ 74 h 176"/>
              <a:gd name="T76" fmla="*/ 130 w 147"/>
              <a:gd name="T77" fmla="*/ 84 h 176"/>
              <a:gd name="T78" fmla="*/ 50 w 147"/>
              <a:gd name="T79" fmla="*/ 25 h 176"/>
              <a:gd name="T80" fmla="*/ 47 w 147"/>
              <a:gd name="T81" fmla="*/ 9 h 176"/>
              <a:gd name="T82" fmla="*/ 38 w 147"/>
              <a:gd name="T83" fmla="*/ 14 h 176"/>
              <a:gd name="T84" fmla="*/ 31 w 147"/>
              <a:gd name="T85" fmla="*/ 37 h 176"/>
              <a:gd name="T86" fmla="*/ 23 w 147"/>
              <a:gd name="T87" fmla="*/ 23 h 176"/>
              <a:gd name="T88" fmla="*/ 16 w 147"/>
              <a:gd name="T89" fmla="*/ 31 h 176"/>
              <a:gd name="T90" fmla="*/ 20 w 147"/>
              <a:gd name="T91" fmla="*/ 55 h 176"/>
              <a:gd name="T92" fmla="*/ 6 w 147"/>
              <a:gd name="T93" fmla="*/ 47 h 176"/>
              <a:gd name="T94" fmla="*/ 4 w 147"/>
              <a:gd name="T95" fmla="*/ 58 h 176"/>
              <a:gd name="T96" fmla="*/ 21 w 147"/>
              <a:gd name="T97" fmla="*/ 78 h 176"/>
              <a:gd name="T98" fmla="*/ 5 w 147"/>
              <a:gd name="T99" fmla="*/ 76 h 176"/>
              <a:gd name="T100" fmla="*/ 7 w 147"/>
              <a:gd name="T101" fmla="*/ 86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7" h="176" extrusionOk="0">
                <a:moveTo>
                  <a:pt x="98" y="170"/>
                </a:moveTo>
                <a:cubicBezTo>
                  <a:pt x="98" y="173"/>
                  <a:pt x="96" y="176"/>
                  <a:pt x="92" y="176"/>
                </a:cubicBezTo>
                <a:cubicBezTo>
                  <a:pt x="55" y="176"/>
                  <a:pt x="55" y="176"/>
                  <a:pt x="55" y="176"/>
                </a:cubicBezTo>
                <a:cubicBezTo>
                  <a:pt x="52" y="176"/>
                  <a:pt x="49" y="173"/>
                  <a:pt x="49" y="170"/>
                </a:cubicBezTo>
                <a:cubicBezTo>
                  <a:pt x="49" y="170"/>
                  <a:pt x="49" y="170"/>
                  <a:pt x="49" y="170"/>
                </a:cubicBezTo>
                <a:cubicBezTo>
                  <a:pt x="49" y="167"/>
                  <a:pt x="52" y="164"/>
                  <a:pt x="55" y="164"/>
                </a:cubicBezTo>
                <a:cubicBezTo>
                  <a:pt x="92" y="164"/>
                  <a:pt x="92" y="164"/>
                  <a:pt x="92" y="164"/>
                </a:cubicBezTo>
                <a:cubicBezTo>
                  <a:pt x="96" y="164"/>
                  <a:pt x="98" y="167"/>
                  <a:pt x="98" y="170"/>
                </a:cubicBezTo>
                <a:close/>
                <a:moveTo>
                  <a:pt x="98" y="154"/>
                </a:moveTo>
                <a:cubicBezTo>
                  <a:pt x="98" y="151"/>
                  <a:pt x="96" y="148"/>
                  <a:pt x="92" y="148"/>
                </a:cubicBezTo>
                <a:cubicBezTo>
                  <a:pt x="55" y="148"/>
                  <a:pt x="55" y="148"/>
                  <a:pt x="55" y="148"/>
                </a:cubicBezTo>
                <a:cubicBezTo>
                  <a:pt x="52" y="148"/>
                  <a:pt x="49" y="151"/>
                  <a:pt x="49" y="154"/>
                </a:cubicBezTo>
                <a:cubicBezTo>
                  <a:pt x="49" y="154"/>
                  <a:pt x="49" y="154"/>
                  <a:pt x="49" y="154"/>
                </a:cubicBezTo>
                <a:cubicBezTo>
                  <a:pt x="49" y="157"/>
                  <a:pt x="52" y="160"/>
                  <a:pt x="55" y="160"/>
                </a:cubicBezTo>
                <a:cubicBezTo>
                  <a:pt x="92" y="160"/>
                  <a:pt x="92" y="160"/>
                  <a:pt x="92" y="160"/>
                </a:cubicBezTo>
                <a:cubicBezTo>
                  <a:pt x="96" y="160"/>
                  <a:pt x="98" y="157"/>
                  <a:pt x="98" y="154"/>
                </a:cubicBezTo>
                <a:close/>
                <a:moveTo>
                  <a:pt x="80" y="87"/>
                </a:moveTo>
                <a:cubicBezTo>
                  <a:pt x="72" y="87"/>
                  <a:pt x="72" y="87"/>
                  <a:pt x="72" y="87"/>
                </a:cubicBezTo>
                <a:cubicBezTo>
                  <a:pt x="68" y="87"/>
                  <a:pt x="68" y="87"/>
                  <a:pt x="68" y="87"/>
                </a:cubicBezTo>
                <a:cubicBezTo>
                  <a:pt x="68" y="144"/>
                  <a:pt x="68" y="144"/>
                  <a:pt x="68" y="144"/>
                </a:cubicBezTo>
                <a:cubicBezTo>
                  <a:pt x="70" y="144"/>
                  <a:pt x="72" y="144"/>
                  <a:pt x="73" y="144"/>
                </a:cubicBezTo>
                <a:cubicBezTo>
                  <a:pt x="73" y="144"/>
                  <a:pt x="73" y="144"/>
                  <a:pt x="73" y="144"/>
                </a:cubicBezTo>
                <a:cubicBezTo>
                  <a:pt x="74" y="144"/>
                  <a:pt x="74" y="144"/>
                  <a:pt x="74" y="144"/>
                </a:cubicBezTo>
                <a:cubicBezTo>
                  <a:pt x="74" y="144"/>
                  <a:pt x="74" y="144"/>
                  <a:pt x="74" y="144"/>
                </a:cubicBezTo>
                <a:cubicBezTo>
                  <a:pt x="74" y="144"/>
                  <a:pt x="74" y="144"/>
                  <a:pt x="74" y="144"/>
                </a:cubicBezTo>
                <a:cubicBezTo>
                  <a:pt x="76" y="144"/>
                  <a:pt x="78" y="144"/>
                  <a:pt x="80" y="144"/>
                </a:cubicBezTo>
                <a:lnTo>
                  <a:pt x="80" y="87"/>
                </a:lnTo>
                <a:close/>
                <a:moveTo>
                  <a:pt x="53" y="63"/>
                </a:moveTo>
                <a:cubicBezTo>
                  <a:pt x="48" y="63"/>
                  <a:pt x="44" y="67"/>
                  <a:pt x="44" y="72"/>
                </a:cubicBezTo>
                <a:cubicBezTo>
                  <a:pt x="44" y="77"/>
                  <a:pt x="48" y="81"/>
                  <a:pt x="53" y="81"/>
                </a:cubicBezTo>
                <a:cubicBezTo>
                  <a:pt x="62" y="81"/>
                  <a:pt x="62" y="81"/>
                  <a:pt x="62" y="81"/>
                </a:cubicBezTo>
                <a:cubicBezTo>
                  <a:pt x="62" y="72"/>
                  <a:pt x="62" y="72"/>
                  <a:pt x="62" y="72"/>
                </a:cubicBezTo>
                <a:cubicBezTo>
                  <a:pt x="62" y="67"/>
                  <a:pt x="58" y="63"/>
                  <a:pt x="53" y="63"/>
                </a:cubicBezTo>
                <a:close/>
                <a:moveTo>
                  <a:pt x="103" y="72"/>
                </a:moveTo>
                <a:cubicBezTo>
                  <a:pt x="103" y="67"/>
                  <a:pt x="99" y="63"/>
                  <a:pt x="94" y="63"/>
                </a:cubicBezTo>
                <a:cubicBezTo>
                  <a:pt x="89" y="63"/>
                  <a:pt x="85" y="67"/>
                  <a:pt x="85" y="72"/>
                </a:cubicBezTo>
                <a:cubicBezTo>
                  <a:pt x="85" y="81"/>
                  <a:pt x="85" y="81"/>
                  <a:pt x="85" y="81"/>
                </a:cubicBezTo>
                <a:cubicBezTo>
                  <a:pt x="94" y="81"/>
                  <a:pt x="94" y="81"/>
                  <a:pt x="94" y="81"/>
                </a:cubicBezTo>
                <a:cubicBezTo>
                  <a:pt x="99" y="81"/>
                  <a:pt x="103" y="77"/>
                  <a:pt x="103" y="72"/>
                </a:cubicBezTo>
                <a:close/>
                <a:moveTo>
                  <a:pt x="123" y="56"/>
                </a:moveTo>
                <a:cubicBezTo>
                  <a:pt x="119" y="40"/>
                  <a:pt x="100" y="23"/>
                  <a:pt x="74" y="23"/>
                </a:cubicBezTo>
                <a:cubicBezTo>
                  <a:pt x="48" y="23"/>
                  <a:pt x="29" y="40"/>
                  <a:pt x="25" y="56"/>
                </a:cubicBezTo>
                <a:cubicBezTo>
                  <a:pt x="22" y="68"/>
                  <a:pt x="25" y="79"/>
                  <a:pt x="30" y="90"/>
                </a:cubicBezTo>
                <a:cubicBezTo>
                  <a:pt x="36" y="100"/>
                  <a:pt x="41" y="108"/>
                  <a:pt x="45" y="119"/>
                </a:cubicBezTo>
                <a:cubicBezTo>
                  <a:pt x="48" y="124"/>
                  <a:pt x="49" y="132"/>
                  <a:pt x="50" y="138"/>
                </a:cubicBezTo>
                <a:cubicBezTo>
                  <a:pt x="51" y="143"/>
                  <a:pt x="53" y="144"/>
                  <a:pt x="59" y="144"/>
                </a:cubicBezTo>
                <a:cubicBezTo>
                  <a:pt x="60" y="144"/>
                  <a:pt x="61" y="144"/>
                  <a:pt x="62" y="144"/>
                </a:cubicBezTo>
                <a:cubicBezTo>
                  <a:pt x="62" y="87"/>
                  <a:pt x="62" y="87"/>
                  <a:pt x="62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49" y="87"/>
                  <a:pt x="46" y="85"/>
                  <a:pt x="43" y="82"/>
                </a:cubicBezTo>
                <a:cubicBezTo>
                  <a:pt x="40" y="80"/>
                  <a:pt x="39" y="76"/>
                  <a:pt x="39" y="72"/>
                </a:cubicBezTo>
                <a:cubicBezTo>
                  <a:pt x="39" y="68"/>
                  <a:pt x="40" y="65"/>
                  <a:pt x="43" y="62"/>
                </a:cubicBezTo>
                <a:cubicBezTo>
                  <a:pt x="46" y="59"/>
                  <a:pt x="49" y="57"/>
                  <a:pt x="53" y="57"/>
                </a:cubicBezTo>
                <a:cubicBezTo>
                  <a:pt x="61" y="57"/>
                  <a:pt x="68" y="64"/>
                  <a:pt x="68" y="72"/>
                </a:cubicBezTo>
                <a:cubicBezTo>
                  <a:pt x="68" y="72"/>
                  <a:pt x="68" y="72"/>
                  <a:pt x="68" y="72"/>
                </a:cubicBezTo>
                <a:cubicBezTo>
                  <a:pt x="68" y="81"/>
                  <a:pt x="68" y="81"/>
                  <a:pt x="68" y="81"/>
                </a:cubicBezTo>
                <a:cubicBezTo>
                  <a:pt x="72" y="81"/>
                  <a:pt x="72" y="81"/>
                  <a:pt x="72" y="81"/>
                </a:cubicBezTo>
                <a:cubicBezTo>
                  <a:pt x="80" y="81"/>
                  <a:pt x="80" y="81"/>
                  <a:pt x="80" y="81"/>
                </a:cubicBezTo>
                <a:cubicBezTo>
                  <a:pt x="80" y="72"/>
                  <a:pt x="80" y="72"/>
                  <a:pt x="80" y="72"/>
                </a:cubicBezTo>
                <a:cubicBezTo>
                  <a:pt x="80" y="72"/>
                  <a:pt x="80" y="72"/>
                  <a:pt x="80" y="72"/>
                </a:cubicBezTo>
                <a:cubicBezTo>
                  <a:pt x="80" y="68"/>
                  <a:pt x="81" y="64"/>
                  <a:pt x="84" y="62"/>
                </a:cubicBezTo>
                <a:cubicBezTo>
                  <a:pt x="87" y="59"/>
                  <a:pt x="90" y="57"/>
                  <a:pt x="94" y="57"/>
                </a:cubicBezTo>
                <a:cubicBezTo>
                  <a:pt x="98" y="57"/>
                  <a:pt x="102" y="59"/>
                  <a:pt x="105" y="62"/>
                </a:cubicBezTo>
                <a:cubicBezTo>
                  <a:pt x="107" y="65"/>
                  <a:pt x="109" y="68"/>
                  <a:pt x="109" y="72"/>
                </a:cubicBezTo>
                <a:cubicBezTo>
                  <a:pt x="109" y="76"/>
                  <a:pt x="107" y="80"/>
                  <a:pt x="105" y="82"/>
                </a:cubicBezTo>
                <a:cubicBezTo>
                  <a:pt x="102" y="85"/>
                  <a:pt x="98" y="87"/>
                  <a:pt x="94" y="87"/>
                </a:cubicBezTo>
                <a:cubicBezTo>
                  <a:pt x="85" y="87"/>
                  <a:pt x="85" y="87"/>
                  <a:pt x="85" y="87"/>
                </a:cubicBezTo>
                <a:cubicBezTo>
                  <a:pt x="85" y="144"/>
                  <a:pt x="85" y="144"/>
                  <a:pt x="85" y="144"/>
                </a:cubicBezTo>
                <a:cubicBezTo>
                  <a:pt x="87" y="144"/>
                  <a:pt x="88" y="144"/>
                  <a:pt x="89" y="144"/>
                </a:cubicBezTo>
                <a:cubicBezTo>
                  <a:pt x="95" y="144"/>
                  <a:pt x="96" y="143"/>
                  <a:pt x="97" y="138"/>
                </a:cubicBezTo>
                <a:cubicBezTo>
                  <a:pt x="99" y="132"/>
                  <a:pt x="100" y="124"/>
                  <a:pt x="102" y="119"/>
                </a:cubicBezTo>
                <a:cubicBezTo>
                  <a:pt x="107" y="108"/>
                  <a:pt x="112" y="100"/>
                  <a:pt x="117" y="90"/>
                </a:cubicBezTo>
                <a:cubicBezTo>
                  <a:pt x="123" y="79"/>
                  <a:pt x="126" y="68"/>
                  <a:pt x="123" y="56"/>
                </a:cubicBezTo>
                <a:close/>
                <a:moveTo>
                  <a:pt x="79" y="5"/>
                </a:moveTo>
                <a:cubicBezTo>
                  <a:pt x="79" y="2"/>
                  <a:pt x="77" y="0"/>
                  <a:pt x="74" y="0"/>
                </a:cubicBezTo>
                <a:cubicBezTo>
                  <a:pt x="74" y="0"/>
                  <a:pt x="74" y="0"/>
                  <a:pt x="74" y="0"/>
                </a:cubicBezTo>
                <a:cubicBezTo>
                  <a:pt x="71" y="0"/>
                  <a:pt x="68" y="2"/>
                  <a:pt x="68" y="5"/>
                </a:cubicBezTo>
                <a:cubicBezTo>
                  <a:pt x="68" y="15"/>
                  <a:pt x="68" y="15"/>
                  <a:pt x="68" y="15"/>
                </a:cubicBezTo>
                <a:cubicBezTo>
                  <a:pt x="68" y="18"/>
                  <a:pt x="71" y="20"/>
                  <a:pt x="74" y="20"/>
                </a:cubicBezTo>
                <a:cubicBezTo>
                  <a:pt x="74" y="20"/>
                  <a:pt x="74" y="20"/>
                  <a:pt x="74" y="20"/>
                </a:cubicBezTo>
                <a:cubicBezTo>
                  <a:pt x="77" y="20"/>
                  <a:pt x="79" y="18"/>
                  <a:pt x="79" y="15"/>
                </a:cubicBezTo>
                <a:lnTo>
                  <a:pt x="79" y="5"/>
                </a:lnTo>
                <a:close/>
                <a:moveTo>
                  <a:pt x="109" y="14"/>
                </a:moveTo>
                <a:cubicBezTo>
                  <a:pt x="110" y="11"/>
                  <a:pt x="109" y="8"/>
                  <a:pt x="107" y="7"/>
                </a:cubicBezTo>
                <a:cubicBezTo>
                  <a:pt x="107" y="7"/>
                  <a:pt x="107" y="7"/>
                  <a:pt x="107" y="7"/>
                </a:cubicBezTo>
                <a:cubicBezTo>
                  <a:pt x="104" y="5"/>
                  <a:pt x="101" y="6"/>
                  <a:pt x="99" y="9"/>
                </a:cubicBezTo>
                <a:cubicBezTo>
                  <a:pt x="95" y="18"/>
                  <a:pt x="95" y="18"/>
                  <a:pt x="95" y="18"/>
                </a:cubicBezTo>
                <a:cubicBezTo>
                  <a:pt x="93" y="20"/>
                  <a:pt x="94" y="23"/>
                  <a:pt x="97" y="25"/>
                </a:cubicBezTo>
                <a:cubicBezTo>
                  <a:pt x="97" y="25"/>
                  <a:pt x="97" y="25"/>
                  <a:pt x="97" y="25"/>
                </a:cubicBezTo>
                <a:cubicBezTo>
                  <a:pt x="99" y="26"/>
                  <a:pt x="103" y="25"/>
                  <a:pt x="104" y="23"/>
                </a:cubicBezTo>
                <a:lnTo>
                  <a:pt x="109" y="14"/>
                </a:lnTo>
                <a:close/>
                <a:moveTo>
                  <a:pt x="131" y="31"/>
                </a:moveTo>
                <a:cubicBezTo>
                  <a:pt x="133" y="29"/>
                  <a:pt x="133" y="26"/>
                  <a:pt x="131" y="24"/>
                </a:cubicBezTo>
                <a:cubicBezTo>
                  <a:pt x="131" y="24"/>
                  <a:pt x="131" y="24"/>
                  <a:pt x="131" y="24"/>
                </a:cubicBezTo>
                <a:cubicBezTo>
                  <a:pt x="129" y="22"/>
                  <a:pt x="126" y="21"/>
                  <a:pt x="124" y="23"/>
                </a:cubicBezTo>
                <a:cubicBezTo>
                  <a:pt x="116" y="30"/>
                  <a:pt x="116" y="30"/>
                  <a:pt x="116" y="30"/>
                </a:cubicBezTo>
                <a:cubicBezTo>
                  <a:pt x="114" y="32"/>
                  <a:pt x="114" y="35"/>
                  <a:pt x="116" y="37"/>
                </a:cubicBezTo>
                <a:cubicBezTo>
                  <a:pt x="116" y="37"/>
                  <a:pt x="116" y="37"/>
                  <a:pt x="116" y="37"/>
                </a:cubicBezTo>
                <a:cubicBezTo>
                  <a:pt x="118" y="40"/>
                  <a:pt x="121" y="40"/>
                  <a:pt x="123" y="38"/>
                </a:cubicBezTo>
                <a:lnTo>
                  <a:pt x="131" y="31"/>
                </a:lnTo>
                <a:close/>
                <a:moveTo>
                  <a:pt x="142" y="58"/>
                </a:moveTo>
                <a:cubicBezTo>
                  <a:pt x="145" y="57"/>
                  <a:pt x="147" y="54"/>
                  <a:pt x="147" y="51"/>
                </a:cubicBezTo>
                <a:cubicBezTo>
                  <a:pt x="147" y="51"/>
                  <a:pt x="147" y="51"/>
                  <a:pt x="147" y="51"/>
                </a:cubicBezTo>
                <a:cubicBezTo>
                  <a:pt x="146" y="48"/>
                  <a:pt x="143" y="47"/>
                  <a:pt x="140" y="47"/>
                </a:cubicBezTo>
                <a:cubicBezTo>
                  <a:pt x="131" y="49"/>
                  <a:pt x="131" y="49"/>
                  <a:pt x="131" y="49"/>
                </a:cubicBezTo>
                <a:cubicBezTo>
                  <a:pt x="128" y="49"/>
                  <a:pt x="126" y="52"/>
                  <a:pt x="126" y="55"/>
                </a:cubicBezTo>
                <a:cubicBezTo>
                  <a:pt x="126" y="55"/>
                  <a:pt x="126" y="55"/>
                  <a:pt x="126" y="55"/>
                </a:cubicBezTo>
                <a:cubicBezTo>
                  <a:pt x="127" y="58"/>
                  <a:pt x="130" y="60"/>
                  <a:pt x="133" y="59"/>
                </a:cubicBezTo>
                <a:lnTo>
                  <a:pt x="142" y="58"/>
                </a:lnTo>
                <a:close/>
                <a:moveTo>
                  <a:pt x="140" y="86"/>
                </a:moveTo>
                <a:cubicBezTo>
                  <a:pt x="143" y="87"/>
                  <a:pt x="146" y="85"/>
                  <a:pt x="146" y="82"/>
                </a:cubicBezTo>
                <a:cubicBezTo>
                  <a:pt x="146" y="82"/>
                  <a:pt x="146" y="82"/>
                  <a:pt x="146" y="82"/>
                </a:cubicBezTo>
                <a:cubicBezTo>
                  <a:pt x="147" y="79"/>
                  <a:pt x="145" y="76"/>
                  <a:pt x="142" y="76"/>
                </a:cubicBezTo>
                <a:cubicBezTo>
                  <a:pt x="132" y="74"/>
                  <a:pt x="132" y="74"/>
                  <a:pt x="132" y="74"/>
                </a:cubicBezTo>
                <a:cubicBezTo>
                  <a:pt x="130" y="73"/>
                  <a:pt x="127" y="75"/>
                  <a:pt x="126" y="78"/>
                </a:cubicBezTo>
                <a:cubicBezTo>
                  <a:pt x="126" y="78"/>
                  <a:pt x="126" y="78"/>
                  <a:pt x="126" y="78"/>
                </a:cubicBezTo>
                <a:cubicBezTo>
                  <a:pt x="125" y="81"/>
                  <a:pt x="127" y="84"/>
                  <a:pt x="130" y="84"/>
                </a:cubicBezTo>
                <a:lnTo>
                  <a:pt x="140" y="86"/>
                </a:lnTo>
                <a:close/>
                <a:moveTo>
                  <a:pt x="43" y="23"/>
                </a:moveTo>
                <a:cubicBezTo>
                  <a:pt x="44" y="25"/>
                  <a:pt x="47" y="26"/>
                  <a:pt x="50" y="25"/>
                </a:cubicBezTo>
                <a:cubicBezTo>
                  <a:pt x="50" y="25"/>
                  <a:pt x="50" y="25"/>
                  <a:pt x="50" y="25"/>
                </a:cubicBezTo>
                <a:cubicBezTo>
                  <a:pt x="52" y="23"/>
                  <a:pt x="53" y="20"/>
                  <a:pt x="52" y="18"/>
                </a:cubicBezTo>
                <a:cubicBezTo>
                  <a:pt x="47" y="9"/>
                  <a:pt x="47" y="9"/>
                  <a:pt x="47" y="9"/>
                </a:cubicBezTo>
                <a:cubicBezTo>
                  <a:pt x="46" y="6"/>
                  <a:pt x="43" y="5"/>
                  <a:pt x="40" y="7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8"/>
                  <a:pt x="36" y="11"/>
                  <a:pt x="38" y="14"/>
                </a:cubicBezTo>
                <a:lnTo>
                  <a:pt x="43" y="23"/>
                </a:lnTo>
                <a:close/>
                <a:moveTo>
                  <a:pt x="23" y="38"/>
                </a:moveTo>
                <a:cubicBezTo>
                  <a:pt x="26" y="40"/>
                  <a:pt x="29" y="40"/>
                  <a:pt x="31" y="37"/>
                </a:cubicBezTo>
                <a:cubicBezTo>
                  <a:pt x="31" y="37"/>
                  <a:pt x="31" y="37"/>
                  <a:pt x="31" y="37"/>
                </a:cubicBezTo>
                <a:cubicBezTo>
                  <a:pt x="33" y="35"/>
                  <a:pt x="33" y="32"/>
                  <a:pt x="30" y="30"/>
                </a:cubicBezTo>
                <a:cubicBezTo>
                  <a:pt x="23" y="23"/>
                  <a:pt x="23" y="23"/>
                  <a:pt x="23" y="23"/>
                </a:cubicBezTo>
                <a:cubicBezTo>
                  <a:pt x="21" y="21"/>
                  <a:pt x="17" y="22"/>
                  <a:pt x="15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4" y="26"/>
                  <a:pt x="14" y="29"/>
                  <a:pt x="16" y="31"/>
                </a:cubicBezTo>
                <a:lnTo>
                  <a:pt x="23" y="38"/>
                </a:lnTo>
                <a:close/>
                <a:moveTo>
                  <a:pt x="14" y="59"/>
                </a:moveTo>
                <a:cubicBezTo>
                  <a:pt x="17" y="60"/>
                  <a:pt x="20" y="58"/>
                  <a:pt x="20" y="55"/>
                </a:cubicBezTo>
                <a:cubicBezTo>
                  <a:pt x="20" y="55"/>
                  <a:pt x="20" y="55"/>
                  <a:pt x="20" y="55"/>
                </a:cubicBezTo>
                <a:cubicBezTo>
                  <a:pt x="21" y="52"/>
                  <a:pt x="19" y="49"/>
                  <a:pt x="16" y="49"/>
                </a:cubicBezTo>
                <a:cubicBezTo>
                  <a:pt x="6" y="47"/>
                  <a:pt x="6" y="47"/>
                  <a:pt x="6" y="47"/>
                </a:cubicBezTo>
                <a:cubicBezTo>
                  <a:pt x="3" y="47"/>
                  <a:pt x="1" y="48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4"/>
                  <a:pt x="1" y="57"/>
                  <a:pt x="4" y="58"/>
                </a:cubicBezTo>
                <a:lnTo>
                  <a:pt x="14" y="59"/>
                </a:lnTo>
                <a:close/>
                <a:moveTo>
                  <a:pt x="16" y="84"/>
                </a:moveTo>
                <a:cubicBezTo>
                  <a:pt x="19" y="84"/>
                  <a:pt x="21" y="81"/>
                  <a:pt x="21" y="78"/>
                </a:cubicBezTo>
                <a:cubicBezTo>
                  <a:pt x="21" y="78"/>
                  <a:pt x="21" y="78"/>
                  <a:pt x="21" y="78"/>
                </a:cubicBezTo>
                <a:cubicBezTo>
                  <a:pt x="20" y="75"/>
                  <a:pt x="17" y="73"/>
                  <a:pt x="14" y="74"/>
                </a:cubicBezTo>
                <a:cubicBezTo>
                  <a:pt x="5" y="76"/>
                  <a:pt x="5" y="76"/>
                  <a:pt x="5" y="76"/>
                </a:cubicBezTo>
                <a:cubicBezTo>
                  <a:pt x="2" y="76"/>
                  <a:pt x="0" y="79"/>
                  <a:pt x="0" y="82"/>
                </a:cubicBezTo>
                <a:cubicBezTo>
                  <a:pt x="0" y="82"/>
                  <a:pt x="0" y="82"/>
                  <a:pt x="0" y="82"/>
                </a:cubicBezTo>
                <a:cubicBezTo>
                  <a:pt x="1" y="85"/>
                  <a:pt x="4" y="87"/>
                  <a:pt x="7" y="86"/>
                </a:cubicBezTo>
                <a:lnTo>
                  <a:pt x="16" y="84"/>
                </a:lnTo>
                <a:close/>
              </a:path>
            </a:pathLst>
          </a:custGeom>
          <a:solidFill>
            <a:srgbClr val="E241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7365" name="Google Shape;1038;p34"/>
          <p:cNvSpPr txBox="1">
            <a:spLocks noChangeArrowheads="1"/>
          </p:cNvSpPr>
          <p:nvPr/>
        </p:nvSpPr>
        <p:spPr bwMode="auto">
          <a:xfrm>
            <a:off x="2327825" y="346869"/>
            <a:ext cx="7806225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5200"/>
              <a:buFont typeface="Montserrat" panose="02000505000000020004" pitchFamily="2" charset="0"/>
              <a:buNone/>
            </a:pPr>
            <a:r>
              <a:rPr lang="en-US" altLang="en-US" sz="5200" dirty="0">
                <a:latin typeface="Montserrat" panose="02000505000000020004" pitchFamily="2" charset="0"/>
                <a:sym typeface="Montserrat" panose="02000505000000020004" pitchFamily="2" charset="0"/>
              </a:rPr>
              <a:t>MODELO DE NEGOCIO</a:t>
            </a:r>
            <a:endParaRPr lang="en-US" altLang="en-US" dirty="0"/>
          </a:p>
        </p:txBody>
      </p:sp>
      <p:sp>
        <p:nvSpPr>
          <p:cNvPr id="57366" name="Google Shape;1039;p34"/>
          <p:cNvSpPr txBox="1">
            <a:spLocks noChangeArrowheads="1"/>
          </p:cNvSpPr>
          <p:nvPr/>
        </p:nvSpPr>
        <p:spPr bwMode="auto">
          <a:xfrm>
            <a:off x="9047163" y="3730625"/>
            <a:ext cx="14097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7367" name="Google Shape;1040;p34"/>
          <p:cNvSpPr txBox="1">
            <a:spLocks noChangeArrowheads="1"/>
          </p:cNvSpPr>
          <p:nvPr/>
        </p:nvSpPr>
        <p:spPr bwMode="auto">
          <a:xfrm>
            <a:off x="9058275" y="5621338"/>
            <a:ext cx="14097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7368" name="Google Shape;1041;p34"/>
          <p:cNvSpPr txBox="1">
            <a:spLocks noChangeArrowheads="1"/>
          </p:cNvSpPr>
          <p:nvPr/>
        </p:nvSpPr>
        <p:spPr bwMode="auto">
          <a:xfrm>
            <a:off x="1778000" y="5580063"/>
            <a:ext cx="14097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7369" name="Google Shape;1042;p34"/>
          <p:cNvSpPr txBox="1">
            <a:spLocks noChangeArrowheads="1"/>
          </p:cNvSpPr>
          <p:nvPr/>
        </p:nvSpPr>
        <p:spPr bwMode="auto">
          <a:xfrm>
            <a:off x="1778000" y="3713163"/>
            <a:ext cx="14097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7370" name="Google Shape;1043;p34"/>
          <p:cNvSpPr txBox="1">
            <a:spLocks noChangeArrowheads="1"/>
          </p:cNvSpPr>
          <p:nvPr/>
        </p:nvSpPr>
        <p:spPr bwMode="auto">
          <a:xfrm>
            <a:off x="1808163" y="1846263"/>
            <a:ext cx="14097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000"/>
              <a:buFont typeface="Open Sans" panose="020B0606030504020204" pitchFamily="34" charset="0"/>
              <a:buNone/>
            </a:pPr>
            <a:r>
              <a:rPr lang="en-US" altLang="en-US" sz="10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Google Shape;1048;p35"/>
          <p:cNvSpPr txBox="1">
            <a:spLocks noChangeArrowheads="1"/>
          </p:cNvSpPr>
          <p:nvPr/>
        </p:nvSpPr>
        <p:spPr bwMode="auto">
          <a:xfrm>
            <a:off x="2368550" y="2492375"/>
            <a:ext cx="18669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9395" name="Google Shape;1049;p35"/>
          <p:cNvSpPr>
            <a:spLocks/>
          </p:cNvSpPr>
          <p:nvPr/>
        </p:nvSpPr>
        <p:spPr bwMode="auto">
          <a:xfrm>
            <a:off x="5045075" y="4778375"/>
            <a:ext cx="2095500" cy="1354138"/>
          </a:xfrm>
          <a:custGeom>
            <a:avLst/>
            <a:gdLst>
              <a:gd name="T0" fmla="*/ 1320 w 1320"/>
              <a:gd name="T1" fmla="*/ 853 h 853"/>
              <a:gd name="T2" fmla="*/ 0 w 1320"/>
              <a:gd name="T3" fmla="*/ 853 h 853"/>
              <a:gd name="T4" fmla="*/ 0 w 1320"/>
              <a:gd name="T5" fmla="*/ 188 h 853"/>
              <a:gd name="T6" fmla="*/ 661 w 1320"/>
              <a:gd name="T7" fmla="*/ 0 h 853"/>
              <a:gd name="T8" fmla="*/ 1320 w 1320"/>
              <a:gd name="T9" fmla="*/ 188 h 853"/>
              <a:gd name="T10" fmla="*/ 1320 w 1320"/>
              <a:gd name="T11" fmla="*/ 853 h 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20" h="853" extrusionOk="0">
                <a:moveTo>
                  <a:pt x="1320" y="853"/>
                </a:moveTo>
                <a:lnTo>
                  <a:pt x="0" y="853"/>
                </a:lnTo>
                <a:lnTo>
                  <a:pt x="0" y="188"/>
                </a:lnTo>
                <a:lnTo>
                  <a:pt x="661" y="0"/>
                </a:lnTo>
                <a:lnTo>
                  <a:pt x="1320" y="188"/>
                </a:lnTo>
                <a:lnTo>
                  <a:pt x="1320" y="853"/>
                </a:lnTo>
                <a:close/>
              </a:path>
            </a:pathLst>
          </a:cu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9396" name="Google Shape;1050;p35"/>
          <p:cNvSpPr>
            <a:spLocks/>
          </p:cNvSpPr>
          <p:nvPr/>
        </p:nvSpPr>
        <p:spPr bwMode="auto">
          <a:xfrm>
            <a:off x="5045075" y="3432175"/>
            <a:ext cx="2095500" cy="1538288"/>
          </a:xfrm>
          <a:custGeom>
            <a:avLst/>
            <a:gdLst>
              <a:gd name="T0" fmla="*/ 1320 w 1320"/>
              <a:gd name="T1" fmla="*/ 969 h 969"/>
              <a:gd name="T2" fmla="*/ 661 w 1320"/>
              <a:gd name="T3" fmla="*/ 783 h 969"/>
              <a:gd name="T4" fmla="*/ 0 w 1320"/>
              <a:gd name="T5" fmla="*/ 969 h 969"/>
              <a:gd name="T6" fmla="*/ 0 w 1320"/>
              <a:gd name="T7" fmla="*/ 186 h 969"/>
              <a:gd name="T8" fmla="*/ 661 w 1320"/>
              <a:gd name="T9" fmla="*/ 0 h 969"/>
              <a:gd name="T10" fmla="*/ 1320 w 1320"/>
              <a:gd name="T11" fmla="*/ 186 h 969"/>
              <a:gd name="T12" fmla="*/ 1320 w 1320"/>
              <a:gd name="T13" fmla="*/ 969 h 9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0" h="969" extrusionOk="0">
                <a:moveTo>
                  <a:pt x="1320" y="969"/>
                </a:moveTo>
                <a:lnTo>
                  <a:pt x="661" y="783"/>
                </a:lnTo>
                <a:lnTo>
                  <a:pt x="0" y="969"/>
                </a:lnTo>
                <a:lnTo>
                  <a:pt x="0" y="186"/>
                </a:lnTo>
                <a:lnTo>
                  <a:pt x="661" y="0"/>
                </a:lnTo>
                <a:lnTo>
                  <a:pt x="1320" y="186"/>
                </a:lnTo>
                <a:lnTo>
                  <a:pt x="1320" y="969"/>
                </a:lnTo>
                <a:close/>
              </a:path>
            </a:pathLst>
          </a:cu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9397" name="Google Shape;1051;p35"/>
          <p:cNvSpPr>
            <a:spLocks/>
          </p:cNvSpPr>
          <p:nvPr/>
        </p:nvSpPr>
        <p:spPr bwMode="auto">
          <a:xfrm>
            <a:off x="5045075" y="2081213"/>
            <a:ext cx="2095500" cy="1543050"/>
          </a:xfrm>
          <a:custGeom>
            <a:avLst/>
            <a:gdLst>
              <a:gd name="T0" fmla="*/ 1320 w 1320"/>
              <a:gd name="T1" fmla="*/ 972 h 972"/>
              <a:gd name="T2" fmla="*/ 661 w 1320"/>
              <a:gd name="T3" fmla="*/ 784 h 972"/>
              <a:gd name="T4" fmla="*/ 0 w 1320"/>
              <a:gd name="T5" fmla="*/ 972 h 972"/>
              <a:gd name="T6" fmla="*/ 0 w 1320"/>
              <a:gd name="T7" fmla="*/ 187 h 972"/>
              <a:gd name="T8" fmla="*/ 661 w 1320"/>
              <a:gd name="T9" fmla="*/ 0 h 972"/>
              <a:gd name="T10" fmla="*/ 1320 w 1320"/>
              <a:gd name="T11" fmla="*/ 187 h 972"/>
              <a:gd name="T12" fmla="*/ 1320 w 1320"/>
              <a:gd name="T13" fmla="*/ 972 h 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0" h="972" extrusionOk="0">
                <a:moveTo>
                  <a:pt x="1320" y="972"/>
                </a:moveTo>
                <a:lnTo>
                  <a:pt x="661" y="784"/>
                </a:lnTo>
                <a:lnTo>
                  <a:pt x="0" y="972"/>
                </a:lnTo>
                <a:lnTo>
                  <a:pt x="0" y="187"/>
                </a:lnTo>
                <a:lnTo>
                  <a:pt x="661" y="0"/>
                </a:lnTo>
                <a:lnTo>
                  <a:pt x="1320" y="187"/>
                </a:lnTo>
                <a:lnTo>
                  <a:pt x="1320" y="972"/>
                </a:lnTo>
                <a:close/>
              </a:path>
            </a:pathLst>
          </a:custGeom>
          <a:solidFill>
            <a:srgbClr val="E24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9398" name="Google Shape;1052;p35"/>
          <p:cNvSpPr>
            <a:spLocks/>
          </p:cNvSpPr>
          <p:nvPr/>
        </p:nvSpPr>
        <p:spPr bwMode="auto">
          <a:xfrm>
            <a:off x="5045075" y="731838"/>
            <a:ext cx="2095500" cy="1543050"/>
          </a:xfrm>
          <a:custGeom>
            <a:avLst/>
            <a:gdLst>
              <a:gd name="T0" fmla="*/ 1320 w 1320"/>
              <a:gd name="T1" fmla="*/ 972 h 972"/>
              <a:gd name="T2" fmla="*/ 661 w 1320"/>
              <a:gd name="T3" fmla="*/ 786 h 972"/>
              <a:gd name="T4" fmla="*/ 0 w 1320"/>
              <a:gd name="T5" fmla="*/ 972 h 972"/>
              <a:gd name="T6" fmla="*/ 0 w 1320"/>
              <a:gd name="T7" fmla="*/ 186 h 972"/>
              <a:gd name="T8" fmla="*/ 661 w 1320"/>
              <a:gd name="T9" fmla="*/ 0 h 972"/>
              <a:gd name="T10" fmla="*/ 1320 w 1320"/>
              <a:gd name="T11" fmla="*/ 186 h 972"/>
              <a:gd name="T12" fmla="*/ 1320 w 1320"/>
              <a:gd name="T13" fmla="*/ 972 h 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0" h="972" extrusionOk="0">
                <a:moveTo>
                  <a:pt x="1320" y="972"/>
                </a:moveTo>
                <a:lnTo>
                  <a:pt x="661" y="786"/>
                </a:lnTo>
                <a:lnTo>
                  <a:pt x="0" y="972"/>
                </a:lnTo>
                <a:lnTo>
                  <a:pt x="0" y="186"/>
                </a:lnTo>
                <a:lnTo>
                  <a:pt x="661" y="0"/>
                </a:lnTo>
                <a:lnTo>
                  <a:pt x="1320" y="186"/>
                </a:lnTo>
                <a:lnTo>
                  <a:pt x="1320" y="972"/>
                </a:lnTo>
                <a:close/>
              </a:path>
            </a:pathLst>
          </a:custGeom>
          <a:solidFill>
            <a:srgbClr val="389B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9399" name="Google Shape;1053;p35"/>
          <p:cNvSpPr txBox="1">
            <a:spLocks noChangeArrowheads="1"/>
          </p:cNvSpPr>
          <p:nvPr/>
        </p:nvSpPr>
        <p:spPr bwMode="auto">
          <a:xfrm>
            <a:off x="5152720" y="5259388"/>
            <a:ext cx="193894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3000"/>
              <a:buFont typeface="PT Sans" panose="020B0503020203020204" pitchFamily="34" charset="-52"/>
              <a:buNone/>
            </a:pPr>
            <a:r>
              <a:rPr lang="en-US" altLang="en-US" sz="3000" b="1" dirty="0">
                <a:solidFill>
                  <a:srgbClr val="FFFFFF"/>
                </a:solidFill>
                <a:latin typeface="PT Sans" panose="020B0503020203020204" pitchFamily="34" charset="-52"/>
                <a:sym typeface="PT Sans" panose="020B0503020203020204" pitchFamily="34" charset="-52"/>
              </a:rPr>
              <a:t>APRENDER</a:t>
            </a:r>
            <a:endParaRPr lang="en-US" altLang="en-US" dirty="0"/>
          </a:p>
        </p:txBody>
      </p:sp>
      <p:sp>
        <p:nvSpPr>
          <p:cNvPr id="59400" name="Google Shape;1054;p35"/>
          <p:cNvSpPr txBox="1">
            <a:spLocks noChangeArrowheads="1"/>
          </p:cNvSpPr>
          <p:nvPr/>
        </p:nvSpPr>
        <p:spPr bwMode="auto">
          <a:xfrm>
            <a:off x="5713413" y="3952875"/>
            <a:ext cx="817562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3000"/>
              <a:buFont typeface="PT Sans" panose="020B0503020203020204" pitchFamily="34" charset="-52"/>
              <a:buNone/>
            </a:pPr>
            <a:r>
              <a:rPr lang="en-US" altLang="en-US" sz="3000" b="1">
                <a:solidFill>
                  <a:srgbClr val="FFFFFF"/>
                </a:solidFill>
                <a:latin typeface="PT Sans" panose="020B0503020203020204" pitchFamily="34" charset="-52"/>
                <a:sym typeface="PT Sans" panose="020B0503020203020204" pitchFamily="34" charset="-52"/>
              </a:rPr>
              <a:t>IDEA</a:t>
            </a:r>
            <a:endParaRPr lang="en-US" altLang="en-US"/>
          </a:p>
        </p:txBody>
      </p:sp>
      <p:sp>
        <p:nvSpPr>
          <p:cNvPr id="59401" name="Google Shape;1055;p35"/>
          <p:cNvSpPr txBox="1">
            <a:spLocks noChangeArrowheads="1"/>
          </p:cNvSpPr>
          <p:nvPr/>
        </p:nvSpPr>
        <p:spPr bwMode="auto">
          <a:xfrm>
            <a:off x="5202360" y="2343944"/>
            <a:ext cx="209550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3000"/>
              <a:buFont typeface="PT Sans" panose="020B0503020203020204" pitchFamily="34" charset="-52"/>
              <a:buNone/>
            </a:pPr>
            <a:r>
              <a:rPr lang="en-US" altLang="en-US" sz="3000" b="1" dirty="0">
                <a:solidFill>
                  <a:srgbClr val="FFFFFF"/>
                </a:solidFill>
                <a:latin typeface="PT Sans" panose="020B0503020203020204" pitchFamily="34" charset="-52"/>
                <a:sym typeface="PT Sans" panose="020B0503020203020204" pitchFamily="34" charset="-52"/>
              </a:rPr>
              <a:t>PUESTA EN MARCHA</a:t>
            </a:r>
            <a:endParaRPr lang="en-US" altLang="en-US" dirty="0"/>
          </a:p>
        </p:txBody>
      </p:sp>
      <p:sp>
        <p:nvSpPr>
          <p:cNvPr id="59402" name="Google Shape;1056;p35"/>
          <p:cNvSpPr txBox="1">
            <a:spLocks noChangeArrowheads="1"/>
          </p:cNvSpPr>
          <p:nvPr/>
        </p:nvSpPr>
        <p:spPr bwMode="auto">
          <a:xfrm>
            <a:off x="5283200" y="1244600"/>
            <a:ext cx="1693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FFFFFF"/>
              </a:buClr>
              <a:buSzPts val="3000"/>
              <a:buFont typeface="PT Sans" panose="020B0503020203020204" pitchFamily="34" charset="-52"/>
              <a:buNone/>
            </a:pPr>
            <a:r>
              <a:rPr lang="en-US" altLang="en-US" sz="3000" b="1">
                <a:solidFill>
                  <a:srgbClr val="FFFFFF"/>
                </a:solidFill>
                <a:latin typeface="PT Sans" panose="020B0503020203020204" pitchFamily="34" charset="-52"/>
                <a:sym typeface="PT Sans" panose="020B0503020203020204" pitchFamily="34" charset="-52"/>
              </a:rPr>
              <a:t>NEGOCIO</a:t>
            </a:r>
            <a:endParaRPr lang="en-US" altLang="en-US"/>
          </a:p>
        </p:txBody>
      </p:sp>
      <p:sp>
        <p:nvSpPr>
          <p:cNvPr id="59403" name="Google Shape;1057;p35"/>
          <p:cNvSpPr>
            <a:spLocks noChangeArrowheads="1"/>
          </p:cNvSpPr>
          <p:nvPr/>
        </p:nvSpPr>
        <p:spPr bwMode="auto">
          <a:xfrm>
            <a:off x="10164763" y="3825875"/>
            <a:ext cx="1033462" cy="1033463"/>
          </a:xfrm>
          <a:prstGeom prst="ellipse">
            <a:avLst/>
          </a:prstGeom>
          <a:solidFill>
            <a:srgbClr val="6160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9404" name="Google Shape;1058;p35"/>
          <p:cNvSpPr>
            <a:spLocks noChangeArrowheads="1"/>
          </p:cNvSpPr>
          <p:nvPr/>
        </p:nvSpPr>
        <p:spPr bwMode="auto">
          <a:xfrm>
            <a:off x="10164763" y="1182688"/>
            <a:ext cx="1033462" cy="1035050"/>
          </a:xfrm>
          <a:prstGeom prst="ellipse">
            <a:avLst/>
          </a:prstGeom>
          <a:solidFill>
            <a:srgbClr val="E24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9405" name="Google Shape;1059;p35"/>
          <p:cNvSpPr>
            <a:spLocks noChangeArrowheads="1"/>
          </p:cNvSpPr>
          <p:nvPr/>
        </p:nvSpPr>
        <p:spPr bwMode="auto">
          <a:xfrm>
            <a:off x="1023938" y="5203825"/>
            <a:ext cx="1036637" cy="1035050"/>
          </a:xfrm>
          <a:prstGeom prst="ellipse">
            <a:avLst/>
          </a:prstGeom>
          <a:solidFill>
            <a:srgbClr val="C3C5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9406" name="Google Shape;1060;p35"/>
          <p:cNvSpPr>
            <a:spLocks noChangeArrowheads="1"/>
          </p:cNvSpPr>
          <p:nvPr/>
        </p:nvSpPr>
        <p:spPr bwMode="auto">
          <a:xfrm>
            <a:off x="1023938" y="2492375"/>
            <a:ext cx="1036637" cy="1038225"/>
          </a:xfrm>
          <a:prstGeom prst="ellipse">
            <a:avLst/>
          </a:prstGeom>
          <a:solidFill>
            <a:srgbClr val="389B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9407" name="Google Shape;1061;p35"/>
          <p:cNvSpPr>
            <a:spLocks/>
          </p:cNvSpPr>
          <p:nvPr/>
        </p:nvSpPr>
        <p:spPr bwMode="auto">
          <a:xfrm>
            <a:off x="1081088" y="2743200"/>
            <a:ext cx="901700" cy="454025"/>
          </a:xfrm>
          <a:custGeom>
            <a:avLst/>
            <a:gdLst>
              <a:gd name="T0" fmla="*/ 69 w 220"/>
              <a:gd name="T1" fmla="*/ 105 h 111"/>
              <a:gd name="T2" fmla="*/ 83 w 220"/>
              <a:gd name="T3" fmla="*/ 71 h 111"/>
              <a:gd name="T4" fmla="*/ 97 w 220"/>
              <a:gd name="T5" fmla="*/ 63 h 111"/>
              <a:gd name="T6" fmla="*/ 104 w 220"/>
              <a:gd name="T7" fmla="*/ 1 h 111"/>
              <a:gd name="T8" fmla="*/ 142 w 220"/>
              <a:gd name="T9" fmla="*/ 26 h 111"/>
              <a:gd name="T10" fmla="*/ 132 w 220"/>
              <a:gd name="T11" fmla="*/ 67 h 111"/>
              <a:gd name="T12" fmla="*/ 161 w 220"/>
              <a:gd name="T13" fmla="*/ 84 h 111"/>
              <a:gd name="T14" fmla="*/ 156 w 220"/>
              <a:gd name="T15" fmla="*/ 105 h 111"/>
              <a:gd name="T16" fmla="*/ 112 w 220"/>
              <a:gd name="T17" fmla="*/ 6 h 111"/>
              <a:gd name="T18" fmla="*/ 99 w 220"/>
              <a:gd name="T19" fmla="*/ 55 h 111"/>
              <a:gd name="T20" fmla="*/ 93 w 220"/>
              <a:gd name="T21" fmla="*/ 73 h 111"/>
              <a:gd name="T22" fmla="*/ 66 w 220"/>
              <a:gd name="T23" fmla="*/ 94 h 111"/>
              <a:gd name="T24" fmla="*/ 112 w 220"/>
              <a:gd name="T25" fmla="*/ 105 h 111"/>
              <a:gd name="T26" fmla="*/ 158 w 220"/>
              <a:gd name="T27" fmla="*/ 94 h 111"/>
              <a:gd name="T28" fmla="*/ 131 w 220"/>
              <a:gd name="T29" fmla="*/ 73 h 111"/>
              <a:gd name="T30" fmla="*/ 125 w 220"/>
              <a:gd name="T31" fmla="*/ 55 h 111"/>
              <a:gd name="T32" fmla="*/ 112 w 220"/>
              <a:gd name="T33" fmla="*/ 6 h 111"/>
              <a:gd name="T34" fmla="*/ 183 w 220"/>
              <a:gd name="T35" fmla="*/ 111 h 111"/>
              <a:gd name="T36" fmla="*/ 164 w 220"/>
              <a:gd name="T37" fmla="*/ 107 h 111"/>
              <a:gd name="T38" fmla="*/ 183 w 220"/>
              <a:gd name="T39" fmla="*/ 105 h 111"/>
              <a:gd name="T40" fmla="*/ 214 w 220"/>
              <a:gd name="T41" fmla="*/ 98 h 111"/>
              <a:gd name="T42" fmla="*/ 196 w 220"/>
              <a:gd name="T43" fmla="*/ 85 h 111"/>
              <a:gd name="T44" fmla="*/ 191 w 220"/>
              <a:gd name="T45" fmla="*/ 71 h 111"/>
              <a:gd name="T46" fmla="*/ 183 w 220"/>
              <a:gd name="T47" fmla="*/ 38 h 111"/>
              <a:gd name="T48" fmla="*/ 175 w 220"/>
              <a:gd name="T49" fmla="*/ 71 h 111"/>
              <a:gd name="T50" fmla="*/ 172 w 220"/>
              <a:gd name="T51" fmla="*/ 84 h 111"/>
              <a:gd name="T52" fmla="*/ 170 w 220"/>
              <a:gd name="T53" fmla="*/ 78 h 111"/>
              <a:gd name="T54" fmla="*/ 161 w 220"/>
              <a:gd name="T55" fmla="*/ 51 h 111"/>
              <a:gd name="T56" fmla="*/ 189 w 220"/>
              <a:gd name="T57" fmla="*/ 33 h 111"/>
              <a:gd name="T58" fmla="*/ 195 w 220"/>
              <a:gd name="T59" fmla="*/ 77 h 111"/>
              <a:gd name="T60" fmla="*/ 203 w 220"/>
              <a:gd name="T61" fmla="*/ 81 h 111"/>
              <a:gd name="T62" fmla="*/ 214 w 220"/>
              <a:gd name="T63" fmla="*/ 107 h 111"/>
              <a:gd name="T64" fmla="*/ 41 w 220"/>
              <a:gd name="T65" fmla="*/ 111 h 111"/>
              <a:gd name="T66" fmla="*/ 0 w 220"/>
              <a:gd name="T67" fmla="*/ 98 h 111"/>
              <a:gd name="T68" fmla="*/ 25 w 220"/>
              <a:gd name="T69" fmla="*/ 76 h 111"/>
              <a:gd name="T70" fmla="*/ 28 w 220"/>
              <a:gd name="T71" fmla="*/ 71 h 111"/>
              <a:gd name="T72" fmla="*/ 41 w 220"/>
              <a:gd name="T73" fmla="*/ 24 h 111"/>
              <a:gd name="T74" fmla="*/ 55 w 220"/>
              <a:gd name="T75" fmla="*/ 71 h 111"/>
              <a:gd name="T76" fmla="*/ 58 w 220"/>
              <a:gd name="T77" fmla="*/ 76 h 111"/>
              <a:gd name="T78" fmla="*/ 54 w 220"/>
              <a:gd name="T79" fmla="*/ 82 h 111"/>
              <a:gd name="T80" fmla="*/ 59 w 220"/>
              <a:gd name="T81" fmla="*/ 45 h 111"/>
              <a:gd name="T82" fmla="*/ 36 w 220"/>
              <a:gd name="T83" fmla="*/ 31 h 111"/>
              <a:gd name="T84" fmla="*/ 34 w 220"/>
              <a:gd name="T85" fmla="*/ 75 h 111"/>
              <a:gd name="T86" fmla="*/ 21 w 220"/>
              <a:gd name="T87" fmla="*/ 84 h 111"/>
              <a:gd name="T88" fmla="*/ 10 w 220"/>
              <a:gd name="T89" fmla="*/ 101 h 111"/>
              <a:gd name="T90" fmla="*/ 56 w 220"/>
              <a:gd name="T91" fmla="*/ 105 h 111"/>
              <a:gd name="T92" fmla="*/ 41 w 220"/>
              <a:gd name="T93" fmla="*/ 111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20" h="111" extrusionOk="0">
                <a:moveTo>
                  <a:pt x="112" y="111"/>
                </a:moveTo>
                <a:cubicBezTo>
                  <a:pt x="99" y="111"/>
                  <a:pt x="89" y="111"/>
                  <a:pt x="78" y="108"/>
                </a:cubicBezTo>
                <a:cubicBezTo>
                  <a:pt x="75" y="107"/>
                  <a:pt x="71" y="106"/>
                  <a:pt x="69" y="105"/>
                </a:cubicBezTo>
                <a:cubicBezTo>
                  <a:pt x="62" y="102"/>
                  <a:pt x="60" y="98"/>
                  <a:pt x="60" y="95"/>
                </a:cubicBezTo>
                <a:cubicBezTo>
                  <a:pt x="59" y="91"/>
                  <a:pt x="61" y="87"/>
                  <a:pt x="64" y="84"/>
                </a:cubicBezTo>
                <a:cubicBezTo>
                  <a:pt x="69" y="79"/>
                  <a:pt x="75" y="75"/>
                  <a:pt x="83" y="71"/>
                </a:cubicBezTo>
                <a:cubicBezTo>
                  <a:pt x="86" y="70"/>
                  <a:pt x="89" y="69"/>
                  <a:pt x="91" y="68"/>
                </a:cubicBezTo>
                <a:cubicBezTo>
                  <a:pt x="93" y="67"/>
                  <a:pt x="93" y="67"/>
                  <a:pt x="93" y="67"/>
                </a:cubicBezTo>
                <a:cubicBezTo>
                  <a:pt x="95" y="66"/>
                  <a:pt x="96" y="65"/>
                  <a:pt x="97" y="63"/>
                </a:cubicBezTo>
                <a:cubicBezTo>
                  <a:pt x="97" y="62"/>
                  <a:pt x="96" y="61"/>
                  <a:pt x="95" y="59"/>
                </a:cubicBezTo>
                <a:cubicBezTo>
                  <a:pt x="86" y="50"/>
                  <a:pt x="82" y="39"/>
                  <a:pt x="83" y="26"/>
                </a:cubicBezTo>
                <a:cubicBezTo>
                  <a:pt x="83" y="13"/>
                  <a:pt x="90" y="4"/>
                  <a:pt x="104" y="1"/>
                </a:cubicBezTo>
                <a:cubicBezTo>
                  <a:pt x="107" y="0"/>
                  <a:pt x="110" y="0"/>
                  <a:pt x="112" y="0"/>
                </a:cubicBezTo>
                <a:cubicBezTo>
                  <a:pt x="115" y="0"/>
                  <a:pt x="118" y="0"/>
                  <a:pt x="120" y="1"/>
                </a:cubicBezTo>
                <a:cubicBezTo>
                  <a:pt x="134" y="4"/>
                  <a:pt x="141" y="13"/>
                  <a:pt x="142" y="26"/>
                </a:cubicBezTo>
                <a:cubicBezTo>
                  <a:pt x="143" y="39"/>
                  <a:pt x="138" y="51"/>
                  <a:pt x="129" y="59"/>
                </a:cubicBezTo>
                <a:cubicBezTo>
                  <a:pt x="128" y="61"/>
                  <a:pt x="128" y="62"/>
                  <a:pt x="128" y="63"/>
                </a:cubicBezTo>
                <a:cubicBezTo>
                  <a:pt x="128" y="65"/>
                  <a:pt x="130" y="66"/>
                  <a:pt x="132" y="67"/>
                </a:cubicBezTo>
                <a:cubicBezTo>
                  <a:pt x="133" y="68"/>
                  <a:pt x="133" y="68"/>
                  <a:pt x="133" y="68"/>
                </a:cubicBezTo>
                <a:cubicBezTo>
                  <a:pt x="136" y="69"/>
                  <a:pt x="139" y="70"/>
                  <a:pt x="141" y="71"/>
                </a:cubicBezTo>
                <a:cubicBezTo>
                  <a:pt x="150" y="75"/>
                  <a:pt x="156" y="79"/>
                  <a:pt x="161" y="84"/>
                </a:cubicBezTo>
                <a:cubicBezTo>
                  <a:pt x="163" y="87"/>
                  <a:pt x="165" y="91"/>
                  <a:pt x="164" y="95"/>
                </a:cubicBezTo>
                <a:cubicBezTo>
                  <a:pt x="163" y="99"/>
                  <a:pt x="160" y="103"/>
                  <a:pt x="156" y="105"/>
                </a:cubicBezTo>
                <a:cubicBezTo>
                  <a:pt x="156" y="105"/>
                  <a:pt x="156" y="105"/>
                  <a:pt x="156" y="105"/>
                </a:cubicBezTo>
                <a:cubicBezTo>
                  <a:pt x="153" y="106"/>
                  <a:pt x="150" y="107"/>
                  <a:pt x="146" y="108"/>
                </a:cubicBezTo>
                <a:cubicBezTo>
                  <a:pt x="136" y="111"/>
                  <a:pt x="125" y="111"/>
                  <a:pt x="112" y="111"/>
                </a:cubicBezTo>
                <a:close/>
                <a:moveTo>
                  <a:pt x="112" y="6"/>
                </a:moveTo>
                <a:cubicBezTo>
                  <a:pt x="110" y="6"/>
                  <a:pt x="108" y="6"/>
                  <a:pt x="106" y="7"/>
                </a:cubicBezTo>
                <a:cubicBezTo>
                  <a:pt x="94" y="10"/>
                  <a:pt x="89" y="16"/>
                  <a:pt x="89" y="26"/>
                </a:cubicBezTo>
                <a:cubicBezTo>
                  <a:pt x="88" y="38"/>
                  <a:pt x="92" y="47"/>
                  <a:pt x="99" y="55"/>
                </a:cubicBezTo>
                <a:cubicBezTo>
                  <a:pt x="102" y="58"/>
                  <a:pt x="103" y="61"/>
                  <a:pt x="103" y="65"/>
                </a:cubicBezTo>
                <a:cubicBezTo>
                  <a:pt x="102" y="68"/>
                  <a:pt x="99" y="71"/>
                  <a:pt x="95" y="73"/>
                </a:cubicBezTo>
                <a:cubicBezTo>
                  <a:pt x="93" y="73"/>
                  <a:pt x="93" y="73"/>
                  <a:pt x="93" y="73"/>
                </a:cubicBezTo>
                <a:cubicBezTo>
                  <a:pt x="91" y="74"/>
                  <a:pt x="88" y="75"/>
                  <a:pt x="86" y="76"/>
                </a:cubicBezTo>
                <a:cubicBezTo>
                  <a:pt x="78" y="80"/>
                  <a:pt x="73" y="84"/>
                  <a:pt x="68" y="88"/>
                </a:cubicBezTo>
                <a:cubicBezTo>
                  <a:pt x="66" y="90"/>
                  <a:pt x="66" y="92"/>
                  <a:pt x="66" y="94"/>
                </a:cubicBezTo>
                <a:cubicBezTo>
                  <a:pt x="66" y="96"/>
                  <a:pt x="68" y="98"/>
                  <a:pt x="71" y="99"/>
                </a:cubicBezTo>
                <a:cubicBezTo>
                  <a:pt x="74" y="101"/>
                  <a:pt x="77" y="102"/>
                  <a:pt x="80" y="102"/>
                </a:cubicBezTo>
                <a:cubicBezTo>
                  <a:pt x="90" y="105"/>
                  <a:pt x="100" y="105"/>
                  <a:pt x="112" y="105"/>
                </a:cubicBezTo>
                <a:cubicBezTo>
                  <a:pt x="125" y="105"/>
                  <a:pt x="135" y="105"/>
                  <a:pt x="145" y="102"/>
                </a:cubicBezTo>
                <a:cubicBezTo>
                  <a:pt x="148" y="102"/>
                  <a:pt x="151" y="101"/>
                  <a:pt x="153" y="99"/>
                </a:cubicBezTo>
                <a:cubicBezTo>
                  <a:pt x="156" y="98"/>
                  <a:pt x="158" y="96"/>
                  <a:pt x="158" y="94"/>
                </a:cubicBezTo>
                <a:cubicBezTo>
                  <a:pt x="158" y="92"/>
                  <a:pt x="158" y="89"/>
                  <a:pt x="156" y="88"/>
                </a:cubicBezTo>
                <a:cubicBezTo>
                  <a:pt x="152" y="84"/>
                  <a:pt x="147" y="80"/>
                  <a:pt x="139" y="76"/>
                </a:cubicBezTo>
                <a:cubicBezTo>
                  <a:pt x="136" y="75"/>
                  <a:pt x="134" y="74"/>
                  <a:pt x="131" y="73"/>
                </a:cubicBezTo>
                <a:cubicBezTo>
                  <a:pt x="129" y="73"/>
                  <a:pt x="129" y="73"/>
                  <a:pt x="129" y="73"/>
                </a:cubicBezTo>
                <a:cubicBezTo>
                  <a:pt x="125" y="71"/>
                  <a:pt x="123" y="68"/>
                  <a:pt x="122" y="65"/>
                </a:cubicBezTo>
                <a:cubicBezTo>
                  <a:pt x="121" y="61"/>
                  <a:pt x="122" y="58"/>
                  <a:pt x="125" y="55"/>
                </a:cubicBezTo>
                <a:cubicBezTo>
                  <a:pt x="133" y="48"/>
                  <a:pt x="136" y="38"/>
                  <a:pt x="136" y="26"/>
                </a:cubicBezTo>
                <a:cubicBezTo>
                  <a:pt x="136" y="16"/>
                  <a:pt x="130" y="10"/>
                  <a:pt x="119" y="7"/>
                </a:cubicBezTo>
                <a:cubicBezTo>
                  <a:pt x="117" y="6"/>
                  <a:pt x="114" y="6"/>
                  <a:pt x="112" y="6"/>
                </a:cubicBezTo>
                <a:close/>
                <a:moveTo>
                  <a:pt x="155" y="102"/>
                </a:moveTo>
                <a:cubicBezTo>
                  <a:pt x="155" y="102"/>
                  <a:pt x="155" y="102"/>
                  <a:pt x="155" y="102"/>
                </a:cubicBezTo>
                <a:close/>
                <a:moveTo>
                  <a:pt x="183" y="111"/>
                </a:moveTo>
                <a:cubicBezTo>
                  <a:pt x="181" y="111"/>
                  <a:pt x="181" y="111"/>
                  <a:pt x="181" y="111"/>
                </a:cubicBezTo>
                <a:cubicBezTo>
                  <a:pt x="175" y="111"/>
                  <a:pt x="173" y="111"/>
                  <a:pt x="167" y="110"/>
                </a:cubicBezTo>
                <a:cubicBezTo>
                  <a:pt x="165" y="110"/>
                  <a:pt x="164" y="109"/>
                  <a:pt x="164" y="107"/>
                </a:cubicBezTo>
                <a:cubicBezTo>
                  <a:pt x="164" y="105"/>
                  <a:pt x="166" y="104"/>
                  <a:pt x="167" y="104"/>
                </a:cubicBezTo>
                <a:cubicBezTo>
                  <a:pt x="173" y="105"/>
                  <a:pt x="175" y="105"/>
                  <a:pt x="181" y="105"/>
                </a:cubicBezTo>
                <a:cubicBezTo>
                  <a:pt x="183" y="105"/>
                  <a:pt x="183" y="105"/>
                  <a:pt x="183" y="105"/>
                </a:cubicBezTo>
                <a:cubicBezTo>
                  <a:pt x="191" y="105"/>
                  <a:pt x="198" y="105"/>
                  <a:pt x="205" y="103"/>
                </a:cubicBezTo>
                <a:cubicBezTo>
                  <a:pt x="207" y="103"/>
                  <a:pt x="209" y="102"/>
                  <a:pt x="211" y="101"/>
                </a:cubicBezTo>
                <a:cubicBezTo>
                  <a:pt x="213" y="101"/>
                  <a:pt x="214" y="99"/>
                  <a:pt x="214" y="98"/>
                </a:cubicBezTo>
                <a:cubicBezTo>
                  <a:pt x="214" y="97"/>
                  <a:pt x="214" y="96"/>
                  <a:pt x="213" y="95"/>
                </a:cubicBezTo>
                <a:cubicBezTo>
                  <a:pt x="210" y="92"/>
                  <a:pt x="206" y="90"/>
                  <a:pt x="201" y="87"/>
                </a:cubicBezTo>
                <a:cubicBezTo>
                  <a:pt x="199" y="86"/>
                  <a:pt x="197" y="86"/>
                  <a:pt x="196" y="85"/>
                </a:cubicBezTo>
                <a:cubicBezTo>
                  <a:pt x="194" y="84"/>
                  <a:pt x="194" y="84"/>
                  <a:pt x="194" y="84"/>
                </a:cubicBezTo>
                <a:cubicBezTo>
                  <a:pt x="191" y="83"/>
                  <a:pt x="189" y="81"/>
                  <a:pt x="189" y="78"/>
                </a:cubicBezTo>
                <a:cubicBezTo>
                  <a:pt x="188" y="75"/>
                  <a:pt x="189" y="73"/>
                  <a:pt x="191" y="71"/>
                </a:cubicBezTo>
                <a:cubicBezTo>
                  <a:pt x="196" y="66"/>
                  <a:pt x="199" y="59"/>
                  <a:pt x="198" y="51"/>
                </a:cubicBezTo>
                <a:cubicBezTo>
                  <a:pt x="198" y="44"/>
                  <a:pt x="195" y="40"/>
                  <a:pt x="187" y="39"/>
                </a:cubicBezTo>
                <a:cubicBezTo>
                  <a:pt x="186" y="38"/>
                  <a:pt x="184" y="38"/>
                  <a:pt x="183" y="38"/>
                </a:cubicBezTo>
                <a:cubicBezTo>
                  <a:pt x="181" y="38"/>
                  <a:pt x="180" y="38"/>
                  <a:pt x="179" y="39"/>
                </a:cubicBezTo>
                <a:cubicBezTo>
                  <a:pt x="171" y="40"/>
                  <a:pt x="168" y="44"/>
                  <a:pt x="167" y="51"/>
                </a:cubicBezTo>
                <a:cubicBezTo>
                  <a:pt x="167" y="59"/>
                  <a:pt x="169" y="65"/>
                  <a:pt x="175" y="71"/>
                </a:cubicBezTo>
                <a:cubicBezTo>
                  <a:pt x="177" y="73"/>
                  <a:pt x="178" y="76"/>
                  <a:pt x="177" y="78"/>
                </a:cubicBezTo>
                <a:cubicBezTo>
                  <a:pt x="177" y="81"/>
                  <a:pt x="175" y="83"/>
                  <a:pt x="172" y="84"/>
                </a:cubicBezTo>
                <a:cubicBezTo>
                  <a:pt x="172" y="84"/>
                  <a:pt x="172" y="84"/>
                  <a:pt x="172" y="84"/>
                </a:cubicBezTo>
                <a:cubicBezTo>
                  <a:pt x="170" y="85"/>
                  <a:pt x="169" y="84"/>
                  <a:pt x="168" y="82"/>
                </a:cubicBezTo>
                <a:cubicBezTo>
                  <a:pt x="167" y="81"/>
                  <a:pt x="168" y="79"/>
                  <a:pt x="170" y="78"/>
                </a:cubicBezTo>
                <a:cubicBezTo>
                  <a:pt x="170" y="78"/>
                  <a:pt x="170" y="78"/>
                  <a:pt x="170" y="78"/>
                </a:cubicBezTo>
                <a:cubicBezTo>
                  <a:pt x="171" y="78"/>
                  <a:pt x="171" y="78"/>
                  <a:pt x="172" y="77"/>
                </a:cubicBezTo>
                <a:cubicBezTo>
                  <a:pt x="172" y="77"/>
                  <a:pt x="171" y="76"/>
                  <a:pt x="170" y="75"/>
                </a:cubicBezTo>
                <a:cubicBezTo>
                  <a:pt x="164" y="69"/>
                  <a:pt x="161" y="60"/>
                  <a:pt x="161" y="51"/>
                </a:cubicBezTo>
                <a:cubicBezTo>
                  <a:pt x="162" y="44"/>
                  <a:pt x="164" y="36"/>
                  <a:pt x="177" y="33"/>
                </a:cubicBezTo>
                <a:cubicBezTo>
                  <a:pt x="179" y="32"/>
                  <a:pt x="181" y="32"/>
                  <a:pt x="183" y="32"/>
                </a:cubicBezTo>
                <a:cubicBezTo>
                  <a:pt x="185" y="32"/>
                  <a:pt x="187" y="32"/>
                  <a:pt x="189" y="33"/>
                </a:cubicBezTo>
                <a:cubicBezTo>
                  <a:pt x="201" y="36"/>
                  <a:pt x="204" y="44"/>
                  <a:pt x="204" y="51"/>
                </a:cubicBezTo>
                <a:cubicBezTo>
                  <a:pt x="205" y="61"/>
                  <a:pt x="202" y="69"/>
                  <a:pt x="195" y="75"/>
                </a:cubicBezTo>
                <a:cubicBezTo>
                  <a:pt x="195" y="75"/>
                  <a:pt x="194" y="76"/>
                  <a:pt x="195" y="77"/>
                </a:cubicBezTo>
                <a:cubicBezTo>
                  <a:pt x="195" y="78"/>
                  <a:pt x="196" y="78"/>
                  <a:pt x="197" y="79"/>
                </a:cubicBezTo>
                <a:cubicBezTo>
                  <a:pt x="198" y="79"/>
                  <a:pt x="198" y="79"/>
                  <a:pt x="198" y="79"/>
                </a:cubicBezTo>
                <a:cubicBezTo>
                  <a:pt x="200" y="80"/>
                  <a:pt x="202" y="81"/>
                  <a:pt x="203" y="81"/>
                </a:cubicBezTo>
                <a:cubicBezTo>
                  <a:pt x="209" y="84"/>
                  <a:pt x="214" y="87"/>
                  <a:pt x="217" y="91"/>
                </a:cubicBezTo>
                <a:cubicBezTo>
                  <a:pt x="219" y="93"/>
                  <a:pt x="220" y="96"/>
                  <a:pt x="220" y="99"/>
                </a:cubicBezTo>
                <a:cubicBezTo>
                  <a:pt x="219" y="102"/>
                  <a:pt x="217" y="105"/>
                  <a:pt x="214" y="107"/>
                </a:cubicBezTo>
                <a:cubicBezTo>
                  <a:pt x="212" y="108"/>
                  <a:pt x="209" y="109"/>
                  <a:pt x="207" y="109"/>
                </a:cubicBezTo>
                <a:cubicBezTo>
                  <a:pt x="199" y="111"/>
                  <a:pt x="192" y="111"/>
                  <a:pt x="183" y="111"/>
                </a:cubicBezTo>
                <a:close/>
                <a:moveTo>
                  <a:pt x="41" y="111"/>
                </a:moveTo>
                <a:cubicBezTo>
                  <a:pt x="31" y="111"/>
                  <a:pt x="23" y="111"/>
                  <a:pt x="15" y="109"/>
                </a:cubicBezTo>
                <a:cubicBezTo>
                  <a:pt x="12" y="108"/>
                  <a:pt x="10" y="107"/>
                  <a:pt x="7" y="106"/>
                </a:cubicBezTo>
                <a:cubicBezTo>
                  <a:pt x="3" y="104"/>
                  <a:pt x="1" y="101"/>
                  <a:pt x="0" y="98"/>
                </a:cubicBezTo>
                <a:cubicBezTo>
                  <a:pt x="0" y="95"/>
                  <a:pt x="1" y="92"/>
                  <a:pt x="3" y="89"/>
                </a:cubicBezTo>
                <a:cubicBezTo>
                  <a:pt x="7" y="85"/>
                  <a:pt x="12" y="82"/>
                  <a:pt x="19" y="79"/>
                </a:cubicBezTo>
                <a:cubicBezTo>
                  <a:pt x="21" y="78"/>
                  <a:pt x="23" y="77"/>
                  <a:pt x="25" y="76"/>
                </a:cubicBezTo>
                <a:cubicBezTo>
                  <a:pt x="26" y="76"/>
                  <a:pt x="26" y="76"/>
                  <a:pt x="26" y="76"/>
                </a:cubicBezTo>
                <a:cubicBezTo>
                  <a:pt x="27" y="75"/>
                  <a:pt x="28" y="75"/>
                  <a:pt x="29" y="74"/>
                </a:cubicBezTo>
                <a:cubicBezTo>
                  <a:pt x="29" y="73"/>
                  <a:pt x="28" y="72"/>
                  <a:pt x="28" y="71"/>
                </a:cubicBezTo>
                <a:cubicBezTo>
                  <a:pt x="21" y="64"/>
                  <a:pt x="17" y="55"/>
                  <a:pt x="18" y="45"/>
                </a:cubicBezTo>
                <a:cubicBezTo>
                  <a:pt x="18" y="37"/>
                  <a:pt x="21" y="28"/>
                  <a:pt x="35" y="25"/>
                </a:cubicBezTo>
                <a:cubicBezTo>
                  <a:pt x="37" y="24"/>
                  <a:pt x="39" y="24"/>
                  <a:pt x="41" y="24"/>
                </a:cubicBezTo>
                <a:cubicBezTo>
                  <a:pt x="43" y="24"/>
                  <a:pt x="46" y="24"/>
                  <a:pt x="48" y="25"/>
                </a:cubicBezTo>
                <a:cubicBezTo>
                  <a:pt x="61" y="28"/>
                  <a:pt x="65" y="37"/>
                  <a:pt x="65" y="45"/>
                </a:cubicBezTo>
                <a:cubicBezTo>
                  <a:pt x="65" y="55"/>
                  <a:pt x="62" y="64"/>
                  <a:pt x="55" y="71"/>
                </a:cubicBezTo>
                <a:cubicBezTo>
                  <a:pt x="54" y="72"/>
                  <a:pt x="54" y="73"/>
                  <a:pt x="54" y="74"/>
                </a:cubicBezTo>
                <a:cubicBezTo>
                  <a:pt x="54" y="75"/>
                  <a:pt x="55" y="75"/>
                  <a:pt x="56" y="76"/>
                </a:cubicBezTo>
                <a:cubicBezTo>
                  <a:pt x="58" y="76"/>
                  <a:pt x="58" y="76"/>
                  <a:pt x="58" y="76"/>
                </a:cubicBezTo>
                <a:cubicBezTo>
                  <a:pt x="59" y="77"/>
                  <a:pt x="60" y="79"/>
                  <a:pt x="60" y="80"/>
                </a:cubicBezTo>
                <a:cubicBezTo>
                  <a:pt x="59" y="82"/>
                  <a:pt x="57" y="83"/>
                  <a:pt x="56" y="82"/>
                </a:cubicBezTo>
                <a:cubicBezTo>
                  <a:pt x="54" y="82"/>
                  <a:pt x="54" y="82"/>
                  <a:pt x="54" y="82"/>
                </a:cubicBezTo>
                <a:cubicBezTo>
                  <a:pt x="51" y="80"/>
                  <a:pt x="49" y="78"/>
                  <a:pt x="48" y="75"/>
                </a:cubicBezTo>
                <a:cubicBezTo>
                  <a:pt x="47" y="72"/>
                  <a:pt x="48" y="69"/>
                  <a:pt x="51" y="67"/>
                </a:cubicBezTo>
                <a:cubicBezTo>
                  <a:pt x="56" y="61"/>
                  <a:pt x="59" y="54"/>
                  <a:pt x="59" y="45"/>
                </a:cubicBezTo>
                <a:cubicBezTo>
                  <a:pt x="59" y="37"/>
                  <a:pt x="54" y="33"/>
                  <a:pt x="46" y="31"/>
                </a:cubicBezTo>
                <a:cubicBezTo>
                  <a:pt x="45" y="30"/>
                  <a:pt x="43" y="30"/>
                  <a:pt x="41" y="30"/>
                </a:cubicBezTo>
                <a:cubicBezTo>
                  <a:pt x="40" y="30"/>
                  <a:pt x="38" y="30"/>
                  <a:pt x="36" y="31"/>
                </a:cubicBezTo>
                <a:cubicBezTo>
                  <a:pt x="28" y="33"/>
                  <a:pt x="24" y="37"/>
                  <a:pt x="24" y="45"/>
                </a:cubicBezTo>
                <a:cubicBezTo>
                  <a:pt x="23" y="54"/>
                  <a:pt x="26" y="61"/>
                  <a:pt x="32" y="67"/>
                </a:cubicBezTo>
                <a:cubicBezTo>
                  <a:pt x="34" y="69"/>
                  <a:pt x="35" y="72"/>
                  <a:pt x="34" y="75"/>
                </a:cubicBezTo>
                <a:cubicBezTo>
                  <a:pt x="34" y="78"/>
                  <a:pt x="32" y="80"/>
                  <a:pt x="28" y="82"/>
                </a:cubicBezTo>
                <a:cubicBezTo>
                  <a:pt x="27" y="82"/>
                  <a:pt x="27" y="82"/>
                  <a:pt x="27" y="82"/>
                </a:cubicBezTo>
                <a:cubicBezTo>
                  <a:pt x="25" y="83"/>
                  <a:pt x="23" y="84"/>
                  <a:pt x="21" y="84"/>
                </a:cubicBezTo>
                <a:cubicBezTo>
                  <a:pt x="15" y="87"/>
                  <a:pt x="11" y="90"/>
                  <a:pt x="8" y="93"/>
                </a:cubicBezTo>
                <a:cubicBezTo>
                  <a:pt x="7" y="95"/>
                  <a:pt x="6" y="96"/>
                  <a:pt x="6" y="97"/>
                </a:cubicBezTo>
                <a:cubicBezTo>
                  <a:pt x="6" y="98"/>
                  <a:pt x="8" y="100"/>
                  <a:pt x="10" y="101"/>
                </a:cubicBezTo>
                <a:cubicBezTo>
                  <a:pt x="12" y="102"/>
                  <a:pt x="14" y="102"/>
                  <a:pt x="16" y="103"/>
                </a:cubicBezTo>
                <a:cubicBezTo>
                  <a:pt x="24" y="105"/>
                  <a:pt x="32" y="105"/>
                  <a:pt x="41" y="105"/>
                </a:cubicBezTo>
                <a:cubicBezTo>
                  <a:pt x="47" y="105"/>
                  <a:pt x="52" y="105"/>
                  <a:pt x="56" y="105"/>
                </a:cubicBezTo>
                <a:cubicBezTo>
                  <a:pt x="58" y="104"/>
                  <a:pt x="59" y="106"/>
                  <a:pt x="59" y="107"/>
                </a:cubicBezTo>
                <a:cubicBezTo>
                  <a:pt x="60" y="109"/>
                  <a:pt x="58" y="110"/>
                  <a:pt x="57" y="111"/>
                </a:cubicBezTo>
                <a:cubicBezTo>
                  <a:pt x="52" y="111"/>
                  <a:pt x="47" y="111"/>
                  <a:pt x="41" y="1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9408" name="Google Shape;1062;p35"/>
          <p:cNvSpPr>
            <a:spLocks/>
          </p:cNvSpPr>
          <p:nvPr/>
        </p:nvSpPr>
        <p:spPr bwMode="auto">
          <a:xfrm>
            <a:off x="1200150" y="5392738"/>
            <a:ext cx="684213" cy="590550"/>
          </a:xfrm>
          <a:custGeom>
            <a:avLst/>
            <a:gdLst>
              <a:gd name="T0" fmla="*/ 20 w 167"/>
              <a:gd name="T1" fmla="*/ 144 h 144"/>
              <a:gd name="T2" fmla="*/ 0 w 167"/>
              <a:gd name="T3" fmla="*/ 93 h 144"/>
              <a:gd name="T4" fmla="*/ 8 w 167"/>
              <a:gd name="T5" fmla="*/ 93 h 144"/>
              <a:gd name="T6" fmla="*/ 20 w 167"/>
              <a:gd name="T7" fmla="*/ 137 h 144"/>
              <a:gd name="T8" fmla="*/ 160 w 167"/>
              <a:gd name="T9" fmla="*/ 125 h 144"/>
              <a:gd name="T10" fmla="*/ 163 w 167"/>
              <a:gd name="T11" fmla="*/ 90 h 144"/>
              <a:gd name="T12" fmla="*/ 167 w 167"/>
              <a:gd name="T13" fmla="*/ 125 h 144"/>
              <a:gd name="T14" fmla="*/ 90 w 167"/>
              <a:gd name="T15" fmla="*/ 103 h 144"/>
              <a:gd name="T16" fmla="*/ 67 w 167"/>
              <a:gd name="T17" fmla="*/ 93 h 144"/>
              <a:gd name="T18" fmla="*/ 77 w 167"/>
              <a:gd name="T19" fmla="*/ 66 h 144"/>
              <a:gd name="T20" fmla="*/ 100 w 167"/>
              <a:gd name="T21" fmla="*/ 77 h 144"/>
              <a:gd name="T22" fmla="*/ 90 w 167"/>
              <a:gd name="T23" fmla="*/ 103 h 144"/>
              <a:gd name="T24" fmla="*/ 75 w 167"/>
              <a:gd name="T25" fmla="*/ 77 h 144"/>
              <a:gd name="T26" fmla="*/ 77 w 167"/>
              <a:gd name="T27" fmla="*/ 96 h 144"/>
              <a:gd name="T28" fmla="*/ 92 w 167"/>
              <a:gd name="T29" fmla="*/ 93 h 144"/>
              <a:gd name="T30" fmla="*/ 90 w 167"/>
              <a:gd name="T31" fmla="*/ 74 h 144"/>
              <a:gd name="T32" fmla="*/ 148 w 167"/>
              <a:gd name="T33" fmla="*/ 88 h 144"/>
              <a:gd name="T34" fmla="*/ 106 w 167"/>
              <a:gd name="T35" fmla="*/ 85 h 144"/>
              <a:gd name="T36" fmla="*/ 148 w 167"/>
              <a:gd name="T37" fmla="*/ 81 h 144"/>
              <a:gd name="T38" fmla="*/ 160 w 167"/>
              <a:gd name="T39" fmla="*/ 45 h 144"/>
              <a:gd name="T40" fmla="*/ 20 w 167"/>
              <a:gd name="T41" fmla="*/ 33 h 144"/>
              <a:gd name="T42" fmla="*/ 8 w 167"/>
              <a:gd name="T43" fmla="*/ 69 h 144"/>
              <a:gd name="T44" fmla="*/ 57 w 167"/>
              <a:gd name="T45" fmla="*/ 81 h 144"/>
              <a:gd name="T46" fmla="*/ 57 w 167"/>
              <a:gd name="T47" fmla="*/ 88 h 144"/>
              <a:gd name="T48" fmla="*/ 0 w 167"/>
              <a:gd name="T49" fmla="*/ 69 h 144"/>
              <a:gd name="T50" fmla="*/ 20 w 167"/>
              <a:gd name="T51" fmla="*/ 25 h 144"/>
              <a:gd name="T52" fmla="*/ 167 w 167"/>
              <a:gd name="T53" fmla="*/ 45 h 144"/>
              <a:gd name="T54" fmla="*/ 166 w 167"/>
              <a:gd name="T55" fmla="*/ 74 h 144"/>
              <a:gd name="T56" fmla="*/ 111 w 167"/>
              <a:gd name="T57" fmla="*/ 19 h 144"/>
              <a:gd name="T58" fmla="*/ 97 w 167"/>
              <a:gd name="T59" fmla="*/ 7 h 144"/>
              <a:gd name="T60" fmla="*/ 60 w 167"/>
              <a:gd name="T61" fmla="*/ 16 h 144"/>
              <a:gd name="T62" fmla="*/ 52 w 167"/>
              <a:gd name="T63" fmla="*/ 16 h 144"/>
              <a:gd name="T64" fmla="*/ 97 w 167"/>
              <a:gd name="T65" fmla="*/ 0 h 144"/>
              <a:gd name="T66" fmla="*/ 111 w 167"/>
              <a:gd name="T67" fmla="*/ 19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67" h="144" extrusionOk="0">
                <a:moveTo>
                  <a:pt x="148" y="144"/>
                </a:moveTo>
                <a:cubicBezTo>
                  <a:pt x="20" y="144"/>
                  <a:pt x="20" y="144"/>
                  <a:pt x="20" y="144"/>
                </a:cubicBezTo>
                <a:cubicBezTo>
                  <a:pt x="9" y="144"/>
                  <a:pt x="0" y="136"/>
                  <a:pt x="0" y="125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1"/>
                  <a:pt x="2" y="90"/>
                  <a:pt x="4" y="90"/>
                </a:cubicBezTo>
                <a:cubicBezTo>
                  <a:pt x="6" y="90"/>
                  <a:pt x="8" y="91"/>
                  <a:pt x="8" y="93"/>
                </a:cubicBezTo>
                <a:cubicBezTo>
                  <a:pt x="8" y="125"/>
                  <a:pt x="8" y="125"/>
                  <a:pt x="8" y="125"/>
                </a:cubicBezTo>
                <a:cubicBezTo>
                  <a:pt x="8" y="132"/>
                  <a:pt x="13" y="137"/>
                  <a:pt x="20" y="137"/>
                </a:cubicBezTo>
                <a:cubicBezTo>
                  <a:pt x="148" y="137"/>
                  <a:pt x="148" y="137"/>
                  <a:pt x="148" y="137"/>
                </a:cubicBezTo>
                <a:cubicBezTo>
                  <a:pt x="154" y="137"/>
                  <a:pt x="160" y="132"/>
                  <a:pt x="160" y="125"/>
                </a:cubicBezTo>
                <a:cubicBezTo>
                  <a:pt x="160" y="94"/>
                  <a:pt x="160" y="94"/>
                  <a:pt x="160" y="94"/>
                </a:cubicBezTo>
                <a:cubicBezTo>
                  <a:pt x="160" y="92"/>
                  <a:pt x="161" y="90"/>
                  <a:pt x="163" y="90"/>
                </a:cubicBezTo>
                <a:cubicBezTo>
                  <a:pt x="165" y="90"/>
                  <a:pt x="167" y="92"/>
                  <a:pt x="167" y="94"/>
                </a:cubicBezTo>
                <a:cubicBezTo>
                  <a:pt x="167" y="125"/>
                  <a:pt x="167" y="125"/>
                  <a:pt x="167" y="125"/>
                </a:cubicBezTo>
                <a:cubicBezTo>
                  <a:pt x="167" y="136"/>
                  <a:pt x="158" y="144"/>
                  <a:pt x="148" y="144"/>
                </a:cubicBezTo>
                <a:close/>
                <a:moveTo>
                  <a:pt x="90" y="103"/>
                </a:moveTo>
                <a:cubicBezTo>
                  <a:pt x="77" y="103"/>
                  <a:pt x="77" y="103"/>
                  <a:pt x="77" y="103"/>
                </a:cubicBezTo>
                <a:cubicBezTo>
                  <a:pt x="72" y="103"/>
                  <a:pt x="67" y="99"/>
                  <a:pt x="67" y="93"/>
                </a:cubicBezTo>
                <a:cubicBezTo>
                  <a:pt x="67" y="77"/>
                  <a:pt x="67" y="77"/>
                  <a:pt x="67" y="77"/>
                </a:cubicBezTo>
                <a:cubicBezTo>
                  <a:pt x="67" y="71"/>
                  <a:pt x="72" y="66"/>
                  <a:pt x="77" y="66"/>
                </a:cubicBezTo>
                <a:cubicBezTo>
                  <a:pt x="90" y="66"/>
                  <a:pt x="90" y="66"/>
                  <a:pt x="90" y="66"/>
                </a:cubicBezTo>
                <a:cubicBezTo>
                  <a:pt x="95" y="66"/>
                  <a:pt x="100" y="71"/>
                  <a:pt x="100" y="77"/>
                </a:cubicBezTo>
                <a:cubicBezTo>
                  <a:pt x="100" y="93"/>
                  <a:pt x="100" y="93"/>
                  <a:pt x="100" y="93"/>
                </a:cubicBezTo>
                <a:cubicBezTo>
                  <a:pt x="100" y="99"/>
                  <a:pt x="95" y="103"/>
                  <a:pt x="90" y="103"/>
                </a:cubicBezTo>
                <a:close/>
                <a:moveTo>
                  <a:pt x="77" y="74"/>
                </a:moveTo>
                <a:cubicBezTo>
                  <a:pt x="76" y="74"/>
                  <a:pt x="75" y="75"/>
                  <a:pt x="75" y="77"/>
                </a:cubicBezTo>
                <a:cubicBezTo>
                  <a:pt x="75" y="93"/>
                  <a:pt x="75" y="93"/>
                  <a:pt x="75" y="93"/>
                </a:cubicBezTo>
                <a:cubicBezTo>
                  <a:pt x="75" y="95"/>
                  <a:pt x="76" y="96"/>
                  <a:pt x="77" y="96"/>
                </a:cubicBezTo>
                <a:cubicBezTo>
                  <a:pt x="90" y="96"/>
                  <a:pt x="90" y="96"/>
                  <a:pt x="90" y="96"/>
                </a:cubicBezTo>
                <a:cubicBezTo>
                  <a:pt x="91" y="96"/>
                  <a:pt x="92" y="95"/>
                  <a:pt x="92" y="93"/>
                </a:cubicBezTo>
                <a:cubicBezTo>
                  <a:pt x="92" y="77"/>
                  <a:pt x="92" y="77"/>
                  <a:pt x="92" y="77"/>
                </a:cubicBezTo>
                <a:cubicBezTo>
                  <a:pt x="92" y="75"/>
                  <a:pt x="91" y="74"/>
                  <a:pt x="90" y="74"/>
                </a:cubicBezTo>
                <a:lnTo>
                  <a:pt x="77" y="74"/>
                </a:lnTo>
                <a:close/>
                <a:moveTo>
                  <a:pt x="148" y="88"/>
                </a:moveTo>
                <a:cubicBezTo>
                  <a:pt x="110" y="88"/>
                  <a:pt x="110" y="88"/>
                  <a:pt x="110" y="88"/>
                </a:cubicBezTo>
                <a:cubicBezTo>
                  <a:pt x="108" y="88"/>
                  <a:pt x="106" y="87"/>
                  <a:pt x="106" y="85"/>
                </a:cubicBezTo>
                <a:cubicBezTo>
                  <a:pt x="106" y="83"/>
                  <a:pt x="108" y="81"/>
                  <a:pt x="110" y="81"/>
                </a:cubicBezTo>
                <a:cubicBezTo>
                  <a:pt x="148" y="81"/>
                  <a:pt x="148" y="81"/>
                  <a:pt x="148" y="81"/>
                </a:cubicBezTo>
                <a:cubicBezTo>
                  <a:pt x="154" y="81"/>
                  <a:pt x="160" y="76"/>
                  <a:pt x="160" y="69"/>
                </a:cubicBezTo>
                <a:cubicBezTo>
                  <a:pt x="160" y="45"/>
                  <a:pt x="160" y="45"/>
                  <a:pt x="160" y="45"/>
                </a:cubicBezTo>
                <a:cubicBezTo>
                  <a:pt x="160" y="38"/>
                  <a:pt x="154" y="33"/>
                  <a:pt x="148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13" y="33"/>
                  <a:pt x="8" y="38"/>
                  <a:pt x="8" y="45"/>
                </a:cubicBezTo>
                <a:cubicBezTo>
                  <a:pt x="8" y="69"/>
                  <a:pt x="8" y="69"/>
                  <a:pt x="8" y="69"/>
                </a:cubicBezTo>
                <a:cubicBezTo>
                  <a:pt x="8" y="76"/>
                  <a:pt x="13" y="81"/>
                  <a:pt x="20" y="81"/>
                </a:cubicBezTo>
                <a:cubicBezTo>
                  <a:pt x="57" y="81"/>
                  <a:pt x="57" y="81"/>
                  <a:pt x="57" y="81"/>
                </a:cubicBezTo>
                <a:cubicBezTo>
                  <a:pt x="59" y="81"/>
                  <a:pt x="61" y="83"/>
                  <a:pt x="61" y="85"/>
                </a:cubicBezTo>
                <a:cubicBezTo>
                  <a:pt x="61" y="87"/>
                  <a:pt x="59" y="88"/>
                  <a:pt x="57" y="88"/>
                </a:cubicBezTo>
                <a:cubicBezTo>
                  <a:pt x="20" y="88"/>
                  <a:pt x="20" y="88"/>
                  <a:pt x="20" y="88"/>
                </a:cubicBezTo>
                <a:cubicBezTo>
                  <a:pt x="9" y="88"/>
                  <a:pt x="0" y="80"/>
                  <a:pt x="0" y="69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34"/>
                  <a:pt x="9" y="25"/>
                  <a:pt x="20" y="25"/>
                </a:cubicBezTo>
                <a:cubicBezTo>
                  <a:pt x="148" y="25"/>
                  <a:pt x="148" y="25"/>
                  <a:pt x="148" y="25"/>
                </a:cubicBezTo>
                <a:cubicBezTo>
                  <a:pt x="158" y="25"/>
                  <a:pt x="167" y="34"/>
                  <a:pt x="167" y="45"/>
                </a:cubicBezTo>
                <a:cubicBezTo>
                  <a:pt x="167" y="72"/>
                  <a:pt x="167" y="72"/>
                  <a:pt x="167" y="72"/>
                </a:cubicBezTo>
                <a:cubicBezTo>
                  <a:pt x="167" y="73"/>
                  <a:pt x="167" y="73"/>
                  <a:pt x="166" y="74"/>
                </a:cubicBezTo>
                <a:cubicBezTo>
                  <a:pt x="164" y="82"/>
                  <a:pt x="157" y="88"/>
                  <a:pt x="148" y="88"/>
                </a:cubicBezTo>
                <a:close/>
                <a:moveTo>
                  <a:pt x="111" y="19"/>
                </a:moveTo>
                <a:cubicBezTo>
                  <a:pt x="109" y="19"/>
                  <a:pt x="108" y="18"/>
                  <a:pt x="108" y="16"/>
                </a:cubicBezTo>
                <a:cubicBezTo>
                  <a:pt x="108" y="11"/>
                  <a:pt x="103" y="7"/>
                  <a:pt x="97" y="7"/>
                </a:cubicBezTo>
                <a:cubicBezTo>
                  <a:pt x="70" y="7"/>
                  <a:pt x="70" y="7"/>
                  <a:pt x="70" y="7"/>
                </a:cubicBezTo>
                <a:cubicBezTo>
                  <a:pt x="64" y="7"/>
                  <a:pt x="60" y="11"/>
                  <a:pt x="60" y="16"/>
                </a:cubicBezTo>
                <a:cubicBezTo>
                  <a:pt x="60" y="18"/>
                  <a:pt x="58" y="19"/>
                  <a:pt x="56" y="19"/>
                </a:cubicBezTo>
                <a:cubicBezTo>
                  <a:pt x="54" y="19"/>
                  <a:pt x="52" y="18"/>
                  <a:pt x="52" y="16"/>
                </a:cubicBezTo>
                <a:cubicBezTo>
                  <a:pt x="52" y="7"/>
                  <a:pt x="60" y="0"/>
                  <a:pt x="70" y="0"/>
                </a:cubicBezTo>
                <a:cubicBezTo>
                  <a:pt x="97" y="0"/>
                  <a:pt x="97" y="0"/>
                  <a:pt x="97" y="0"/>
                </a:cubicBezTo>
                <a:cubicBezTo>
                  <a:pt x="107" y="0"/>
                  <a:pt x="115" y="7"/>
                  <a:pt x="115" y="16"/>
                </a:cubicBezTo>
                <a:cubicBezTo>
                  <a:pt x="115" y="18"/>
                  <a:pt x="113" y="19"/>
                  <a:pt x="111" y="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9409" name="Google Shape;1063;p35"/>
          <p:cNvSpPr>
            <a:spLocks/>
          </p:cNvSpPr>
          <p:nvPr/>
        </p:nvSpPr>
        <p:spPr bwMode="auto">
          <a:xfrm>
            <a:off x="10353675" y="1412875"/>
            <a:ext cx="655638" cy="587375"/>
          </a:xfrm>
          <a:custGeom>
            <a:avLst/>
            <a:gdLst>
              <a:gd name="T0" fmla="*/ 26 w 160"/>
              <a:gd name="T1" fmla="*/ 74 h 143"/>
              <a:gd name="T2" fmla="*/ 35 w 160"/>
              <a:gd name="T3" fmla="*/ 119 h 143"/>
              <a:gd name="T4" fmla="*/ 53 w 160"/>
              <a:gd name="T5" fmla="*/ 110 h 143"/>
              <a:gd name="T6" fmla="*/ 44 w 160"/>
              <a:gd name="T7" fmla="*/ 65 h 143"/>
              <a:gd name="T8" fmla="*/ 46 w 160"/>
              <a:gd name="T9" fmla="*/ 74 h 143"/>
              <a:gd name="T10" fmla="*/ 44 w 160"/>
              <a:gd name="T11" fmla="*/ 112 h 143"/>
              <a:gd name="T12" fmla="*/ 33 w 160"/>
              <a:gd name="T13" fmla="*/ 110 h 143"/>
              <a:gd name="T14" fmla="*/ 35 w 160"/>
              <a:gd name="T15" fmla="*/ 72 h 143"/>
              <a:gd name="T16" fmla="*/ 46 w 160"/>
              <a:gd name="T17" fmla="*/ 74 h 143"/>
              <a:gd name="T18" fmla="*/ 59 w 160"/>
              <a:gd name="T19" fmla="*/ 61 h 143"/>
              <a:gd name="T20" fmla="*/ 67 w 160"/>
              <a:gd name="T21" fmla="*/ 119 h 143"/>
              <a:gd name="T22" fmla="*/ 85 w 160"/>
              <a:gd name="T23" fmla="*/ 110 h 143"/>
              <a:gd name="T24" fmla="*/ 76 w 160"/>
              <a:gd name="T25" fmla="*/ 52 h 143"/>
              <a:gd name="T26" fmla="*/ 78 w 160"/>
              <a:gd name="T27" fmla="*/ 61 h 143"/>
              <a:gd name="T28" fmla="*/ 76 w 160"/>
              <a:gd name="T29" fmla="*/ 112 h 143"/>
              <a:gd name="T30" fmla="*/ 65 w 160"/>
              <a:gd name="T31" fmla="*/ 110 h 143"/>
              <a:gd name="T32" fmla="*/ 67 w 160"/>
              <a:gd name="T33" fmla="*/ 59 h 143"/>
              <a:gd name="T34" fmla="*/ 78 w 160"/>
              <a:gd name="T35" fmla="*/ 61 h 143"/>
              <a:gd name="T36" fmla="*/ 91 w 160"/>
              <a:gd name="T37" fmla="*/ 50 h 143"/>
              <a:gd name="T38" fmla="*/ 100 w 160"/>
              <a:gd name="T39" fmla="*/ 119 h 143"/>
              <a:gd name="T40" fmla="*/ 117 w 160"/>
              <a:gd name="T41" fmla="*/ 110 h 143"/>
              <a:gd name="T42" fmla="*/ 109 w 160"/>
              <a:gd name="T43" fmla="*/ 41 h 143"/>
              <a:gd name="T44" fmla="*/ 111 w 160"/>
              <a:gd name="T45" fmla="*/ 50 h 143"/>
              <a:gd name="T46" fmla="*/ 109 w 160"/>
              <a:gd name="T47" fmla="*/ 112 h 143"/>
              <a:gd name="T48" fmla="*/ 98 w 160"/>
              <a:gd name="T49" fmla="*/ 110 h 143"/>
              <a:gd name="T50" fmla="*/ 100 w 160"/>
              <a:gd name="T51" fmla="*/ 48 h 143"/>
              <a:gd name="T52" fmla="*/ 111 w 160"/>
              <a:gd name="T53" fmla="*/ 50 h 143"/>
              <a:gd name="T54" fmla="*/ 124 w 160"/>
              <a:gd name="T55" fmla="*/ 110 h 143"/>
              <a:gd name="T56" fmla="*/ 141 w 160"/>
              <a:gd name="T57" fmla="*/ 119 h 143"/>
              <a:gd name="T58" fmla="*/ 150 w 160"/>
              <a:gd name="T59" fmla="*/ 38 h 143"/>
              <a:gd name="T60" fmla="*/ 132 w 160"/>
              <a:gd name="T61" fmla="*/ 29 h 143"/>
              <a:gd name="T62" fmla="*/ 143 w 160"/>
              <a:gd name="T63" fmla="*/ 38 h 143"/>
              <a:gd name="T64" fmla="*/ 141 w 160"/>
              <a:gd name="T65" fmla="*/ 112 h 143"/>
              <a:gd name="T66" fmla="*/ 130 w 160"/>
              <a:gd name="T67" fmla="*/ 110 h 143"/>
              <a:gd name="T68" fmla="*/ 132 w 160"/>
              <a:gd name="T69" fmla="*/ 36 h 143"/>
              <a:gd name="T70" fmla="*/ 143 w 160"/>
              <a:gd name="T71" fmla="*/ 38 h 143"/>
              <a:gd name="T72" fmla="*/ 125 w 160"/>
              <a:gd name="T73" fmla="*/ 8 h 143"/>
              <a:gd name="T74" fmla="*/ 129 w 160"/>
              <a:gd name="T75" fmla="*/ 3 h 143"/>
              <a:gd name="T76" fmla="*/ 134 w 160"/>
              <a:gd name="T77" fmla="*/ 14 h 143"/>
              <a:gd name="T78" fmla="*/ 128 w 160"/>
              <a:gd name="T79" fmla="*/ 14 h 143"/>
              <a:gd name="T80" fmla="*/ 31 w 160"/>
              <a:gd name="T81" fmla="*/ 50 h 143"/>
              <a:gd name="T82" fmla="*/ 27 w 160"/>
              <a:gd name="T83" fmla="*/ 47 h 143"/>
              <a:gd name="T84" fmla="*/ 83 w 160"/>
              <a:gd name="T85" fmla="*/ 28 h 143"/>
              <a:gd name="T86" fmla="*/ 155 w 160"/>
              <a:gd name="T87" fmla="*/ 137 h 143"/>
              <a:gd name="T88" fmla="*/ 150 w 160"/>
              <a:gd name="T89" fmla="*/ 135 h 143"/>
              <a:gd name="T90" fmla="*/ 10 w 160"/>
              <a:gd name="T91" fmla="*/ 131 h 143"/>
              <a:gd name="T92" fmla="*/ 0 w 160"/>
              <a:gd name="T93" fmla="*/ 23 h 143"/>
              <a:gd name="T94" fmla="*/ 14 w 160"/>
              <a:gd name="T95" fmla="*/ 11 h 143"/>
              <a:gd name="T96" fmla="*/ 27 w 160"/>
              <a:gd name="T97" fmla="*/ 23 h 143"/>
              <a:gd name="T98" fmla="*/ 17 w 160"/>
              <a:gd name="T99" fmla="*/ 128 h 143"/>
              <a:gd name="T100" fmla="*/ 150 w 160"/>
              <a:gd name="T101" fmla="*/ 120 h 143"/>
              <a:gd name="T102" fmla="*/ 160 w 160"/>
              <a:gd name="T103" fmla="*/ 13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60" h="143" extrusionOk="0">
                <a:moveTo>
                  <a:pt x="35" y="65"/>
                </a:moveTo>
                <a:cubicBezTo>
                  <a:pt x="30" y="65"/>
                  <a:pt x="26" y="69"/>
                  <a:pt x="26" y="74"/>
                </a:cubicBezTo>
                <a:cubicBezTo>
                  <a:pt x="26" y="110"/>
                  <a:pt x="26" y="110"/>
                  <a:pt x="26" y="110"/>
                </a:cubicBezTo>
                <a:cubicBezTo>
                  <a:pt x="26" y="115"/>
                  <a:pt x="30" y="119"/>
                  <a:pt x="35" y="119"/>
                </a:cubicBezTo>
                <a:cubicBezTo>
                  <a:pt x="44" y="119"/>
                  <a:pt x="44" y="119"/>
                  <a:pt x="44" y="119"/>
                </a:cubicBezTo>
                <a:cubicBezTo>
                  <a:pt x="49" y="119"/>
                  <a:pt x="53" y="115"/>
                  <a:pt x="53" y="110"/>
                </a:cubicBezTo>
                <a:cubicBezTo>
                  <a:pt x="53" y="74"/>
                  <a:pt x="53" y="74"/>
                  <a:pt x="53" y="74"/>
                </a:cubicBezTo>
                <a:cubicBezTo>
                  <a:pt x="53" y="69"/>
                  <a:pt x="49" y="65"/>
                  <a:pt x="44" y="65"/>
                </a:cubicBezTo>
                <a:lnTo>
                  <a:pt x="35" y="65"/>
                </a:lnTo>
                <a:close/>
                <a:moveTo>
                  <a:pt x="46" y="74"/>
                </a:moveTo>
                <a:cubicBezTo>
                  <a:pt x="46" y="110"/>
                  <a:pt x="46" y="110"/>
                  <a:pt x="46" y="110"/>
                </a:cubicBezTo>
                <a:cubicBezTo>
                  <a:pt x="46" y="111"/>
                  <a:pt x="45" y="112"/>
                  <a:pt x="44" y="112"/>
                </a:cubicBezTo>
                <a:cubicBezTo>
                  <a:pt x="35" y="112"/>
                  <a:pt x="35" y="112"/>
                  <a:pt x="35" y="112"/>
                </a:cubicBezTo>
                <a:cubicBezTo>
                  <a:pt x="34" y="112"/>
                  <a:pt x="33" y="111"/>
                  <a:pt x="33" y="110"/>
                </a:cubicBezTo>
                <a:cubicBezTo>
                  <a:pt x="33" y="74"/>
                  <a:pt x="33" y="74"/>
                  <a:pt x="33" y="74"/>
                </a:cubicBezTo>
                <a:cubicBezTo>
                  <a:pt x="33" y="73"/>
                  <a:pt x="34" y="72"/>
                  <a:pt x="35" y="72"/>
                </a:cubicBezTo>
                <a:cubicBezTo>
                  <a:pt x="44" y="72"/>
                  <a:pt x="44" y="72"/>
                  <a:pt x="44" y="72"/>
                </a:cubicBezTo>
                <a:cubicBezTo>
                  <a:pt x="45" y="72"/>
                  <a:pt x="46" y="73"/>
                  <a:pt x="46" y="74"/>
                </a:cubicBezTo>
                <a:close/>
                <a:moveTo>
                  <a:pt x="67" y="52"/>
                </a:moveTo>
                <a:cubicBezTo>
                  <a:pt x="63" y="52"/>
                  <a:pt x="59" y="56"/>
                  <a:pt x="59" y="61"/>
                </a:cubicBezTo>
                <a:cubicBezTo>
                  <a:pt x="59" y="110"/>
                  <a:pt x="59" y="110"/>
                  <a:pt x="59" y="110"/>
                </a:cubicBezTo>
                <a:cubicBezTo>
                  <a:pt x="59" y="115"/>
                  <a:pt x="63" y="119"/>
                  <a:pt x="67" y="119"/>
                </a:cubicBezTo>
                <a:cubicBezTo>
                  <a:pt x="76" y="119"/>
                  <a:pt x="76" y="119"/>
                  <a:pt x="76" y="119"/>
                </a:cubicBezTo>
                <a:cubicBezTo>
                  <a:pt x="81" y="119"/>
                  <a:pt x="85" y="115"/>
                  <a:pt x="85" y="110"/>
                </a:cubicBezTo>
                <a:cubicBezTo>
                  <a:pt x="85" y="61"/>
                  <a:pt x="85" y="61"/>
                  <a:pt x="85" y="61"/>
                </a:cubicBezTo>
                <a:cubicBezTo>
                  <a:pt x="85" y="56"/>
                  <a:pt x="81" y="52"/>
                  <a:pt x="76" y="52"/>
                </a:cubicBezTo>
                <a:lnTo>
                  <a:pt x="67" y="52"/>
                </a:lnTo>
                <a:close/>
                <a:moveTo>
                  <a:pt x="78" y="61"/>
                </a:moveTo>
                <a:cubicBezTo>
                  <a:pt x="78" y="110"/>
                  <a:pt x="78" y="110"/>
                  <a:pt x="78" y="110"/>
                </a:cubicBezTo>
                <a:cubicBezTo>
                  <a:pt x="78" y="111"/>
                  <a:pt x="77" y="112"/>
                  <a:pt x="76" y="112"/>
                </a:cubicBezTo>
                <a:cubicBezTo>
                  <a:pt x="67" y="112"/>
                  <a:pt x="67" y="112"/>
                  <a:pt x="67" y="112"/>
                </a:cubicBezTo>
                <a:cubicBezTo>
                  <a:pt x="66" y="112"/>
                  <a:pt x="65" y="111"/>
                  <a:pt x="65" y="110"/>
                </a:cubicBezTo>
                <a:cubicBezTo>
                  <a:pt x="65" y="61"/>
                  <a:pt x="65" y="61"/>
                  <a:pt x="65" y="61"/>
                </a:cubicBezTo>
                <a:cubicBezTo>
                  <a:pt x="65" y="60"/>
                  <a:pt x="66" y="59"/>
                  <a:pt x="67" y="59"/>
                </a:cubicBezTo>
                <a:cubicBezTo>
                  <a:pt x="76" y="59"/>
                  <a:pt x="76" y="59"/>
                  <a:pt x="76" y="59"/>
                </a:cubicBezTo>
                <a:cubicBezTo>
                  <a:pt x="77" y="59"/>
                  <a:pt x="78" y="60"/>
                  <a:pt x="78" y="61"/>
                </a:cubicBezTo>
                <a:close/>
                <a:moveTo>
                  <a:pt x="100" y="41"/>
                </a:moveTo>
                <a:cubicBezTo>
                  <a:pt x="95" y="41"/>
                  <a:pt x="91" y="45"/>
                  <a:pt x="91" y="50"/>
                </a:cubicBezTo>
                <a:cubicBezTo>
                  <a:pt x="91" y="110"/>
                  <a:pt x="91" y="110"/>
                  <a:pt x="91" y="110"/>
                </a:cubicBezTo>
                <a:cubicBezTo>
                  <a:pt x="91" y="115"/>
                  <a:pt x="95" y="119"/>
                  <a:pt x="100" y="119"/>
                </a:cubicBezTo>
                <a:cubicBezTo>
                  <a:pt x="109" y="119"/>
                  <a:pt x="109" y="119"/>
                  <a:pt x="109" y="119"/>
                </a:cubicBezTo>
                <a:cubicBezTo>
                  <a:pt x="114" y="119"/>
                  <a:pt x="117" y="115"/>
                  <a:pt x="117" y="110"/>
                </a:cubicBezTo>
                <a:cubicBezTo>
                  <a:pt x="117" y="50"/>
                  <a:pt x="117" y="50"/>
                  <a:pt x="117" y="50"/>
                </a:cubicBezTo>
                <a:cubicBezTo>
                  <a:pt x="117" y="45"/>
                  <a:pt x="114" y="41"/>
                  <a:pt x="109" y="41"/>
                </a:cubicBezTo>
                <a:lnTo>
                  <a:pt x="100" y="41"/>
                </a:lnTo>
                <a:close/>
                <a:moveTo>
                  <a:pt x="111" y="50"/>
                </a:moveTo>
                <a:cubicBezTo>
                  <a:pt x="111" y="110"/>
                  <a:pt x="111" y="110"/>
                  <a:pt x="111" y="110"/>
                </a:cubicBezTo>
                <a:cubicBezTo>
                  <a:pt x="111" y="111"/>
                  <a:pt x="110" y="112"/>
                  <a:pt x="109" y="112"/>
                </a:cubicBezTo>
                <a:cubicBezTo>
                  <a:pt x="100" y="112"/>
                  <a:pt x="100" y="112"/>
                  <a:pt x="100" y="112"/>
                </a:cubicBezTo>
                <a:cubicBezTo>
                  <a:pt x="99" y="112"/>
                  <a:pt x="98" y="111"/>
                  <a:pt x="98" y="110"/>
                </a:cubicBezTo>
                <a:cubicBezTo>
                  <a:pt x="98" y="50"/>
                  <a:pt x="98" y="50"/>
                  <a:pt x="98" y="50"/>
                </a:cubicBezTo>
                <a:cubicBezTo>
                  <a:pt x="98" y="49"/>
                  <a:pt x="99" y="48"/>
                  <a:pt x="100" y="48"/>
                </a:cubicBezTo>
                <a:cubicBezTo>
                  <a:pt x="109" y="48"/>
                  <a:pt x="109" y="48"/>
                  <a:pt x="109" y="48"/>
                </a:cubicBezTo>
                <a:cubicBezTo>
                  <a:pt x="110" y="48"/>
                  <a:pt x="111" y="49"/>
                  <a:pt x="111" y="50"/>
                </a:cubicBezTo>
                <a:close/>
                <a:moveTo>
                  <a:pt x="124" y="38"/>
                </a:moveTo>
                <a:cubicBezTo>
                  <a:pt x="124" y="110"/>
                  <a:pt x="124" y="110"/>
                  <a:pt x="124" y="110"/>
                </a:cubicBezTo>
                <a:cubicBezTo>
                  <a:pt x="124" y="115"/>
                  <a:pt x="127" y="119"/>
                  <a:pt x="132" y="119"/>
                </a:cubicBezTo>
                <a:cubicBezTo>
                  <a:pt x="141" y="119"/>
                  <a:pt x="141" y="119"/>
                  <a:pt x="141" y="119"/>
                </a:cubicBezTo>
                <a:cubicBezTo>
                  <a:pt x="146" y="119"/>
                  <a:pt x="150" y="115"/>
                  <a:pt x="150" y="110"/>
                </a:cubicBezTo>
                <a:cubicBezTo>
                  <a:pt x="150" y="38"/>
                  <a:pt x="150" y="38"/>
                  <a:pt x="150" y="38"/>
                </a:cubicBezTo>
                <a:cubicBezTo>
                  <a:pt x="150" y="33"/>
                  <a:pt x="146" y="29"/>
                  <a:pt x="141" y="29"/>
                </a:cubicBezTo>
                <a:cubicBezTo>
                  <a:pt x="132" y="29"/>
                  <a:pt x="132" y="29"/>
                  <a:pt x="132" y="29"/>
                </a:cubicBezTo>
                <a:cubicBezTo>
                  <a:pt x="127" y="29"/>
                  <a:pt x="124" y="33"/>
                  <a:pt x="124" y="38"/>
                </a:cubicBezTo>
                <a:close/>
                <a:moveTo>
                  <a:pt x="143" y="38"/>
                </a:moveTo>
                <a:cubicBezTo>
                  <a:pt x="143" y="110"/>
                  <a:pt x="143" y="110"/>
                  <a:pt x="143" y="110"/>
                </a:cubicBezTo>
                <a:cubicBezTo>
                  <a:pt x="143" y="111"/>
                  <a:pt x="142" y="112"/>
                  <a:pt x="141" y="112"/>
                </a:cubicBezTo>
                <a:cubicBezTo>
                  <a:pt x="132" y="112"/>
                  <a:pt x="132" y="112"/>
                  <a:pt x="132" y="112"/>
                </a:cubicBezTo>
                <a:cubicBezTo>
                  <a:pt x="131" y="112"/>
                  <a:pt x="130" y="111"/>
                  <a:pt x="130" y="110"/>
                </a:cubicBezTo>
                <a:cubicBezTo>
                  <a:pt x="130" y="38"/>
                  <a:pt x="130" y="38"/>
                  <a:pt x="130" y="38"/>
                </a:cubicBezTo>
                <a:cubicBezTo>
                  <a:pt x="130" y="37"/>
                  <a:pt x="131" y="36"/>
                  <a:pt x="132" y="36"/>
                </a:cubicBezTo>
                <a:cubicBezTo>
                  <a:pt x="141" y="36"/>
                  <a:pt x="141" y="36"/>
                  <a:pt x="141" y="36"/>
                </a:cubicBezTo>
                <a:cubicBezTo>
                  <a:pt x="142" y="36"/>
                  <a:pt x="143" y="37"/>
                  <a:pt x="143" y="38"/>
                </a:cubicBezTo>
                <a:close/>
                <a:moveTo>
                  <a:pt x="83" y="28"/>
                </a:moveTo>
                <a:cubicBezTo>
                  <a:pt x="104" y="20"/>
                  <a:pt x="125" y="8"/>
                  <a:pt x="125" y="8"/>
                </a:cubicBezTo>
                <a:cubicBezTo>
                  <a:pt x="121" y="0"/>
                  <a:pt x="121" y="0"/>
                  <a:pt x="121" y="0"/>
                </a:cubicBezTo>
                <a:cubicBezTo>
                  <a:pt x="129" y="3"/>
                  <a:pt x="129" y="3"/>
                  <a:pt x="129" y="3"/>
                </a:cubicBezTo>
                <a:cubicBezTo>
                  <a:pt x="136" y="6"/>
                  <a:pt x="136" y="6"/>
                  <a:pt x="136" y="6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2" y="21"/>
                  <a:pt x="132" y="21"/>
                  <a:pt x="132" y="21"/>
                </a:cubicBezTo>
                <a:cubicBezTo>
                  <a:pt x="128" y="14"/>
                  <a:pt x="128" y="14"/>
                  <a:pt x="128" y="14"/>
                </a:cubicBezTo>
                <a:cubicBezTo>
                  <a:pt x="125" y="16"/>
                  <a:pt x="106" y="27"/>
                  <a:pt x="85" y="35"/>
                </a:cubicBezTo>
                <a:cubicBezTo>
                  <a:pt x="61" y="44"/>
                  <a:pt x="32" y="50"/>
                  <a:pt x="31" y="50"/>
                </a:cubicBezTo>
                <a:cubicBezTo>
                  <a:pt x="31" y="50"/>
                  <a:pt x="31" y="50"/>
                  <a:pt x="31" y="50"/>
                </a:cubicBezTo>
                <a:cubicBezTo>
                  <a:pt x="29" y="50"/>
                  <a:pt x="28" y="49"/>
                  <a:pt x="27" y="47"/>
                </a:cubicBezTo>
                <a:cubicBezTo>
                  <a:pt x="27" y="46"/>
                  <a:pt x="28" y="44"/>
                  <a:pt x="30" y="43"/>
                </a:cubicBezTo>
                <a:cubicBezTo>
                  <a:pt x="30" y="43"/>
                  <a:pt x="60" y="37"/>
                  <a:pt x="83" y="28"/>
                </a:cubicBezTo>
                <a:close/>
                <a:moveTo>
                  <a:pt x="160" y="131"/>
                </a:moveTo>
                <a:cubicBezTo>
                  <a:pt x="155" y="137"/>
                  <a:pt x="155" y="137"/>
                  <a:pt x="155" y="137"/>
                </a:cubicBezTo>
                <a:cubicBezTo>
                  <a:pt x="150" y="143"/>
                  <a:pt x="150" y="143"/>
                  <a:pt x="150" y="143"/>
                </a:cubicBezTo>
                <a:cubicBezTo>
                  <a:pt x="150" y="135"/>
                  <a:pt x="150" y="135"/>
                  <a:pt x="150" y="135"/>
                </a:cubicBezTo>
                <a:cubicBezTo>
                  <a:pt x="14" y="135"/>
                  <a:pt x="14" y="135"/>
                  <a:pt x="14" y="135"/>
                </a:cubicBezTo>
                <a:cubicBezTo>
                  <a:pt x="12" y="135"/>
                  <a:pt x="10" y="133"/>
                  <a:pt x="10" y="131"/>
                </a:cubicBezTo>
                <a:cubicBezTo>
                  <a:pt x="10" y="23"/>
                  <a:pt x="10" y="23"/>
                  <a:pt x="1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7" y="17"/>
                  <a:pt x="7" y="17"/>
                  <a:pt x="7" y="17"/>
                </a:cubicBezTo>
                <a:cubicBezTo>
                  <a:pt x="14" y="11"/>
                  <a:pt x="14" y="11"/>
                  <a:pt x="14" y="11"/>
                </a:cubicBezTo>
                <a:cubicBezTo>
                  <a:pt x="21" y="17"/>
                  <a:pt x="21" y="17"/>
                  <a:pt x="21" y="17"/>
                </a:cubicBezTo>
                <a:cubicBezTo>
                  <a:pt x="27" y="23"/>
                  <a:pt x="27" y="23"/>
                  <a:pt x="2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0" y="128"/>
                  <a:pt x="150" y="128"/>
                  <a:pt x="150" y="128"/>
                </a:cubicBezTo>
                <a:cubicBezTo>
                  <a:pt x="150" y="120"/>
                  <a:pt x="150" y="120"/>
                  <a:pt x="150" y="120"/>
                </a:cubicBezTo>
                <a:cubicBezTo>
                  <a:pt x="155" y="126"/>
                  <a:pt x="155" y="126"/>
                  <a:pt x="155" y="126"/>
                </a:cubicBezTo>
                <a:lnTo>
                  <a:pt x="160" y="1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9410" name="Google Shape;1064;p35"/>
          <p:cNvSpPr>
            <a:spLocks/>
          </p:cNvSpPr>
          <p:nvPr/>
        </p:nvSpPr>
        <p:spPr bwMode="auto">
          <a:xfrm>
            <a:off x="10366375" y="3968750"/>
            <a:ext cx="639763" cy="747713"/>
          </a:xfrm>
          <a:custGeom>
            <a:avLst/>
            <a:gdLst>
              <a:gd name="T0" fmla="*/ 64 w 156"/>
              <a:gd name="T1" fmla="*/ 182 h 182"/>
              <a:gd name="T2" fmla="*/ 64 w 156"/>
              <a:gd name="T3" fmla="*/ 175 h 182"/>
              <a:gd name="T4" fmla="*/ 93 w 156"/>
              <a:gd name="T5" fmla="*/ 178 h 182"/>
              <a:gd name="T6" fmla="*/ 97 w 156"/>
              <a:gd name="T7" fmla="*/ 170 h 182"/>
              <a:gd name="T8" fmla="*/ 54 w 156"/>
              <a:gd name="T9" fmla="*/ 167 h 182"/>
              <a:gd name="T10" fmla="*/ 97 w 156"/>
              <a:gd name="T11" fmla="*/ 163 h 182"/>
              <a:gd name="T12" fmla="*/ 97 w 156"/>
              <a:gd name="T13" fmla="*/ 170 h 182"/>
              <a:gd name="T14" fmla="*/ 62 w 156"/>
              <a:gd name="T15" fmla="*/ 157 h 182"/>
              <a:gd name="T16" fmla="*/ 50 w 156"/>
              <a:gd name="T17" fmla="*/ 149 h 182"/>
              <a:gd name="T18" fmla="*/ 48 w 156"/>
              <a:gd name="T19" fmla="*/ 131 h 182"/>
              <a:gd name="T20" fmla="*/ 27 w 156"/>
              <a:gd name="T21" fmla="*/ 67 h 182"/>
              <a:gd name="T22" fmla="*/ 126 w 156"/>
              <a:gd name="T23" fmla="*/ 67 h 182"/>
              <a:gd name="T24" fmla="*/ 105 w 156"/>
              <a:gd name="T25" fmla="*/ 131 h 182"/>
              <a:gd name="T26" fmla="*/ 103 w 156"/>
              <a:gd name="T27" fmla="*/ 149 h 182"/>
              <a:gd name="T28" fmla="*/ 77 w 156"/>
              <a:gd name="T29" fmla="*/ 157 h 182"/>
              <a:gd name="T30" fmla="*/ 91 w 156"/>
              <a:gd name="T31" fmla="*/ 151 h 182"/>
              <a:gd name="T32" fmla="*/ 97 w 156"/>
              <a:gd name="T33" fmla="*/ 141 h 182"/>
              <a:gd name="T34" fmla="*/ 113 w 156"/>
              <a:gd name="T35" fmla="*/ 102 h 182"/>
              <a:gd name="T36" fmla="*/ 77 w 156"/>
              <a:gd name="T37" fmla="*/ 39 h 182"/>
              <a:gd name="T38" fmla="*/ 40 w 156"/>
              <a:gd name="T39" fmla="*/ 102 h 182"/>
              <a:gd name="T40" fmla="*/ 56 w 156"/>
              <a:gd name="T41" fmla="*/ 141 h 182"/>
              <a:gd name="T42" fmla="*/ 62 w 156"/>
              <a:gd name="T43" fmla="*/ 151 h 182"/>
              <a:gd name="T44" fmla="*/ 17 w 156"/>
              <a:gd name="T45" fmla="*/ 84 h 182"/>
              <a:gd name="T46" fmla="*/ 0 w 156"/>
              <a:gd name="T47" fmla="*/ 80 h 182"/>
              <a:gd name="T48" fmla="*/ 17 w 156"/>
              <a:gd name="T49" fmla="*/ 77 h 182"/>
              <a:gd name="T50" fmla="*/ 17 w 156"/>
              <a:gd name="T51" fmla="*/ 84 h 182"/>
              <a:gd name="T52" fmla="*/ 136 w 156"/>
              <a:gd name="T53" fmla="*/ 81 h 182"/>
              <a:gd name="T54" fmla="*/ 136 w 156"/>
              <a:gd name="T55" fmla="*/ 74 h 182"/>
              <a:gd name="T56" fmla="*/ 156 w 156"/>
              <a:gd name="T57" fmla="*/ 78 h 182"/>
              <a:gd name="T58" fmla="*/ 46 w 156"/>
              <a:gd name="T59" fmla="*/ 78 h 182"/>
              <a:gd name="T60" fmla="*/ 43 w 156"/>
              <a:gd name="T61" fmla="*/ 74 h 182"/>
              <a:gd name="T62" fmla="*/ 78 w 156"/>
              <a:gd name="T63" fmla="*/ 49 h 182"/>
              <a:gd name="T64" fmla="*/ 78 w 156"/>
              <a:gd name="T65" fmla="*/ 56 h 182"/>
              <a:gd name="T66" fmla="*/ 46 w 156"/>
              <a:gd name="T67" fmla="*/ 78 h 182"/>
              <a:gd name="T68" fmla="*/ 117 w 156"/>
              <a:gd name="T69" fmla="*/ 40 h 182"/>
              <a:gd name="T70" fmla="*/ 129 w 156"/>
              <a:gd name="T71" fmla="*/ 24 h 182"/>
              <a:gd name="T72" fmla="*/ 134 w 156"/>
              <a:gd name="T73" fmla="*/ 29 h 182"/>
              <a:gd name="T74" fmla="*/ 120 w 156"/>
              <a:gd name="T75" fmla="*/ 41 h 182"/>
              <a:gd name="T76" fmla="*/ 32 w 156"/>
              <a:gd name="T77" fmla="*/ 40 h 182"/>
              <a:gd name="T78" fmla="*/ 20 w 156"/>
              <a:gd name="T79" fmla="*/ 24 h 182"/>
              <a:gd name="T80" fmla="*/ 36 w 156"/>
              <a:gd name="T81" fmla="*/ 35 h 182"/>
              <a:gd name="T82" fmla="*/ 34 w 156"/>
              <a:gd name="T83" fmla="*/ 41 h 182"/>
              <a:gd name="T84" fmla="*/ 73 w 156"/>
              <a:gd name="T85" fmla="*/ 23 h 182"/>
              <a:gd name="T86" fmla="*/ 77 w 156"/>
              <a:gd name="T87" fmla="*/ 0 h 182"/>
              <a:gd name="T88" fmla="*/ 80 w 156"/>
              <a:gd name="T89" fmla="*/ 23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6" h="182" extrusionOk="0">
                <a:moveTo>
                  <a:pt x="90" y="182"/>
                </a:moveTo>
                <a:cubicBezTo>
                  <a:pt x="64" y="182"/>
                  <a:pt x="64" y="182"/>
                  <a:pt x="64" y="182"/>
                </a:cubicBezTo>
                <a:cubicBezTo>
                  <a:pt x="63" y="182"/>
                  <a:pt x="61" y="180"/>
                  <a:pt x="61" y="178"/>
                </a:cubicBezTo>
                <a:cubicBezTo>
                  <a:pt x="61" y="176"/>
                  <a:pt x="63" y="175"/>
                  <a:pt x="64" y="175"/>
                </a:cubicBezTo>
                <a:cubicBezTo>
                  <a:pt x="90" y="175"/>
                  <a:pt x="90" y="175"/>
                  <a:pt x="90" y="175"/>
                </a:cubicBezTo>
                <a:cubicBezTo>
                  <a:pt x="91" y="175"/>
                  <a:pt x="93" y="176"/>
                  <a:pt x="93" y="178"/>
                </a:cubicBezTo>
                <a:cubicBezTo>
                  <a:pt x="93" y="180"/>
                  <a:pt x="91" y="182"/>
                  <a:pt x="90" y="182"/>
                </a:cubicBezTo>
                <a:close/>
                <a:moveTo>
                  <a:pt x="97" y="170"/>
                </a:moveTo>
                <a:cubicBezTo>
                  <a:pt x="57" y="170"/>
                  <a:pt x="57" y="170"/>
                  <a:pt x="57" y="170"/>
                </a:cubicBezTo>
                <a:cubicBezTo>
                  <a:pt x="55" y="170"/>
                  <a:pt x="54" y="169"/>
                  <a:pt x="54" y="167"/>
                </a:cubicBezTo>
                <a:cubicBezTo>
                  <a:pt x="54" y="165"/>
                  <a:pt x="55" y="163"/>
                  <a:pt x="57" y="163"/>
                </a:cubicBezTo>
                <a:cubicBezTo>
                  <a:pt x="97" y="163"/>
                  <a:pt x="97" y="163"/>
                  <a:pt x="97" y="163"/>
                </a:cubicBezTo>
                <a:cubicBezTo>
                  <a:pt x="99" y="163"/>
                  <a:pt x="100" y="165"/>
                  <a:pt x="100" y="167"/>
                </a:cubicBezTo>
                <a:cubicBezTo>
                  <a:pt x="100" y="169"/>
                  <a:pt x="99" y="170"/>
                  <a:pt x="97" y="170"/>
                </a:cubicBezTo>
                <a:close/>
                <a:moveTo>
                  <a:pt x="77" y="157"/>
                </a:moveTo>
                <a:cubicBezTo>
                  <a:pt x="70" y="157"/>
                  <a:pt x="62" y="157"/>
                  <a:pt x="62" y="157"/>
                </a:cubicBezTo>
                <a:cubicBezTo>
                  <a:pt x="62" y="157"/>
                  <a:pt x="62" y="157"/>
                  <a:pt x="62" y="157"/>
                </a:cubicBezTo>
                <a:cubicBezTo>
                  <a:pt x="55" y="157"/>
                  <a:pt x="51" y="155"/>
                  <a:pt x="50" y="149"/>
                </a:cubicBezTo>
                <a:cubicBezTo>
                  <a:pt x="49" y="146"/>
                  <a:pt x="49" y="143"/>
                  <a:pt x="49" y="141"/>
                </a:cubicBezTo>
                <a:cubicBezTo>
                  <a:pt x="49" y="137"/>
                  <a:pt x="49" y="134"/>
                  <a:pt x="48" y="131"/>
                </a:cubicBezTo>
                <a:cubicBezTo>
                  <a:pt x="42" y="122"/>
                  <a:pt x="39" y="115"/>
                  <a:pt x="34" y="105"/>
                </a:cubicBezTo>
                <a:cubicBezTo>
                  <a:pt x="29" y="96"/>
                  <a:pt x="23" y="81"/>
                  <a:pt x="27" y="67"/>
                </a:cubicBezTo>
                <a:cubicBezTo>
                  <a:pt x="31" y="50"/>
                  <a:pt x="50" y="32"/>
                  <a:pt x="77" y="32"/>
                </a:cubicBezTo>
                <a:cubicBezTo>
                  <a:pt x="103" y="32"/>
                  <a:pt x="122" y="50"/>
                  <a:pt x="126" y="67"/>
                </a:cubicBezTo>
                <a:cubicBezTo>
                  <a:pt x="130" y="81"/>
                  <a:pt x="124" y="96"/>
                  <a:pt x="119" y="105"/>
                </a:cubicBezTo>
                <a:cubicBezTo>
                  <a:pt x="114" y="115"/>
                  <a:pt x="111" y="122"/>
                  <a:pt x="105" y="131"/>
                </a:cubicBezTo>
                <a:cubicBezTo>
                  <a:pt x="104" y="134"/>
                  <a:pt x="104" y="137"/>
                  <a:pt x="104" y="141"/>
                </a:cubicBezTo>
                <a:cubicBezTo>
                  <a:pt x="104" y="143"/>
                  <a:pt x="104" y="146"/>
                  <a:pt x="103" y="149"/>
                </a:cubicBezTo>
                <a:cubicBezTo>
                  <a:pt x="102" y="155"/>
                  <a:pt x="98" y="157"/>
                  <a:pt x="91" y="157"/>
                </a:cubicBezTo>
                <a:cubicBezTo>
                  <a:pt x="91" y="157"/>
                  <a:pt x="84" y="157"/>
                  <a:pt x="77" y="157"/>
                </a:cubicBezTo>
                <a:close/>
                <a:moveTo>
                  <a:pt x="62" y="151"/>
                </a:moveTo>
                <a:cubicBezTo>
                  <a:pt x="63" y="151"/>
                  <a:pt x="91" y="151"/>
                  <a:pt x="91" y="151"/>
                </a:cubicBezTo>
                <a:cubicBezTo>
                  <a:pt x="96" y="151"/>
                  <a:pt x="96" y="150"/>
                  <a:pt x="96" y="147"/>
                </a:cubicBezTo>
                <a:cubicBezTo>
                  <a:pt x="97" y="145"/>
                  <a:pt x="97" y="143"/>
                  <a:pt x="97" y="141"/>
                </a:cubicBezTo>
                <a:cubicBezTo>
                  <a:pt x="97" y="136"/>
                  <a:pt x="97" y="132"/>
                  <a:pt x="99" y="128"/>
                </a:cubicBezTo>
                <a:cubicBezTo>
                  <a:pt x="105" y="119"/>
                  <a:pt x="108" y="112"/>
                  <a:pt x="113" y="102"/>
                </a:cubicBezTo>
                <a:cubicBezTo>
                  <a:pt x="117" y="95"/>
                  <a:pt x="123" y="81"/>
                  <a:pt x="120" y="69"/>
                </a:cubicBezTo>
                <a:cubicBezTo>
                  <a:pt x="116" y="55"/>
                  <a:pt x="100" y="39"/>
                  <a:pt x="77" y="39"/>
                </a:cubicBezTo>
                <a:cubicBezTo>
                  <a:pt x="53" y="39"/>
                  <a:pt x="37" y="55"/>
                  <a:pt x="33" y="69"/>
                </a:cubicBezTo>
                <a:cubicBezTo>
                  <a:pt x="30" y="81"/>
                  <a:pt x="36" y="95"/>
                  <a:pt x="40" y="102"/>
                </a:cubicBezTo>
                <a:cubicBezTo>
                  <a:pt x="45" y="112"/>
                  <a:pt x="48" y="119"/>
                  <a:pt x="54" y="128"/>
                </a:cubicBezTo>
                <a:cubicBezTo>
                  <a:pt x="56" y="132"/>
                  <a:pt x="56" y="136"/>
                  <a:pt x="56" y="141"/>
                </a:cubicBezTo>
                <a:cubicBezTo>
                  <a:pt x="56" y="143"/>
                  <a:pt x="56" y="145"/>
                  <a:pt x="57" y="147"/>
                </a:cubicBezTo>
                <a:cubicBezTo>
                  <a:pt x="57" y="150"/>
                  <a:pt x="57" y="151"/>
                  <a:pt x="62" y="151"/>
                </a:cubicBezTo>
                <a:cubicBezTo>
                  <a:pt x="62" y="151"/>
                  <a:pt x="62" y="151"/>
                  <a:pt x="62" y="151"/>
                </a:cubicBezTo>
                <a:close/>
                <a:moveTo>
                  <a:pt x="17" y="84"/>
                </a:moveTo>
                <a:cubicBezTo>
                  <a:pt x="4" y="84"/>
                  <a:pt x="4" y="84"/>
                  <a:pt x="4" y="84"/>
                </a:cubicBezTo>
                <a:cubicBezTo>
                  <a:pt x="2" y="84"/>
                  <a:pt x="0" y="82"/>
                  <a:pt x="0" y="80"/>
                </a:cubicBezTo>
                <a:cubicBezTo>
                  <a:pt x="0" y="78"/>
                  <a:pt x="2" y="77"/>
                  <a:pt x="4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19" y="77"/>
                  <a:pt x="20" y="78"/>
                  <a:pt x="20" y="80"/>
                </a:cubicBezTo>
                <a:cubicBezTo>
                  <a:pt x="20" y="82"/>
                  <a:pt x="19" y="84"/>
                  <a:pt x="17" y="84"/>
                </a:cubicBezTo>
                <a:close/>
                <a:moveTo>
                  <a:pt x="152" y="81"/>
                </a:moveTo>
                <a:cubicBezTo>
                  <a:pt x="136" y="81"/>
                  <a:pt x="136" y="81"/>
                  <a:pt x="136" y="81"/>
                </a:cubicBezTo>
                <a:cubicBezTo>
                  <a:pt x="134" y="81"/>
                  <a:pt x="133" y="80"/>
                  <a:pt x="133" y="78"/>
                </a:cubicBezTo>
                <a:cubicBezTo>
                  <a:pt x="133" y="76"/>
                  <a:pt x="134" y="74"/>
                  <a:pt x="136" y="74"/>
                </a:cubicBezTo>
                <a:cubicBezTo>
                  <a:pt x="152" y="74"/>
                  <a:pt x="152" y="74"/>
                  <a:pt x="152" y="74"/>
                </a:cubicBezTo>
                <a:cubicBezTo>
                  <a:pt x="154" y="74"/>
                  <a:pt x="156" y="76"/>
                  <a:pt x="156" y="78"/>
                </a:cubicBezTo>
                <a:cubicBezTo>
                  <a:pt x="156" y="80"/>
                  <a:pt x="154" y="81"/>
                  <a:pt x="152" y="81"/>
                </a:cubicBezTo>
                <a:close/>
                <a:moveTo>
                  <a:pt x="46" y="78"/>
                </a:moveTo>
                <a:cubicBezTo>
                  <a:pt x="46" y="78"/>
                  <a:pt x="46" y="78"/>
                  <a:pt x="45" y="78"/>
                </a:cubicBezTo>
                <a:cubicBezTo>
                  <a:pt x="43" y="78"/>
                  <a:pt x="42" y="76"/>
                  <a:pt x="43" y="74"/>
                </a:cubicBezTo>
                <a:cubicBezTo>
                  <a:pt x="46" y="62"/>
                  <a:pt x="59" y="49"/>
                  <a:pt x="78" y="49"/>
                </a:cubicBezTo>
                <a:cubicBezTo>
                  <a:pt x="78" y="49"/>
                  <a:pt x="78" y="49"/>
                  <a:pt x="78" y="49"/>
                </a:cubicBezTo>
                <a:cubicBezTo>
                  <a:pt x="80" y="49"/>
                  <a:pt x="82" y="50"/>
                  <a:pt x="82" y="52"/>
                </a:cubicBezTo>
                <a:cubicBezTo>
                  <a:pt x="82" y="54"/>
                  <a:pt x="80" y="56"/>
                  <a:pt x="78" y="56"/>
                </a:cubicBezTo>
                <a:cubicBezTo>
                  <a:pt x="63" y="56"/>
                  <a:pt x="52" y="66"/>
                  <a:pt x="49" y="76"/>
                </a:cubicBezTo>
                <a:cubicBezTo>
                  <a:pt x="49" y="77"/>
                  <a:pt x="48" y="78"/>
                  <a:pt x="46" y="78"/>
                </a:cubicBezTo>
                <a:close/>
                <a:moveTo>
                  <a:pt x="120" y="41"/>
                </a:moveTo>
                <a:cubicBezTo>
                  <a:pt x="119" y="41"/>
                  <a:pt x="118" y="41"/>
                  <a:pt x="117" y="40"/>
                </a:cubicBezTo>
                <a:cubicBezTo>
                  <a:pt x="116" y="39"/>
                  <a:pt x="116" y="37"/>
                  <a:pt x="117" y="35"/>
                </a:cubicBezTo>
                <a:cubicBezTo>
                  <a:pt x="129" y="24"/>
                  <a:pt x="129" y="24"/>
                  <a:pt x="129" y="24"/>
                </a:cubicBezTo>
                <a:cubicBezTo>
                  <a:pt x="130" y="23"/>
                  <a:pt x="132" y="23"/>
                  <a:pt x="134" y="24"/>
                </a:cubicBezTo>
                <a:cubicBezTo>
                  <a:pt x="135" y="25"/>
                  <a:pt x="135" y="27"/>
                  <a:pt x="134" y="29"/>
                </a:cubicBezTo>
                <a:cubicBezTo>
                  <a:pt x="122" y="40"/>
                  <a:pt x="122" y="40"/>
                  <a:pt x="122" y="40"/>
                </a:cubicBezTo>
                <a:cubicBezTo>
                  <a:pt x="122" y="41"/>
                  <a:pt x="121" y="41"/>
                  <a:pt x="120" y="41"/>
                </a:cubicBezTo>
                <a:close/>
                <a:moveTo>
                  <a:pt x="34" y="41"/>
                </a:moveTo>
                <a:cubicBezTo>
                  <a:pt x="33" y="41"/>
                  <a:pt x="32" y="41"/>
                  <a:pt x="32" y="40"/>
                </a:cubicBezTo>
                <a:cubicBezTo>
                  <a:pt x="20" y="29"/>
                  <a:pt x="20" y="29"/>
                  <a:pt x="20" y="29"/>
                </a:cubicBezTo>
                <a:cubicBezTo>
                  <a:pt x="19" y="27"/>
                  <a:pt x="19" y="25"/>
                  <a:pt x="20" y="24"/>
                </a:cubicBezTo>
                <a:cubicBezTo>
                  <a:pt x="22" y="23"/>
                  <a:pt x="24" y="23"/>
                  <a:pt x="25" y="24"/>
                </a:cubicBezTo>
                <a:cubicBezTo>
                  <a:pt x="36" y="35"/>
                  <a:pt x="36" y="35"/>
                  <a:pt x="36" y="35"/>
                </a:cubicBezTo>
                <a:cubicBezTo>
                  <a:pt x="38" y="37"/>
                  <a:pt x="38" y="39"/>
                  <a:pt x="36" y="40"/>
                </a:cubicBezTo>
                <a:cubicBezTo>
                  <a:pt x="36" y="41"/>
                  <a:pt x="35" y="41"/>
                  <a:pt x="34" y="41"/>
                </a:cubicBezTo>
                <a:close/>
                <a:moveTo>
                  <a:pt x="77" y="26"/>
                </a:moveTo>
                <a:cubicBezTo>
                  <a:pt x="75" y="26"/>
                  <a:pt x="73" y="24"/>
                  <a:pt x="73" y="23"/>
                </a:cubicBezTo>
                <a:cubicBezTo>
                  <a:pt x="73" y="3"/>
                  <a:pt x="73" y="3"/>
                  <a:pt x="73" y="3"/>
                </a:cubicBezTo>
                <a:cubicBezTo>
                  <a:pt x="73" y="2"/>
                  <a:pt x="75" y="0"/>
                  <a:pt x="77" y="0"/>
                </a:cubicBezTo>
                <a:cubicBezTo>
                  <a:pt x="78" y="0"/>
                  <a:pt x="80" y="2"/>
                  <a:pt x="80" y="3"/>
                </a:cubicBezTo>
                <a:cubicBezTo>
                  <a:pt x="80" y="23"/>
                  <a:pt x="80" y="23"/>
                  <a:pt x="80" y="23"/>
                </a:cubicBezTo>
                <a:cubicBezTo>
                  <a:pt x="80" y="24"/>
                  <a:pt x="78" y="26"/>
                  <a:pt x="77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9411" name="Google Shape;1065;p35"/>
          <p:cNvSpPr txBox="1">
            <a:spLocks noChangeArrowheads="1"/>
          </p:cNvSpPr>
          <p:nvPr/>
        </p:nvSpPr>
        <p:spPr bwMode="auto">
          <a:xfrm>
            <a:off x="2368550" y="5183188"/>
            <a:ext cx="18669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9412" name="Google Shape;1066;p35"/>
          <p:cNvSpPr txBox="1">
            <a:spLocks noChangeArrowheads="1"/>
          </p:cNvSpPr>
          <p:nvPr/>
        </p:nvSpPr>
        <p:spPr bwMode="auto">
          <a:xfrm>
            <a:off x="7997825" y="1139825"/>
            <a:ext cx="18669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  <p:sp>
        <p:nvSpPr>
          <p:cNvPr id="59413" name="Google Shape;1067;p35"/>
          <p:cNvSpPr txBox="1">
            <a:spLocks noChangeArrowheads="1"/>
          </p:cNvSpPr>
          <p:nvPr/>
        </p:nvSpPr>
        <p:spPr bwMode="auto">
          <a:xfrm>
            <a:off x="7997825" y="3830638"/>
            <a:ext cx="18669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 hangingPunct="1">
              <a:buSzPts val="1600"/>
              <a:buFont typeface="Open Sans" panose="020B0606030504020204" pitchFamily="34" charset="0"/>
              <a:buNone/>
            </a:pPr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Lorem ipsum dolor sit amet, elit Consetur adipin nnscing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1229</Words>
  <Application>Microsoft Office PowerPoint</Application>
  <PresentationFormat>Panorámica</PresentationFormat>
  <Paragraphs>308</Paragraphs>
  <Slides>23</Slides>
  <Notes>23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Тема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Вадим</dc:creator>
  <cp:lastModifiedBy>Didier Morales</cp:lastModifiedBy>
  <cp:revision>7</cp:revision>
  <dcterms:modified xsi:type="dcterms:W3CDTF">2024-06-27T18:17:51Z</dcterms:modified>
</cp:coreProperties>
</file>