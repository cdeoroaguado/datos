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s-CO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00" autoAdjust="0"/>
    <p:restoredTop sz="94660"/>
  </p:normalViewPr>
  <p:slideViewPr>
    <p:cSldViewPr snapToGrid="0">
      <p:cViewPr varScale="1">
        <p:scale>
          <a:sx n="86" d="100"/>
          <a:sy n="86" d="100"/>
        </p:scale>
        <p:origin x="562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BE3F25D-9AE5-716A-0ADC-D7CD8F05C1B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5B60ABCF-10D7-A99B-25AF-2C7B1B022A7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89EBBFBE-87AE-C981-FD5B-D60F3060B3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B37984-2244-4FD2-A4DA-2B1B8BAFE328}" type="datetimeFigureOut">
              <a:rPr lang="es-CO" smtClean="0"/>
              <a:t>19/12/2022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FAAF38E2-5FFF-D7F9-B95C-921CA22ACA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F83D98ED-4E60-9704-1942-5C8887555A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26AA15-3FAF-4998-A8BA-D5A834F582CD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58673656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B00442D-492B-069D-6B45-C12923CBC3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E3753E33-627E-4572-C387-F01E1CB3232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E50139C8-35FE-7840-3B6C-796941B625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B37984-2244-4FD2-A4DA-2B1B8BAFE328}" type="datetimeFigureOut">
              <a:rPr lang="es-CO" smtClean="0"/>
              <a:t>19/12/2022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B451266F-442D-C0EF-05A7-7AA3AE5C17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8C7C2C83-220D-0519-9037-28896027C9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26AA15-3FAF-4998-A8BA-D5A834F582CD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06696343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5B77FD3-56EC-73C6-8BB7-B857FE8430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F845F9C9-3265-E6F3-80FD-597FF1DE8E0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BF3E1FBC-F953-FF34-0040-110944881A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B37984-2244-4FD2-A4DA-2B1B8BAFE328}" type="datetimeFigureOut">
              <a:rPr lang="es-CO" smtClean="0"/>
              <a:t>19/12/2022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5BDA63A9-6337-11A7-490E-165A7104B0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69A35D0A-6D87-BC6A-2359-7DDC51FB02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26AA15-3FAF-4998-A8BA-D5A834F582CD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90682044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9EB5B3A-5AA6-4304-501F-2E0672061C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3F8F656C-5BF2-33FE-FECA-0B777B59924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B3107B19-99CC-0672-7358-2D10912073F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40665A41-F098-ABB6-3198-80328A7570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B37984-2244-4FD2-A4DA-2B1B8BAFE328}" type="datetimeFigureOut">
              <a:rPr lang="es-CO" smtClean="0"/>
              <a:t>19/12/2022</a:t>
            </a:fld>
            <a:endParaRPr lang="es-C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2DDA7138-3A72-C4A8-24A1-A78110A634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1AE7F0E3-248C-32EF-A5D4-164228F32A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26AA15-3FAF-4998-A8BA-D5A834F582CD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72276144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9775E24-E843-571B-749D-46C67FE419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22718F81-B865-43AE-EC3C-EED1A05E7AF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AADB235A-0AC8-F2C2-8AD6-7D18841EC15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E807CBFE-7D1E-34D1-9249-393F1C82D53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7E20307E-7C98-EB44-25EF-D9953546DB8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FF6B1E0A-8B52-1DB6-A342-2E1F29FEBF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B37984-2244-4FD2-A4DA-2B1B8BAFE328}" type="datetimeFigureOut">
              <a:rPr lang="es-CO" smtClean="0"/>
              <a:t>19/12/2022</a:t>
            </a:fld>
            <a:endParaRPr lang="es-CO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AF36B618-6DC3-B3CC-5BCB-D068758FE9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D857C239-0BB8-ACA3-1D6A-76C2E14FFC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26AA15-3FAF-4998-A8BA-D5A834F582CD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89149674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007E70C-6676-3558-C43F-1DF731AAFC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C96C89E3-3A46-81A8-E7CD-CD23A6CA79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B37984-2244-4FD2-A4DA-2B1B8BAFE328}" type="datetimeFigureOut">
              <a:rPr lang="es-CO" smtClean="0"/>
              <a:t>19/12/2022</a:t>
            </a:fld>
            <a:endParaRPr lang="es-CO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09DCE679-1197-EB4D-DACA-7734040CEA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3DD45EEC-F73D-80A5-3E38-39E899A58C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26AA15-3FAF-4998-A8BA-D5A834F582CD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34862259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151442AB-6AD6-8DEC-3C33-604F81358F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B37984-2244-4FD2-A4DA-2B1B8BAFE328}" type="datetimeFigureOut">
              <a:rPr lang="es-CO" smtClean="0"/>
              <a:t>19/12/2022</a:t>
            </a:fld>
            <a:endParaRPr lang="es-CO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9EB8656D-FED5-4CA6-25B9-5847D02C28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0203718E-7681-5B8D-36E7-E7B94E654E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26AA15-3FAF-4998-A8BA-D5A834F582CD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01963142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0954DF6-A14F-BE00-2ED7-9DCF420B0B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4ED2BADF-2FD1-5665-E15A-8824568F3AB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77143E42-20A5-6C42-0F64-73FCB114D46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8D969042-E223-1605-AE6F-E852DC5FF9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B37984-2244-4FD2-A4DA-2B1B8BAFE328}" type="datetimeFigureOut">
              <a:rPr lang="es-CO" smtClean="0"/>
              <a:t>19/12/2022</a:t>
            </a:fld>
            <a:endParaRPr lang="es-C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849AADB1-5761-9680-F262-644586117D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CD2BD6C6-29AD-E371-7553-0BDE67FEE4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26AA15-3FAF-4998-A8BA-D5A834F582CD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21137821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008CD18-2C96-FB7E-E87D-5016CA94F9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54500C5A-E4F3-41FB-8F86-7F0E5D33331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CO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7D38386A-6DF8-49A5-BA23-412331FD9D9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5882C6FA-EEF3-4F45-F117-47A1B86121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B37984-2244-4FD2-A4DA-2B1B8BAFE328}" type="datetimeFigureOut">
              <a:rPr lang="es-CO" smtClean="0"/>
              <a:t>19/12/2022</a:t>
            </a:fld>
            <a:endParaRPr lang="es-C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019C93DE-EA3B-EA8D-483B-3548FDC745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11C610B2-FF5E-3972-4C89-C823F15741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26AA15-3FAF-4998-A8BA-D5A834F582CD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63173907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08EA3C5-7C12-6664-BEF5-E23AE3A9DB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D39DAD3C-C1F7-6E29-7858-D0793A918A6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80D2A4A3-636F-8BAC-F6C6-5BA0F0582A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B37984-2244-4FD2-A4DA-2B1B8BAFE328}" type="datetimeFigureOut">
              <a:rPr lang="es-CO" smtClean="0"/>
              <a:t>19/12/2022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80436F2A-901E-4C0D-AC54-B20AA5C416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A7A68414-5722-1C3E-F146-33C1C58B23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26AA15-3FAF-4998-A8BA-D5A834F582CD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427681964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3BDB6064-5E03-BC61-EDE7-E3CD93605A0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D56578D9-8098-A690-8288-B340CC99710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3CDA32FC-A197-E6F1-74FC-BFF3CCDE81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B37984-2244-4FD2-A4DA-2B1B8BAFE328}" type="datetimeFigureOut">
              <a:rPr lang="es-CO" smtClean="0"/>
              <a:t>19/12/2022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D95BCD46-D41C-FD1C-BF02-40A96B9D9C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CBDB92CE-D33F-E81F-8708-11DB54CC84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26AA15-3FAF-4998-A8BA-D5A834F582CD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78922040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C54C593F-1088-4452-6481-A6AE94293D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44AC706A-5253-6FC3-8129-B113BDAADC8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ED564C82-E99F-88B9-3191-51945BA8071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CB37984-2244-4FD2-A4DA-2B1B8BAFE328}" type="datetimeFigureOut">
              <a:rPr lang="es-CO" smtClean="0"/>
              <a:t>19/12/2022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2C7FEA4D-83E3-E15A-46FA-81128588B99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6E6C4E23-0CEB-193C-5E94-D4E94644EF8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D26AA15-3FAF-4998-A8BA-D5A834F582CD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2345760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C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image" Target="../media/image9.png"/><Relationship Id="rId7" Type="http://schemas.openxmlformats.org/officeDocument/2006/relationships/image" Target="../media/image13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Relationship Id="rId9" Type="http://schemas.openxmlformats.org/officeDocument/2006/relationships/image" Target="../media/image1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 descr="Forma&#10;&#10;Descripción generada automáticamente con confianza baja">
            <a:extLst>
              <a:ext uri="{FF2B5EF4-FFF2-40B4-BE49-F238E27FC236}">
                <a16:creationId xmlns:a16="http://schemas.microsoft.com/office/drawing/2014/main" id="{469D51B6-4834-9445-D754-9E3129E83D6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2923" y="270469"/>
            <a:ext cx="2438095" cy="2438095"/>
          </a:xfrm>
          <a:prstGeom prst="rect">
            <a:avLst/>
          </a:prstGeom>
        </p:spPr>
      </p:pic>
      <p:pic>
        <p:nvPicPr>
          <p:cNvPr id="7" name="Imagen 6" descr="Forma&#10;&#10;Descripción generada automáticamente con confianza baja">
            <a:extLst>
              <a:ext uri="{FF2B5EF4-FFF2-40B4-BE49-F238E27FC236}">
                <a16:creationId xmlns:a16="http://schemas.microsoft.com/office/drawing/2014/main" id="{E76625BD-3572-C04C-160A-17FCEC515DB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32048" y="3715232"/>
            <a:ext cx="2770332" cy="2770332"/>
          </a:xfrm>
          <a:prstGeom prst="rect">
            <a:avLst/>
          </a:prstGeom>
        </p:spPr>
      </p:pic>
      <p:pic>
        <p:nvPicPr>
          <p:cNvPr id="9" name="Imagen 8" descr="Forma&#10;&#10;Descripción generada automáticamente con confianza baja">
            <a:extLst>
              <a:ext uri="{FF2B5EF4-FFF2-40B4-BE49-F238E27FC236}">
                <a16:creationId xmlns:a16="http://schemas.microsoft.com/office/drawing/2014/main" id="{9C793D18-96CC-5346-2CBB-770797BA95D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83250" y="844270"/>
            <a:ext cx="2058394" cy="2058394"/>
          </a:xfrm>
          <a:prstGeom prst="rect">
            <a:avLst/>
          </a:prstGeom>
        </p:spPr>
      </p:pic>
      <p:pic>
        <p:nvPicPr>
          <p:cNvPr id="11" name="Imagen 10" descr="Forma&#10;&#10;Descripción generada automáticamente con confianza baja">
            <a:extLst>
              <a:ext uri="{FF2B5EF4-FFF2-40B4-BE49-F238E27FC236}">
                <a16:creationId xmlns:a16="http://schemas.microsoft.com/office/drawing/2014/main" id="{7C355C7D-738E-F740-8C7E-0EF3DAE3228B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73876" y="650170"/>
            <a:ext cx="2058394" cy="2058394"/>
          </a:xfrm>
          <a:prstGeom prst="rect">
            <a:avLst/>
          </a:prstGeom>
        </p:spPr>
      </p:pic>
      <p:pic>
        <p:nvPicPr>
          <p:cNvPr id="13" name="Imagen 12" descr="Forma&#10;&#10;Descripción generada automáticamente con confianza baja">
            <a:extLst>
              <a:ext uri="{FF2B5EF4-FFF2-40B4-BE49-F238E27FC236}">
                <a16:creationId xmlns:a16="http://schemas.microsoft.com/office/drawing/2014/main" id="{BA8B322B-8515-1EA4-FD52-48C105991919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0605" y="3346145"/>
            <a:ext cx="2520950" cy="2520950"/>
          </a:xfrm>
          <a:prstGeom prst="rect">
            <a:avLst/>
          </a:prstGeom>
        </p:spPr>
      </p:pic>
      <p:pic>
        <p:nvPicPr>
          <p:cNvPr id="15" name="Imagen 14" descr="Forma&#10;&#10;Descripción generada automáticamente con confianza baja">
            <a:extLst>
              <a:ext uri="{FF2B5EF4-FFF2-40B4-BE49-F238E27FC236}">
                <a16:creationId xmlns:a16="http://schemas.microsoft.com/office/drawing/2014/main" id="{7CC1250F-EDDA-531C-317C-4199677056E0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80445" y="765905"/>
            <a:ext cx="2102913" cy="2102913"/>
          </a:xfrm>
          <a:prstGeom prst="rect">
            <a:avLst/>
          </a:prstGeom>
        </p:spPr>
      </p:pic>
      <p:pic>
        <p:nvPicPr>
          <p:cNvPr id="17" name="Imagen 16" descr="Forma&#10;&#10;Descripción generada automáticamente con confianza baja">
            <a:extLst>
              <a:ext uri="{FF2B5EF4-FFF2-40B4-BE49-F238E27FC236}">
                <a16:creationId xmlns:a16="http://schemas.microsoft.com/office/drawing/2014/main" id="{A6486B7B-4C4B-97A1-2820-1181965346DD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48507" y="3989183"/>
            <a:ext cx="1983394" cy="19833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994089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 descr="Forma&#10;&#10;Descripción generada automáticamente con confianza baja">
            <a:extLst>
              <a:ext uri="{FF2B5EF4-FFF2-40B4-BE49-F238E27FC236}">
                <a16:creationId xmlns:a16="http://schemas.microsoft.com/office/drawing/2014/main" id="{7F4C0846-CA80-0585-E146-3B21BB55192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8568" y="1252029"/>
            <a:ext cx="2251059" cy="2251059"/>
          </a:xfrm>
          <a:prstGeom prst="rect">
            <a:avLst/>
          </a:prstGeom>
        </p:spPr>
      </p:pic>
      <p:pic>
        <p:nvPicPr>
          <p:cNvPr id="7" name="Imagen 6" descr="Forma&#10;&#10;Descripción generada automáticamente con confianza baja">
            <a:extLst>
              <a:ext uri="{FF2B5EF4-FFF2-40B4-BE49-F238E27FC236}">
                <a16:creationId xmlns:a16="http://schemas.microsoft.com/office/drawing/2014/main" id="{F60C1054-AD67-E86A-CCAD-B02B90B2641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99804" y="4617801"/>
            <a:ext cx="1814448" cy="1814448"/>
          </a:xfrm>
          <a:prstGeom prst="rect">
            <a:avLst/>
          </a:prstGeom>
        </p:spPr>
      </p:pic>
      <p:pic>
        <p:nvPicPr>
          <p:cNvPr id="9" name="Imagen 8" descr="Forma&#10;&#10;Descripción generada automáticamente con confianza baja">
            <a:extLst>
              <a:ext uri="{FF2B5EF4-FFF2-40B4-BE49-F238E27FC236}">
                <a16:creationId xmlns:a16="http://schemas.microsoft.com/office/drawing/2014/main" id="{27C74817-F515-0A40-E309-A091BF0F819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2346" y="4911435"/>
            <a:ext cx="1712859" cy="1712859"/>
          </a:xfrm>
          <a:prstGeom prst="rect">
            <a:avLst/>
          </a:prstGeom>
        </p:spPr>
      </p:pic>
      <p:pic>
        <p:nvPicPr>
          <p:cNvPr id="11" name="Imagen 10" descr="Forma&#10;&#10;Descripción generada automáticamente con confianza baja">
            <a:extLst>
              <a:ext uri="{FF2B5EF4-FFF2-40B4-BE49-F238E27FC236}">
                <a16:creationId xmlns:a16="http://schemas.microsoft.com/office/drawing/2014/main" id="{85303067-F0CB-53DA-7DC2-B4CCC4A667F7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73617" y="2690197"/>
            <a:ext cx="2077604" cy="2077604"/>
          </a:xfrm>
          <a:prstGeom prst="rect">
            <a:avLst/>
          </a:prstGeom>
        </p:spPr>
      </p:pic>
      <p:pic>
        <p:nvPicPr>
          <p:cNvPr id="13" name="Imagen 12" descr="Forma&#10;&#10;Descripción generada automáticamente con confianza baja">
            <a:extLst>
              <a:ext uri="{FF2B5EF4-FFF2-40B4-BE49-F238E27FC236}">
                <a16:creationId xmlns:a16="http://schemas.microsoft.com/office/drawing/2014/main" id="{B0FA59D8-556A-C61F-87E3-CD75880185BB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46794" y="611121"/>
            <a:ext cx="1659568" cy="1659568"/>
          </a:xfrm>
          <a:prstGeom prst="rect">
            <a:avLst/>
          </a:prstGeom>
        </p:spPr>
      </p:pic>
      <p:pic>
        <p:nvPicPr>
          <p:cNvPr id="15" name="Imagen 14" descr="Forma&#10;&#10;Descripción generada automáticamente con confianza baja">
            <a:extLst>
              <a:ext uri="{FF2B5EF4-FFF2-40B4-BE49-F238E27FC236}">
                <a16:creationId xmlns:a16="http://schemas.microsoft.com/office/drawing/2014/main" id="{7DDBDA53-B58D-2FDC-81EA-45F4D25B20B7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2147" y="0"/>
            <a:ext cx="2087172" cy="2087172"/>
          </a:xfrm>
          <a:prstGeom prst="rect">
            <a:avLst/>
          </a:prstGeom>
        </p:spPr>
      </p:pic>
      <p:pic>
        <p:nvPicPr>
          <p:cNvPr id="17" name="Imagen 16" descr="Forma&#10;&#10;Descripción generada automáticamente con confianza baja">
            <a:extLst>
              <a:ext uri="{FF2B5EF4-FFF2-40B4-BE49-F238E27FC236}">
                <a16:creationId xmlns:a16="http://schemas.microsoft.com/office/drawing/2014/main" id="{F25FF24D-BF1C-CFA0-55DA-6CB7278D80B4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46794" y="2928076"/>
            <a:ext cx="1601847" cy="1601847"/>
          </a:xfrm>
          <a:prstGeom prst="rect">
            <a:avLst/>
          </a:prstGeom>
        </p:spPr>
      </p:pic>
      <p:pic>
        <p:nvPicPr>
          <p:cNvPr id="19" name="Imagen 18" descr="Forma&#10;&#10;Descripción generada automáticamente con confianza baja">
            <a:extLst>
              <a:ext uri="{FF2B5EF4-FFF2-40B4-BE49-F238E27FC236}">
                <a16:creationId xmlns:a16="http://schemas.microsoft.com/office/drawing/2014/main" id="{24595A5E-F282-2033-14B3-853EBA95BE63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57639" y="5155364"/>
            <a:ext cx="1011731" cy="10117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96699547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22</TotalTime>
  <Words>0</Words>
  <Application>Microsoft Office PowerPoint</Application>
  <PresentationFormat>Panorámica</PresentationFormat>
  <Paragraphs>0</Paragraphs>
  <Slides>2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2</vt:i4>
      </vt:variant>
    </vt:vector>
  </HeadingPairs>
  <TitlesOfParts>
    <vt:vector size="6" baseType="lpstr">
      <vt:lpstr>Arial</vt:lpstr>
      <vt:lpstr>Calibri</vt:lpstr>
      <vt:lpstr>Calibri Light</vt:lpstr>
      <vt:lpstr>Tema de Office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Yibson Atehortua Morales</dc:creator>
  <cp:lastModifiedBy>Didier Morales</cp:lastModifiedBy>
  <cp:revision>1</cp:revision>
  <dcterms:created xsi:type="dcterms:W3CDTF">2022-12-19T21:40:16Z</dcterms:created>
  <dcterms:modified xsi:type="dcterms:W3CDTF">2022-12-19T22:04:20Z</dcterms:modified>
</cp:coreProperties>
</file>